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07b4f1fca84541" /><Relationship Type="http://schemas.openxmlformats.org/officeDocument/2006/relationships/extended-properties" Target="/docProps/app.xml" Id="Rc1a73ea56ecd4e5c" /><Relationship Type="http://schemas.openxmlformats.org/officeDocument/2006/relationships/officeDocument" Target="/ppt/presentation.xml" Id="R6d7ad14328e84f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68e73d3df94545"/>
  </p:sldMasterIdLst>
  <p:notesMasterIdLst>
    <p:notesMasterId xmlns:r="http://schemas.openxmlformats.org/officeDocument/2006/relationships" r:id="R7cc66c55f50b43e4"/>
  </p:notesMasterIdLst>
  <p:sldIdLst>
    <p:sldId xmlns:r="http://schemas.openxmlformats.org/officeDocument/2006/relationships" id="256" r:id="Rdeeb7c99c23b4001"/>
  </p:sldIdLst>
  <p:sldSz cx="13630275" cy="4229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c1fda07b3141c6" /><Relationship Type="http://schemas.openxmlformats.org/officeDocument/2006/relationships/slideMaster" Target="/ppt/slideMasters/slideMaster1.xml" Id="R3668e73d3df94545" /><Relationship Type="http://schemas.openxmlformats.org/officeDocument/2006/relationships/notesMaster" Target="/ppt/notesMasters/notesMaster1.xml" Id="R7cc66c55f50b43e4" /><Relationship Type="http://schemas.openxmlformats.org/officeDocument/2006/relationships/presProps" Target="/ppt/presProps.xml" Id="R88f287234d7c4e19" /><Relationship Type="http://schemas.openxmlformats.org/officeDocument/2006/relationships/tableStyles" Target="/ppt/tableStyles.xml" Id="R78726fdd5fae467b" /><Relationship Type="http://schemas.openxmlformats.org/officeDocument/2006/relationships/slide" Target="/ppt/slides/slide1.xml" Id="Rdeeb7c99c23b40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9ac78ad92c4b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8c3e984ffe46c2" /><Relationship Type="http://schemas.openxmlformats.org/officeDocument/2006/relationships/notesMaster" Target="/ppt/notesMasters/notesMaster1.xml" Id="R5ed959185d0645ce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素材ID：SE-058</ns1:t>
            </ns1:r>
          </ns1:p>
          <ns1:p>
            <ns1:r>
              <ns1:t>论文：Not Every Patch is an Island: LLM-Enhanced Identification of Multiple Vulnerability Patches</ns1:t>
            </ns1:r>
          </ns1:p>
          <ns1:p>
            <ns1:r>
              <ns1:t>会议：ASE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1，PDF第4页</ns1:t>
            </ns1:r>
          </ns1:p>
          <ns1:p>
            <ns1:r>
              <ns1:t>类型：系统架构</ns1:t>
            </ns1:r>
          </ns1:p>
          <ns1:p>
            <ns1:r>
              <ns1:t>借鉴点：三列虚线面板逐步展示规则/语义特征、提交对相关评分、提交候选连通子图与池化，底部标注和内部案例使数据粒度变化可追踪。</ns1:t>
            </ns1:r>
          </ns1:p>
          <ns1:p>
            <ns1:r>
              <ns1:t>论文URL：https://yisongy.github.io/paper/ASE2025.pdf</ns1:t>
            </ns1:r>
          </ns1:p>
          <ns1:p>
            <ns1:r>
              <ns1:t>官方获奖URL：https://www2.sigsoft.org/awards/distinguishedpaper/#the-ieeeacm-international-conference-on-automated-software-engineering-ase-2025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3441165ee4d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f1163258d94a05" /><Relationship Type="http://schemas.openxmlformats.org/officeDocument/2006/relationships/slideLayout" Target="/ppt/slideLayouts/slideLayout1.xml" Id="R7a968cad414d41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968cad414d41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25ab294f1487a" /><Relationship Type="http://schemas.openxmlformats.org/officeDocument/2006/relationships/image" Target="/ppt/media/image.png" Id="Rd62b8938ba4e41a1" /><Relationship Type="http://schemas.openxmlformats.org/officeDocument/2006/relationships/image" Target="/ppt/media/image2.png" Id="R6028027078ed430b" /><Relationship Type="http://schemas.openxmlformats.org/officeDocument/2006/relationships/image" Target="/ppt/media/image3.png" Id="R25a9a2b8b37049ef" /><Relationship Type="http://schemas.openxmlformats.org/officeDocument/2006/relationships/image" Target="/ppt/media/image4.png" Id="R3d365c52ad9c4e28" /><Relationship Type="http://schemas.openxmlformats.org/officeDocument/2006/relationships/image" Target="/ppt/media/image5.png" Id="R7e5fc42dd9164618" /><Relationship Type="http://schemas.openxmlformats.org/officeDocument/2006/relationships/image" Target="/ppt/media/image6.png" Id="R9bff0d0998df4a35" /><Relationship Type="http://schemas.openxmlformats.org/officeDocument/2006/relationships/image" Target="/ppt/media/image7.png" Id="R877ed66f2c32424e" /><Relationship Type="http://schemas.openxmlformats.org/officeDocument/2006/relationships/image" Target="/ppt/media/image8.png" Id="R5d688d59ff9e47fe" /><Relationship Type="http://schemas.openxmlformats.org/officeDocument/2006/relationships/image" Target="/ppt/media/image9.png" Id="R266e12c7790e435c" /><Relationship Type="http://schemas.openxmlformats.org/officeDocument/2006/relationships/image" Target="/ppt/media/image10.png" Id="R3c25620177e3493e" /><Relationship Type="http://schemas.openxmlformats.org/officeDocument/2006/relationships/image" Target="/ppt/media/image11.png" Id="R265c0b7cc5944b79" /><Relationship Type="http://schemas.openxmlformats.org/officeDocument/2006/relationships/image" Target="/ppt/media/image12.png" Id="R252c5da6653d448b" /><Relationship Type="http://schemas.openxmlformats.org/officeDocument/2006/relationships/image" Target="/ppt/media/image13.png" Id="Rc92d9182afd54d11" /><Relationship Type="http://schemas.openxmlformats.org/officeDocument/2006/relationships/image" Target="/ppt/media/image14.png" Id="Re4553a8486ab4bd7" /><Relationship Type="http://schemas.openxmlformats.org/officeDocument/2006/relationships/image" Target="/ppt/media/image15.png" Id="Re71acf7415fa437a" /><Relationship Type="http://schemas.openxmlformats.org/officeDocument/2006/relationships/image" Target="/ppt/media/image16.png" Id="R1414e2439b90457a" /><Relationship Type="http://schemas.openxmlformats.org/officeDocument/2006/relationships/image" Target="/ppt/media/image17.png" Id="R212d0e0ded894a45" /><Relationship Type="http://schemas.openxmlformats.org/officeDocument/2006/relationships/image" Target="/ppt/media/image18.png" Id="R266c75d6a29c4a11" /><Relationship Type="http://schemas.openxmlformats.org/officeDocument/2006/relationships/image" Target="/ppt/media/image19.png" Id="R50765af85bf14f7e" /><Relationship Type="http://schemas.openxmlformats.org/officeDocument/2006/relationships/image" Target="/ppt/media/image20.png" Id="R69fc11f435eb4fa7" /><Relationship Type="http://schemas.openxmlformats.org/officeDocument/2006/relationships/image" Target="/ppt/media/image21.png" Id="R50763a16a6d34bec" /><Relationship Type="http://schemas.openxmlformats.org/officeDocument/2006/relationships/image" Target="/ppt/media/image22.png" Id="R9c07a7a6c86645f1" /><Relationship Type="http://schemas.openxmlformats.org/officeDocument/2006/relationships/image" Target="/ppt/media/image23.png" Id="R0ac7e1e95a2a4b05" /><Relationship Type="http://schemas.openxmlformats.org/officeDocument/2006/relationships/image" Target="/ppt/media/image24.png" Id="Ra7638f40d030410b" /><Relationship Type="http://schemas.openxmlformats.org/officeDocument/2006/relationships/image" Target="/ppt/media/image25.png" Id="Rdffc4470e3f041a3" /><Relationship Type="http://schemas.openxmlformats.org/officeDocument/2006/relationships/image" Target="/ppt/media/image26.png" Id="R36ae6887874049c4" /><Relationship Type="http://schemas.openxmlformats.org/officeDocument/2006/relationships/image" Target="/ppt/media/image27.png" Id="R8c2e1bae692b44b6" /><Relationship Type="http://schemas.openxmlformats.org/officeDocument/2006/relationships/image" Target="/ppt/media/image28.png" Id="Rc8d2631d350b4b18" /><Relationship Type="http://schemas.openxmlformats.org/officeDocument/2006/relationships/image" Target="/ppt/media/image29.png" Id="Reeb443f9c7954b1e" /><Relationship Type="http://schemas.openxmlformats.org/officeDocument/2006/relationships/image" Target="/ppt/media/image30.png" Id="R2308d0012a1b48eb" /><Relationship Type="http://schemas.openxmlformats.org/officeDocument/2006/relationships/image" Target="/ppt/media/image31.png" Id="R176c919a6fa64728" /><Relationship Type="http://schemas.openxmlformats.org/officeDocument/2006/relationships/image" Target="/ppt/media/image32.png" Id="R760948c45d824d22" /><Relationship Type="http://schemas.openxmlformats.org/officeDocument/2006/relationships/notesSlide" Target="/ppt/notesSlides/notesSlide1.xml" Id="Rdb400cf9231a4f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A80A04-1DE6-45DB-A51C-B4DD9FBB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43"/>
            <a:ext cx="13541240" cy="4143278"/>
          </a:xfrm>
          <a:custGeom xmlns:a="http://schemas.openxmlformats.org/drawingml/2006/main">
            <a:pathLst>
              <a:path w="13541240" h="4143278">
                <a:moveTo>
                  <a:pt x="13541240" y="0"/>
                </a:moveTo>
                <a:lnTo>
                  <a:pt x="0" y="0"/>
                </a:lnTo>
                <a:lnTo>
                  <a:pt x="0" y="4143278"/>
                </a:lnTo>
                <a:lnTo>
                  <a:pt x="13541240" y="4143278"/>
                </a:lnTo>
                <a:lnTo>
                  <a:pt x="1354124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F3F748-98FC-41DA-8340-19EFD150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43"/>
            <a:ext cx="13541240" cy="4143278"/>
          </a:xfrm>
          <a:custGeom xmlns:a="http://schemas.openxmlformats.org/drawingml/2006/main">
            <a:pathLst>
              <a:path w="13541240" h="4143278">
                <a:moveTo>
                  <a:pt x="13541240" y="4143278"/>
                </a:moveTo>
                <a:lnTo>
                  <a:pt x="13541240" y="0"/>
                </a:lnTo>
                <a:lnTo>
                  <a:pt x="0" y="0"/>
                </a:lnTo>
                <a:lnTo>
                  <a:pt x="0" y="4143278"/>
                </a:lnTo>
                <a:lnTo>
                  <a:pt x="13541240" y="414327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Maximal">
            <a:extLst xmlns:a="http://schemas.openxmlformats.org/drawingml/2006/main">
              <a:ext uri="{FF2B5EF4-FFF2-40B4-BE49-F238E27FC236}">
                <a16:creationId xmlns:a16="http://schemas.microsoft.com/office/drawing/2014/main" id="{0B284D35-F020-4049-921A-806C6AAB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452" y="785583"/>
            <a:ext cx="382372" cy="77986"/>
          </a:xfrm>
          <a:custGeom xmlns:a="http://schemas.openxmlformats.org/drawingml/2006/main">
            <a:pathLst>
              <a:path w="382372" h="77986">
                <a:moveTo>
                  <a:pt x="42248" y="76905"/>
                </a:moveTo>
                <a:lnTo>
                  <a:pt x="14713" y="15197"/>
                </a:lnTo>
                <a:lnTo>
                  <a:pt x="14713" y="64195"/>
                </a:lnTo>
                <a:cubicBezTo>
                  <a:pt x="14713" y="68702"/>
                  <a:pt x="15186" y="71515"/>
                  <a:pt x="16132" y="72632"/>
                </a:cubicBezTo>
                <a:cubicBezTo>
                  <a:pt x="17428" y="74147"/>
                  <a:pt x="19477" y="74904"/>
                  <a:pt x="22280" y="74904"/>
                </a:cubicBezTo>
                <a:lnTo>
                  <a:pt x="24802" y="74904"/>
                </a:lnTo>
                <a:lnTo>
                  <a:pt x="24802" y="76905"/>
                </a:lnTo>
                <a:lnTo>
                  <a:pt x="0" y="76905"/>
                </a:lnTo>
                <a:lnTo>
                  <a:pt x="0" y="74904"/>
                </a:lnTo>
                <a:lnTo>
                  <a:pt x="2522" y="74904"/>
                </a:lnTo>
                <a:cubicBezTo>
                  <a:pt x="5535" y="74904"/>
                  <a:pt x="7672" y="73966"/>
                  <a:pt x="8933" y="72091"/>
                </a:cubicBezTo>
                <a:cubicBezTo>
                  <a:pt x="9704" y="70938"/>
                  <a:pt x="10089" y="68306"/>
                  <a:pt x="10089" y="64195"/>
                </a:cubicBezTo>
                <a:lnTo>
                  <a:pt x="10089" y="16279"/>
                </a:lnTo>
                <a:cubicBezTo>
                  <a:pt x="10089" y="13034"/>
                  <a:pt x="9739" y="10690"/>
                  <a:pt x="9038" y="9248"/>
                </a:cubicBezTo>
                <a:cubicBezTo>
                  <a:pt x="8548" y="8202"/>
                  <a:pt x="7646" y="7328"/>
                  <a:pt x="6332" y="6625"/>
                </a:cubicBezTo>
                <a:cubicBezTo>
                  <a:pt x="5018" y="5922"/>
                  <a:pt x="2908" y="5570"/>
                  <a:pt x="0" y="5570"/>
                </a:cubicBezTo>
                <a:lnTo>
                  <a:pt x="0" y="3569"/>
                </a:lnTo>
                <a:lnTo>
                  <a:pt x="20178" y="3569"/>
                </a:lnTo>
                <a:lnTo>
                  <a:pt x="46031" y="60951"/>
                </a:lnTo>
                <a:lnTo>
                  <a:pt x="71464" y="3569"/>
                </a:lnTo>
                <a:lnTo>
                  <a:pt x="91642" y="3569"/>
                </a:lnTo>
                <a:lnTo>
                  <a:pt x="91642" y="5570"/>
                </a:lnTo>
                <a:lnTo>
                  <a:pt x="89172" y="5570"/>
                </a:lnTo>
                <a:cubicBezTo>
                  <a:pt x="86124" y="5570"/>
                  <a:pt x="83970" y="6508"/>
                  <a:pt x="82709" y="8383"/>
                </a:cubicBezTo>
                <a:cubicBezTo>
                  <a:pt x="81938" y="9536"/>
                  <a:pt x="81553" y="12168"/>
                  <a:pt x="81553" y="16279"/>
                </a:cubicBezTo>
                <a:lnTo>
                  <a:pt x="81553" y="64195"/>
                </a:lnTo>
                <a:cubicBezTo>
                  <a:pt x="81553" y="68702"/>
                  <a:pt x="82043" y="71515"/>
                  <a:pt x="83024" y="72632"/>
                </a:cubicBezTo>
                <a:cubicBezTo>
                  <a:pt x="84320" y="74147"/>
                  <a:pt x="86369" y="74904"/>
                  <a:pt x="89172" y="74904"/>
                </a:cubicBezTo>
                <a:lnTo>
                  <a:pt x="91642" y="74904"/>
                </a:lnTo>
                <a:lnTo>
                  <a:pt x="91642" y="76905"/>
                </a:lnTo>
                <a:lnTo>
                  <a:pt x="61375" y="76905"/>
                </a:lnTo>
                <a:lnTo>
                  <a:pt x="61375" y="74904"/>
                </a:lnTo>
                <a:lnTo>
                  <a:pt x="63897" y="74904"/>
                </a:lnTo>
                <a:cubicBezTo>
                  <a:pt x="66945" y="74904"/>
                  <a:pt x="69081" y="73966"/>
                  <a:pt x="70308" y="72091"/>
                </a:cubicBezTo>
                <a:cubicBezTo>
                  <a:pt x="71078" y="70938"/>
                  <a:pt x="71464" y="68306"/>
                  <a:pt x="71464" y="64195"/>
                </a:cubicBezTo>
                <a:lnTo>
                  <a:pt x="71464" y="15197"/>
                </a:lnTo>
                <a:lnTo>
                  <a:pt x="43982" y="76905"/>
                </a:lnTo>
                <a:lnTo>
                  <a:pt x="42248" y="76905"/>
                </a:lnTo>
                <a:close/>
                <a:moveTo>
                  <a:pt x="125250" y="69766"/>
                </a:moveTo>
                <a:cubicBezTo>
                  <a:pt x="120311" y="73696"/>
                  <a:pt x="117211" y="75967"/>
                  <a:pt x="115949" y="76580"/>
                </a:cubicBezTo>
                <a:cubicBezTo>
                  <a:pt x="114058" y="77518"/>
                  <a:pt x="112043" y="77986"/>
                  <a:pt x="109907" y="77986"/>
                </a:cubicBezTo>
                <a:cubicBezTo>
                  <a:pt x="106579" y="77986"/>
                  <a:pt x="103837" y="76815"/>
                  <a:pt x="101683" y="74471"/>
                </a:cubicBezTo>
                <a:cubicBezTo>
                  <a:pt x="99529" y="72127"/>
                  <a:pt x="98451" y="69045"/>
                  <a:pt x="98451" y="65223"/>
                </a:cubicBezTo>
                <a:cubicBezTo>
                  <a:pt x="98451" y="62807"/>
                  <a:pt x="98977" y="60716"/>
                  <a:pt x="100028" y="58949"/>
                </a:cubicBezTo>
                <a:cubicBezTo>
                  <a:pt x="101464" y="56498"/>
                  <a:pt x="103960" y="54190"/>
                  <a:pt x="107516" y="52027"/>
                </a:cubicBezTo>
                <a:cubicBezTo>
                  <a:pt x="111071" y="49864"/>
                  <a:pt x="116983" y="47232"/>
                  <a:pt x="125250" y="44131"/>
                </a:cubicBezTo>
                <a:lnTo>
                  <a:pt x="125250" y="42184"/>
                </a:lnTo>
                <a:cubicBezTo>
                  <a:pt x="125250" y="37245"/>
                  <a:pt x="124488" y="33855"/>
                  <a:pt x="122964" y="32017"/>
                </a:cubicBezTo>
                <a:cubicBezTo>
                  <a:pt x="121441" y="30178"/>
                  <a:pt x="119225" y="29258"/>
                  <a:pt x="116317" y="29258"/>
                </a:cubicBezTo>
                <a:cubicBezTo>
                  <a:pt x="114110" y="29258"/>
                  <a:pt x="112359" y="29869"/>
                  <a:pt x="111063" y="31090"/>
                </a:cubicBezTo>
                <a:cubicBezTo>
                  <a:pt x="109731" y="32312"/>
                  <a:pt x="109066" y="33713"/>
                  <a:pt x="109066" y="35294"/>
                </a:cubicBezTo>
                <a:lnTo>
                  <a:pt x="109171" y="38419"/>
                </a:lnTo>
                <a:cubicBezTo>
                  <a:pt x="109171" y="40070"/>
                  <a:pt x="108759" y="41345"/>
                  <a:pt x="107936" y="42243"/>
                </a:cubicBezTo>
                <a:cubicBezTo>
                  <a:pt x="107113" y="43141"/>
                  <a:pt x="106036" y="43590"/>
                  <a:pt x="104704" y="43590"/>
                </a:cubicBezTo>
                <a:cubicBezTo>
                  <a:pt x="103408" y="43590"/>
                  <a:pt x="102349" y="43123"/>
                  <a:pt x="101525" y="42189"/>
                </a:cubicBezTo>
                <a:cubicBezTo>
                  <a:pt x="100702" y="41254"/>
                  <a:pt x="100291" y="39977"/>
                  <a:pt x="100291" y="38359"/>
                </a:cubicBezTo>
                <a:cubicBezTo>
                  <a:pt x="100291" y="35269"/>
                  <a:pt x="101832" y="32430"/>
                  <a:pt x="104915" y="29841"/>
                </a:cubicBezTo>
                <a:cubicBezTo>
                  <a:pt x="107997" y="27253"/>
                  <a:pt x="112324" y="25959"/>
                  <a:pt x="117894" y="25959"/>
                </a:cubicBezTo>
                <a:cubicBezTo>
                  <a:pt x="122167" y="25959"/>
                  <a:pt x="125671" y="26697"/>
                  <a:pt x="128403" y="28173"/>
                </a:cubicBezTo>
                <a:cubicBezTo>
                  <a:pt x="130470" y="29290"/>
                  <a:pt x="131994" y="31037"/>
                  <a:pt x="132975" y="33414"/>
                </a:cubicBezTo>
                <a:cubicBezTo>
                  <a:pt x="133605" y="34962"/>
                  <a:pt x="133920" y="38131"/>
                  <a:pt x="133920" y="42921"/>
                </a:cubicBezTo>
                <a:lnTo>
                  <a:pt x="133920" y="59720"/>
                </a:lnTo>
                <a:cubicBezTo>
                  <a:pt x="133920" y="64438"/>
                  <a:pt x="134008" y="67328"/>
                  <a:pt x="134183" y="68390"/>
                </a:cubicBezTo>
                <a:cubicBezTo>
                  <a:pt x="134358" y="69453"/>
                  <a:pt x="134647" y="70164"/>
                  <a:pt x="135050" y="70525"/>
                </a:cubicBezTo>
                <a:cubicBezTo>
                  <a:pt x="135453" y="70884"/>
                  <a:pt x="135917" y="71064"/>
                  <a:pt x="136443" y="71064"/>
                </a:cubicBezTo>
                <a:cubicBezTo>
                  <a:pt x="137003" y="71064"/>
                  <a:pt x="137494" y="70938"/>
                  <a:pt x="137914" y="70685"/>
                </a:cubicBezTo>
                <a:cubicBezTo>
                  <a:pt x="138650" y="70217"/>
                  <a:pt x="140068" y="68901"/>
                  <a:pt x="142170" y="66737"/>
                </a:cubicBezTo>
                <a:lnTo>
                  <a:pt x="142170" y="69766"/>
                </a:lnTo>
                <a:cubicBezTo>
                  <a:pt x="138247" y="75174"/>
                  <a:pt x="134498" y="77878"/>
                  <a:pt x="130925" y="77878"/>
                </a:cubicBezTo>
                <a:cubicBezTo>
                  <a:pt x="129209" y="77878"/>
                  <a:pt x="127843" y="77265"/>
                  <a:pt x="126827" y="76039"/>
                </a:cubicBezTo>
                <a:cubicBezTo>
                  <a:pt x="125811" y="74814"/>
                  <a:pt x="125285" y="72722"/>
                  <a:pt x="125250" y="69766"/>
                </a:cubicBezTo>
                <a:moveTo>
                  <a:pt x="125250" y="66220"/>
                </a:moveTo>
                <a:lnTo>
                  <a:pt x="125250" y="47430"/>
                </a:lnTo>
                <a:cubicBezTo>
                  <a:pt x="119961" y="49583"/>
                  <a:pt x="116545" y="51109"/>
                  <a:pt x="115004" y="52007"/>
                </a:cubicBezTo>
                <a:cubicBezTo>
                  <a:pt x="112236" y="53586"/>
                  <a:pt x="110257" y="55238"/>
                  <a:pt x="109066" y="56960"/>
                </a:cubicBezTo>
                <a:cubicBezTo>
                  <a:pt x="107875" y="58683"/>
                  <a:pt x="107279" y="60567"/>
                  <a:pt x="107279" y="62614"/>
                </a:cubicBezTo>
                <a:cubicBezTo>
                  <a:pt x="107279" y="65198"/>
                  <a:pt x="108032" y="67343"/>
                  <a:pt x="109539" y="69048"/>
                </a:cubicBezTo>
                <a:cubicBezTo>
                  <a:pt x="111045" y="70752"/>
                  <a:pt x="112779" y="71605"/>
                  <a:pt x="114741" y="71605"/>
                </a:cubicBezTo>
                <a:cubicBezTo>
                  <a:pt x="117403" y="71605"/>
                  <a:pt x="120906" y="69810"/>
                  <a:pt x="125250" y="66220"/>
                </a:cubicBezTo>
                <a:close/>
                <a:moveTo>
                  <a:pt x="143116" y="27366"/>
                </a:moveTo>
                <a:lnTo>
                  <a:pt x="165763" y="27366"/>
                </a:lnTo>
                <a:lnTo>
                  <a:pt x="165763" y="29367"/>
                </a:lnTo>
                <a:cubicBezTo>
                  <a:pt x="164327" y="29367"/>
                  <a:pt x="163320" y="29619"/>
                  <a:pt x="162742" y="30124"/>
                </a:cubicBezTo>
                <a:cubicBezTo>
                  <a:pt x="162164" y="30628"/>
                  <a:pt x="161875" y="31296"/>
                  <a:pt x="161875" y="32125"/>
                </a:cubicBezTo>
                <a:cubicBezTo>
                  <a:pt x="161875" y="32990"/>
                  <a:pt x="162488" y="34324"/>
                  <a:pt x="163714" y="36127"/>
                </a:cubicBezTo>
                <a:cubicBezTo>
                  <a:pt x="164099" y="36704"/>
                  <a:pt x="164678" y="37605"/>
                  <a:pt x="165448" y="38831"/>
                </a:cubicBezTo>
                <a:lnTo>
                  <a:pt x="168864" y="44455"/>
                </a:lnTo>
                <a:lnTo>
                  <a:pt x="172805" y="38831"/>
                </a:lnTo>
                <a:cubicBezTo>
                  <a:pt x="175327" y="35262"/>
                  <a:pt x="176588" y="33008"/>
                  <a:pt x="176588" y="32071"/>
                </a:cubicBezTo>
                <a:cubicBezTo>
                  <a:pt x="176588" y="31314"/>
                  <a:pt x="176290" y="30674"/>
                  <a:pt x="175695" y="30151"/>
                </a:cubicBezTo>
                <a:cubicBezTo>
                  <a:pt x="175099" y="29628"/>
                  <a:pt x="174136" y="29367"/>
                  <a:pt x="172805" y="29367"/>
                </a:cubicBezTo>
                <a:lnTo>
                  <a:pt x="172805" y="27366"/>
                </a:lnTo>
                <a:lnTo>
                  <a:pt x="189094" y="27366"/>
                </a:lnTo>
                <a:lnTo>
                  <a:pt x="189094" y="29367"/>
                </a:lnTo>
                <a:cubicBezTo>
                  <a:pt x="187378" y="29475"/>
                  <a:pt x="185889" y="29961"/>
                  <a:pt x="184628" y="30827"/>
                </a:cubicBezTo>
                <a:cubicBezTo>
                  <a:pt x="182911" y="32053"/>
                  <a:pt x="180564" y="34721"/>
                  <a:pt x="177586" y="38831"/>
                </a:cubicBezTo>
                <a:lnTo>
                  <a:pt x="171018" y="47863"/>
                </a:lnTo>
                <a:lnTo>
                  <a:pt x="182999" y="65566"/>
                </a:lnTo>
                <a:cubicBezTo>
                  <a:pt x="185941" y="69920"/>
                  <a:pt x="188043" y="72538"/>
                  <a:pt x="189304" y="73420"/>
                </a:cubicBezTo>
                <a:cubicBezTo>
                  <a:pt x="190566" y="74301"/>
                  <a:pt x="192194" y="74796"/>
                  <a:pt x="194191" y="74904"/>
                </a:cubicBezTo>
                <a:lnTo>
                  <a:pt x="194191" y="76905"/>
                </a:lnTo>
                <a:lnTo>
                  <a:pt x="171491" y="76905"/>
                </a:lnTo>
                <a:lnTo>
                  <a:pt x="171491" y="74904"/>
                </a:lnTo>
                <a:cubicBezTo>
                  <a:pt x="173067" y="74904"/>
                  <a:pt x="174294" y="74544"/>
                  <a:pt x="175169" y="73825"/>
                </a:cubicBezTo>
                <a:cubicBezTo>
                  <a:pt x="175835" y="73322"/>
                  <a:pt x="176168" y="72656"/>
                  <a:pt x="176168" y="71829"/>
                </a:cubicBezTo>
                <a:cubicBezTo>
                  <a:pt x="176168" y="71002"/>
                  <a:pt x="175047" y="68917"/>
                  <a:pt x="172805" y="65573"/>
                </a:cubicBezTo>
                <a:lnTo>
                  <a:pt x="165763" y="55001"/>
                </a:lnTo>
                <a:lnTo>
                  <a:pt x="158039" y="65573"/>
                </a:lnTo>
                <a:cubicBezTo>
                  <a:pt x="155657" y="68845"/>
                  <a:pt x="154466" y="70787"/>
                  <a:pt x="154466" y="71399"/>
                </a:cubicBezTo>
                <a:cubicBezTo>
                  <a:pt x="154466" y="72262"/>
                  <a:pt x="154860" y="73044"/>
                  <a:pt x="155648" y="73744"/>
                </a:cubicBezTo>
                <a:cubicBezTo>
                  <a:pt x="156436" y="74445"/>
                  <a:pt x="157619" y="74832"/>
                  <a:pt x="159195" y="74904"/>
                </a:cubicBezTo>
                <a:lnTo>
                  <a:pt x="159195" y="76905"/>
                </a:lnTo>
                <a:lnTo>
                  <a:pt x="143484" y="76905"/>
                </a:lnTo>
                <a:lnTo>
                  <a:pt x="143484" y="74904"/>
                </a:lnTo>
                <a:cubicBezTo>
                  <a:pt x="144745" y="74723"/>
                  <a:pt x="145848" y="74274"/>
                  <a:pt x="146794" y="73555"/>
                </a:cubicBezTo>
                <a:cubicBezTo>
                  <a:pt x="148125" y="72512"/>
                  <a:pt x="150367" y="69850"/>
                  <a:pt x="153520" y="65569"/>
                </a:cubicBezTo>
                <a:lnTo>
                  <a:pt x="163609" y="51811"/>
                </a:lnTo>
                <a:lnTo>
                  <a:pt x="154466" y="38182"/>
                </a:lnTo>
                <a:cubicBezTo>
                  <a:pt x="151874" y="34288"/>
                  <a:pt x="149868" y="31845"/>
                  <a:pt x="148449" y="30854"/>
                </a:cubicBezTo>
                <a:cubicBezTo>
                  <a:pt x="147031" y="29862"/>
                  <a:pt x="145253" y="29367"/>
                  <a:pt x="143116" y="29367"/>
                </a:cubicBezTo>
                <a:lnTo>
                  <a:pt x="143116" y="27366"/>
                </a:lnTo>
                <a:close/>
                <a:moveTo>
                  <a:pt x="211112" y="0"/>
                </a:moveTo>
                <a:cubicBezTo>
                  <a:pt x="212583" y="0"/>
                  <a:pt x="213835" y="535"/>
                  <a:pt x="214869" y="1604"/>
                </a:cubicBezTo>
                <a:cubicBezTo>
                  <a:pt x="215902" y="2672"/>
                  <a:pt x="216419" y="3967"/>
                  <a:pt x="216419" y="5489"/>
                </a:cubicBezTo>
                <a:cubicBezTo>
                  <a:pt x="216419" y="7012"/>
                  <a:pt x="215902" y="8316"/>
                  <a:pt x="214869" y="9404"/>
                </a:cubicBezTo>
                <a:cubicBezTo>
                  <a:pt x="213835" y="10490"/>
                  <a:pt x="212583" y="11033"/>
                  <a:pt x="211112" y="11033"/>
                </a:cubicBezTo>
                <a:cubicBezTo>
                  <a:pt x="209640" y="11033"/>
                  <a:pt x="208379" y="10490"/>
                  <a:pt x="207328" y="9404"/>
                </a:cubicBezTo>
                <a:cubicBezTo>
                  <a:pt x="206277" y="8316"/>
                  <a:pt x="205752" y="7012"/>
                  <a:pt x="205752" y="5489"/>
                </a:cubicBezTo>
                <a:cubicBezTo>
                  <a:pt x="205752" y="3967"/>
                  <a:pt x="206269" y="2672"/>
                  <a:pt x="207302" y="1604"/>
                </a:cubicBezTo>
                <a:cubicBezTo>
                  <a:pt x="208335" y="535"/>
                  <a:pt x="209605" y="0"/>
                  <a:pt x="211112" y="0"/>
                </a:cubicBezTo>
                <a:moveTo>
                  <a:pt x="215473" y="25959"/>
                </a:moveTo>
                <a:lnTo>
                  <a:pt x="215473" y="65676"/>
                </a:lnTo>
                <a:cubicBezTo>
                  <a:pt x="215473" y="68770"/>
                  <a:pt x="215692" y="70830"/>
                  <a:pt x="216130" y="71855"/>
                </a:cubicBezTo>
                <a:cubicBezTo>
                  <a:pt x="216568" y="72880"/>
                  <a:pt x="217216" y="73645"/>
                  <a:pt x="218074" y="74148"/>
                </a:cubicBezTo>
                <a:cubicBezTo>
                  <a:pt x="218932" y="74652"/>
                  <a:pt x="220500" y="74904"/>
                  <a:pt x="222777" y="74904"/>
                </a:cubicBezTo>
                <a:lnTo>
                  <a:pt x="222777" y="76905"/>
                </a:lnTo>
                <a:lnTo>
                  <a:pt x="199394" y="76905"/>
                </a:lnTo>
                <a:lnTo>
                  <a:pt x="199394" y="74904"/>
                </a:lnTo>
                <a:cubicBezTo>
                  <a:pt x="201741" y="74904"/>
                  <a:pt x="203317" y="74670"/>
                  <a:pt x="204123" y="74202"/>
                </a:cubicBezTo>
                <a:cubicBezTo>
                  <a:pt x="204929" y="73735"/>
                  <a:pt x="205568" y="72961"/>
                  <a:pt x="206041" y="71882"/>
                </a:cubicBezTo>
                <a:cubicBezTo>
                  <a:pt x="206514" y="70802"/>
                  <a:pt x="206750" y="68734"/>
                  <a:pt x="206750" y="65676"/>
                </a:cubicBezTo>
                <a:lnTo>
                  <a:pt x="206750" y="46627"/>
                </a:lnTo>
                <a:cubicBezTo>
                  <a:pt x="206750" y="41266"/>
                  <a:pt x="206593" y="37795"/>
                  <a:pt x="206277" y="36213"/>
                </a:cubicBezTo>
                <a:cubicBezTo>
                  <a:pt x="206032" y="35062"/>
                  <a:pt x="205647" y="34261"/>
                  <a:pt x="205121" y="33811"/>
                </a:cubicBezTo>
                <a:cubicBezTo>
                  <a:pt x="204596" y="33362"/>
                  <a:pt x="203878" y="33137"/>
                  <a:pt x="202967" y="33137"/>
                </a:cubicBezTo>
                <a:cubicBezTo>
                  <a:pt x="201986" y="33137"/>
                  <a:pt x="200795" y="33407"/>
                  <a:pt x="199394" y="33947"/>
                </a:cubicBezTo>
                <a:lnTo>
                  <a:pt x="198658" y="32003"/>
                </a:lnTo>
                <a:lnTo>
                  <a:pt x="213161" y="25959"/>
                </a:lnTo>
                <a:lnTo>
                  <a:pt x="215473" y="25959"/>
                </a:lnTo>
                <a:close/>
                <a:moveTo>
                  <a:pt x="242303" y="36505"/>
                </a:moveTo>
                <a:cubicBezTo>
                  <a:pt x="245806" y="32900"/>
                  <a:pt x="247873" y="30827"/>
                  <a:pt x="248503" y="30286"/>
                </a:cubicBezTo>
                <a:cubicBezTo>
                  <a:pt x="250080" y="28916"/>
                  <a:pt x="251779" y="27852"/>
                  <a:pt x="253600" y="27095"/>
                </a:cubicBezTo>
                <a:cubicBezTo>
                  <a:pt x="255422" y="26338"/>
                  <a:pt x="257226" y="25959"/>
                  <a:pt x="259013" y="25959"/>
                </a:cubicBezTo>
                <a:cubicBezTo>
                  <a:pt x="262025" y="25959"/>
                  <a:pt x="264618" y="26861"/>
                  <a:pt x="266790" y="28664"/>
                </a:cubicBezTo>
                <a:cubicBezTo>
                  <a:pt x="268962" y="30466"/>
                  <a:pt x="270415" y="33080"/>
                  <a:pt x="271151" y="36505"/>
                </a:cubicBezTo>
                <a:cubicBezTo>
                  <a:pt x="274759" y="32179"/>
                  <a:pt x="277807" y="29340"/>
                  <a:pt x="280294" y="27987"/>
                </a:cubicBezTo>
                <a:cubicBezTo>
                  <a:pt x="282781" y="26635"/>
                  <a:pt x="285339" y="25959"/>
                  <a:pt x="287966" y="25959"/>
                </a:cubicBezTo>
                <a:cubicBezTo>
                  <a:pt x="290523" y="25959"/>
                  <a:pt x="292792" y="26634"/>
                  <a:pt x="294771" y="27984"/>
                </a:cubicBezTo>
                <a:cubicBezTo>
                  <a:pt x="296750" y="29333"/>
                  <a:pt x="298318" y="31536"/>
                  <a:pt x="299474" y="34594"/>
                </a:cubicBezTo>
                <a:cubicBezTo>
                  <a:pt x="300244" y="36681"/>
                  <a:pt x="300630" y="39954"/>
                  <a:pt x="300630" y="44415"/>
                </a:cubicBezTo>
                <a:lnTo>
                  <a:pt x="300630" y="65676"/>
                </a:lnTo>
                <a:cubicBezTo>
                  <a:pt x="300630" y="68770"/>
                  <a:pt x="300857" y="70893"/>
                  <a:pt x="301313" y="72044"/>
                </a:cubicBezTo>
                <a:cubicBezTo>
                  <a:pt x="301663" y="72835"/>
                  <a:pt x="302311" y="73509"/>
                  <a:pt x="303257" y="74067"/>
                </a:cubicBezTo>
                <a:cubicBezTo>
                  <a:pt x="304203" y="74625"/>
                  <a:pt x="305744" y="74904"/>
                  <a:pt x="307881" y="74904"/>
                </a:cubicBezTo>
                <a:lnTo>
                  <a:pt x="307881" y="76905"/>
                </a:lnTo>
                <a:lnTo>
                  <a:pt x="284130" y="76905"/>
                </a:lnTo>
                <a:lnTo>
                  <a:pt x="284130" y="74904"/>
                </a:lnTo>
                <a:lnTo>
                  <a:pt x="285128" y="74904"/>
                </a:lnTo>
                <a:cubicBezTo>
                  <a:pt x="287195" y="74904"/>
                  <a:pt x="288807" y="74491"/>
                  <a:pt x="289963" y="73667"/>
                </a:cubicBezTo>
                <a:cubicBezTo>
                  <a:pt x="290768" y="73092"/>
                  <a:pt x="291346" y="72177"/>
                  <a:pt x="291697" y="70922"/>
                </a:cubicBezTo>
                <a:cubicBezTo>
                  <a:pt x="291837" y="70312"/>
                  <a:pt x="291907" y="68573"/>
                  <a:pt x="291907" y="65703"/>
                </a:cubicBezTo>
                <a:lnTo>
                  <a:pt x="291907" y="44503"/>
                </a:lnTo>
                <a:cubicBezTo>
                  <a:pt x="291907" y="40485"/>
                  <a:pt x="291434" y="37651"/>
                  <a:pt x="290488" y="36002"/>
                </a:cubicBezTo>
                <a:cubicBezTo>
                  <a:pt x="289122" y="33706"/>
                  <a:pt x="286933" y="32557"/>
                  <a:pt x="283920" y="32557"/>
                </a:cubicBezTo>
                <a:cubicBezTo>
                  <a:pt x="282063" y="32557"/>
                  <a:pt x="280198" y="33033"/>
                  <a:pt x="278324" y="33984"/>
                </a:cubicBezTo>
                <a:cubicBezTo>
                  <a:pt x="276449" y="34934"/>
                  <a:pt x="274181" y="36700"/>
                  <a:pt x="271519" y="39284"/>
                </a:cubicBezTo>
                <a:lnTo>
                  <a:pt x="271414" y="39875"/>
                </a:lnTo>
                <a:lnTo>
                  <a:pt x="271519" y="42189"/>
                </a:lnTo>
                <a:lnTo>
                  <a:pt x="271519" y="65703"/>
                </a:lnTo>
                <a:cubicBezTo>
                  <a:pt x="271519" y="69075"/>
                  <a:pt x="271703" y="71174"/>
                  <a:pt x="272071" y="71998"/>
                </a:cubicBezTo>
                <a:cubicBezTo>
                  <a:pt x="272438" y="72823"/>
                  <a:pt x="273130" y="73514"/>
                  <a:pt x="274146" y="74070"/>
                </a:cubicBezTo>
                <a:cubicBezTo>
                  <a:pt x="275162" y="74626"/>
                  <a:pt x="276896" y="74904"/>
                  <a:pt x="279348" y="74904"/>
                </a:cubicBezTo>
                <a:lnTo>
                  <a:pt x="279348" y="76905"/>
                </a:lnTo>
                <a:lnTo>
                  <a:pt x="255019" y="76905"/>
                </a:lnTo>
                <a:lnTo>
                  <a:pt x="255019" y="74904"/>
                </a:lnTo>
                <a:cubicBezTo>
                  <a:pt x="257682" y="74904"/>
                  <a:pt x="259512" y="74581"/>
                  <a:pt x="260510" y="73935"/>
                </a:cubicBezTo>
                <a:cubicBezTo>
                  <a:pt x="261509" y="73290"/>
                  <a:pt x="262201" y="72321"/>
                  <a:pt x="262586" y="71030"/>
                </a:cubicBezTo>
                <a:cubicBezTo>
                  <a:pt x="262761" y="70419"/>
                  <a:pt x="262849" y="68644"/>
                  <a:pt x="262849" y="65703"/>
                </a:cubicBezTo>
                <a:lnTo>
                  <a:pt x="262849" y="44503"/>
                </a:lnTo>
                <a:cubicBezTo>
                  <a:pt x="262849" y="40485"/>
                  <a:pt x="262271" y="37597"/>
                  <a:pt x="261115" y="35840"/>
                </a:cubicBezTo>
                <a:cubicBezTo>
                  <a:pt x="259573" y="33543"/>
                  <a:pt x="257419" y="32395"/>
                  <a:pt x="254651" y="32395"/>
                </a:cubicBezTo>
                <a:cubicBezTo>
                  <a:pt x="252760" y="32395"/>
                  <a:pt x="250885" y="32915"/>
                  <a:pt x="249029" y="33955"/>
                </a:cubicBezTo>
                <a:cubicBezTo>
                  <a:pt x="246121" y="35534"/>
                  <a:pt x="243879" y="37309"/>
                  <a:pt x="242303" y="39282"/>
                </a:cubicBezTo>
                <a:lnTo>
                  <a:pt x="242303" y="65703"/>
                </a:lnTo>
                <a:cubicBezTo>
                  <a:pt x="242303" y="68931"/>
                  <a:pt x="242522" y="71030"/>
                  <a:pt x="242960" y="71998"/>
                </a:cubicBezTo>
                <a:cubicBezTo>
                  <a:pt x="243398" y="72966"/>
                  <a:pt x="244046" y="73692"/>
                  <a:pt x="244904" y="74177"/>
                </a:cubicBezTo>
                <a:cubicBezTo>
                  <a:pt x="245762" y="74661"/>
                  <a:pt x="247505" y="74904"/>
                  <a:pt x="250132" y="74904"/>
                </a:cubicBezTo>
                <a:lnTo>
                  <a:pt x="250132" y="76905"/>
                </a:lnTo>
                <a:lnTo>
                  <a:pt x="226329" y="76905"/>
                </a:lnTo>
                <a:lnTo>
                  <a:pt x="226329" y="74904"/>
                </a:lnTo>
                <a:cubicBezTo>
                  <a:pt x="228536" y="74904"/>
                  <a:pt x="230077" y="74661"/>
                  <a:pt x="230953" y="74175"/>
                </a:cubicBezTo>
                <a:cubicBezTo>
                  <a:pt x="231829" y="73690"/>
                  <a:pt x="232494" y="72916"/>
                  <a:pt x="232950" y="71855"/>
                </a:cubicBezTo>
                <a:cubicBezTo>
                  <a:pt x="233405" y="70793"/>
                  <a:pt x="233633" y="68734"/>
                  <a:pt x="233633" y="65676"/>
                </a:cubicBezTo>
                <a:lnTo>
                  <a:pt x="233633" y="46789"/>
                </a:lnTo>
                <a:cubicBezTo>
                  <a:pt x="233633" y="41356"/>
                  <a:pt x="233475" y="37849"/>
                  <a:pt x="233160" y="36267"/>
                </a:cubicBezTo>
                <a:cubicBezTo>
                  <a:pt x="232914" y="35080"/>
                  <a:pt x="232529" y="34261"/>
                  <a:pt x="232004" y="33811"/>
                </a:cubicBezTo>
                <a:cubicBezTo>
                  <a:pt x="231478" y="33362"/>
                  <a:pt x="230760" y="33137"/>
                  <a:pt x="229849" y="33137"/>
                </a:cubicBezTo>
                <a:cubicBezTo>
                  <a:pt x="228868" y="33137"/>
                  <a:pt x="227695" y="33407"/>
                  <a:pt x="226329" y="33947"/>
                </a:cubicBezTo>
                <a:lnTo>
                  <a:pt x="225540" y="32003"/>
                </a:lnTo>
                <a:lnTo>
                  <a:pt x="240043" y="25959"/>
                </a:lnTo>
                <a:lnTo>
                  <a:pt x="242303" y="25959"/>
                </a:lnTo>
                <a:lnTo>
                  <a:pt x="242303" y="36505"/>
                </a:lnTo>
                <a:close/>
                <a:moveTo>
                  <a:pt x="338233" y="69766"/>
                </a:moveTo>
                <a:cubicBezTo>
                  <a:pt x="333294" y="73696"/>
                  <a:pt x="330193" y="75967"/>
                  <a:pt x="328932" y="76580"/>
                </a:cubicBezTo>
                <a:cubicBezTo>
                  <a:pt x="327041" y="77518"/>
                  <a:pt x="325026" y="77986"/>
                  <a:pt x="322889" y="77986"/>
                </a:cubicBezTo>
                <a:cubicBezTo>
                  <a:pt x="319562" y="77986"/>
                  <a:pt x="316820" y="76815"/>
                  <a:pt x="314666" y="74471"/>
                </a:cubicBezTo>
                <a:cubicBezTo>
                  <a:pt x="312511" y="72127"/>
                  <a:pt x="311434" y="69045"/>
                  <a:pt x="311434" y="65223"/>
                </a:cubicBezTo>
                <a:cubicBezTo>
                  <a:pt x="311434" y="62807"/>
                  <a:pt x="311960" y="60716"/>
                  <a:pt x="313011" y="58949"/>
                </a:cubicBezTo>
                <a:cubicBezTo>
                  <a:pt x="314447" y="56498"/>
                  <a:pt x="316943" y="54190"/>
                  <a:pt x="320499" y="52027"/>
                </a:cubicBezTo>
                <a:cubicBezTo>
                  <a:pt x="324054" y="49864"/>
                  <a:pt x="329966" y="47232"/>
                  <a:pt x="338233" y="44131"/>
                </a:cubicBezTo>
                <a:lnTo>
                  <a:pt x="338233" y="42184"/>
                </a:lnTo>
                <a:cubicBezTo>
                  <a:pt x="338233" y="37245"/>
                  <a:pt x="337471" y="33855"/>
                  <a:pt x="335947" y="32017"/>
                </a:cubicBezTo>
                <a:cubicBezTo>
                  <a:pt x="334423" y="30178"/>
                  <a:pt x="332208" y="29258"/>
                  <a:pt x="329300" y="29258"/>
                </a:cubicBezTo>
                <a:cubicBezTo>
                  <a:pt x="327093" y="29258"/>
                  <a:pt x="325342" y="29869"/>
                  <a:pt x="324045" y="31090"/>
                </a:cubicBezTo>
                <a:cubicBezTo>
                  <a:pt x="322714" y="32312"/>
                  <a:pt x="322049" y="33713"/>
                  <a:pt x="322049" y="35294"/>
                </a:cubicBezTo>
                <a:lnTo>
                  <a:pt x="322154" y="38419"/>
                </a:lnTo>
                <a:cubicBezTo>
                  <a:pt x="322154" y="40070"/>
                  <a:pt x="321742" y="41345"/>
                  <a:pt x="320919" y="42243"/>
                </a:cubicBezTo>
                <a:cubicBezTo>
                  <a:pt x="320096" y="43141"/>
                  <a:pt x="319019" y="43590"/>
                  <a:pt x="317687" y="43590"/>
                </a:cubicBezTo>
                <a:cubicBezTo>
                  <a:pt x="316391" y="43590"/>
                  <a:pt x="315331" y="43123"/>
                  <a:pt x="314508" y="42189"/>
                </a:cubicBezTo>
                <a:cubicBezTo>
                  <a:pt x="313685" y="41254"/>
                  <a:pt x="313273" y="39977"/>
                  <a:pt x="313273" y="38359"/>
                </a:cubicBezTo>
                <a:cubicBezTo>
                  <a:pt x="313273" y="35269"/>
                  <a:pt x="314815" y="32430"/>
                  <a:pt x="317898" y="29841"/>
                </a:cubicBezTo>
                <a:cubicBezTo>
                  <a:pt x="320980" y="27253"/>
                  <a:pt x="325307" y="25959"/>
                  <a:pt x="330877" y="25959"/>
                </a:cubicBezTo>
                <a:cubicBezTo>
                  <a:pt x="335150" y="25959"/>
                  <a:pt x="338653" y="26697"/>
                  <a:pt x="341386" y="28173"/>
                </a:cubicBezTo>
                <a:cubicBezTo>
                  <a:pt x="343453" y="29290"/>
                  <a:pt x="344977" y="31037"/>
                  <a:pt x="345957" y="33414"/>
                </a:cubicBezTo>
                <a:cubicBezTo>
                  <a:pt x="346588" y="34962"/>
                  <a:pt x="346903" y="38131"/>
                  <a:pt x="346903" y="42921"/>
                </a:cubicBezTo>
                <a:lnTo>
                  <a:pt x="346903" y="59720"/>
                </a:lnTo>
                <a:cubicBezTo>
                  <a:pt x="346903" y="64438"/>
                  <a:pt x="346991" y="67328"/>
                  <a:pt x="347166" y="68390"/>
                </a:cubicBezTo>
                <a:cubicBezTo>
                  <a:pt x="347341" y="69453"/>
                  <a:pt x="347630" y="70164"/>
                  <a:pt x="348033" y="70525"/>
                </a:cubicBezTo>
                <a:cubicBezTo>
                  <a:pt x="348436" y="70884"/>
                  <a:pt x="348900" y="71064"/>
                  <a:pt x="349426" y="71064"/>
                </a:cubicBezTo>
                <a:cubicBezTo>
                  <a:pt x="349986" y="71064"/>
                  <a:pt x="350477" y="70938"/>
                  <a:pt x="350897" y="70685"/>
                </a:cubicBezTo>
                <a:cubicBezTo>
                  <a:pt x="351633" y="70217"/>
                  <a:pt x="353051" y="68901"/>
                  <a:pt x="355153" y="66737"/>
                </a:cubicBezTo>
                <a:lnTo>
                  <a:pt x="355153" y="69766"/>
                </a:lnTo>
                <a:cubicBezTo>
                  <a:pt x="351230" y="75174"/>
                  <a:pt x="347481" y="77878"/>
                  <a:pt x="343908" y="77878"/>
                </a:cubicBezTo>
                <a:cubicBezTo>
                  <a:pt x="342192" y="77878"/>
                  <a:pt x="340825" y="77265"/>
                  <a:pt x="339810" y="76039"/>
                </a:cubicBezTo>
                <a:cubicBezTo>
                  <a:pt x="338794" y="74814"/>
                  <a:pt x="338268" y="72722"/>
                  <a:pt x="338233" y="69766"/>
                </a:cubicBezTo>
                <a:moveTo>
                  <a:pt x="338233" y="66220"/>
                </a:moveTo>
                <a:lnTo>
                  <a:pt x="338233" y="47430"/>
                </a:lnTo>
                <a:cubicBezTo>
                  <a:pt x="332943" y="49583"/>
                  <a:pt x="329528" y="51109"/>
                  <a:pt x="327987" y="52007"/>
                </a:cubicBezTo>
                <a:cubicBezTo>
                  <a:pt x="325219" y="53586"/>
                  <a:pt x="323240" y="55238"/>
                  <a:pt x="322049" y="56960"/>
                </a:cubicBezTo>
                <a:cubicBezTo>
                  <a:pt x="320858" y="58683"/>
                  <a:pt x="320262" y="60567"/>
                  <a:pt x="320262" y="62614"/>
                </a:cubicBezTo>
                <a:cubicBezTo>
                  <a:pt x="320262" y="65198"/>
                  <a:pt x="321015" y="67343"/>
                  <a:pt x="322522" y="69048"/>
                </a:cubicBezTo>
                <a:cubicBezTo>
                  <a:pt x="324028" y="70752"/>
                  <a:pt x="325762" y="71605"/>
                  <a:pt x="327724" y="71605"/>
                </a:cubicBezTo>
                <a:cubicBezTo>
                  <a:pt x="330386" y="71605"/>
                  <a:pt x="333889" y="69810"/>
                  <a:pt x="338233" y="66220"/>
                </a:cubicBezTo>
                <a:close/>
                <a:moveTo>
                  <a:pt x="374595" y="0"/>
                </a:moveTo>
                <a:lnTo>
                  <a:pt x="374595" y="65662"/>
                </a:lnTo>
                <a:cubicBezTo>
                  <a:pt x="374595" y="68761"/>
                  <a:pt x="374814" y="70815"/>
                  <a:pt x="375251" y="71824"/>
                </a:cubicBezTo>
                <a:cubicBezTo>
                  <a:pt x="375689" y="72833"/>
                  <a:pt x="376364" y="73598"/>
                  <a:pt x="377274" y="74121"/>
                </a:cubicBezTo>
                <a:cubicBezTo>
                  <a:pt x="378185" y="74643"/>
                  <a:pt x="379884" y="74904"/>
                  <a:pt x="382372" y="74904"/>
                </a:cubicBezTo>
                <a:lnTo>
                  <a:pt x="382372" y="76905"/>
                </a:lnTo>
                <a:lnTo>
                  <a:pt x="358778" y="76905"/>
                </a:lnTo>
                <a:lnTo>
                  <a:pt x="358778" y="74904"/>
                </a:lnTo>
                <a:cubicBezTo>
                  <a:pt x="360985" y="74904"/>
                  <a:pt x="362491" y="74670"/>
                  <a:pt x="363297" y="74202"/>
                </a:cubicBezTo>
                <a:cubicBezTo>
                  <a:pt x="364103" y="73734"/>
                  <a:pt x="364733" y="72959"/>
                  <a:pt x="365189" y="71878"/>
                </a:cubicBezTo>
                <a:cubicBezTo>
                  <a:pt x="365644" y="70797"/>
                  <a:pt x="365872" y="68725"/>
                  <a:pt x="365872" y="65662"/>
                </a:cubicBezTo>
                <a:lnTo>
                  <a:pt x="365872" y="20698"/>
                </a:lnTo>
                <a:cubicBezTo>
                  <a:pt x="365872" y="15114"/>
                  <a:pt x="365749" y="11683"/>
                  <a:pt x="365504" y="10404"/>
                </a:cubicBezTo>
                <a:cubicBezTo>
                  <a:pt x="365259" y="9124"/>
                  <a:pt x="364865" y="8250"/>
                  <a:pt x="364322" y="7783"/>
                </a:cubicBezTo>
                <a:cubicBezTo>
                  <a:pt x="363779" y="7314"/>
                  <a:pt x="363087" y="7080"/>
                  <a:pt x="362246" y="7080"/>
                </a:cubicBezTo>
                <a:cubicBezTo>
                  <a:pt x="361335" y="7080"/>
                  <a:pt x="360179" y="7368"/>
                  <a:pt x="358778" y="7945"/>
                </a:cubicBezTo>
                <a:lnTo>
                  <a:pt x="357885" y="6052"/>
                </a:lnTo>
                <a:lnTo>
                  <a:pt x="372230" y="0"/>
                </a:lnTo>
                <a:lnTo>
                  <a:pt x="374595" y="0"/>
                </a:lnTo>
                <a:close/>
              </a:path>
            </a:pathLst>
          </a:custGeom>
          <a:solidFill xmlns:a="http://schemas.openxmlformats.org/drawingml/2006/main">
            <a:srgbClr val="000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Connected">
            <a:extLst xmlns:a="http://schemas.openxmlformats.org/drawingml/2006/main">
              <a:ext uri="{FF2B5EF4-FFF2-40B4-BE49-F238E27FC236}">
                <a16:creationId xmlns:a16="http://schemas.microsoft.com/office/drawing/2014/main" id="{6311F6DA-99B6-4CA8-85F7-C42B7326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554" y="914065"/>
            <a:ext cx="453741" cy="78527"/>
          </a:xfrm>
          <a:custGeom xmlns:a="http://schemas.openxmlformats.org/drawingml/2006/main">
            <a:pathLst>
              <a:path w="453741" h="78527">
                <a:moveTo>
                  <a:pt x="60902" y="1947"/>
                </a:moveTo>
                <a:lnTo>
                  <a:pt x="62531" y="26825"/>
                </a:lnTo>
                <a:lnTo>
                  <a:pt x="60902" y="26825"/>
                </a:lnTo>
                <a:cubicBezTo>
                  <a:pt x="58730" y="19342"/>
                  <a:pt x="55629" y="13957"/>
                  <a:pt x="51601" y="10668"/>
                </a:cubicBezTo>
                <a:cubicBezTo>
                  <a:pt x="47572" y="7378"/>
                  <a:pt x="42738" y="5733"/>
                  <a:pt x="37098" y="5733"/>
                </a:cubicBezTo>
                <a:cubicBezTo>
                  <a:pt x="32369" y="5733"/>
                  <a:pt x="28095" y="6969"/>
                  <a:pt x="24277" y="9441"/>
                </a:cubicBezTo>
                <a:cubicBezTo>
                  <a:pt x="20458" y="11912"/>
                  <a:pt x="17454" y="15853"/>
                  <a:pt x="15265" y="21266"/>
                </a:cubicBezTo>
                <a:cubicBezTo>
                  <a:pt x="13075" y="26679"/>
                  <a:pt x="11981" y="33409"/>
                  <a:pt x="11981" y="41456"/>
                </a:cubicBezTo>
                <a:cubicBezTo>
                  <a:pt x="11981" y="48094"/>
                  <a:pt x="13014" y="53849"/>
                  <a:pt x="15081" y="58721"/>
                </a:cubicBezTo>
                <a:cubicBezTo>
                  <a:pt x="17148" y="63592"/>
                  <a:pt x="20257" y="67327"/>
                  <a:pt x="24408" y="69925"/>
                </a:cubicBezTo>
                <a:cubicBezTo>
                  <a:pt x="28559" y="72523"/>
                  <a:pt x="33297" y="73822"/>
                  <a:pt x="38622" y="73822"/>
                </a:cubicBezTo>
                <a:cubicBezTo>
                  <a:pt x="43246" y="73822"/>
                  <a:pt x="47327" y="72804"/>
                  <a:pt x="50865" y="70766"/>
                </a:cubicBezTo>
                <a:cubicBezTo>
                  <a:pt x="54403" y="68729"/>
                  <a:pt x="58292" y="64682"/>
                  <a:pt x="62531" y="58625"/>
                </a:cubicBezTo>
                <a:lnTo>
                  <a:pt x="64160" y="59703"/>
                </a:lnTo>
                <a:cubicBezTo>
                  <a:pt x="60586" y="66212"/>
                  <a:pt x="56418" y="70977"/>
                  <a:pt x="51653" y="73998"/>
                </a:cubicBezTo>
                <a:cubicBezTo>
                  <a:pt x="46889" y="77017"/>
                  <a:pt x="41232" y="78527"/>
                  <a:pt x="34681" y="78527"/>
                </a:cubicBezTo>
                <a:cubicBezTo>
                  <a:pt x="22875" y="78527"/>
                  <a:pt x="13732" y="74027"/>
                  <a:pt x="7251" y="65025"/>
                </a:cubicBezTo>
                <a:cubicBezTo>
                  <a:pt x="2417" y="58329"/>
                  <a:pt x="0" y="50445"/>
                  <a:pt x="0" y="41371"/>
                </a:cubicBezTo>
                <a:cubicBezTo>
                  <a:pt x="0" y="34062"/>
                  <a:pt x="1594" y="27348"/>
                  <a:pt x="4782" y="21227"/>
                </a:cubicBezTo>
                <a:cubicBezTo>
                  <a:pt x="7970" y="15107"/>
                  <a:pt x="12357" y="10363"/>
                  <a:pt x="17945" y="6997"/>
                </a:cubicBezTo>
                <a:cubicBezTo>
                  <a:pt x="23532" y="3630"/>
                  <a:pt x="29636" y="1947"/>
                  <a:pt x="36257" y="1947"/>
                </a:cubicBezTo>
                <a:cubicBezTo>
                  <a:pt x="41407" y="1947"/>
                  <a:pt x="46486" y="3245"/>
                  <a:pt x="51496" y="5841"/>
                </a:cubicBezTo>
                <a:cubicBezTo>
                  <a:pt x="52967" y="6634"/>
                  <a:pt x="54018" y="7031"/>
                  <a:pt x="54649" y="7031"/>
                </a:cubicBezTo>
                <a:cubicBezTo>
                  <a:pt x="55594" y="7031"/>
                  <a:pt x="56418" y="6688"/>
                  <a:pt x="57118" y="6003"/>
                </a:cubicBezTo>
                <a:cubicBezTo>
                  <a:pt x="58029" y="5030"/>
                  <a:pt x="58677" y="3678"/>
                  <a:pt x="59063" y="1947"/>
                </a:cubicBezTo>
                <a:lnTo>
                  <a:pt x="60902" y="1947"/>
                </a:lnTo>
                <a:close/>
                <a:moveTo>
                  <a:pt x="94762" y="25959"/>
                </a:moveTo>
                <a:cubicBezTo>
                  <a:pt x="102049" y="25959"/>
                  <a:pt x="107899" y="28805"/>
                  <a:pt x="112313" y="34496"/>
                </a:cubicBezTo>
                <a:cubicBezTo>
                  <a:pt x="116061" y="39358"/>
                  <a:pt x="117936" y="44941"/>
                  <a:pt x="117936" y="51244"/>
                </a:cubicBezTo>
                <a:cubicBezTo>
                  <a:pt x="117936" y="55675"/>
                  <a:pt x="116902" y="60159"/>
                  <a:pt x="114835" y="64697"/>
                </a:cubicBezTo>
                <a:cubicBezTo>
                  <a:pt x="112768" y="69235"/>
                  <a:pt x="109922" y="72656"/>
                  <a:pt x="106296" y="74961"/>
                </a:cubicBezTo>
                <a:cubicBezTo>
                  <a:pt x="102671" y="77266"/>
                  <a:pt x="98633" y="78419"/>
                  <a:pt x="94184" y="78419"/>
                </a:cubicBezTo>
                <a:cubicBezTo>
                  <a:pt x="86933" y="78419"/>
                  <a:pt x="81170" y="75447"/>
                  <a:pt x="76897" y="69504"/>
                </a:cubicBezTo>
                <a:cubicBezTo>
                  <a:pt x="73288" y="64498"/>
                  <a:pt x="71484" y="58880"/>
                  <a:pt x="71484" y="52649"/>
                </a:cubicBezTo>
                <a:cubicBezTo>
                  <a:pt x="71484" y="48111"/>
                  <a:pt x="72579" y="43599"/>
                  <a:pt x="74768" y="39115"/>
                </a:cubicBezTo>
                <a:cubicBezTo>
                  <a:pt x="76958" y="34631"/>
                  <a:pt x="79839" y="31317"/>
                  <a:pt x="83412" y="29174"/>
                </a:cubicBezTo>
                <a:cubicBezTo>
                  <a:pt x="86986" y="27031"/>
                  <a:pt x="90769" y="25959"/>
                  <a:pt x="94762" y="25959"/>
                </a:cubicBezTo>
                <a:moveTo>
                  <a:pt x="93133" y="29529"/>
                </a:moveTo>
                <a:cubicBezTo>
                  <a:pt x="91277" y="29529"/>
                  <a:pt x="89411" y="30096"/>
                  <a:pt x="87537" y="31231"/>
                </a:cubicBezTo>
                <a:cubicBezTo>
                  <a:pt x="85663" y="32365"/>
                  <a:pt x="84148" y="34355"/>
                  <a:pt x="82992" y="37200"/>
                </a:cubicBezTo>
                <a:cubicBezTo>
                  <a:pt x="81836" y="40045"/>
                  <a:pt x="81258" y="43700"/>
                  <a:pt x="81258" y="48165"/>
                </a:cubicBezTo>
                <a:cubicBezTo>
                  <a:pt x="81258" y="55367"/>
                  <a:pt x="82650" y="61579"/>
                  <a:pt x="85435" y="66802"/>
                </a:cubicBezTo>
                <a:cubicBezTo>
                  <a:pt x="88220" y="72023"/>
                  <a:pt x="91890" y="74633"/>
                  <a:pt x="96444" y="74633"/>
                </a:cubicBezTo>
                <a:cubicBezTo>
                  <a:pt x="99842" y="74633"/>
                  <a:pt x="102644" y="73193"/>
                  <a:pt x="104851" y="70312"/>
                </a:cubicBezTo>
                <a:cubicBezTo>
                  <a:pt x="107058" y="67431"/>
                  <a:pt x="108162" y="62479"/>
                  <a:pt x="108162" y="55458"/>
                </a:cubicBezTo>
                <a:cubicBezTo>
                  <a:pt x="108162" y="46671"/>
                  <a:pt x="106323" y="39756"/>
                  <a:pt x="102644" y="34714"/>
                </a:cubicBezTo>
                <a:cubicBezTo>
                  <a:pt x="100157" y="31257"/>
                  <a:pt x="96987" y="29529"/>
                  <a:pt x="93133" y="29529"/>
                </a:cubicBezTo>
                <a:close/>
                <a:moveTo>
                  <a:pt x="139060" y="36451"/>
                </a:moveTo>
                <a:cubicBezTo>
                  <a:pt x="144700" y="29457"/>
                  <a:pt x="150077" y="25959"/>
                  <a:pt x="155192" y="25959"/>
                </a:cubicBezTo>
                <a:cubicBezTo>
                  <a:pt x="157819" y="25959"/>
                  <a:pt x="160079" y="26634"/>
                  <a:pt x="161970" y="27984"/>
                </a:cubicBezTo>
                <a:cubicBezTo>
                  <a:pt x="163862" y="29333"/>
                  <a:pt x="165368" y="31554"/>
                  <a:pt x="166489" y="34648"/>
                </a:cubicBezTo>
                <a:cubicBezTo>
                  <a:pt x="167260" y="36806"/>
                  <a:pt x="167645" y="40115"/>
                  <a:pt x="167645" y="44577"/>
                </a:cubicBezTo>
                <a:lnTo>
                  <a:pt x="167645" y="65676"/>
                </a:lnTo>
                <a:cubicBezTo>
                  <a:pt x="167645" y="68806"/>
                  <a:pt x="167891" y="70929"/>
                  <a:pt x="168381" y="72044"/>
                </a:cubicBezTo>
                <a:cubicBezTo>
                  <a:pt x="168766" y="72943"/>
                  <a:pt x="169388" y="73645"/>
                  <a:pt x="170246" y="74148"/>
                </a:cubicBezTo>
                <a:cubicBezTo>
                  <a:pt x="171105" y="74652"/>
                  <a:pt x="172690" y="74904"/>
                  <a:pt x="175002" y="74904"/>
                </a:cubicBezTo>
                <a:lnTo>
                  <a:pt x="175002" y="76905"/>
                </a:lnTo>
                <a:lnTo>
                  <a:pt x="151198" y="76905"/>
                </a:lnTo>
                <a:lnTo>
                  <a:pt x="151198" y="74904"/>
                </a:lnTo>
                <a:lnTo>
                  <a:pt x="152197" y="74904"/>
                </a:lnTo>
                <a:cubicBezTo>
                  <a:pt x="154439" y="74904"/>
                  <a:pt x="156006" y="74554"/>
                  <a:pt x="156900" y="73854"/>
                </a:cubicBezTo>
                <a:cubicBezTo>
                  <a:pt x="157793" y="73154"/>
                  <a:pt x="158415" y="72124"/>
                  <a:pt x="158765" y="70761"/>
                </a:cubicBezTo>
                <a:cubicBezTo>
                  <a:pt x="158905" y="70223"/>
                  <a:pt x="158975" y="68537"/>
                  <a:pt x="158975" y="65703"/>
                </a:cubicBezTo>
                <a:lnTo>
                  <a:pt x="158975" y="45525"/>
                </a:lnTo>
                <a:cubicBezTo>
                  <a:pt x="158975" y="41042"/>
                  <a:pt x="158406" y="37787"/>
                  <a:pt x="157267" y="35760"/>
                </a:cubicBezTo>
                <a:cubicBezTo>
                  <a:pt x="156129" y="33733"/>
                  <a:pt x="154211" y="32720"/>
                  <a:pt x="151514" y="32720"/>
                </a:cubicBezTo>
                <a:cubicBezTo>
                  <a:pt x="147345" y="32720"/>
                  <a:pt x="143194" y="35051"/>
                  <a:pt x="139060" y="39715"/>
                </a:cubicBezTo>
                <a:lnTo>
                  <a:pt x="139060" y="65703"/>
                </a:lnTo>
                <a:cubicBezTo>
                  <a:pt x="139060" y="69039"/>
                  <a:pt x="139253" y="71102"/>
                  <a:pt x="139638" y="71890"/>
                </a:cubicBezTo>
                <a:cubicBezTo>
                  <a:pt x="140128" y="72930"/>
                  <a:pt x="140803" y="73692"/>
                  <a:pt x="141661" y="74177"/>
                </a:cubicBezTo>
                <a:cubicBezTo>
                  <a:pt x="142519" y="74661"/>
                  <a:pt x="144262" y="74904"/>
                  <a:pt x="146889" y="74904"/>
                </a:cubicBezTo>
                <a:lnTo>
                  <a:pt x="146889" y="76905"/>
                </a:lnTo>
                <a:lnTo>
                  <a:pt x="123086" y="76905"/>
                </a:lnTo>
                <a:lnTo>
                  <a:pt x="123086" y="74904"/>
                </a:lnTo>
                <a:lnTo>
                  <a:pt x="124137" y="74904"/>
                </a:lnTo>
                <a:cubicBezTo>
                  <a:pt x="126589" y="74904"/>
                  <a:pt x="128244" y="74265"/>
                  <a:pt x="129102" y="72989"/>
                </a:cubicBezTo>
                <a:cubicBezTo>
                  <a:pt x="129961" y="71711"/>
                  <a:pt x="130390" y="69274"/>
                  <a:pt x="130390" y="65676"/>
                </a:cubicBezTo>
                <a:lnTo>
                  <a:pt x="130390" y="47329"/>
                </a:lnTo>
                <a:cubicBezTo>
                  <a:pt x="130390" y="41393"/>
                  <a:pt x="130258" y="37778"/>
                  <a:pt x="129996" y="36483"/>
                </a:cubicBezTo>
                <a:cubicBezTo>
                  <a:pt x="129733" y="35188"/>
                  <a:pt x="129330" y="34306"/>
                  <a:pt x="128787" y="33838"/>
                </a:cubicBezTo>
                <a:cubicBezTo>
                  <a:pt x="128244" y="33371"/>
                  <a:pt x="127517" y="33137"/>
                  <a:pt x="126606" y="33137"/>
                </a:cubicBezTo>
                <a:cubicBezTo>
                  <a:pt x="125625" y="33137"/>
                  <a:pt x="124452" y="33407"/>
                  <a:pt x="123086" y="33947"/>
                </a:cubicBezTo>
                <a:lnTo>
                  <a:pt x="122298" y="32003"/>
                </a:lnTo>
                <a:lnTo>
                  <a:pt x="136800" y="25959"/>
                </a:lnTo>
                <a:lnTo>
                  <a:pt x="139060" y="25959"/>
                </a:lnTo>
                <a:lnTo>
                  <a:pt x="139060" y="36451"/>
                </a:lnTo>
                <a:close/>
                <a:moveTo>
                  <a:pt x="192867" y="36451"/>
                </a:moveTo>
                <a:cubicBezTo>
                  <a:pt x="198507" y="29457"/>
                  <a:pt x="203885" y="25959"/>
                  <a:pt x="208999" y="25959"/>
                </a:cubicBezTo>
                <a:cubicBezTo>
                  <a:pt x="211626" y="25959"/>
                  <a:pt x="213886" y="26634"/>
                  <a:pt x="215778" y="27984"/>
                </a:cubicBezTo>
                <a:cubicBezTo>
                  <a:pt x="217669" y="29333"/>
                  <a:pt x="219176" y="31554"/>
                  <a:pt x="220297" y="34648"/>
                </a:cubicBezTo>
                <a:cubicBezTo>
                  <a:pt x="221067" y="36806"/>
                  <a:pt x="221453" y="40115"/>
                  <a:pt x="221453" y="44577"/>
                </a:cubicBezTo>
                <a:lnTo>
                  <a:pt x="221453" y="65676"/>
                </a:lnTo>
                <a:cubicBezTo>
                  <a:pt x="221453" y="68806"/>
                  <a:pt x="221698" y="70929"/>
                  <a:pt x="222188" y="72044"/>
                </a:cubicBezTo>
                <a:cubicBezTo>
                  <a:pt x="222574" y="72943"/>
                  <a:pt x="223195" y="73645"/>
                  <a:pt x="224054" y="74148"/>
                </a:cubicBezTo>
                <a:cubicBezTo>
                  <a:pt x="224912" y="74652"/>
                  <a:pt x="226497" y="74904"/>
                  <a:pt x="228809" y="74904"/>
                </a:cubicBezTo>
                <a:lnTo>
                  <a:pt x="228809" y="76905"/>
                </a:lnTo>
                <a:lnTo>
                  <a:pt x="205006" y="76905"/>
                </a:lnTo>
                <a:lnTo>
                  <a:pt x="205006" y="74904"/>
                </a:lnTo>
                <a:lnTo>
                  <a:pt x="206004" y="74904"/>
                </a:lnTo>
                <a:cubicBezTo>
                  <a:pt x="208246" y="74904"/>
                  <a:pt x="209814" y="74554"/>
                  <a:pt x="210707" y="73854"/>
                </a:cubicBezTo>
                <a:cubicBezTo>
                  <a:pt x="211600" y="73154"/>
                  <a:pt x="212222" y="72124"/>
                  <a:pt x="212572" y="70761"/>
                </a:cubicBezTo>
                <a:cubicBezTo>
                  <a:pt x="212712" y="70223"/>
                  <a:pt x="212782" y="68537"/>
                  <a:pt x="212782" y="65703"/>
                </a:cubicBezTo>
                <a:lnTo>
                  <a:pt x="212782" y="45525"/>
                </a:lnTo>
                <a:cubicBezTo>
                  <a:pt x="212782" y="41042"/>
                  <a:pt x="212213" y="37787"/>
                  <a:pt x="211075" y="35760"/>
                </a:cubicBezTo>
                <a:cubicBezTo>
                  <a:pt x="209936" y="33733"/>
                  <a:pt x="208018" y="32720"/>
                  <a:pt x="205321" y="32720"/>
                </a:cubicBezTo>
                <a:cubicBezTo>
                  <a:pt x="201152" y="32720"/>
                  <a:pt x="197001" y="35051"/>
                  <a:pt x="192867" y="39715"/>
                </a:cubicBezTo>
                <a:lnTo>
                  <a:pt x="192867" y="65703"/>
                </a:lnTo>
                <a:cubicBezTo>
                  <a:pt x="192867" y="69039"/>
                  <a:pt x="193060" y="71102"/>
                  <a:pt x="193445" y="71890"/>
                </a:cubicBezTo>
                <a:cubicBezTo>
                  <a:pt x="193936" y="72930"/>
                  <a:pt x="194610" y="73692"/>
                  <a:pt x="195468" y="74177"/>
                </a:cubicBezTo>
                <a:cubicBezTo>
                  <a:pt x="196327" y="74661"/>
                  <a:pt x="198069" y="74904"/>
                  <a:pt x="200697" y="74904"/>
                </a:cubicBezTo>
                <a:lnTo>
                  <a:pt x="200697" y="76905"/>
                </a:lnTo>
                <a:lnTo>
                  <a:pt x="176893" y="76905"/>
                </a:lnTo>
                <a:lnTo>
                  <a:pt x="176893" y="74904"/>
                </a:lnTo>
                <a:lnTo>
                  <a:pt x="177944" y="74904"/>
                </a:lnTo>
                <a:cubicBezTo>
                  <a:pt x="180396" y="74904"/>
                  <a:pt x="182051" y="74265"/>
                  <a:pt x="182910" y="72989"/>
                </a:cubicBezTo>
                <a:cubicBezTo>
                  <a:pt x="183768" y="71711"/>
                  <a:pt x="184197" y="69274"/>
                  <a:pt x="184197" y="65676"/>
                </a:cubicBezTo>
                <a:lnTo>
                  <a:pt x="184197" y="47329"/>
                </a:lnTo>
                <a:cubicBezTo>
                  <a:pt x="184197" y="41393"/>
                  <a:pt x="184066" y="37778"/>
                  <a:pt x="183803" y="36483"/>
                </a:cubicBezTo>
                <a:cubicBezTo>
                  <a:pt x="183540" y="35188"/>
                  <a:pt x="183137" y="34306"/>
                  <a:pt x="182594" y="33838"/>
                </a:cubicBezTo>
                <a:cubicBezTo>
                  <a:pt x="182051" y="33371"/>
                  <a:pt x="181324" y="33137"/>
                  <a:pt x="180414" y="33137"/>
                </a:cubicBezTo>
                <a:cubicBezTo>
                  <a:pt x="179433" y="33137"/>
                  <a:pt x="178259" y="33407"/>
                  <a:pt x="176893" y="33947"/>
                </a:cubicBezTo>
                <a:lnTo>
                  <a:pt x="176105" y="32003"/>
                </a:lnTo>
                <a:lnTo>
                  <a:pt x="190608" y="25959"/>
                </a:lnTo>
                <a:lnTo>
                  <a:pt x="192867" y="25959"/>
                </a:lnTo>
                <a:lnTo>
                  <a:pt x="192867" y="36451"/>
                </a:lnTo>
                <a:close/>
                <a:moveTo>
                  <a:pt x="240737" y="46078"/>
                </a:moveTo>
                <a:cubicBezTo>
                  <a:pt x="240702" y="53416"/>
                  <a:pt x="242436" y="59172"/>
                  <a:pt x="245939" y="63345"/>
                </a:cubicBezTo>
                <a:cubicBezTo>
                  <a:pt x="249443" y="67518"/>
                  <a:pt x="253559" y="69604"/>
                  <a:pt x="258288" y="69604"/>
                </a:cubicBezTo>
                <a:cubicBezTo>
                  <a:pt x="261441" y="69604"/>
                  <a:pt x="264182" y="68711"/>
                  <a:pt x="266511" y="66927"/>
                </a:cubicBezTo>
                <a:cubicBezTo>
                  <a:pt x="268841" y="65142"/>
                  <a:pt x="270794" y="62086"/>
                  <a:pt x="272370" y="57760"/>
                </a:cubicBezTo>
                <a:lnTo>
                  <a:pt x="273999" y="58841"/>
                </a:lnTo>
                <a:cubicBezTo>
                  <a:pt x="273264" y="63781"/>
                  <a:pt x="271127" y="68279"/>
                  <a:pt x="267589" y="72335"/>
                </a:cubicBezTo>
                <a:cubicBezTo>
                  <a:pt x="264051" y="76391"/>
                  <a:pt x="259619" y="78419"/>
                  <a:pt x="254294" y="78419"/>
                </a:cubicBezTo>
                <a:cubicBezTo>
                  <a:pt x="248514" y="78419"/>
                  <a:pt x="243566" y="76108"/>
                  <a:pt x="239450" y="71485"/>
                </a:cubicBezTo>
                <a:cubicBezTo>
                  <a:pt x="235334" y="66861"/>
                  <a:pt x="233276" y="60645"/>
                  <a:pt x="233276" y="52837"/>
                </a:cubicBezTo>
                <a:cubicBezTo>
                  <a:pt x="233276" y="44382"/>
                  <a:pt x="235386" y="37789"/>
                  <a:pt x="239608" y="33058"/>
                </a:cubicBezTo>
                <a:cubicBezTo>
                  <a:pt x="243829" y="28325"/>
                  <a:pt x="249127" y="25959"/>
                  <a:pt x="255503" y="25959"/>
                </a:cubicBezTo>
                <a:cubicBezTo>
                  <a:pt x="260898" y="25959"/>
                  <a:pt x="265329" y="27785"/>
                  <a:pt x="268797" y="31435"/>
                </a:cubicBezTo>
                <a:cubicBezTo>
                  <a:pt x="272265" y="35085"/>
                  <a:pt x="273999" y="39966"/>
                  <a:pt x="273999" y="46078"/>
                </a:cubicBezTo>
                <a:lnTo>
                  <a:pt x="240737" y="46078"/>
                </a:lnTo>
                <a:moveTo>
                  <a:pt x="240737" y="42941"/>
                </a:moveTo>
                <a:lnTo>
                  <a:pt x="263017" y="42941"/>
                </a:lnTo>
                <a:cubicBezTo>
                  <a:pt x="262842" y="39768"/>
                  <a:pt x="262474" y="37533"/>
                  <a:pt x="261914" y="36235"/>
                </a:cubicBezTo>
                <a:cubicBezTo>
                  <a:pt x="261038" y="34216"/>
                  <a:pt x="259733" y="32630"/>
                  <a:pt x="257999" y="31476"/>
                </a:cubicBezTo>
                <a:cubicBezTo>
                  <a:pt x="256265" y="30322"/>
                  <a:pt x="254452" y="29745"/>
                  <a:pt x="252560" y="29745"/>
                </a:cubicBezTo>
                <a:cubicBezTo>
                  <a:pt x="249653" y="29745"/>
                  <a:pt x="247052" y="30908"/>
                  <a:pt x="244757" y="33233"/>
                </a:cubicBezTo>
                <a:cubicBezTo>
                  <a:pt x="242463" y="35559"/>
                  <a:pt x="241123" y="38795"/>
                  <a:pt x="240737" y="42941"/>
                </a:cubicBezTo>
                <a:close/>
                <a:moveTo>
                  <a:pt x="320608" y="58084"/>
                </a:moveTo>
                <a:cubicBezTo>
                  <a:pt x="319312" y="64610"/>
                  <a:pt x="316772" y="69631"/>
                  <a:pt x="312989" y="73146"/>
                </a:cubicBezTo>
                <a:cubicBezTo>
                  <a:pt x="309206" y="76661"/>
                  <a:pt x="305019" y="78419"/>
                  <a:pt x="300430" y="78419"/>
                </a:cubicBezTo>
                <a:cubicBezTo>
                  <a:pt x="294966" y="78419"/>
                  <a:pt x="290201" y="76060"/>
                  <a:pt x="286138" y="71343"/>
                </a:cubicBezTo>
                <a:cubicBezTo>
                  <a:pt x="282074" y="66624"/>
                  <a:pt x="280042" y="60249"/>
                  <a:pt x="280042" y="52216"/>
                </a:cubicBezTo>
                <a:cubicBezTo>
                  <a:pt x="280042" y="44436"/>
                  <a:pt x="282293" y="38115"/>
                  <a:pt x="286795" y="33254"/>
                </a:cubicBezTo>
                <a:cubicBezTo>
                  <a:pt x="291296" y="28391"/>
                  <a:pt x="296700" y="25959"/>
                  <a:pt x="303005" y="25959"/>
                </a:cubicBezTo>
                <a:cubicBezTo>
                  <a:pt x="307734" y="25959"/>
                  <a:pt x="311623" y="27244"/>
                  <a:pt x="314671" y="29814"/>
                </a:cubicBezTo>
                <a:cubicBezTo>
                  <a:pt x="317718" y="32383"/>
                  <a:pt x="319242" y="35051"/>
                  <a:pt x="319242" y="37819"/>
                </a:cubicBezTo>
                <a:cubicBezTo>
                  <a:pt x="319242" y="39184"/>
                  <a:pt x="318813" y="40289"/>
                  <a:pt x="317955" y="41135"/>
                </a:cubicBezTo>
                <a:cubicBezTo>
                  <a:pt x="317096" y="41978"/>
                  <a:pt x="315897" y="42400"/>
                  <a:pt x="314355" y="42400"/>
                </a:cubicBezTo>
                <a:cubicBezTo>
                  <a:pt x="312288" y="42400"/>
                  <a:pt x="310730" y="41715"/>
                  <a:pt x="309679" y="40345"/>
                </a:cubicBezTo>
                <a:cubicBezTo>
                  <a:pt x="309083" y="39588"/>
                  <a:pt x="308689" y="38146"/>
                  <a:pt x="308496" y="36019"/>
                </a:cubicBezTo>
                <a:cubicBezTo>
                  <a:pt x="308304" y="33891"/>
                  <a:pt x="307594" y="32269"/>
                  <a:pt x="306368" y="31151"/>
                </a:cubicBezTo>
                <a:cubicBezTo>
                  <a:pt x="305142" y="30070"/>
                  <a:pt x="303443" y="29529"/>
                  <a:pt x="301271" y="29529"/>
                </a:cubicBezTo>
                <a:cubicBezTo>
                  <a:pt x="297768" y="29529"/>
                  <a:pt x="294948" y="30863"/>
                  <a:pt x="292811" y="33531"/>
                </a:cubicBezTo>
                <a:cubicBezTo>
                  <a:pt x="289974" y="37064"/>
                  <a:pt x="288555" y="41733"/>
                  <a:pt x="288555" y="47538"/>
                </a:cubicBezTo>
                <a:cubicBezTo>
                  <a:pt x="288555" y="53451"/>
                  <a:pt x="289965" y="58670"/>
                  <a:pt x="292785" y="63195"/>
                </a:cubicBezTo>
                <a:cubicBezTo>
                  <a:pt x="295605" y="67720"/>
                  <a:pt x="299415" y="69982"/>
                  <a:pt x="304214" y="69982"/>
                </a:cubicBezTo>
                <a:cubicBezTo>
                  <a:pt x="307647" y="69982"/>
                  <a:pt x="310730" y="68774"/>
                  <a:pt x="313462" y="66359"/>
                </a:cubicBezTo>
                <a:cubicBezTo>
                  <a:pt x="315389" y="64700"/>
                  <a:pt x="317263" y="61690"/>
                  <a:pt x="319085" y="57327"/>
                </a:cubicBezTo>
                <a:lnTo>
                  <a:pt x="320608" y="58084"/>
                </a:lnTo>
                <a:close/>
                <a:moveTo>
                  <a:pt x="340787" y="11033"/>
                </a:moveTo>
                <a:lnTo>
                  <a:pt x="340787" y="27366"/>
                </a:lnTo>
                <a:lnTo>
                  <a:pt x="352032" y="27366"/>
                </a:lnTo>
                <a:lnTo>
                  <a:pt x="352032" y="31151"/>
                </a:lnTo>
                <a:lnTo>
                  <a:pt x="340787" y="31151"/>
                </a:lnTo>
                <a:lnTo>
                  <a:pt x="340787" y="63232"/>
                </a:lnTo>
                <a:cubicBezTo>
                  <a:pt x="340787" y="66438"/>
                  <a:pt x="341234" y="68599"/>
                  <a:pt x="342127" y="69715"/>
                </a:cubicBezTo>
                <a:cubicBezTo>
                  <a:pt x="343020" y="70831"/>
                  <a:pt x="344167" y="71388"/>
                  <a:pt x="345569" y="71388"/>
                </a:cubicBezTo>
                <a:cubicBezTo>
                  <a:pt x="346725" y="71388"/>
                  <a:pt x="347846" y="71019"/>
                  <a:pt x="348932" y="70280"/>
                </a:cubicBezTo>
                <a:cubicBezTo>
                  <a:pt x="350018" y="69541"/>
                  <a:pt x="350858" y="68450"/>
                  <a:pt x="351454" y="67008"/>
                </a:cubicBezTo>
                <a:lnTo>
                  <a:pt x="353503" y="67008"/>
                </a:lnTo>
                <a:cubicBezTo>
                  <a:pt x="352277" y="70551"/>
                  <a:pt x="350543" y="73231"/>
                  <a:pt x="348301" y="75047"/>
                </a:cubicBezTo>
                <a:cubicBezTo>
                  <a:pt x="346059" y="76862"/>
                  <a:pt x="343747" y="77770"/>
                  <a:pt x="341365" y="77770"/>
                </a:cubicBezTo>
                <a:cubicBezTo>
                  <a:pt x="339753" y="77770"/>
                  <a:pt x="338177" y="77310"/>
                  <a:pt x="336636" y="76389"/>
                </a:cubicBezTo>
                <a:cubicBezTo>
                  <a:pt x="335094" y="75469"/>
                  <a:pt x="333956" y="74152"/>
                  <a:pt x="333220" y="72438"/>
                </a:cubicBezTo>
                <a:cubicBezTo>
                  <a:pt x="332484" y="70723"/>
                  <a:pt x="332117" y="68079"/>
                  <a:pt x="332117" y="64505"/>
                </a:cubicBezTo>
                <a:lnTo>
                  <a:pt x="332117" y="31151"/>
                </a:lnTo>
                <a:lnTo>
                  <a:pt x="324497" y="31151"/>
                </a:lnTo>
                <a:lnTo>
                  <a:pt x="324497" y="29367"/>
                </a:lnTo>
                <a:cubicBezTo>
                  <a:pt x="326424" y="28571"/>
                  <a:pt x="328395" y="27224"/>
                  <a:pt x="330409" y="25326"/>
                </a:cubicBezTo>
                <a:cubicBezTo>
                  <a:pt x="332423" y="23427"/>
                  <a:pt x="334219" y="21176"/>
                  <a:pt x="335795" y="18572"/>
                </a:cubicBezTo>
                <a:cubicBezTo>
                  <a:pt x="336601" y="17199"/>
                  <a:pt x="337722" y="14686"/>
                  <a:pt x="339158" y="11033"/>
                </a:cubicBezTo>
                <a:lnTo>
                  <a:pt x="340787" y="11033"/>
                </a:lnTo>
                <a:close/>
                <a:moveTo>
                  <a:pt x="364044" y="46078"/>
                </a:moveTo>
                <a:cubicBezTo>
                  <a:pt x="364009" y="53416"/>
                  <a:pt x="365743" y="59172"/>
                  <a:pt x="369246" y="63345"/>
                </a:cubicBezTo>
                <a:cubicBezTo>
                  <a:pt x="372749" y="67518"/>
                  <a:pt x="376865" y="69604"/>
                  <a:pt x="381594" y="69604"/>
                </a:cubicBezTo>
                <a:cubicBezTo>
                  <a:pt x="384747" y="69604"/>
                  <a:pt x="387488" y="68711"/>
                  <a:pt x="389818" y="66927"/>
                </a:cubicBezTo>
                <a:cubicBezTo>
                  <a:pt x="392147" y="65142"/>
                  <a:pt x="394100" y="62086"/>
                  <a:pt x="395677" y="57760"/>
                </a:cubicBezTo>
                <a:lnTo>
                  <a:pt x="397306" y="58841"/>
                </a:lnTo>
                <a:cubicBezTo>
                  <a:pt x="396570" y="63781"/>
                  <a:pt x="394433" y="68279"/>
                  <a:pt x="390895" y="72335"/>
                </a:cubicBezTo>
                <a:cubicBezTo>
                  <a:pt x="387357" y="76391"/>
                  <a:pt x="382925" y="78419"/>
                  <a:pt x="377601" y="78419"/>
                </a:cubicBezTo>
                <a:cubicBezTo>
                  <a:pt x="371820" y="78419"/>
                  <a:pt x="366872" y="76108"/>
                  <a:pt x="362756" y="71485"/>
                </a:cubicBezTo>
                <a:cubicBezTo>
                  <a:pt x="358640" y="66861"/>
                  <a:pt x="356582" y="60645"/>
                  <a:pt x="356582" y="52837"/>
                </a:cubicBezTo>
                <a:cubicBezTo>
                  <a:pt x="356582" y="44382"/>
                  <a:pt x="358693" y="37789"/>
                  <a:pt x="362914" y="33058"/>
                </a:cubicBezTo>
                <a:cubicBezTo>
                  <a:pt x="367135" y="28325"/>
                  <a:pt x="372434" y="25959"/>
                  <a:pt x="378809" y="25959"/>
                </a:cubicBezTo>
                <a:cubicBezTo>
                  <a:pt x="384204" y="25959"/>
                  <a:pt x="388635" y="27785"/>
                  <a:pt x="392104" y="31435"/>
                </a:cubicBezTo>
                <a:cubicBezTo>
                  <a:pt x="395572" y="35085"/>
                  <a:pt x="397306" y="39966"/>
                  <a:pt x="397306" y="46078"/>
                </a:cubicBezTo>
                <a:lnTo>
                  <a:pt x="364044" y="46078"/>
                </a:lnTo>
                <a:moveTo>
                  <a:pt x="364044" y="42941"/>
                </a:moveTo>
                <a:lnTo>
                  <a:pt x="386323" y="42941"/>
                </a:lnTo>
                <a:cubicBezTo>
                  <a:pt x="386148" y="39768"/>
                  <a:pt x="385780" y="37533"/>
                  <a:pt x="385220" y="36235"/>
                </a:cubicBezTo>
                <a:cubicBezTo>
                  <a:pt x="384344" y="34216"/>
                  <a:pt x="383039" y="32630"/>
                  <a:pt x="381305" y="31476"/>
                </a:cubicBezTo>
                <a:cubicBezTo>
                  <a:pt x="379571" y="30322"/>
                  <a:pt x="377758" y="29745"/>
                  <a:pt x="375867" y="29745"/>
                </a:cubicBezTo>
                <a:cubicBezTo>
                  <a:pt x="372959" y="29745"/>
                  <a:pt x="370358" y="30908"/>
                  <a:pt x="368063" y="33233"/>
                </a:cubicBezTo>
                <a:cubicBezTo>
                  <a:pt x="365769" y="35559"/>
                  <a:pt x="364429" y="38795"/>
                  <a:pt x="364044" y="42941"/>
                </a:cubicBezTo>
                <a:close/>
                <a:moveTo>
                  <a:pt x="437031" y="71334"/>
                </a:moveTo>
                <a:cubicBezTo>
                  <a:pt x="434684" y="73858"/>
                  <a:pt x="432390" y="75670"/>
                  <a:pt x="430148" y="76770"/>
                </a:cubicBezTo>
                <a:cubicBezTo>
                  <a:pt x="427906" y="77869"/>
                  <a:pt x="425489" y="78419"/>
                  <a:pt x="422896" y="78419"/>
                </a:cubicBezTo>
                <a:cubicBezTo>
                  <a:pt x="417642" y="78419"/>
                  <a:pt x="413052" y="76162"/>
                  <a:pt x="409129" y="71647"/>
                </a:cubicBezTo>
                <a:cubicBezTo>
                  <a:pt x="405205" y="67131"/>
                  <a:pt x="403244" y="61329"/>
                  <a:pt x="403244" y="54239"/>
                </a:cubicBezTo>
                <a:cubicBezTo>
                  <a:pt x="403244" y="47151"/>
                  <a:pt x="405416" y="40666"/>
                  <a:pt x="409760" y="34783"/>
                </a:cubicBezTo>
                <a:cubicBezTo>
                  <a:pt x="414103" y="28901"/>
                  <a:pt x="419691" y="25959"/>
                  <a:pt x="426522" y="25959"/>
                </a:cubicBezTo>
                <a:cubicBezTo>
                  <a:pt x="430761" y="25959"/>
                  <a:pt x="434264" y="27348"/>
                  <a:pt x="437031" y="30124"/>
                </a:cubicBezTo>
                <a:lnTo>
                  <a:pt x="437031" y="20964"/>
                </a:lnTo>
                <a:cubicBezTo>
                  <a:pt x="437031" y="15279"/>
                  <a:pt x="436900" y="11785"/>
                  <a:pt x="436637" y="10482"/>
                </a:cubicBezTo>
                <a:cubicBezTo>
                  <a:pt x="436374" y="9178"/>
                  <a:pt x="435963" y="8291"/>
                  <a:pt x="435402" y="7822"/>
                </a:cubicBezTo>
                <a:cubicBezTo>
                  <a:pt x="434842" y="7351"/>
                  <a:pt x="434141" y="7115"/>
                  <a:pt x="433300" y="7115"/>
                </a:cubicBezTo>
                <a:cubicBezTo>
                  <a:pt x="432390" y="7115"/>
                  <a:pt x="431181" y="7405"/>
                  <a:pt x="429675" y="7984"/>
                </a:cubicBezTo>
                <a:lnTo>
                  <a:pt x="428992" y="6083"/>
                </a:lnTo>
                <a:lnTo>
                  <a:pt x="443337" y="0"/>
                </a:lnTo>
                <a:lnTo>
                  <a:pt x="445702" y="0"/>
                </a:lnTo>
                <a:lnTo>
                  <a:pt x="445702" y="57273"/>
                </a:lnTo>
                <a:cubicBezTo>
                  <a:pt x="445702" y="63078"/>
                  <a:pt x="445833" y="66620"/>
                  <a:pt x="446096" y="67900"/>
                </a:cubicBezTo>
                <a:cubicBezTo>
                  <a:pt x="446358" y="69180"/>
                  <a:pt x="446779" y="70072"/>
                  <a:pt x="447357" y="70577"/>
                </a:cubicBezTo>
                <a:cubicBezTo>
                  <a:pt x="447935" y="71082"/>
                  <a:pt x="448609" y="71334"/>
                  <a:pt x="449380" y="71334"/>
                </a:cubicBezTo>
                <a:cubicBezTo>
                  <a:pt x="450326" y="71334"/>
                  <a:pt x="451587" y="71028"/>
                  <a:pt x="453163" y="70415"/>
                </a:cubicBezTo>
                <a:lnTo>
                  <a:pt x="453741" y="72308"/>
                </a:lnTo>
                <a:lnTo>
                  <a:pt x="439448" y="78419"/>
                </a:lnTo>
                <a:lnTo>
                  <a:pt x="437031" y="78419"/>
                </a:lnTo>
                <a:lnTo>
                  <a:pt x="437031" y="71334"/>
                </a:lnTo>
                <a:moveTo>
                  <a:pt x="437031" y="67560"/>
                </a:moveTo>
                <a:lnTo>
                  <a:pt x="437031" y="42098"/>
                </a:lnTo>
                <a:cubicBezTo>
                  <a:pt x="436821" y="39652"/>
                  <a:pt x="436191" y="37422"/>
                  <a:pt x="435140" y="35409"/>
                </a:cubicBezTo>
                <a:cubicBezTo>
                  <a:pt x="434089" y="33394"/>
                  <a:pt x="432696" y="31875"/>
                  <a:pt x="430962" y="30850"/>
                </a:cubicBezTo>
                <a:cubicBezTo>
                  <a:pt x="429228" y="29825"/>
                  <a:pt x="427538" y="29312"/>
                  <a:pt x="425891" y="29312"/>
                </a:cubicBezTo>
                <a:cubicBezTo>
                  <a:pt x="422809" y="29312"/>
                  <a:pt x="420059" y="30733"/>
                  <a:pt x="417642" y="33575"/>
                </a:cubicBezTo>
                <a:cubicBezTo>
                  <a:pt x="414454" y="37314"/>
                  <a:pt x="412860" y="42781"/>
                  <a:pt x="412860" y="49974"/>
                </a:cubicBezTo>
                <a:cubicBezTo>
                  <a:pt x="412860" y="57239"/>
                  <a:pt x="414401" y="62805"/>
                  <a:pt x="417484" y="66671"/>
                </a:cubicBezTo>
                <a:cubicBezTo>
                  <a:pt x="420567" y="70537"/>
                  <a:pt x="424000" y="72470"/>
                  <a:pt x="427783" y="72470"/>
                </a:cubicBezTo>
                <a:cubicBezTo>
                  <a:pt x="430971" y="72470"/>
                  <a:pt x="434054" y="70833"/>
                  <a:pt x="437031" y="67560"/>
                </a:cubicBezTo>
                <a:close/>
              </a:path>
            </a:pathLst>
          </a:custGeom>
          <a:solidFill xmlns:a="http://schemas.openxmlformats.org/drawingml/2006/main">
            <a:srgbClr val="000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Subgraph">
            <a:extLst xmlns:a="http://schemas.openxmlformats.org/drawingml/2006/main">
              <a:ext uri="{FF2B5EF4-FFF2-40B4-BE49-F238E27FC236}">
                <a16:creationId xmlns:a16="http://schemas.microsoft.com/office/drawing/2014/main" id="{23D0B1DC-13DB-4D69-BC19-8AB507A3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391" y="1042546"/>
            <a:ext cx="405114" cy="100809"/>
          </a:xfrm>
          <a:custGeom xmlns:a="http://schemas.openxmlformats.org/drawingml/2006/main">
            <a:pathLst>
              <a:path w="405114" h="100809">
                <a:moveTo>
                  <a:pt x="42615" y="1947"/>
                </a:moveTo>
                <a:lnTo>
                  <a:pt x="42615" y="27257"/>
                </a:lnTo>
                <a:lnTo>
                  <a:pt x="40671" y="27257"/>
                </a:lnTo>
                <a:cubicBezTo>
                  <a:pt x="40041" y="22390"/>
                  <a:pt x="38911" y="18514"/>
                  <a:pt x="37282" y="15630"/>
                </a:cubicBezTo>
                <a:cubicBezTo>
                  <a:pt x="35653" y="12745"/>
                  <a:pt x="33332" y="10456"/>
                  <a:pt x="30319" y="8761"/>
                </a:cubicBezTo>
                <a:cubicBezTo>
                  <a:pt x="27307" y="7067"/>
                  <a:pt x="24189" y="6219"/>
                  <a:pt x="20966" y="6219"/>
                </a:cubicBezTo>
                <a:cubicBezTo>
                  <a:pt x="17323" y="6219"/>
                  <a:pt x="14310" y="7364"/>
                  <a:pt x="11928" y="9652"/>
                </a:cubicBezTo>
                <a:cubicBezTo>
                  <a:pt x="9546" y="11939"/>
                  <a:pt x="8355" y="14542"/>
                  <a:pt x="8355" y="17460"/>
                </a:cubicBezTo>
                <a:cubicBezTo>
                  <a:pt x="8355" y="19694"/>
                  <a:pt x="9108" y="21730"/>
                  <a:pt x="10614" y="23566"/>
                </a:cubicBezTo>
                <a:cubicBezTo>
                  <a:pt x="12786" y="26269"/>
                  <a:pt x="17953" y="29872"/>
                  <a:pt x="26116" y="34376"/>
                </a:cubicBezTo>
                <a:cubicBezTo>
                  <a:pt x="32772" y="38050"/>
                  <a:pt x="37317" y="40869"/>
                  <a:pt x="39752" y="42833"/>
                </a:cubicBezTo>
                <a:cubicBezTo>
                  <a:pt x="42186" y="44796"/>
                  <a:pt x="44060" y="47111"/>
                  <a:pt x="45374" y="49777"/>
                </a:cubicBezTo>
                <a:cubicBezTo>
                  <a:pt x="46688" y="52443"/>
                  <a:pt x="47345" y="55235"/>
                  <a:pt x="47345" y="58153"/>
                </a:cubicBezTo>
                <a:cubicBezTo>
                  <a:pt x="47345" y="63701"/>
                  <a:pt x="45252" y="68484"/>
                  <a:pt x="41065" y="72502"/>
                </a:cubicBezTo>
                <a:cubicBezTo>
                  <a:pt x="36879" y="76519"/>
                  <a:pt x="31493" y="78527"/>
                  <a:pt x="24907" y="78527"/>
                </a:cubicBezTo>
                <a:cubicBezTo>
                  <a:pt x="22840" y="78527"/>
                  <a:pt x="20896" y="78367"/>
                  <a:pt x="19074" y="78047"/>
                </a:cubicBezTo>
                <a:cubicBezTo>
                  <a:pt x="17989" y="77869"/>
                  <a:pt x="15738" y="77220"/>
                  <a:pt x="12322" y="76099"/>
                </a:cubicBezTo>
                <a:cubicBezTo>
                  <a:pt x="8907" y="74978"/>
                  <a:pt x="6744" y="74417"/>
                  <a:pt x="5833" y="74417"/>
                </a:cubicBezTo>
                <a:cubicBezTo>
                  <a:pt x="4957" y="74417"/>
                  <a:pt x="4265" y="74684"/>
                  <a:pt x="3757" y="75218"/>
                </a:cubicBezTo>
                <a:cubicBezTo>
                  <a:pt x="3249" y="75752"/>
                  <a:pt x="2873" y="76855"/>
                  <a:pt x="2627" y="78527"/>
                </a:cubicBezTo>
                <a:lnTo>
                  <a:pt x="683" y="78527"/>
                </a:lnTo>
                <a:lnTo>
                  <a:pt x="683" y="53433"/>
                </a:lnTo>
                <a:lnTo>
                  <a:pt x="2627" y="53433"/>
                </a:lnTo>
                <a:cubicBezTo>
                  <a:pt x="3538" y="58697"/>
                  <a:pt x="4764" y="62636"/>
                  <a:pt x="6306" y="65250"/>
                </a:cubicBezTo>
                <a:cubicBezTo>
                  <a:pt x="7847" y="67864"/>
                  <a:pt x="10203" y="70036"/>
                  <a:pt x="13373" y="71767"/>
                </a:cubicBezTo>
                <a:cubicBezTo>
                  <a:pt x="16543" y="73498"/>
                  <a:pt x="20020" y="74363"/>
                  <a:pt x="23804" y="74363"/>
                </a:cubicBezTo>
                <a:cubicBezTo>
                  <a:pt x="28183" y="74363"/>
                  <a:pt x="31642" y="73174"/>
                  <a:pt x="34182" y="70797"/>
                </a:cubicBezTo>
                <a:cubicBezTo>
                  <a:pt x="36721" y="68418"/>
                  <a:pt x="37991" y="65608"/>
                  <a:pt x="37991" y="62365"/>
                </a:cubicBezTo>
                <a:cubicBezTo>
                  <a:pt x="37991" y="60563"/>
                  <a:pt x="37510" y="58744"/>
                  <a:pt x="36546" y="56908"/>
                </a:cubicBezTo>
                <a:cubicBezTo>
                  <a:pt x="35583" y="55070"/>
                  <a:pt x="34085" y="53359"/>
                  <a:pt x="32054" y="51773"/>
                </a:cubicBezTo>
                <a:cubicBezTo>
                  <a:pt x="30687" y="50693"/>
                  <a:pt x="26956" y="48396"/>
                  <a:pt x="20861" y="44883"/>
                </a:cubicBezTo>
                <a:cubicBezTo>
                  <a:pt x="14766" y="41370"/>
                  <a:pt x="10431" y="38569"/>
                  <a:pt x="7856" y="36480"/>
                </a:cubicBezTo>
                <a:cubicBezTo>
                  <a:pt x="5281" y="34390"/>
                  <a:pt x="3328" y="32084"/>
                  <a:pt x="1997" y="29563"/>
                </a:cubicBezTo>
                <a:cubicBezTo>
                  <a:pt x="666" y="27040"/>
                  <a:pt x="0" y="24265"/>
                  <a:pt x="0" y="21239"/>
                </a:cubicBezTo>
                <a:cubicBezTo>
                  <a:pt x="0" y="15980"/>
                  <a:pt x="1962" y="11450"/>
                  <a:pt x="5885" y="7649"/>
                </a:cubicBezTo>
                <a:cubicBezTo>
                  <a:pt x="9809" y="3848"/>
                  <a:pt x="14801" y="1947"/>
                  <a:pt x="20861" y="1947"/>
                </a:cubicBezTo>
                <a:cubicBezTo>
                  <a:pt x="24644" y="1947"/>
                  <a:pt x="28655" y="2902"/>
                  <a:pt x="32894" y="4813"/>
                </a:cubicBezTo>
                <a:cubicBezTo>
                  <a:pt x="34856" y="5715"/>
                  <a:pt x="36240" y="6165"/>
                  <a:pt x="37045" y="6165"/>
                </a:cubicBezTo>
                <a:cubicBezTo>
                  <a:pt x="37956" y="6165"/>
                  <a:pt x="38701" y="5886"/>
                  <a:pt x="39279" y="5327"/>
                </a:cubicBezTo>
                <a:cubicBezTo>
                  <a:pt x="39857" y="4768"/>
                  <a:pt x="40321" y="3642"/>
                  <a:pt x="40671" y="1947"/>
                </a:cubicBezTo>
                <a:lnTo>
                  <a:pt x="42615" y="1947"/>
                </a:lnTo>
                <a:close/>
                <a:moveTo>
                  <a:pt x="99366" y="27366"/>
                </a:moveTo>
                <a:lnTo>
                  <a:pt x="99366" y="57381"/>
                </a:lnTo>
                <a:cubicBezTo>
                  <a:pt x="99366" y="63114"/>
                  <a:pt x="99497" y="66620"/>
                  <a:pt x="99760" y="67900"/>
                </a:cubicBezTo>
                <a:cubicBezTo>
                  <a:pt x="100022" y="69180"/>
                  <a:pt x="100443" y="70072"/>
                  <a:pt x="101021" y="70577"/>
                </a:cubicBezTo>
                <a:cubicBezTo>
                  <a:pt x="101599" y="71082"/>
                  <a:pt x="102273" y="71334"/>
                  <a:pt x="103044" y="71334"/>
                </a:cubicBezTo>
                <a:cubicBezTo>
                  <a:pt x="104130" y="71334"/>
                  <a:pt x="105356" y="71028"/>
                  <a:pt x="106722" y="70415"/>
                </a:cubicBezTo>
                <a:lnTo>
                  <a:pt x="107458" y="72308"/>
                </a:lnTo>
                <a:lnTo>
                  <a:pt x="93060" y="78419"/>
                </a:lnTo>
                <a:lnTo>
                  <a:pt x="90695" y="78419"/>
                </a:lnTo>
                <a:lnTo>
                  <a:pt x="90695" y="67927"/>
                </a:lnTo>
                <a:cubicBezTo>
                  <a:pt x="86562" y="72542"/>
                  <a:pt x="83409" y="75445"/>
                  <a:pt x="81237" y="76634"/>
                </a:cubicBezTo>
                <a:cubicBezTo>
                  <a:pt x="79065" y="77824"/>
                  <a:pt x="76771" y="78419"/>
                  <a:pt x="74353" y="78419"/>
                </a:cubicBezTo>
                <a:cubicBezTo>
                  <a:pt x="71656" y="78419"/>
                  <a:pt x="69318" y="77617"/>
                  <a:pt x="67338" y="76012"/>
                </a:cubicBezTo>
                <a:cubicBezTo>
                  <a:pt x="65359" y="74408"/>
                  <a:pt x="63984" y="72344"/>
                  <a:pt x="63213" y="69820"/>
                </a:cubicBezTo>
                <a:cubicBezTo>
                  <a:pt x="62443" y="67296"/>
                  <a:pt x="62057" y="63727"/>
                  <a:pt x="62057" y="59112"/>
                </a:cubicBezTo>
                <a:lnTo>
                  <a:pt x="62057" y="36992"/>
                </a:lnTo>
                <a:cubicBezTo>
                  <a:pt x="62057" y="34649"/>
                  <a:pt x="61812" y="33026"/>
                  <a:pt x="61322" y="32125"/>
                </a:cubicBezTo>
                <a:cubicBezTo>
                  <a:pt x="60831" y="31223"/>
                  <a:pt x="60104" y="30529"/>
                  <a:pt x="59141" y="30043"/>
                </a:cubicBezTo>
                <a:cubicBezTo>
                  <a:pt x="58178" y="29556"/>
                  <a:pt x="56435" y="29331"/>
                  <a:pt x="53913" y="29367"/>
                </a:cubicBezTo>
                <a:lnTo>
                  <a:pt x="53913" y="27366"/>
                </a:lnTo>
                <a:lnTo>
                  <a:pt x="70780" y="27366"/>
                </a:lnTo>
                <a:lnTo>
                  <a:pt x="70780" y="60437"/>
                </a:lnTo>
                <a:cubicBezTo>
                  <a:pt x="70780" y="65040"/>
                  <a:pt x="71560" y="68062"/>
                  <a:pt x="73119" y="69501"/>
                </a:cubicBezTo>
                <a:cubicBezTo>
                  <a:pt x="74677" y="70939"/>
                  <a:pt x="76560" y="71659"/>
                  <a:pt x="78767" y="71659"/>
                </a:cubicBezTo>
                <a:cubicBezTo>
                  <a:pt x="80274" y="71659"/>
                  <a:pt x="81981" y="71173"/>
                  <a:pt x="83891" y="70202"/>
                </a:cubicBezTo>
                <a:cubicBezTo>
                  <a:pt x="85800" y="69231"/>
                  <a:pt x="88068" y="67379"/>
                  <a:pt x="90695" y="64647"/>
                </a:cubicBezTo>
                <a:lnTo>
                  <a:pt x="90695" y="36649"/>
                </a:lnTo>
                <a:cubicBezTo>
                  <a:pt x="90695" y="33844"/>
                  <a:pt x="90196" y="31947"/>
                  <a:pt x="89198" y="30959"/>
                </a:cubicBezTo>
                <a:cubicBezTo>
                  <a:pt x="88199" y="29969"/>
                  <a:pt x="86124" y="29439"/>
                  <a:pt x="82971" y="29367"/>
                </a:cubicBezTo>
                <a:lnTo>
                  <a:pt x="82971" y="27366"/>
                </a:lnTo>
                <a:lnTo>
                  <a:pt x="99366" y="27366"/>
                </a:lnTo>
                <a:close/>
                <a:moveTo>
                  <a:pt x="124168" y="35965"/>
                </a:moveTo>
                <a:cubicBezTo>
                  <a:pt x="128827" y="29294"/>
                  <a:pt x="133854" y="25959"/>
                  <a:pt x="139249" y="25959"/>
                </a:cubicBezTo>
                <a:cubicBezTo>
                  <a:pt x="144188" y="25959"/>
                  <a:pt x="148497" y="28129"/>
                  <a:pt x="152175" y="32470"/>
                </a:cubicBezTo>
                <a:cubicBezTo>
                  <a:pt x="155853" y="36810"/>
                  <a:pt x="157693" y="42743"/>
                  <a:pt x="157693" y="50271"/>
                </a:cubicBezTo>
                <a:cubicBezTo>
                  <a:pt x="157693" y="59059"/>
                  <a:pt x="154855" y="66137"/>
                  <a:pt x="149180" y="71503"/>
                </a:cubicBezTo>
                <a:cubicBezTo>
                  <a:pt x="144311" y="76114"/>
                  <a:pt x="138881" y="78419"/>
                  <a:pt x="132890" y="78419"/>
                </a:cubicBezTo>
                <a:cubicBezTo>
                  <a:pt x="130088" y="78419"/>
                  <a:pt x="127242" y="77896"/>
                  <a:pt x="124352" y="76851"/>
                </a:cubicBezTo>
                <a:cubicBezTo>
                  <a:pt x="121462" y="75805"/>
                  <a:pt x="118510" y="74237"/>
                  <a:pt x="115497" y="72146"/>
                </a:cubicBezTo>
                <a:lnTo>
                  <a:pt x="115497" y="20822"/>
                </a:lnTo>
                <a:cubicBezTo>
                  <a:pt x="115497" y="15197"/>
                  <a:pt x="115366" y="11736"/>
                  <a:pt x="115103" y="10438"/>
                </a:cubicBezTo>
                <a:cubicBezTo>
                  <a:pt x="114841" y="9140"/>
                  <a:pt x="114429" y="8257"/>
                  <a:pt x="113869" y="7788"/>
                </a:cubicBezTo>
                <a:cubicBezTo>
                  <a:pt x="113308" y="7319"/>
                  <a:pt x="112607" y="7085"/>
                  <a:pt x="111767" y="7085"/>
                </a:cubicBezTo>
                <a:cubicBezTo>
                  <a:pt x="110786" y="7085"/>
                  <a:pt x="109560" y="7373"/>
                  <a:pt x="108088" y="7950"/>
                </a:cubicBezTo>
                <a:lnTo>
                  <a:pt x="107353" y="6057"/>
                </a:lnTo>
                <a:lnTo>
                  <a:pt x="121803" y="0"/>
                </a:lnTo>
                <a:lnTo>
                  <a:pt x="124168" y="0"/>
                </a:lnTo>
                <a:lnTo>
                  <a:pt x="124168" y="35965"/>
                </a:lnTo>
                <a:moveTo>
                  <a:pt x="124168" y="39411"/>
                </a:moveTo>
                <a:lnTo>
                  <a:pt x="124168" y="68970"/>
                </a:lnTo>
                <a:cubicBezTo>
                  <a:pt x="125954" y="70767"/>
                  <a:pt x="127802" y="72124"/>
                  <a:pt x="129711" y="73041"/>
                </a:cubicBezTo>
                <a:cubicBezTo>
                  <a:pt x="131621" y="73958"/>
                  <a:pt x="133574" y="74417"/>
                  <a:pt x="135570" y="74417"/>
                </a:cubicBezTo>
                <a:cubicBezTo>
                  <a:pt x="138758" y="74417"/>
                  <a:pt x="141727" y="72619"/>
                  <a:pt x="144477" y="69024"/>
                </a:cubicBezTo>
                <a:cubicBezTo>
                  <a:pt x="147227" y="65428"/>
                  <a:pt x="148602" y="60195"/>
                  <a:pt x="148602" y="53327"/>
                </a:cubicBezTo>
                <a:cubicBezTo>
                  <a:pt x="148602" y="46998"/>
                  <a:pt x="147227" y="42134"/>
                  <a:pt x="144477" y="38736"/>
                </a:cubicBezTo>
                <a:cubicBezTo>
                  <a:pt x="141727" y="35338"/>
                  <a:pt x="138601" y="33639"/>
                  <a:pt x="135097" y="33639"/>
                </a:cubicBezTo>
                <a:cubicBezTo>
                  <a:pt x="133241" y="33639"/>
                  <a:pt x="131384" y="34125"/>
                  <a:pt x="129527" y="35096"/>
                </a:cubicBezTo>
                <a:cubicBezTo>
                  <a:pt x="128126" y="35815"/>
                  <a:pt x="126340" y="37253"/>
                  <a:pt x="124168" y="39411"/>
                </a:cubicBezTo>
                <a:close/>
                <a:moveTo>
                  <a:pt x="177660" y="58853"/>
                </a:moveTo>
                <a:cubicBezTo>
                  <a:pt x="174718" y="57377"/>
                  <a:pt x="172458" y="55316"/>
                  <a:pt x="170882" y="52669"/>
                </a:cubicBezTo>
                <a:cubicBezTo>
                  <a:pt x="169305" y="50023"/>
                  <a:pt x="168517" y="47096"/>
                  <a:pt x="168517" y="43891"/>
                </a:cubicBezTo>
                <a:cubicBezTo>
                  <a:pt x="168517" y="38994"/>
                  <a:pt x="170312" y="34782"/>
                  <a:pt x="173903" y="31253"/>
                </a:cubicBezTo>
                <a:cubicBezTo>
                  <a:pt x="177494" y="27724"/>
                  <a:pt x="182092" y="25959"/>
                  <a:pt x="187697" y="25959"/>
                </a:cubicBezTo>
                <a:cubicBezTo>
                  <a:pt x="192286" y="25959"/>
                  <a:pt x="196262" y="27113"/>
                  <a:pt x="199625" y="29421"/>
                </a:cubicBezTo>
                <a:lnTo>
                  <a:pt x="209819" y="29421"/>
                </a:lnTo>
                <a:cubicBezTo>
                  <a:pt x="211325" y="29421"/>
                  <a:pt x="212201" y="29465"/>
                  <a:pt x="212446" y="29554"/>
                </a:cubicBezTo>
                <a:cubicBezTo>
                  <a:pt x="212691" y="29643"/>
                  <a:pt x="212867" y="29795"/>
                  <a:pt x="212972" y="30009"/>
                </a:cubicBezTo>
                <a:cubicBezTo>
                  <a:pt x="213182" y="30330"/>
                  <a:pt x="213287" y="30901"/>
                  <a:pt x="213287" y="31721"/>
                </a:cubicBezTo>
                <a:cubicBezTo>
                  <a:pt x="213287" y="32647"/>
                  <a:pt x="213199" y="33289"/>
                  <a:pt x="213024" y="33646"/>
                </a:cubicBezTo>
                <a:cubicBezTo>
                  <a:pt x="212919" y="33824"/>
                  <a:pt x="212735" y="33966"/>
                  <a:pt x="212472" y="34073"/>
                </a:cubicBezTo>
                <a:cubicBezTo>
                  <a:pt x="212210" y="34180"/>
                  <a:pt x="211325" y="34234"/>
                  <a:pt x="209819" y="34234"/>
                </a:cubicBezTo>
                <a:lnTo>
                  <a:pt x="203566" y="34234"/>
                </a:lnTo>
                <a:cubicBezTo>
                  <a:pt x="205528" y="36836"/>
                  <a:pt x="206508" y="40159"/>
                  <a:pt x="206508" y="44205"/>
                </a:cubicBezTo>
                <a:cubicBezTo>
                  <a:pt x="206508" y="48829"/>
                  <a:pt x="204792" y="52785"/>
                  <a:pt x="201359" y="56073"/>
                </a:cubicBezTo>
                <a:cubicBezTo>
                  <a:pt x="197926" y="59361"/>
                  <a:pt x="193319" y="61005"/>
                  <a:pt x="187539" y="61005"/>
                </a:cubicBezTo>
                <a:cubicBezTo>
                  <a:pt x="185157" y="61005"/>
                  <a:pt x="182722" y="60637"/>
                  <a:pt x="180235" y="59901"/>
                </a:cubicBezTo>
                <a:cubicBezTo>
                  <a:pt x="178694" y="61270"/>
                  <a:pt x="177652" y="62468"/>
                  <a:pt x="177109" y="63496"/>
                </a:cubicBezTo>
                <a:cubicBezTo>
                  <a:pt x="176566" y="64522"/>
                  <a:pt x="176294" y="65395"/>
                  <a:pt x="176294" y="66115"/>
                </a:cubicBezTo>
                <a:cubicBezTo>
                  <a:pt x="176294" y="66728"/>
                  <a:pt x="176583" y="67323"/>
                  <a:pt x="177161" y="67900"/>
                </a:cubicBezTo>
                <a:cubicBezTo>
                  <a:pt x="177739" y="68476"/>
                  <a:pt x="178869" y="68890"/>
                  <a:pt x="180550" y="69142"/>
                </a:cubicBezTo>
                <a:cubicBezTo>
                  <a:pt x="181531" y="69286"/>
                  <a:pt x="183983" y="69413"/>
                  <a:pt x="187907" y="69521"/>
                </a:cubicBezTo>
                <a:cubicBezTo>
                  <a:pt x="195123" y="69700"/>
                  <a:pt x="199800" y="69952"/>
                  <a:pt x="201937" y="70276"/>
                </a:cubicBezTo>
                <a:cubicBezTo>
                  <a:pt x="205195" y="70745"/>
                  <a:pt x="207796" y="71988"/>
                  <a:pt x="209740" y="74006"/>
                </a:cubicBezTo>
                <a:cubicBezTo>
                  <a:pt x="211684" y="76023"/>
                  <a:pt x="212656" y="78509"/>
                  <a:pt x="212656" y="81463"/>
                </a:cubicBezTo>
                <a:cubicBezTo>
                  <a:pt x="212656" y="85534"/>
                  <a:pt x="210800" y="89353"/>
                  <a:pt x="207086" y="92920"/>
                </a:cubicBezTo>
                <a:cubicBezTo>
                  <a:pt x="201622" y="98179"/>
                  <a:pt x="194493" y="100809"/>
                  <a:pt x="185700" y="100809"/>
                </a:cubicBezTo>
                <a:cubicBezTo>
                  <a:pt x="178939" y="100809"/>
                  <a:pt x="173229" y="99243"/>
                  <a:pt x="168570" y="96111"/>
                </a:cubicBezTo>
                <a:cubicBezTo>
                  <a:pt x="165942" y="94310"/>
                  <a:pt x="164629" y="92438"/>
                  <a:pt x="164629" y="90493"/>
                </a:cubicBezTo>
                <a:cubicBezTo>
                  <a:pt x="164629" y="89630"/>
                  <a:pt x="164821" y="88766"/>
                  <a:pt x="165207" y="87902"/>
                </a:cubicBezTo>
                <a:cubicBezTo>
                  <a:pt x="165802" y="86569"/>
                  <a:pt x="167028" y="84715"/>
                  <a:pt x="168885" y="82338"/>
                </a:cubicBezTo>
                <a:cubicBezTo>
                  <a:pt x="169130" y="82015"/>
                  <a:pt x="170917" y="80071"/>
                  <a:pt x="174245" y="76506"/>
                </a:cubicBezTo>
                <a:cubicBezTo>
                  <a:pt x="172423" y="75387"/>
                  <a:pt x="171136" y="74385"/>
                  <a:pt x="170383" y="73501"/>
                </a:cubicBezTo>
                <a:cubicBezTo>
                  <a:pt x="169629" y="72616"/>
                  <a:pt x="169253" y="71615"/>
                  <a:pt x="169253" y="70496"/>
                </a:cubicBezTo>
                <a:cubicBezTo>
                  <a:pt x="169253" y="69232"/>
                  <a:pt x="169752" y="67751"/>
                  <a:pt x="170750" y="66055"/>
                </a:cubicBezTo>
                <a:cubicBezTo>
                  <a:pt x="171749" y="64358"/>
                  <a:pt x="174052" y="61957"/>
                  <a:pt x="177660" y="58853"/>
                </a:cubicBezTo>
                <a:moveTo>
                  <a:pt x="186803" y="28664"/>
                </a:moveTo>
                <a:cubicBezTo>
                  <a:pt x="184211" y="28664"/>
                  <a:pt x="182039" y="29721"/>
                  <a:pt x="180288" y="31837"/>
                </a:cubicBezTo>
                <a:cubicBezTo>
                  <a:pt x="178536" y="33952"/>
                  <a:pt x="177660" y="37197"/>
                  <a:pt x="177660" y="41572"/>
                </a:cubicBezTo>
                <a:cubicBezTo>
                  <a:pt x="177660" y="47238"/>
                  <a:pt x="178851" y="51631"/>
                  <a:pt x="181233" y="54750"/>
                </a:cubicBezTo>
                <a:cubicBezTo>
                  <a:pt x="183055" y="57117"/>
                  <a:pt x="185367" y="58300"/>
                  <a:pt x="188170" y="58300"/>
                </a:cubicBezTo>
                <a:cubicBezTo>
                  <a:pt x="190832" y="58300"/>
                  <a:pt x="193021" y="57279"/>
                  <a:pt x="194738" y="55235"/>
                </a:cubicBezTo>
                <a:cubicBezTo>
                  <a:pt x="196454" y="53191"/>
                  <a:pt x="197313" y="49981"/>
                  <a:pt x="197313" y="45606"/>
                </a:cubicBezTo>
                <a:cubicBezTo>
                  <a:pt x="197313" y="39905"/>
                  <a:pt x="196104" y="35441"/>
                  <a:pt x="193687" y="32213"/>
                </a:cubicBezTo>
                <a:cubicBezTo>
                  <a:pt x="191900" y="29847"/>
                  <a:pt x="189606" y="28664"/>
                  <a:pt x="186803" y="28664"/>
                </a:cubicBezTo>
                <a:moveTo>
                  <a:pt x="177135" y="76937"/>
                </a:moveTo>
                <a:cubicBezTo>
                  <a:pt x="175488" y="78772"/>
                  <a:pt x="174245" y="80481"/>
                  <a:pt x="173404" y="82065"/>
                </a:cubicBezTo>
                <a:cubicBezTo>
                  <a:pt x="172563" y="83649"/>
                  <a:pt x="172143" y="85107"/>
                  <a:pt x="172143" y="86438"/>
                </a:cubicBezTo>
                <a:cubicBezTo>
                  <a:pt x="172143" y="88166"/>
                  <a:pt x="173159" y="89677"/>
                  <a:pt x="175191" y="90973"/>
                </a:cubicBezTo>
                <a:cubicBezTo>
                  <a:pt x="178694" y="93204"/>
                  <a:pt x="183756" y="94319"/>
                  <a:pt x="190377" y="94319"/>
                </a:cubicBezTo>
                <a:cubicBezTo>
                  <a:pt x="196682" y="94319"/>
                  <a:pt x="201333" y="93176"/>
                  <a:pt x="204328" y="90890"/>
                </a:cubicBezTo>
                <a:cubicBezTo>
                  <a:pt x="207323" y="88605"/>
                  <a:pt x="208820" y="86167"/>
                  <a:pt x="208820" y="83577"/>
                </a:cubicBezTo>
                <a:cubicBezTo>
                  <a:pt x="208820" y="81706"/>
                  <a:pt x="207927" y="80374"/>
                  <a:pt x="206141" y="79582"/>
                </a:cubicBezTo>
                <a:cubicBezTo>
                  <a:pt x="204319" y="78790"/>
                  <a:pt x="200711" y="78322"/>
                  <a:pt x="195316" y="78179"/>
                </a:cubicBezTo>
                <a:cubicBezTo>
                  <a:pt x="187434" y="77963"/>
                  <a:pt x="181374" y="77549"/>
                  <a:pt x="177135" y="76937"/>
                </a:cubicBezTo>
                <a:close/>
                <a:moveTo>
                  <a:pt x="232677" y="25959"/>
                </a:moveTo>
                <a:lnTo>
                  <a:pt x="232677" y="37100"/>
                </a:lnTo>
                <a:cubicBezTo>
                  <a:pt x="236706" y="29673"/>
                  <a:pt x="240840" y="25959"/>
                  <a:pt x="245078" y="25959"/>
                </a:cubicBezTo>
                <a:cubicBezTo>
                  <a:pt x="247005" y="25959"/>
                  <a:pt x="248599" y="26563"/>
                  <a:pt x="249860" y="27771"/>
                </a:cubicBezTo>
                <a:cubicBezTo>
                  <a:pt x="251121" y="28979"/>
                  <a:pt x="251752" y="30376"/>
                  <a:pt x="251752" y="31963"/>
                </a:cubicBezTo>
                <a:cubicBezTo>
                  <a:pt x="251752" y="33369"/>
                  <a:pt x="251296" y="34558"/>
                  <a:pt x="250386" y="35532"/>
                </a:cubicBezTo>
                <a:cubicBezTo>
                  <a:pt x="249475" y="36505"/>
                  <a:pt x="248389" y="36992"/>
                  <a:pt x="247128" y="36992"/>
                </a:cubicBezTo>
                <a:cubicBezTo>
                  <a:pt x="245902" y="36992"/>
                  <a:pt x="244527" y="36370"/>
                  <a:pt x="243003" y="35126"/>
                </a:cubicBezTo>
                <a:cubicBezTo>
                  <a:pt x="241479" y="33882"/>
                  <a:pt x="240349" y="33260"/>
                  <a:pt x="239613" y="33260"/>
                </a:cubicBezTo>
                <a:cubicBezTo>
                  <a:pt x="238983" y="33260"/>
                  <a:pt x="238300" y="33620"/>
                  <a:pt x="237564" y="34339"/>
                </a:cubicBezTo>
                <a:cubicBezTo>
                  <a:pt x="235988" y="35814"/>
                  <a:pt x="234359" y="38241"/>
                  <a:pt x="232677" y="41621"/>
                </a:cubicBezTo>
                <a:lnTo>
                  <a:pt x="232677" y="65302"/>
                </a:lnTo>
                <a:cubicBezTo>
                  <a:pt x="232677" y="68035"/>
                  <a:pt x="233010" y="70102"/>
                  <a:pt x="233676" y="71505"/>
                </a:cubicBezTo>
                <a:cubicBezTo>
                  <a:pt x="234131" y="72476"/>
                  <a:pt x="234937" y="73286"/>
                  <a:pt x="236093" y="73934"/>
                </a:cubicBezTo>
                <a:cubicBezTo>
                  <a:pt x="237249" y="74580"/>
                  <a:pt x="238913" y="74904"/>
                  <a:pt x="241085" y="74904"/>
                </a:cubicBezTo>
                <a:lnTo>
                  <a:pt x="241085" y="76905"/>
                </a:lnTo>
                <a:lnTo>
                  <a:pt x="216440" y="76905"/>
                </a:lnTo>
                <a:lnTo>
                  <a:pt x="216440" y="74904"/>
                </a:lnTo>
                <a:cubicBezTo>
                  <a:pt x="218893" y="74904"/>
                  <a:pt x="220714" y="74508"/>
                  <a:pt x="221905" y="73717"/>
                </a:cubicBezTo>
                <a:cubicBezTo>
                  <a:pt x="222781" y="73142"/>
                  <a:pt x="223394" y="72224"/>
                  <a:pt x="223744" y="70964"/>
                </a:cubicBezTo>
                <a:cubicBezTo>
                  <a:pt x="223919" y="70352"/>
                  <a:pt x="224007" y="68608"/>
                  <a:pt x="224007" y="65730"/>
                </a:cubicBezTo>
                <a:lnTo>
                  <a:pt x="224007" y="46573"/>
                </a:lnTo>
                <a:cubicBezTo>
                  <a:pt x="224007" y="40817"/>
                  <a:pt x="223893" y="37390"/>
                  <a:pt x="223666" y="36294"/>
                </a:cubicBezTo>
                <a:cubicBezTo>
                  <a:pt x="223438" y="35197"/>
                  <a:pt x="223017" y="34396"/>
                  <a:pt x="222404" y="33893"/>
                </a:cubicBezTo>
                <a:cubicBezTo>
                  <a:pt x="221791" y="33389"/>
                  <a:pt x="221029" y="33137"/>
                  <a:pt x="220119" y="33137"/>
                </a:cubicBezTo>
                <a:cubicBezTo>
                  <a:pt x="219033" y="33137"/>
                  <a:pt x="217807" y="33407"/>
                  <a:pt x="216440" y="33947"/>
                </a:cubicBezTo>
                <a:lnTo>
                  <a:pt x="215915" y="32003"/>
                </a:lnTo>
                <a:lnTo>
                  <a:pt x="230470" y="25959"/>
                </a:lnTo>
                <a:lnTo>
                  <a:pt x="232677" y="25959"/>
                </a:lnTo>
                <a:close/>
                <a:moveTo>
                  <a:pt x="281734" y="69766"/>
                </a:moveTo>
                <a:cubicBezTo>
                  <a:pt x="276794" y="73696"/>
                  <a:pt x="273694" y="75967"/>
                  <a:pt x="272433" y="76580"/>
                </a:cubicBezTo>
                <a:cubicBezTo>
                  <a:pt x="270541" y="77518"/>
                  <a:pt x="268527" y="77986"/>
                  <a:pt x="266390" y="77986"/>
                </a:cubicBezTo>
                <a:cubicBezTo>
                  <a:pt x="263062" y="77986"/>
                  <a:pt x="260321" y="76815"/>
                  <a:pt x="258167" y="74471"/>
                </a:cubicBezTo>
                <a:cubicBezTo>
                  <a:pt x="256012" y="72127"/>
                  <a:pt x="254935" y="69045"/>
                  <a:pt x="254935" y="65223"/>
                </a:cubicBezTo>
                <a:cubicBezTo>
                  <a:pt x="254935" y="62807"/>
                  <a:pt x="255460" y="60716"/>
                  <a:pt x="256511" y="58949"/>
                </a:cubicBezTo>
                <a:cubicBezTo>
                  <a:pt x="257948" y="56498"/>
                  <a:pt x="260444" y="54190"/>
                  <a:pt x="263999" y="52027"/>
                </a:cubicBezTo>
                <a:cubicBezTo>
                  <a:pt x="267555" y="49864"/>
                  <a:pt x="273466" y="47232"/>
                  <a:pt x="281734" y="44131"/>
                </a:cubicBezTo>
                <a:lnTo>
                  <a:pt x="281734" y="42184"/>
                </a:lnTo>
                <a:cubicBezTo>
                  <a:pt x="281734" y="37245"/>
                  <a:pt x="280972" y="33855"/>
                  <a:pt x="279448" y="32017"/>
                </a:cubicBezTo>
                <a:cubicBezTo>
                  <a:pt x="277924" y="30178"/>
                  <a:pt x="275708" y="29258"/>
                  <a:pt x="272801" y="29258"/>
                </a:cubicBezTo>
                <a:cubicBezTo>
                  <a:pt x="270594" y="29258"/>
                  <a:pt x="268842" y="29869"/>
                  <a:pt x="267546" y="31090"/>
                </a:cubicBezTo>
                <a:cubicBezTo>
                  <a:pt x="266215" y="32312"/>
                  <a:pt x="265549" y="33713"/>
                  <a:pt x="265549" y="35294"/>
                </a:cubicBezTo>
                <a:lnTo>
                  <a:pt x="265655" y="38419"/>
                </a:lnTo>
                <a:cubicBezTo>
                  <a:pt x="265655" y="40070"/>
                  <a:pt x="265243" y="41345"/>
                  <a:pt x="264420" y="42243"/>
                </a:cubicBezTo>
                <a:cubicBezTo>
                  <a:pt x="263596" y="43141"/>
                  <a:pt x="262519" y="43590"/>
                  <a:pt x="261188" y="43590"/>
                </a:cubicBezTo>
                <a:cubicBezTo>
                  <a:pt x="259892" y="43590"/>
                  <a:pt x="258832" y="43123"/>
                  <a:pt x="258009" y="42189"/>
                </a:cubicBezTo>
                <a:cubicBezTo>
                  <a:pt x="257186" y="41254"/>
                  <a:pt x="256774" y="39977"/>
                  <a:pt x="256774" y="38359"/>
                </a:cubicBezTo>
                <a:cubicBezTo>
                  <a:pt x="256774" y="35269"/>
                  <a:pt x="258316" y="32430"/>
                  <a:pt x="261398" y="29841"/>
                </a:cubicBezTo>
                <a:cubicBezTo>
                  <a:pt x="264481" y="27253"/>
                  <a:pt x="268807" y="25959"/>
                  <a:pt x="274377" y="25959"/>
                </a:cubicBezTo>
                <a:cubicBezTo>
                  <a:pt x="278651" y="25959"/>
                  <a:pt x="282154" y="26697"/>
                  <a:pt x="284887" y="28173"/>
                </a:cubicBezTo>
                <a:cubicBezTo>
                  <a:pt x="286953" y="29290"/>
                  <a:pt x="288477" y="31037"/>
                  <a:pt x="289458" y="33414"/>
                </a:cubicBezTo>
                <a:cubicBezTo>
                  <a:pt x="290089" y="34962"/>
                  <a:pt x="290404" y="38131"/>
                  <a:pt x="290404" y="42921"/>
                </a:cubicBezTo>
                <a:lnTo>
                  <a:pt x="290404" y="59720"/>
                </a:lnTo>
                <a:cubicBezTo>
                  <a:pt x="290404" y="64438"/>
                  <a:pt x="290492" y="67328"/>
                  <a:pt x="290667" y="68390"/>
                </a:cubicBezTo>
                <a:cubicBezTo>
                  <a:pt x="290842" y="69453"/>
                  <a:pt x="291131" y="70164"/>
                  <a:pt x="291534" y="70525"/>
                </a:cubicBezTo>
                <a:cubicBezTo>
                  <a:pt x="291937" y="70884"/>
                  <a:pt x="292401" y="71064"/>
                  <a:pt x="292926" y="71064"/>
                </a:cubicBezTo>
                <a:cubicBezTo>
                  <a:pt x="293487" y="71064"/>
                  <a:pt x="293977" y="70938"/>
                  <a:pt x="294398" y="70685"/>
                </a:cubicBezTo>
                <a:cubicBezTo>
                  <a:pt x="295133" y="70217"/>
                  <a:pt x="296552" y="68901"/>
                  <a:pt x="298654" y="66737"/>
                </a:cubicBezTo>
                <a:lnTo>
                  <a:pt x="298654" y="69766"/>
                </a:lnTo>
                <a:cubicBezTo>
                  <a:pt x="294730" y="75174"/>
                  <a:pt x="290982" y="77878"/>
                  <a:pt x="287409" y="77878"/>
                </a:cubicBezTo>
                <a:cubicBezTo>
                  <a:pt x="285692" y="77878"/>
                  <a:pt x="284326" y="77265"/>
                  <a:pt x="283310" y="76039"/>
                </a:cubicBezTo>
                <a:cubicBezTo>
                  <a:pt x="282294" y="74814"/>
                  <a:pt x="281769" y="72722"/>
                  <a:pt x="281734" y="69766"/>
                </a:cubicBezTo>
                <a:moveTo>
                  <a:pt x="281734" y="66220"/>
                </a:moveTo>
                <a:lnTo>
                  <a:pt x="281734" y="47430"/>
                </a:lnTo>
                <a:cubicBezTo>
                  <a:pt x="276444" y="49583"/>
                  <a:pt x="273029" y="51109"/>
                  <a:pt x="271487" y="52007"/>
                </a:cubicBezTo>
                <a:cubicBezTo>
                  <a:pt x="268720" y="53586"/>
                  <a:pt x="266741" y="55238"/>
                  <a:pt x="265549" y="56960"/>
                </a:cubicBezTo>
                <a:cubicBezTo>
                  <a:pt x="264358" y="58683"/>
                  <a:pt x="263763" y="60567"/>
                  <a:pt x="263763" y="62614"/>
                </a:cubicBezTo>
                <a:cubicBezTo>
                  <a:pt x="263763" y="65198"/>
                  <a:pt x="264516" y="67343"/>
                  <a:pt x="266022" y="69048"/>
                </a:cubicBezTo>
                <a:cubicBezTo>
                  <a:pt x="267529" y="70752"/>
                  <a:pt x="269263" y="71605"/>
                  <a:pt x="271225" y="71605"/>
                </a:cubicBezTo>
                <a:cubicBezTo>
                  <a:pt x="273887" y="71605"/>
                  <a:pt x="277390" y="69810"/>
                  <a:pt x="281734" y="66220"/>
                </a:cubicBezTo>
                <a:close/>
                <a:moveTo>
                  <a:pt x="298077" y="32238"/>
                </a:moveTo>
                <a:lnTo>
                  <a:pt x="312895" y="26068"/>
                </a:lnTo>
                <a:lnTo>
                  <a:pt x="314892" y="26068"/>
                </a:lnTo>
                <a:lnTo>
                  <a:pt x="314892" y="37641"/>
                </a:lnTo>
                <a:cubicBezTo>
                  <a:pt x="317379" y="33279"/>
                  <a:pt x="319875" y="30241"/>
                  <a:pt x="322380" y="28528"/>
                </a:cubicBezTo>
                <a:cubicBezTo>
                  <a:pt x="324884" y="26816"/>
                  <a:pt x="327520" y="25959"/>
                  <a:pt x="330288" y="25959"/>
                </a:cubicBezTo>
                <a:cubicBezTo>
                  <a:pt x="335122" y="25959"/>
                  <a:pt x="339151" y="27904"/>
                  <a:pt x="342374" y="31794"/>
                </a:cubicBezTo>
                <a:cubicBezTo>
                  <a:pt x="346332" y="36548"/>
                  <a:pt x="348311" y="42743"/>
                  <a:pt x="348311" y="50379"/>
                </a:cubicBezTo>
                <a:cubicBezTo>
                  <a:pt x="348311" y="58915"/>
                  <a:pt x="345929" y="65975"/>
                  <a:pt x="341165" y="71557"/>
                </a:cubicBezTo>
                <a:cubicBezTo>
                  <a:pt x="337242" y="76132"/>
                  <a:pt x="332302" y="78419"/>
                  <a:pt x="326347" y="78419"/>
                </a:cubicBezTo>
                <a:cubicBezTo>
                  <a:pt x="323755" y="78419"/>
                  <a:pt x="321513" y="78040"/>
                  <a:pt x="319621" y="77283"/>
                </a:cubicBezTo>
                <a:cubicBezTo>
                  <a:pt x="318220" y="76742"/>
                  <a:pt x="316643" y="75661"/>
                  <a:pt x="314892" y="74038"/>
                </a:cubicBezTo>
                <a:lnTo>
                  <a:pt x="314892" y="89127"/>
                </a:lnTo>
                <a:cubicBezTo>
                  <a:pt x="314892" y="92516"/>
                  <a:pt x="315093" y="94671"/>
                  <a:pt x="315496" y="95590"/>
                </a:cubicBezTo>
                <a:cubicBezTo>
                  <a:pt x="315899" y="96509"/>
                  <a:pt x="316599" y="97240"/>
                  <a:pt x="317598" y="97780"/>
                </a:cubicBezTo>
                <a:cubicBezTo>
                  <a:pt x="318596" y="98321"/>
                  <a:pt x="320409" y="98592"/>
                  <a:pt x="323036" y="98592"/>
                </a:cubicBezTo>
                <a:lnTo>
                  <a:pt x="323036" y="100593"/>
                </a:lnTo>
                <a:lnTo>
                  <a:pt x="297814" y="100593"/>
                </a:lnTo>
                <a:lnTo>
                  <a:pt x="297814" y="98592"/>
                </a:lnTo>
                <a:lnTo>
                  <a:pt x="299128" y="98592"/>
                </a:lnTo>
                <a:cubicBezTo>
                  <a:pt x="301054" y="98628"/>
                  <a:pt x="302701" y="98249"/>
                  <a:pt x="304067" y="97454"/>
                </a:cubicBezTo>
                <a:cubicBezTo>
                  <a:pt x="304733" y="97058"/>
                  <a:pt x="305249" y="96417"/>
                  <a:pt x="305617" y="95533"/>
                </a:cubicBezTo>
                <a:cubicBezTo>
                  <a:pt x="305985" y="94649"/>
                  <a:pt x="306169" y="92404"/>
                  <a:pt x="306169" y="88796"/>
                </a:cubicBezTo>
                <a:lnTo>
                  <a:pt x="306169" y="41925"/>
                </a:lnTo>
                <a:cubicBezTo>
                  <a:pt x="306169" y="38714"/>
                  <a:pt x="306029" y="36676"/>
                  <a:pt x="305749" y="35811"/>
                </a:cubicBezTo>
                <a:cubicBezTo>
                  <a:pt x="305468" y="34944"/>
                  <a:pt x="305022" y="34295"/>
                  <a:pt x="304409" y="33862"/>
                </a:cubicBezTo>
                <a:cubicBezTo>
                  <a:pt x="303796" y="33428"/>
                  <a:pt x="302964" y="33211"/>
                  <a:pt x="301913" y="33211"/>
                </a:cubicBezTo>
                <a:cubicBezTo>
                  <a:pt x="301072" y="33211"/>
                  <a:pt x="300003" y="33464"/>
                  <a:pt x="298707" y="33969"/>
                </a:cubicBezTo>
                <a:lnTo>
                  <a:pt x="298077" y="32238"/>
                </a:lnTo>
                <a:moveTo>
                  <a:pt x="314892" y="40930"/>
                </a:moveTo>
                <a:lnTo>
                  <a:pt x="314892" y="59402"/>
                </a:lnTo>
                <a:cubicBezTo>
                  <a:pt x="314892" y="63400"/>
                  <a:pt x="315049" y="66029"/>
                  <a:pt x="315365" y="67288"/>
                </a:cubicBezTo>
                <a:cubicBezTo>
                  <a:pt x="315855" y="69377"/>
                  <a:pt x="317055" y="71214"/>
                  <a:pt x="318964" y="72798"/>
                </a:cubicBezTo>
                <a:cubicBezTo>
                  <a:pt x="320873" y="74382"/>
                  <a:pt x="323282" y="75174"/>
                  <a:pt x="326189" y="75174"/>
                </a:cubicBezTo>
                <a:cubicBezTo>
                  <a:pt x="329692" y="75174"/>
                  <a:pt x="332530" y="73770"/>
                  <a:pt x="334702" y="70961"/>
                </a:cubicBezTo>
                <a:cubicBezTo>
                  <a:pt x="337539" y="67289"/>
                  <a:pt x="338958" y="62122"/>
                  <a:pt x="338958" y="55459"/>
                </a:cubicBezTo>
                <a:cubicBezTo>
                  <a:pt x="338958" y="47898"/>
                  <a:pt x="337347" y="42083"/>
                  <a:pt x="334124" y="38015"/>
                </a:cubicBezTo>
                <a:cubicBezTo>
                  <a:pt x="331882" y="35206"/>
                  <a:pt x="329219" y="33801"/>
                  <a:pt x="326137" y="33801"/>
                </a:cubicBezTo>
                <a:cubicBezTo>
                  <a:pt x="324455" y="33801"/>
                  <a:pt x="322791" y="34233"/>
                  <a:pt x="321145" y="35098"/>
                </a:cubicBezTo>
                <a:cubicBezTo>
                  <a:pt x="319884" y="35745"/>
                  <a:pt x="317799" y="37690"/>
                  <a:pt x="314892" y="40930"/>
                </a:cubicBezTo>
                <a:close/>
                <a:moveTo>
                  <a:pt x="369487" y="0"/>
                </a:moveTo>
                <a:lnTo>
                  <a:pt x="369487" y="36289"/>
                </a:lnTo>
                <a:cubicBezTo>
                  <a:pt x="373375" y="31890"/>
                  <a:pt x="376458" y="29069"/>
                  <a:pt x="378735" y="27825"/>
                </a:cubicBezTo>
                <a:cubicBezTo>
                  <a:pt x="381012" y="26581"/>
                  <a:pt x="383289" y="25959"/>
                  <a:pt x="385566" y="25959"/>
                </a:cubicBezTo>
                <a:cubicBezTo>
                  <a:pt x="388299" y="25959"/>
                  <a:pt x="390646" y="26733"/>
                  <a:pt x="392607" y="28280"/>
                </a:cubicBezTo>
                <a:cubicBezTo>
                  <a:pt x="394569" y="29827"/>
                  <a:pt x="396023" y="32255"/>
                  <a:pt x="396969" y="35564"/>
                </a:cubicBezTo>
                <a:cubicBezTo>
                  <a:pt x="397634" y="37867"/>
                  <a:pt x="397967" y="42076"/>
                  <a:pt x="397967" y="48192"/>
                </a:cubicBezTo>
                <a:lnTo>
                  <a:pt x="397967" y="65676"/>
                </a:lnTo>
                <a:cubicBezTo>
                  <a:pt x="397967" y="68806"/>
                  <a:pt x="398212" y="70947"/>
                  <a:pt x="398703" y="72098"/>
                </a:cubicBezTo>
                <a:cubicBezTo>
                  <a:pt x="399053" y="72961"/>
                  <a:pt x="399649" y="73645"/>
                  <a:pt x="400489" y="74148"/>
                </a:cubicBezTo>
                <a:cubicBezTo>
                  <a:pt x="401330" y="74652"/>
                  <a:pt x="402872" y="74904"/>
                  <a:pt x="405114" y="74904"/>
                </a:cubicBezTo>
                <a:lnTo>
                  <a:pt x="405114" y="76905"/>
                </a:lnTo>
                <a:lnTo>
                  <a:pt x="381468" y="76905"/>
                </a:lnTo>
                <a:lnTo>
                  <a:pt x="381468" y="74904"/>
                </a:lnTo>
                <a:lnTo>
                  <a:pt x="382571" y="74904"/>
                </a:lnTo>
                <a:cubicBezTo>
                  <a:pt x="384813" y="74904"/>
                  <a:pt x="386372" y="74552"/>
                  <a:pt x="387248" y="73849"/>
                </a:cubicBezTo>
                <a:cubicBezTo>
                  <a:pt x="388123" y="73146"/>
                  <a:pt x="388737" y="72109"/>
                  <a:pt x="389087" y="70739"/>
                </a:cubicBezTo>
                <a:cubicBezTo>
                  <a:pt x="389192" y="70163"/>
                  <a:pt x="389244" y="68468"/>
                  <a:pt x="389244" y="65656"/>
                </a:cubicBezTo>
                <a:lnTo>
                  <a:pt x="389244" y="48133"/>
                </a:lnTo>
                <a:cubicBezTo>
                  <a:pt x="389244" y="42725"/>
                  <a:pt x="388973" y="39173"/>
                  <a:pt x="388430" y="37479"/>
                </a:cubicBezTo>
                <a:cubicBezTo>
                  <a:pt x="387887" y="35784"/>
                  <a:pt x="387020" y="34513"/>
                  <a:pt x="385829" y="33666"/>
                </a:cubicBezTo>
                <a:cubicBezTo>
                  <a:pt x="384638" y="32819"/>
                  <a:pt x="383202" y="32395"/>
                  <a:pt x="381520" y="32395"/>
                </a:cubicBezTo>
                <a:cubicBezTo>
                  <a:pt x="379804" y="32395"/>
                  <a:pt x="378017" y="32864"/>
                  <a:pt x="376160" y="33801"/>
                </a:cubicBezTo>
                <a:cubicBezTo>
                  <a:pt x="374304" y="34739"/>
                  <a:pt x="372079" y="36632"/>
                  <a:pt x="369487" y="39480"/>
                </a:cubicBezTo>
                <a:lnTo>
                  <a:pt x="369487" y="65656"/>
                </a:lnTo>
                <a:cubicBezTo>
                  <a:pt x="369487" y="69045"/>
                  <a:pt x="369671" y="71154"/>
                  <a:pt x="370039" y="71983"/>
                </a:cubicBezTo>
                <a:cubicBezTo>
                  <a:pt x="370406" y="72813"/>
                  <a:pt x="371090" y="73507"/>
                  <a:pt x="372088" y="74065"/>
                </a:cubicBezTo>
                <a:cubicBezTo>
                  <a:pt x="373086" y="74624"/>
                  <a:pt x="374812" y="74904"/>
                  <a:pt x="377264" y="74904"/>
                </a:cubicBezTo>
                <a:lnTo>
                  <a:pt x="377264" y="76905"/>
                </a:lnTo>
                <a:lnTo>
                  <a:pt x="353408" y="76905"/>
                </a:lnTo>
                <a:lnTo>
                  <a:pt x="353408" y="74904"/>
                </a:lnTo>
                <a:cubicBezTo>
                  <a:pt x="355545" y="74904"/>
                  <a:pt x="357226" y="74561"/>
                  <a:pt x="358452" y="73876"/>
                </a:cubicBezTo>
                <a:cubicBezTo>
                  <a:pt x="359153" y="73517"/>
                  <a:pt x="359713" y="72833"/>
                  <a:pt x="360134" y="71824"/>
                </a:cubicBezTo>
                <a:cubicBezTo>
                  <a:pt x="360554" y="70815"/>
                  <a:pt x="360764" y="68761"/>
                  <a:pt x="360764" y="65662"/>
                </a:cubicBezTo>
                <a:lnTo>
                  <a:pt x="360764" y="20860"/>
                </a:lnTo>
                <a:cubicBezTo>
                  <a:pt x="360764" y="15204"/>
                  <a:pt x="360633" y="11728"/>
                  <a:pt x="360370" y="10431"/>
                </a:cubicBezTo>
                <a:cubicBezTo>
                  <a:pt x="360107" y="9133"/>
                  <a:pt x="359704" y="8250"/>
                  <a:pt x="359161" y="7783"/>
                </a:cubicBezTo>
                <a:cubicBezTo>
                  <a:pt x="358618" y="7314"/>
                  <a:pt x="357892" y="7080"/>
                  <a:pt x="356981" y="7080"/>
                </a:cubicBezTo>
                <a:cubicBezTo>
                  <a:pt x="356245" y="7080"/>
                  <a:pt x="355054" y="7368"/>
                  <a:pt x="353408" y="7945"/>
                </a:cubicBezTo>
                <a:lnTo>
                  <a:pt x="352672" y="6052"/>
                </a:lnTo>
                <a:lnTo>
                  <a:pt x="367070" y="0"/>
                </a:lnTo>
                <a:lnTo>
                  <a:pt x="369487" y="0"/>
                </a:lnTo>
                <a:close/>
              </a:path>
            </a:pathLst>
          </a:custGeom>
          <a:solidFill xmlns:a="http://schemas.openxmlformats.org/drawingml/2006/main">
            <a:srgbClr val="000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ED93A-60B9-43A0-B4FE-8DDD92B9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141" y="2090347"/>
            <a:ext cx="1542" cy="1244398"/>
          </a:xfrm>
          <a:custGeom xmlns:a="http://schemas.openxmlformats.org/drawingml/2006/main">
            <a:pathLst>
              <a:path w="1542" h="1244398" fill="none">
                <a:moveTo>
                  <a:pt x="1542" y="0"/>
                </a:moveTo>
                <a:lnTo>
                  <a:pt x="0" y="1244398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78B872-EB23-4D0C-9053-CE2FF026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383" y="2218999"/>
            <a:ext cx="656252" cy="467777"/>
          </a:xfrm>
          <a:custGeom xmlns:a="http://schemas.openxmlformats.org/drawingml/2006/main">
            <a:pathLst>
              <a:path w="656252" h="467777">
                <a:moveTo>
                  <a:pt x="0" y="0"/>
                </a:moveTo>
                <a:lnTo>
                  <a:pt x="656252" y="0"/>
                </a:lnTo>
                <a:lnTo>
                  <a:pt x="656252" y="467777"/>
                </a:lnTo>
                <a:lnTo>
                  <a:pt x="0" y="4677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9C618-5FD7-40FC-9027-24D11796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384" y="2218999"/>
            <a:ext cx="656251" cy="467777"/>
          </a:xfrm>
          <a:custGeom xmlns:a="http://schemas.openxmlformats.org/drawingml/2006/main">
            <a:pathLst>
              <a:path w="656251" h="467777" fill="none">
                <a:moveTo>
                  <a:pt x="0" y="0"/>
                </a:moveTo>
                <a:lnTo>
                  <a:pt x="656251" y="0"/>
                </a:lnTo>
                <a:lnTo>
                  <a:pt x="656251" y="467777"/>
                </a:lnTo>
                <a:lnTo>
                  <a:pt x="0" y="4677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9" name="Text ⑤">
            <a:extLst xmlns:a="http://schemas.openxmlformats.org/drawingml/2006/main">
              <a:ext uri="{FF2B5EF4-FFF2-40B4-BE49-F238E27FC236}">
                <a16:creationId xmlns:a16="http://schemas.microsoft.com/office/drawing/2014/main" id="{74B04B6C-CB56-4178-A6B9-D3B551DF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722" y="2257998"/>
            <a:ext cx="122609" cy="125561"/>
          </a:xfrm>
          <a:custGeom xmlns:a="http://schemas.openxmlformats.org/drawingml/2006/main">
            <a:pathLst>
              <a:path w="122609" h="125561">
                <a:moveTo>
                  <a:pt x="61366" y="0"/>
                </a:moveTo>
                <a:cubicBezTo>
                  <a:pt x="98721" y="3577"/>
                  <a:pt x="119135" y="24514"/>
                  <a:pt x="122609" y="62812"/>
                </a:cubicBezTo>
                <a:cubicBezTo>
                  <a:pt x="119094" y="101026"/>
                  <a:pt x="98680" y="121942"/>
                  <a:pt x="61366" y="125561"/>
                </a:cubicBezTo>
                <a:cubicBezTo>
                  <a:pt x="23929" y="122026"/>
                  <a:pt x="3474" y="101110"/>
                  <a:pt x="0" y="62812"/>
                </a:cubicBezTo>
                <a:cubicBezTo>
                  <a:pt x="3474" y="24472"/>
                  <a:pt x="23929" y="3535"/>
                  <a:pt x="61366" y="0"/>
                </a:cubicBezTo>
                <a:moveTo>
                  <a:pt x="61366" y="6436"/>
                </a:moveTo>
                <a:cubicBezTo>
                  <a:pt x="28221" y="9676"/>
                  <a:pt x="10095" y="28468"/>
                  <a:pt x="6989" y="62812"/>
                </a:cubicBezTo>
                <a:cubicBezTo>
                  <a:pt x="10095" y="97156"/>
                  <a:pt x="28221" y="115948"/>
                  <a:pt x="61366" y="119188"/>
                </a:cubicBezTo>
                <a:cubicBezTo>
                  <a:pt x="94511" y="115948"/>
                  <a:pt x="112637" y="97156"/>
                  <a:pt x="115743" y="62812"/>
                </a:cubicBezTo>
                <a:cubicBezTo>
                  <a:pt x="112637" y="28468"/>
                  <a:pt x="94511" y="9676"/>
                  <a:pt x="61366" y="6436"/>
                </a:cubicBezTo>
                <a:moveTo>
                  <a:pt x="30591" y="80510"/>
                </a:moveTo>
                <a:lnTo>
                  <a:pt x="42791" y="80510"/>
                </a:lnTo>
                <a:cubicBezTo>
                  <a:pt x="44507" y="91910"/>
                  <a:pt x="50781" y="97799"/>
                  <a:pt x="61611" y="98177"/>
                </a:cubicBezTo>
                <a:cubicBezTo>
                  <a:pt x="72809" y="97463"/>
                  <a:pt x="78797" y="90723"/>
                  <a:pt x="79573" y="77955"/>
                </a:cubicBezTo>
                <a:cubicBezTo>
                  <a:pt x="78919" y="65187"/>
                  <a:pt x="72687" y="58467"/>
                  <a:pt x="60875" y="57796"/>
                </a:cubicBezTo>
                <a:cubicBezTo>
                  <a:pt x="53887" y="57754"/>
                  <a:pt x="48145" y="60824"/>
                  <a:pt x="43649" y="67008"/>
                </a:cubicBezTo>
                <a:lnTo>
                  <a:pt x="33595" y="65683"/>
                </a:lnTo>
                <a:lnTo>
                  <a:pt x="40890" y="16783"/>
                </a:lnTo>
                <a:lnTo>
                  <a:pt x="87359" y="16783"/>
                </a:lnTo>
                <a:lnTo>
                  <a:pt x="87359" y="27510"/>
                </a:lnTo>
                <a:lnTo>
                  <a:pt x="51435" y="27510"/>
                </a:lnTo>
                <a:lnTo>
                  <a:pt x="47205" y="50729"/>
                </a:lnTo>
                <a:cubicBezTo>
                  <a:pt x="49575" y="49425"/>
                  <a:pt x="51915" y="48521"/>
                  <a:pt x="54224" y="48016"/>
                </a:cubicBezTo>
                <a:cubicBezTo>
                  <a:pt x="56533" y="47511"/>
                  <a:pt x="59425" y="47259"/>
                  <a:pt x="62899" y="47259"/>
                </a:cubicBezTo>
                <a:cubicBezTo>
                  <a:pt x="81290" y="48351"/>
                  <a:pt x="90956" y="58583"/>
                  <a:pt x="91896" y="77955"/>
                </a:cubicBezTo>
                <a:cubicBezTo>
                  <a:pt x="90792" y="96906"/>
                  <a:pt x="81126" y="107180"/>
                  <a:pt x="62899" y="108777"/>
                </a:cubicBezTo>
                <a:cubicBezTo>
                  <a:pt x="42913" y="108693"/>
                  <a:pt x="32144" y="99271"/>
                  <a:pt x="30591" y="8051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Semantic">
            <a:extLst xmlns:a="http://schemas.openxmlformats.org/drawingml/2006/main">
              <a:ext uri="{FF2B5EF4-FFF2-40B4-BE49-F238E27FC236}">
                <a16:creationId xmlns:a16="http://schemas.microsoft.com/office/drawing/2014/main" id="{D4027DCA-9AD2-46ED-8C23-44D65784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810" y="2418713"/>
            <a:ext cx="488087" cy="89344"/>
          </a:xfrm>
          <a:custGeom xmlns:a="http://schemas.openxmlformats.org/drawingml/2006/main">
            <a:pathLst>
              <a:path w="488087" h="89344">
                <a:moveTo>
                  <a:pt x="52477" y="0"/>
                </a:moveTo>
                <a:lnTo>
                  <a:pt x="53151" y="28519"/>
                </a:lnTo>
                <a:lnTo>
                  <a:pt x="50638" y="28519"/>
                </a:lnTo>
                <a:cubicBezTo>
                  <a:pt x="49452" y="21387"/>
                  <a:pt x="46540" y="15650"/>
                  <a:pt x="41902" y="11308"/>
                </a:cubicBezTo>
                <a:cubicBezTo>
                  <a:pt x="37263" y="6966"/>
                  <a:pt x="32246" y="4795"/>
                  <a:pt x="26851" y="4795"/>
                </a:cubicBezTo>
                <a:cubicBezTo>
                  <a:pt x="22683" y="4795"/>
                  <a:pt x="19382" y="5938"/>
                  <a:pt x="16951" y="8224"/>
                </a:cubicBezTo>
                <a:cubicBezTo>
                  <a:pt x="14519" y="10509"/>
                  <a:pt x="13303" y="13140"/>
                  <a:pt x="13303" y="16117"/>
                </a:cubicBezTo>
                <a:cubicBezTo>
                  <a:pt x="13303" y="18003"/>
                  <a:pt x="13732" y="19681"/>
                  <a:pt x="14590" y="21149"/>
                </a:cubicBezTo>
                <a:cubicBezTo>
                  <a:pt x="15776" y="23119"/>
                  <a:pt x="17676" y="25069"/>
                  <a:pt x="20292" y="26997"/>
                </a:cubicBezTo>
                <a:cubicBezTo>
                  <a:pt x="22213" y="28381"/>
                  <a:pt x="26647" y="30835"/>
                  <a:pt x="33595" y="34358"/>
                </a:cubicBezTo>
                <a:cubicBezTo>
                  <a:pt x="43322" y="39263"/>
                  <a:pt x="49882" y="43898"/>
                  <a:pt x="53274" y="48260"/>
                </a:cubicBezTo>
                <a:cubicBezTo>
                  <a:pt x="56625" y="52622"/>
                  <a:pt x="58301" y="57613"/>
                  <a:pt x="58301" y="63234"/>
                </a:cubicBezTo>
                <a:cubicBezTo>
                  <a:pt x="58301" y="70364"/>
                  <a:pt x="55593" y="76498"/>
                  <a:pt x="50178" y="81636"/>
                </a:cubicBezTo>
                <a:cubicBezTo>
                  <a:pt x="44763" y="86775"/>
                  <a:pt x="37886" y="89344"/>
                  <a:pt x="29549" y="89344"/>
                </a:cubicBezTo>
                <a:cubicBezTo>
                  <a:pt x="26933" y="89344"/>
                  <a:pt x="24461" y="89070"/>
                  <a:pt x="22131" y="88523"/>
                </a:cubicBezTo>
                <a:cubicBezTo>
                  <a:pt x="19801" y="87977"/>
                  <a:pt x="16879" y="86946"/>
                  <a:pt x="13364" y="85432"/>
                </a:cubicBezTo>
                <a:cubicBezTo>
                  <a:pt x="11403" y="84590"/>
                  <a:pt x="9788" y="84170"/>
                  <a:pt x="8521" y="84170"/>
                </a:cubicBezTo>
                <a:cubicBezTo>
                  <a:pt x="7459" y="84170"/>
                  <a:pt x="6335" y="84596"/>
                  <a:pt x="5150" y="85448"/>
                </a:cubicBezTo>
                <a:cubicBezTo>
                  <a:pt x="3964" y="86299"/>
                  <a:pt x="3004" y="87598"/>
                  <a:pt x="2268" y="89344"/>
                </a:cubicBezTo>
                <a:lnTo>
                  <a:pt x="0" y="89344"/>
                </a:lnTo>
                <a:lnTo>
                  <a:pt x="0" y="57039"/>
                </a:lnTo>
                <a:lnTo>
                  <a:pt x="2268" y="57039"/>
                </a:lnTo>
                <a:cubicBezTo>
                  <a:pt x="4067" y="66103"/>
                  <a:pt x="7530" y="73018"/>
                  <a:pt x="12659" y="77781"/>
                </a:cubicBezTo>
                <a:cubicBezTo>
                  <a:pt x="17789" y="82545"/>
                  <a:pt x="23316" y="84927"/>
                  <a:pt x="29242" y="84927"/>
                </a:cubicBezTo>
                <a:cubicBezTo>
                  <a:pt x="33820" y="84927"/>
                  <a:pt x="37467" y="83648"/>
                  <a:pt x="40185" y="81090"/>
                </a:cubicBezTo>
                <a:cubicBezTo>
                  <a:pt x="42903" y="78532"/>
                  <a:pt x="44262" y="75555"/>
                  <a:pt x="44262" y="72158"/>
                </a:cubicBezTo>
                <a:cubicBezTo>
                  <a:pt x="44262" y="70145"/>
                  <a:pt x="43741" y="68196"/>
                  <a:pt x="42699" y="66310"/>
                </a:cubicBezTo>
                <a:cubicBezTo>
                  <a:pt x="41656" y="64422"/>
                  <a:pt x="40073" y="62629"/>
                  <a:pt x="37948" y="60931"/>
                </a:cubicBezTo>
                <a:cubicBezTo>
                  <a:pt x="35822" y="59233"/>
                  <a:pt x="32062" y="57021"/>
                  <a:pt x="26667" y="54296"/>
                </a:cubicBezTo>
                <a:cubicBezTo>
                  <a:pt x="19107" y="50480"/>
                  <a:pt x="13671" y="47228"/>
                  <a:pt x="10360" y="44540"/>
                </a:cubicBezTo>
                <a:cubicBezTo>
                  <a:pt x="7050" y="41852"/>
                  <a:pt x="4506" y="38849"/>
                  <a:pt x="2728" y="35531"/>
                </a:cubicBezTo>
                <a:cubicBezTo>
                  <a:pt x="950" y="32213"/>
                  <a:pt x="61" y="28559"/>
                  <a:pt x="61" y="24570"/>
                </a:cubicBezTo>
                <a:cubicBezTo>
                  <a:pt x="61" y="17766"/>
                  <a:pt x="2493" y="11970"/>
                  <a:pt x="7357" y="7183"/>
                </a:cubicBezTo>
                <a:cubicBezTo>
                  <a:pt x="12220" y="2394"/>
                  <a:pt x="18351" y="0"/>
                  <a:pt x="25748" y="0"/>
                </a:cubicBezTo>
                <a:cubicBezTo>
                  <a:pt x="28445" y="0"/>
                  <a:pt x="31061" y="340"/>
                  <a:pt x="33595" y="1021"/>
                </a:cubicBezTo>
                <a:cubicBezTo>
                  <a:pt x="35516" y="1531"/>
                  <a:pt x="37856" y="2477"/>
                  <a:pt x="40614" y="3859"/>
                </a:cubicBezTo>
                <a:cubicBezTo>
                  <a:pt x="43373" y="5240"/>
                  <a:pt x="45304" y="5931"/>
                  <a:pt x="46408" y="5931"/>
                </a:cubicBezTo>
                <a:cubicBezTo>
                  <a:pt x="47470" y="5931"/>
                  <a:pt x="48308" y="5591"/>
                  <a:pt x="48921" y="4912"/>
                </a:cubicBezTo>
                <a:cubicBezTo>
                  <a:pt x="49534" y="4231"/>
                  <a:pt x="50106" y="2593"/>
                  <a:pt x="50638" y="0"/>
                </a:cubicBezTo>
                <a:lnTo>
                  <a:pt x="52477" y="0"/>
                </a:lnTo>
                <a:close/>
                <a:moveTo>
                  <a:pt x="115791" y="55777"/>
                </a:moveTo>
                <a:lnTo>
                  <a:pt x="84341" y="55777"/>
                </a:lnTo>
                <a:cubicBezTo>
                  <a:pt x="84709" y="63622"/>
                  <a:pt x="86732" y="69821"/>
                  <a:pt x="90410" y="74376"/>
                </a:cubicBezTo>
                <a:cubicBezTo>
                  <a:pt x="93230" y="77877"/>
                  <a:pt x="96623" y="79627"/>
                  <a:pt x="100587" y="79627"/>
                </a:cubicBezTo>
                <a:cubicBezTo>
                  <a:pt x="103039" y="79627"/>
                  <a:pt x="105267" y="78922"/>
                  <a:pt x="107269" y="77513"/>
                </a:cubicBezTo>
                <a:cubicBezTo>
                  <a:pt x="109272" y="76104"/>
                  <a:pt x="111417" y="73570"/>
                  <a:pt x="113706" y="69910"/>
                </a:cubicBezTo>
                <a:lnTo>
                  <a:pt x="115791" y="71298"/>
                </a:lnTo>
                <a:cubicBezTo>
                  <a:pt x="112684" y="77818"/>
                  <a:pt x="109251" y="82435"/>
                  <a:pt x="105491" y="85148"/>
                </a:cubicBezTo>
                <a:cubicBezTo>
                  <a:pt x="101731" y="87861"/>
                  <a:pt x="97379" y="89218"/>
                  <a:pt x="92433" y="89218"/>
                </a:cubicBezTo>
                <a:cubicBezTo>
                  <a:pt x="83933" y="89218"/>
                  <a:pt x="77496" y="85849"/>
                  <a:pt x="73123" y="79112"/>
                </a:cubicBezTo>
                <a:cubicBezTo>
                  <a:pt x="69608" y="73681"/>
                  <a:pt x="67850" y="66944"/>
                  <a:pt x="67850" y="58902"/>
                </a:cubicBezTo>
                <a:cubicBezTo>
                  <a:pt x="67850" y="49048"/>
                  <a:pt x="70435" y="41206"/>
                  <a:pt x="75605" y="35375"/>
                </a:cubicBezTo>
                <a:cubicBezTo>
                  <a:pt x="80775" y="29543"/>
                  <a:pt x="86834" y="26626"/>
                  <a:pt x="93782" y="26626"/>
                </a:cubicBezTo>
                <a:cubicBezTo>
                  <a:pt x="99586" y="26626"/>
                  <a:pt x="104623" y="29077"/>
                  <a:pt x="108894" y="33977"/>
                </a:cubicBezTo>
                <a:cubicBezTo>
                  <a:pt x="113165" y="38878"/>
                  <a:pt x="115464" y="46144"/>
                  <a:pt x="115791" y="55777"/>
                </a:cubicBezTo>
                <a:moveTo>
                  <a:pt x="100710" y="51612"/>
                </a:moveTo>
                <a:cubicBezTo>
                  <a:pt x="100710" y="44840"/>
                  <a:pt x="100352" y="40192"/>
                  <a:pt x="99637" y="37668"/>
                </a:cubicBezTo>
                <a:cubicBezTo>
                  <a:pt x="98922" y="35144"/>
                  <a:pt x="97808" y="33230"/>
                  <a:pt x="96296" y="31926"/>
                </a:cubicBezTo>
                <a:cubicBezTo>
                  <a:pt x="95437" y="31169"/>
                  <a:pt x="94293" y="30791"/>
                  <a:pt x="92863" y="30791"/>
                </a:cubicBezTo>
                <a:cubicBezTo>
                  <a:pt x="90737" y="30791"/>
                  <a:pt x="89000" y="31863"/>
                  <a:pt x="87652" y="34009"/>
                </a:cubicBezTo>
                <a:cubicBezTo>
                  <a:pt x="85240" y="37752"/>
                  <a:pt x="84035" y="42884"/>
                  <a:pt x="84035" y="49404"/>
                </a:cubicBezTo>
                <a:lnTo>
                  <a:pt x="84035" y="51612"/>
                </a:lnTo>
                <a:lnTo>
                  <a:pt x="100710" y="51612"/>
                </a:lnTo>
                <a:close/>
                <a:moveTo>
                  <a:pt x="147070" y="28393"/>
                </a:moveTo>
                <a:lnTo>
                  <a:pt x="147070" y="36217"/>
                </a:lnTo>
                <a:cubicBezTo>
                  <a:pt x="150217" y="32660"/>
                  <a:pt x="153129" y="30172"/>
                  <a:pt x="155806" y="28754"/>
                </a:cubicBezTo>
                <a:cubicBezTo>
                  <a:pt x="158483" y="27336"/>
                  <a:pt x="161416" y="26626"/>
                  <a:pt x="164604" y="26626"/>
                </a:cubicBezTo>
                <a:cubicBezTo>
                  <a:pt x="168282" y="26626"/>
                  <a:pt x="171368" y="27515"/>
                  <a:pt x="173861" y="29292"/>
                </a:cubicBezTo>
                <a:cubicBezTo>
                  <a:pt x="176354" y="31069"/>
                  <a:pt x="178275" y="33777"/>
                  <a:pt x="179623" y="37416"/>
                </a:cubicBezTo>
                <a:cubicBezTo>
                  <a:pt x="182893" y="33608"/>
                  <a:pt x="186030" y="30858"/>
                  <a:pt x="189033" y="29166"/>
                </a:cubicBezTo>
                <a:cubicBezTo>
                  <a:pt x="192037" y="27473"/>
                  <a:pt x="195174" y="26626"/>
                  <a:pt x="198444" y="26626"/>
                </a:cubicBezTo>
                <a:cubicBezTo>
                  <a:pt x="202408" y="26626"/>
                  <a:pt x="205565" y="27564"/>
                  <a:pt x="207915" y="29438"/>
                </a:cubicBezTo>
                <a:cubicBezTo>
                  <a:pt x="210265" y="31313"/>
                  <a:pt x="211900" y="33693"/>
                  <a:pt x="212820" y="36578"/>
                </a:cubicBezTo>
                <a:cubicBezTo>
                  <a:pt x="213739" y="39463"/>
                  <a:pt x="214199" y="44065"/>
                  <a:pt x="214199" y="50382"/>
                </a:cubicBezTo>
                <a:lnTo>
                  <a:pt x="214199" y="74579"/>
                </a:lnTo>
                <a:cubicBezTo>
                  <a:pt x="214199" y="79122"/>
                  <a:pt x="214597" y="81940"/>
                  <a:pt x="215394" y="83034"/>
                </a:cubicBezTo>
                <a:cubicBezTo>
                  <a:pt x="216191" y="84128"/>
                  <a:pt x="217857" y="84843"/>
                  <a:pt x="220391" y="85179"/>
                </a:cubicBezTo>
                <a:lnTo>
                  <a:pt x="220391" y="87451"/>
                </a:lnTo>
                <a:lnTo>
                  <a:pt x="190781" y="87451"/>
                </a:lnTo>
                <a:lnTo>
                  <a:pt x="190781" y="85179"/>
                </a:lnTo>
                <a:cubicBezTo>
                  <a:pt x="193110" y="84969"/>
                  <a:pt x="194827" y="84044"/>
                  <a:pt x="195930" y="82403"/>
                </a:cubicBezTo>
                <a:cubicBezTo>
                  <a:pt x="196666" y="81267"/>
                  <a:pt x="197034" y="78659"/>
                  <a:pt x="197034" y="74579"/>
                </a:cubicBezTo>
                <a:lnTo>
                  <a:pt x="197034" y="49215"/>
                </a:lnTo>
                <a:cubicBezTo>
                  <a:pt x="197034" y="43957"/>
                  <a:pt x="196829" y="40613"/>
                  <a:pt x="196421" y="39183"/>
                </a:cubicBezTo>
                <a:cubicBezTo>
                  <a:pt x="196012" y="37752"/>
                  <a:pt x="195368" y="36690"/>
                  <a:pt x="194490" y="35996"/>
                </a:cubicBezTo>
                <a:cubicBezTo>
                  <a:pt x="193611" y="35302"/>
                  <a:pt x="192579" y="34955"/>
                  <a:pt x="191394" y="34955"/>
                </a:cubicBezTo>
                <a:cubicBezTo>
                  <a:pt x="189636" y="34955"/>
                  <a:pt x="187858" y="35618"/>
                  <a:pt x="186060" y="36943"/>
                </a:cubicBezTo>
                <a:cubicBezTo>
                  <a:pt x="184262" y="38268"/>
                  <a:pt x="182443" y="40255"/>
                  <a:pt x="180604" y="42905"/>
                </a:cubicBezTo>
                <a:lnTo>
                  <a:pt x="180604" y="74579"/>
                </a:lnTo>
                <a:cubicBezTo>
                  <a:pt x="180604" y="78828"/>
                  <a:pt x="180951" y="81499"/>
                  <a:pt x="181646" y="82592"/>
                </a:cubicBezTo>
                <a:cubicBezTo>
                  <a:pt x="182586" y="84149"/>
                  <a:pt x="184385" y="85011"/>
                  <a:pt x="187041" y="85179"/>
                </a:cubicBezTo>
                <a:lnTo>
                  <a:pt x="187041" y="87451"/>
                </a:lnTo>
                <a:lnTo>
                  <a:pt x="157370" y="87451"/>
                </a:lnTo>
                <a:lnTo>
                  <a:pt x="157370" y="85179"/>
                </a:lnTo>
                <a:cubicBezTo>
                  <a:pt x="158964" y="85095"/>
                  <a:pt x="160220" y="84685"/>
                  <a:pt x="161140" y="83949"/>
                </a:cubicBezTo>
                <a:cubicBezTo>
                  <a:pt x="162059" y="83213"/>
                  <a:pt x="162672" y="82330"/>
                  <a:pt x="162979" y="81299"/>
                </a:cubicBezTo>
                <a:cubicBezTo>
                  <a:pt x="163286" y="80268"/>
                  <a:pt x="163439" y="78029"/>
                  <a:pt x="163439" y="74579"/>
                </a:cubicBezTo>
                <a:lnTo>
                  <a:pt x="163439" y="49175"/>
                </a:lnTo>
                <a:cubicBezTo>
                  <a:pt x="163439" y="43824"/>
                  <a:pt x="163234" y="40475"/>
                  <a:pt x="162826" y="39127"/>
                </a:cubicBezTo>
                <a:cubicBezTo>
                  <a:pt x="162417" y="37779"/>
                  <a:pt x="161732" y="36725"/>
                  <a:pt x="160772" y="35967"/>
                </a:cubicBezTo>
                <a:cubicBezTo>
                  <a:pt x="159812" y="35208"/>
                  <a:pt x="158780" y="34829"/>
                  <a:pt x="157676" y="34829"/>
                </a:cubicBezTo>
                <a:cubicBezTo>
                  <a:pt x="156041" y="34829"/>
                  <a:pt x="154550" y="35274"/>
                  <a:pt x="153201" y="36164"/>
                </a:cubicBezTo>
                <a:cubicBezTo>
                  <a:pt x="151280" y="37478"/>
                  <a:pt x="149237" y="39725"/>
                  <a:pt x="147070" y="42905"/>
                </a:cubicBezTo>
                <a:lnTo>
                  <a:pt x="147070" y="74579"/>
                </a:lnTo>
                <a:cubicBezTo>
                  <a:pt x="147070" y="78744"/>
                  <a:pt x="147469" y="81488"/>
                  <a:pt x="148266" y="82813"/>
                </a:cubicBezTo>
                <a:cubicBezTo>
                  <a:pt x="149063" y="84138"/>
                  <a:pt x="150728" y="84927"/>
                  <a:pt x="153262" y="85179"/>
                </a:cubicBezTo>
                <a:lnTo>
                  <a:pt x="153262" y="87451"/>
                </a:lnTo>
                <a:lnTo>
                  <a:pt x="123713" y="87451"/>
                </a:lnTo>
                <a:lnTo>
                  <a:pt x="123713" y="85179"/>
                </a:lnTo>
                <a:cubicBezTo>
                  <a:pt x="126125" y="84927"/>
                  <a:pt x="127841" y="84128"/>
                  <a:pt x="128863" y="82782"/>
                </a:cubicBezTo>
                <a:cubicBezTo>
                  <a:pt x="129558" y="81856"/>
                  <a:pt x="129905" y="79122"/>
                  <a:pt x="129905" y="74579"/>
                </a:cubicBezTo>
                <a:lnTo>
                  <a:pt x="129905" y="41265"/>
                </a:lnTo>
                <a:cubicBezTo>
                  <a:pt x="129905" y="36752"/>
                  <a:pt x="129507" y="33942"/>
                  <a:pt x="128710" y="32835"/>
                </a:cubicBezTo>
                <a:cubicBezTo>
                  <a:pt x="127913" y="31729"/>
                  <a:pt x="126247" y="31005"/>
                  <a:pt x="123713" y="30665"/>
                </a:cubicBezTo>
                <a:lnTo>
                  <a:pt x="123713" y="28393"/>
                </a:lnTo>
                <a:lnTo>
                  <a:pt x="147070" y="28393"/>
                </a:lnTo>
                <a:close/>
                <a:moveTo>
                  <a:pt x="260293" y="78744"/>
                </a:moveTo>
                <a:cubicBezTo>
                  <a:pt x="253304" y="85137"/>
                  <a:pt x="247031" y="88334"/>
                  <a:pt x="241472" y="88334"/>
                </a:cubicBezTo>
                <a:cubicBezTo>
                  <a:pt x="238203" y="88334"/>
                  <a:pt x="235485" y="87227"/>
                  <a:pt x="233319" y="85012"/>
                </a:cubicBezTo>
                <a:cubicBezTo>
                  <a:pt x="231153" y="82796"/>
                  <a:pt x="230070" y="80021"/>
                  <a:pt x="230070" y="76687"/>
                </a:cubicBezTo>
                <a:cubicBezTo>
                  <a:pt x="230070" y="72170"/>
                  <a:pt x="231950" y="68108"/>
                  <a:pt x="235710" y="64500"/>
                </a:cubicBezTo>
                <a:cubicBezTo>
                  <a:pt x="239470" y="60891"/>
                  <a:pt x="247664" y="56091"/>
                  <a:pt x="260293" y="50098"/>
                </a:cubicBezTo>
                <a:lnTo>
                  <a:pt x="260293" y="44167"/>
                </a:lnTo>
                <a:cubicBezTo>
                  <a:pt x="260293" y="39708"/>
                  <a:pt x="260058" y="36901"/>
                  <a:pt x="259588" y="35744"/>
                </a:cubicBezTo>
                <a:cubicBezTo>
                  <a:pt x="259118" y="34587"/>
                  <a:pt x="258229" y="33577"/>
                  <a:pt x="256921" y="32715"/>
                </a:cubicBezTo>
                <a:cubicBezTo>
                  <a:pt x="255613" y="31853"/>
                  <a:pt x="254142" y="31422"/>
                  <a:pt x="252507" y="31422"/>
                </a:cubicBezTo>
                <a:cubicBezTo>
                  <a:pt x="249851" y="31422"/>
                  <a:pt x="247664" y="32032"/>
                  <a:pt x="245948" y="33252"/>
                </a:cubicBezTo>
                <a:cubicBezTo>
                  <a:pt x="244885" y="34009"/>
                  <a:pt x="244354" y="34892"/>
                  <a:pt x="244354" y="35902"/>
                </a:cubicBezTo>
                <a:cubicBezTo>
                  <a:pt x="244354" y="36785"/>
                  <a:pt x="244926" y="37879"/>
                  <a:pt x="246070" y="39183"/>
                </a:cubicBezTo>
                <a:cubicBezTo>
                  <a:pt x="247623" y="40991"/>
                  <a:pt x="248400" y="42737"/>
                  <a:pt x="248400" y="44419"/>
                </a:cubicBezTo>
                <a:cubicBezTo>
                  <a:pt x="248400" y="46481"/>
                  <a:pt x="247654" y="48237"/>
                  <a:pt x="246162" y="49688"/>
                </a:cubicBezTo>
                <a:cubicBezTo>
                  <a:pt x="244670" y="51139"/>
                  <a:pt x="242719" y="51865"/>
                  <a:pt x="240308" y="51865"/>
                </a:cubicBezTo>
                <a:cubicBezTo>
                  <a:pt x="237733" y="51865"/>
                  <a:pt x="235577" y="51066"/>
                  <a:pt x="233840" y="49467"/>
                </a:cubicBezTo>
                <a:cubicBezTo>
                  <a:pt x="232103" y="47869"/>
                  <a:pt x="231235" y="45997"/>
                  <a:pt x="231235" y="43852"/>
                </a:cubicBezTo>
                <a:cubicBezTo>
                  <a:pt x="231235" y="40823"/>
                  <a:pt x="232399" y="37931"/>
                  <a:pt x="234729" y="35176"/>
                </a:cubicBezTo>
                <a:cubicBezTo>
                  <a:pt x="237058" y="32421"/>
                  <a:pt x="240308" y="30307"/>
                  <a:pt x="244476" y="28835"/>
                </a:cubicBezTo>
                <a:cubicBezTo>
                  <a:pt x="248645" y="27363"/>
                  <a:pt x="252977" y="26626"/>
                  <a:pt x="257473" y="26626"/>
                </a:cubicBezTo>
                <a:cubicBezTo>
                  <a:pt x="262909" y="26626"/>
                  <a:pt x="267210" y="27818"/>
                  <a:pt x="270378" y="30201"/>
                </a:cubicBezTo>
                <a:cubicBezTo>
                  <a:pt x="273545" y="32583"/>
                  <a:pt x="275599" y="35165"/>
                  <a:pt x="276539" y="37948"/>
                </a:cubicBezTo>
                <a:cubicBezTo>
                  <a:pt x="277111" y="39719"/>
                  <a:pt x="277397" y="43787"/>
                  <a:pt x="277397" y="50153"/>
                </a:cubicBezTo>
                <a:lnTo>
                  <a:pt x="277397" y="73110"/>
                </a:lnTo>
                <a:cubicBezTo>
                  <a:pt x="277397" y="75809"/>
                  <a:pt x="277499" y="77507"/>
                  <a:pt x="277703" y="78203"/>
                </a:cubicBezTo>
                <a:cubicBezTo>
                  <a:pt x="277908" y="78899"/>
                  <a:pt x="278214" y="79415"/>
                  <a:pt x="278623" y="79753"/>
                </a:cubicBezTo>
                <a:cubicBezTo>
                  <a:pt x="279032" y="80090"/>
                  <a:pt x="279502" y="80258"/>
                  <a:pt x="280033" y="80258"/>
                </a:cubicBezTo>
                <a:cubicBezTo>
                  <a:pt x="281096" y="80258"/>
                  <a:pt x="282179" y="79480"/>
                  <a:pt x="283282" y="77923"/>
                </a:cubicBezTo>
                <a:lnTo>
                  <a:pt x="285121" y="79438"/>
                </a:lnTo>
                <a:cubicBezTo>
                  <a:pt x="283078" y="82550"/>
                  <a:pt x="280963" y="84811"/>
                  <a:pt x="278776" y="86220"/>
                </a:cubicBezTo>
                <a:cubicBezTo>
                  <a:pt x="276590" y="87630"/>
                  <a:pt x="274107" y="88334"/>
                  <a:pt x="271328" y="88334"/>
                </a:cubicBezTo>
                <a:cubicBezTo>
                  <a:pt x="268058" y="88334"/>
                  <a:pt x="265504" y="87540"/>
                  <a:pt x="263665" y="85952"/>
                </a:cubicBezTo>
                <a:cubicBezTo>
                  <a:pt x="261826" y="84364"/>
                  <a:pt x="260702" y="81961"/>
                  <a:pt x="260293" y="78744"/>
                </a:cubicBezTo>
                <a:moveTo>
                  <a:pt x="260293" y="74075"/>
                </a:moveTo>
                <a:lnTo>
                  <a:pt x="260293" y="54337"/>
                </a:lnTo>
                <a:cubicBezTo>
                  <a:pt x="255348" y="57338"/>
                  <a:pt x="251669" y="60551"/>
                  <a:pt x="249258" y="63975"/>
                </a:cubicBezTo>
                <a:cubicBezTo>
                  <a:pt x="247664" y="66257"/>
                  <a:pt x="246867" y="68561"/>
                  <a:pt x="246867" y="70886"/>
                </a:cubicBezTo>
                <a:cubicBezTo>
                  <a:pt x="246867" y="72830"/>
                  <a:pt x="247542" y="74542"/>
                  <a:pt x="248890" y="76023"/>
                </a:cubicBezTo>
                <a:cubicBezTo>
                  <a:pt x="249912" y="77164"/>
                  <a:pt x="251342" y="77734"/>
                  <a:pt x="253182" y="77734"/>
                </a:cubicBezTo>
                <a:cubicBezTo>
                  <a:pt x="255225" y="77734"/>
                  <a:pt x="257596" y="76514"/>
                  <a:pt x="260293" y="74075"/>
                </a:cubicBezTo>
                <a:close/>
                <a:moveTo>
                  <a:pt x="314854" y="28393"/>
                </a:moveTo>
                <a:lnTo>
                  <a:pt x="314854" y="36091"/>
                </a:lnTo>
                <a:cubicBezTo>
                  <a:pt x="317796" y="32787"/>
                  <a:pt x="320616" y="30385"/>
                  <a:pt x="323314" y="28882"/>
                </a:cubicBezTo>
                <a:cubicBezTo>
                  <a:pt x="326011" y="27378"/>
                  <a:pt x="328913" y="26626"/>
                  <a:pt x="332019" y="26626"/>
                </a:cubicBezTo>
                <a:cubicBezTo>
                  <a:pt x="335738" y="26626"/>
                  <a:pt x="338824" y="27690"/>
                  <a:pt x="341276" y="29817"/>
                </a:cubicBezTo>
                <a:cubicBezTo>
                  <a:pt x="343728" y="31944"/>
                  <a:pt x="345363" y="34586"/>
                  <a:pt x="346180" y="37745"/>
                </a:cubicBezTo>
                <a:cubicBezTo>
                  <a:pt x="346834" y="40147"/>
                  <a:pt x="347161" y="44759"/>
                  <a:pt x="347161" y="51583"/>
                </a:cubicBezTo>
                <a:lnTo>
                  <a:pt x="347161" y="74579"/>
                </a:lnTo>
                <a:cubicBezTo>
                  <a:pt x="347161" y="79122"/>
                  <a:pt x="347560" y="81951"/>
                  <a:pt x="348357" y="83066"/>
                </a:cubicBezTo>
                <a:cubicBezTo>
                  <a:pt x="349154" y="84180"/>
                  <a:pt x="350819" y="84885"/>
                  <a:pt x="353353" y="85179"/>
                </a:cubicBezTo>
                <a:lnTo>
                  <a:pt x="353353" y="87451"/>
                </a:lnTo>
                <a:lnTo>
                  <a:pt x="324356" y="87451"/>
                </a:lnTo>
                <a:lnTo>
                  <a:pt x="324356" y="85179"/>
                </a:lnTo>
                <a:cubicBezTo>
                  <a:pt x="326522" y="84885"/>
                  <a:pt x="328075" y="83960"/>
                  <a:pt x="329015" y="82403"/>
                </a:cubicBezTo>
                <a:cubicBezTo>
                  <a:pt x="329669" y="81352"/>
                  <a:pt x="329996" y="78744"/>
                  <a:pt x="329996" y="74579"/>
                </a:cubicBezTo>
                <a:lnTo>
                  <a:pt x="329996" y="48331"/>
                </a:lnTo>
                <a:cubicBezTo>
                  <a:pt x="329996" y="43494"/>
                  <a:pt x="329812" y="40444"/>
                  <a:pt x="329444" y="39183"/>
                </a:cubicBezTo>
                <a:cubicBezTo>
                  <a:pt x="329076" y="37921"/>
                  <a:pt x="328453" y="36943"/>
                  <a:pt x="327574" y="36249"/>
                </a:cubicBezTo>
                <a:cubicBezTo>
                  <a:pt x="326696" y="35554"/>
                  <a:pt x="325725" y="35207"/>
                  <a:pt x="324662" y="35207"/>
                </a:cubicBezTo>
                <a:cubicBezTo>
                  <a:pt x="321148" y="35207"/>
                  <a:pt x="317878" y="37815"/>
                  <a:pt x="314854" y="43031"/>
                </a:cubicBezTo>
                <a:lnTo>
                  <a:pt x="314854" y="74579"/>
                </a:lnTo>
                <a:cubicBezTo>
                  <a:pt x="314854" y="78996"/>
                  <a:pt x="315252" y="81793"/>
                  <a:pt x="316049" y="82971"/>
                </a:cubicBezTo>
                <a:cubicBezTo>
                  <a:pt x="316846" y="84149"/>
                  <a:pt x="318328" y="84885"/>
                  <a:pt x="320494" y="85179"/>
                </a:cubicBezTo>
                <a:lnTo>
                  <a:pt x="320494" y="87451"/>
                </a:lnTo>
                <a:lnTo>
                  <a:pt x="291497" y="87451"/>
                </a:lnTo>
                <a:lnTo>
                  <a:pt x="291497" y="85179"/>
                </a:lnTo>
                <a:cubicBezTo>
                  <a:pt x="293908" y="84927"/>
                  <a:pt x="295624" y="84128"/>
                  <a:pt x="296646" y="82782"/>
                </a:cubicBezTo>
                <a:cubicBezTo>
                  <a:pt x="297341" y="81856"/>
                  <a:pt x="297688" y="79122"/>
                  <a:pt x="297688" y="74579"/>
                </a:cubicBezTo>
                <a:lnTo>
                  <a:pt x="297688" y="41265"/>
                </a:lnTo>
                <a:cubicBezTo>
                  <a:pt x="297688" y="36752"/>
                  <a:pt x="297290" y="33942"/>
                  <a:pt x="296493" y="32835"/>
                </a:cubicBezTo>
                <a:cubicBezTo>
                  <a:pt x="295696" y="31729"/>
                  <a:pt x="294031" y="31005"/>
                  <a:pt x="291497" y="30665"/>
                </a:cubicBezTo>
                <a:lnTo>
                  <a:pt x="291497" y="28393"/>
                </a:lnTo>
                <a:lnTo>
                  <a:pt x="314854" y="28393"/>
                </a:lnTo>
                <a:close/>
                <a:moveTo>
                  <a:pt x="383685" y="6688"/>
                </a:moveTo>
                <a:lnTo>
                  <a:pt x="383685" y="28393"/>
                </a:lnTo>
                <a:lnTo>
                  <a:pt x="397295" y="28393"/>
                </a:lnTo>
                <a:lnTo>
                  <a:pt x="397295" y="34577"/>
                </a:lnTo>
                <a:lnTo>
                  <a:pt x="383685" y="34577"/>
                </a:lnTo>
                <a:lnTo>
                  <a:pt x="383685" y="71081"/>
                </a:lnTo>
                <a:cubicBezTo>
                  <a:pt x="383685" y="74498"/>
                  <a:pt x="383838" y="76702"/>
                  <a:pt x="384145" y="77693"/>
                </a:cubicBezTo>
                <a:cubicBezTo>
                  <a:pt x="384451" y="78684"/>
                  <a:pt x="384993" y="79486"/>
                  <a:pt x="385769" y="80098"/>
                </a:cubicBezTo>
                <a:cubicBezTo>
                  <a:pt x="386546" y="80709"/>
                  <a:pt x="387261" y="81015"/>
                  <a:pt x="387915" y="81015"/>
                </a:cubicBezTo>
                <a:cubicBezTo>
                  <a:pt x="390572" y="81015"/>
                  <a:pt x="393085" y="78912"/>
                  <a:pt x="395456" y="74705"/>
                </a:cubicBezTo>
                <a:lnTo>
                  <a:pt x="397295" y="76107"/>
                </a:lnTo>
                <a:cubicBezTo>
                  <a:pt x="393984" y="84259"/>
                  <a:pt x="388610" y="88334"/>
                  <a:pt x="381172" y="88334"/>
                </a:cubicBezTo>
                <a:cubicBezTo>
                  <a:pt x="377534" y="88334"/>
                  <a:pt x="374459" y="87290"/>
                  <a:pt x="371945" y="85201"/>
                </a:cubicBezTo>
                <a:cubicBezTo>
                  <a:pt x="369432" y="83111"/>
                  <a:pt x="367828" y="80778"/>
                  <a:pt x="367133" y="78203"/>
                </a:cubicBezTo>
                <a:cubicBezTo>
                  <a:pt x="366724" y="76768"/>
                  <a:pt x="366520" y="72884"/>
                  <a:pt x="366520" y="66552"/>
                </a:cubicBezTo>
                <a:lnTo>
                  <a:pt x="366520" y="34577"/>
                </a:lnTo>
                <a:lnTo>
                  <a:pt x="359041" y="34577"/>
                </a:lnTo>
                <a:lnTo>
                  <a:pt x="359041" y="32362"/>
                </a:lnTo>
                <a:cubicBezTo>
                  <a:pt x="364190" y="28611"/>
                  <a:pt x="368574" y="24669"/>
                  <a:pt x="372191" y="20538"/>
                </a:cubicBezTo>
                <a:cubicBezTo>
                  <a:pt x="375807" y="16406"/>
                  <a:pt x="378965" y="11790"/>
                  <a:pt x="381662" y="6688"/>
                </a:cubicBezTo>
                <a:lnTo>
                  <a:pt x="383685" y="6688"/>
                </a:lnTo>
                <a:close/>
                <a:moveTo>
                  <a:pt x="417334" y="0"/>
                </a:moveTo>
                <a:cubicBezTo>
                  <a:pt x="419991" y="0"/>
                  <a:pt x="422238" y="960"/>
                  <a:pt x="424077" y="2881"/>
                </a:cubicBezTo>
                <a:cubicBezTo>
                  <a:pt x="425917" y="4800"/>
                  <a:pt x="426836" y="7110"/>
                  <a:pt x="426836" y="9811"/>
                </a:cubicBezTo>
                <a:cubicBezTo>
                  <a:pt x="426836" y="12513"/>
                  <a:pt x="425906" y="14813"/>
                  <a:pt x="424047" y="16713"/>
                </a:cubicBezTo>
                <a:cubicBezTo>
                  <a:pt x="422187" y="18611"/>
                  <a:pt x="419950" y="19560"/>
                  <a:pt x="417334" y="19560"/>
                </a:cubicBezTo>
                <a:cubicBezTo>
                  <a:pt x="414718" y="19560"/>
                  <a:pt x="412491" y="18611"/>
                  <a:pt x="410652" y="16713"/>
                </a:cubicBezTo>
                <a:cubicBezTo>
                  <a:pt x="408813" y="14813"/>
                  <a:pt x="407893" y="12513"/>
                  <a:pt x="407893" y="9811"/>
                </a:cubicBezTo>
                <a:cubicBezTo>
                  <a:pt x="407893" y="7110"/>
                  <a:pt x="408813" y="4800"/>
                  <a:pt x="410652" y="2881"/>
                </a:cubicBezTo>
                <a:cubicBezTo>
                  <a:pt x="412491" y="960"/>
                  <a:pt x="414718" y="0"/>
                  <a:pt x="417334" y="0"/>
                </a:cubicBezTo>
                <a:moveTo>
                  <a:pt x="425917" y="28393"/>
                </a:moveTo>
                <a:lnTo>
                  <a:pt x="425917" y="75210"/>
                </a:lnTo>
                <a:cubicBezTo>
                  <a:pt x="425917" y="79375"/>
                  <a:pt x="426387" y="82035"/>
                  <a:pt x="427327" y="83192"/>
                </a:cubicBezTo>
                <a:cubicBezTo>
                  <a:pt x="428267" y="84349"/>
                  <a:pt x="430106" y="85011"/>
                  <a:pt x="432844" y="85179"/>
                </a:cubicBezTo>
                <a:lnTo>
                  <a:pt x="432844" y="87451"/>
                </a:lnTo>
                <a:lnTo>
                  <a:pt x="401885" y="87451"/>
                </a:lnTo>
                <a:lnTo>
                  <a:pt x="401885" y="85179"/>
                </a:lnTo>
                <a:cubicBezTo>
                  <a:pt x="404419" y="85095"/>
                  <a:pt x="406299" y="84338"/>
                  <a:pt x="407525" y="82908"/>
                </a:cubicBezTo>
                <a:cubicBezTo>
                  <a:pt x="408343" y="81940"/>
                  <a:pt x="408751" y="79375"/>
                  <a:pt x="408751" y="75210"/>
                </a:cubicBezTo>
                <a:lnTo>
                  <a:pt x="408751" y="40760"/>
                </a:lnTo>
                <a:cubicBezTo>
                  <a:pt x="408751" y="36543"/>
                  <a:pt x="408281" y="33849"/>
                  <a:pt x="407341" y="32678"/>
                </a:cubicBezTo>
                <a:cubicBezTo>
                  <a:pt x="406401" y="31507"/>
                  <a:pt x="404583" y="30835"/>
                  <a:pt x="401885" y="30665"/>
                </a:cubicBezTo>
                <a:lnTo>
                  <a:pt x="401885" y="28393"/>
                </a:lnTo>
                <a:lnTo>
                  <a:pt x="425917" y="28393"/>
                </a:lnTo>
                <a:close/>
                <a:moveTo>
                  <a:pt x="486186" y="72195"/>
                </a:moveTo>
                <a:lnTo>
                  <a:pt x="488087" y="73708"/>
                </a:lnTo>
                <a:cubicBezTo>
                  <a:pt x="485389" y="78941"/>
                  <a:pt x="482028" y="82834"/>
                  <a:pt x="478002" y="85388"/>
                </a:cubicBezTo>
                <a:cubicBezTo>
                  <a:pt x="473977" y="87941"/>
                  <a:pt x="469695" y="89218"/>
                  <a:pt x="465159" y="89218"/>
                </a:cubicBezTo>
                <a:cubicBezTo>
                  <a:pt x="457516" y="89218"/>
                  <a:pt x="451406" y="86249"/>
                  <a:pt x="446829" y="80313"/>
                </a:cubicBezTo>
                <a:cubicBezTo>
                  <a:pt x="442251" y="74376"/>
                  <a:pt x="439963" y="67238"/>
                  <a:pt x="439963" y="58902"/>
                </a:cubicBezTo>
                <a:cubicBezTo>
                  <a:pt x="439963" y="50859"/>
                  <a:pt x="442047" y="43785"/>
                  <a:pt x="446216" y="37680"/>
                </a:cubicBezTo>
                <a:cubicBezTo>
                  <a:pt x="451243" y="30311"/>
                  <a:pt x="458170" y="26626"/>
                  <a:pt x="466998" y="26626"/>
                </a:cubicBezTo>
                <a:cubicBezTo>
                  <a:pt x="472924" y="26626"/>
                  <a:pt x="477634" y="28166"/>
                  <a:pt x="481129" y="31246"/>
                </a:cubicBezTo>
                <a:cubicBezTo>
                  <a:pt x="484623" y="34325"/>
                  <a:pt x="486370" y="37762"/>
                  <a:pt x="486370" y="41558"/>
                </a:cubicBezTo>
                <a:cubicBezTo>
                  <a:pt x="486370" y="43963"/>
                  <a:pt x="485665" y="45882"/>
                  <a:pt x="484255" y="47316"/>
                </a:cubicBezTo>
                <a:cubicBezTo>
                  <a:pt x="482845" y="48750"/>
                  <a:pt x="480996" y="49467"/>
                  <a:pt x="478707" y="49467"/>
                </a:cubicBezTo>
                <a:cubicBezTo>
                  <a:pt x="476296" y="49467"/>
                  <a:pt x="474303" y="48644"/>
                  <a:pt x="472730" y="46999"/>
                </a:cubicBezTo>
                <a:cubicBezTo>
                  <a:pt x="471156" y="45351"/>
                  <a:pt x="470186" y="42417"/>
                  <a:pt x="469818" y="38197"/>
                </a:cubicBezTo>
                <a:cubicBezTo>
                  <a:pt x="469573" y="35537"/>
                  <a:pt x="468980" y="33680"/>
                  <a:pt x="468040" y="32624"/>
                </a:cubicBezTo>
                <a:cubicBezTo>
                  <a:pt x="467100" y="31570"/>
                  <a:pt x="465997" y="31043"/>
                  <a:pt x="464730" y="31043"/>
                </a:cubicBezTo>
                <a:cubicBezTo>
                  <a:pt x="462768" y="31043"/>
                  <a:pt x="461092" y="32116"/>
                  <a:pt x="459703" y="34261"/>
                </a:cubicBezTo>
                <a:cubicBezTo>
                  <a:pt x="457578" y="37500"/>
                  <a:pt x="456515" y="42463"/>
                  <a:pt x="456515" y="49152"/>
                </a:cubicBezTo>
                <a:cubicBezTo>
                  <a:pt x="456515" y="54704"/>
                  <a:pt x="457373" y="60015"/>
                  <a:pt x="459090" y="65083"/>
                </a:cubicBezTo>
                <a:cubicBezTo>
                  <a:pt x="460806" y="70152"/>
                  <a:pt x="463156" y="73927"/>
                  <a:pt x="466140" y="76409"/>
                </a:cubicBezTo>
                <a:cubicBezTo>
                  <a:pt x="468388" y="78218"/>
                  <a:pt x="471044" y="79122"/>
                  <a:pt x="474109" y="79122"/>
                </a:cubicBezTo>
                <a:cubicBezTo>
                  <a:pt x="476112" y="79122"/>
                  <a:pt x="478012" y="78640"/>
                  <a:pt x="479811" y="77675"/>
                </a:cubicBezTo>
                <a:cubicBezTo>
                  <a:pt x="481609" y="76709"/>
                  <a:pt x="483734" y="74882"/>
                  <a:pt x="486186" y="7219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Feature">
            <a:extLst xmlns:a="http://schemas.openxmlformats.org/drawingml/2006/main">
              <a:ext uri="{FF2B5EF4-FFF2-40B4-BE49-F238E27FC236}">
                <a16:creationId xmlns:a16="http://schemas.microsoft.com/office/drawing/2014/main" id="{21347530-B3BF-451A-9702-FFE56DF1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0132" y="2588961"/>
            <a:ext cx="413160" cy="87325"/>
          </a:xfrm>
          <a:custGeom xmlns:a="http://schemas.openxmlformats.org/drawingml/2006/main">
            <a:pathLst>
              <a:path w="413160" h="87325">
                <a:moveTo>
                  <a:pt x="31694" y="4921"/>
                </a:moveTo>
                <a:lnTo>
                  <a:pt x="31694" y="40003"/>
                </a:lnTo>
                <a:lnTo>
                  <a:pt x="34085" y="40003"/>
                </a:lnTo>
                <a:cubicBezTo>
                  <a:pt x="37764" y="40003"/>
                  <a:pt x="40768" y="39433"/>
                  <a:pt x="43097" y="38293"/>
                </a:cubicBezTo>
                <a:cubicBezTo>
                  <a:pt x="45427" y="37154"/>
                  <a:pt x="47399" y="35233"/>
                  <a:pt x="49013" y="32532"/>
                </a:cubicBezTo>
                <a:cubicBezTo>
                  <a:pt x="50627" y="29831"/>
                  <a:pt x="51680" y="26180"/>
                  <a:pt x="52170" y="21579"/>
                </a:cubicBezTo>
                <a:lnTo>
                  <a:pt x="54316" y="21579"/>
                </a:lnTo>
                <a:lnTo>
                  <a:pt x="54316" y="64610"/>
                </a:lnTo>
                <a:lnTo>
                  <a:pt x="52170" y="64610"/>
                </a:lnTo>
                <a:cubicBezTo>
                  <a:pt x="51394" y="56492"/>
                  <a:pt x="49279" y="51139"/>
                  <a:pt x="45825" y="48552"/>
                </a:cubicBezTo>
                <a:cubicBezTo>
                  <a:pt x="42372" y="45965"/>
                  <a:pt x="38458" y="44672"/>
                  <a:pt x="34085" y="44672"/>
                </a:cubicBezTo>
                <a:lnTo>
                  <a:pt x="31694" y="44672"/>
                </a:lnTo>
                <a:lnTo>
                  <a:pt x="31694" y="70920"/>
                </a:lnTo>
                <a:cubicBezTo>
                  <a:pt x="31694" y="75317"/>
                  <a:pt x="31929" y="78065"/>
                  <a:pt x="32399" y="79166"/>
                </a:cubicBezTo>
                <a:cubicBezTo>
                  <a:pt x="32869" y="80264"/>
                  <a:pt x="33789" y="81226"/>
                  <a:pt x="35158" y="82050"/>
                </a:cubicBezTo>
                <a:cubicBezTo>
                  <a:pt x="36527" y="82874"/>
                  <a:pt x="38377" y="83287"/>
                  <a:pt x="40706" y="83287"/>
                </a:cubicBezTo>
                <a:lnTo>
                  <a:pt x="43465" y="83287"/>
                </a:lnTo>
                <a:lnTo>
                  <a:pt x="43465" y="85558"/>
                </a:lnTo>
                <a:lnTo>
                  <a:pt x="0" y="85558"/>
                </a:lnTo>
                <a:lnTo>
                  <a:pt x="0" y="83287"/>
                </a:lnTo>
                <a:lnTo>
                  <a:pt x="2759" y="83287"/>
                </a:lnTo>
                <a:cubicBezTo>
                  <a:pt x="5170" y="83287"/>
                  <a:pt x="7111" y="82843"/>
                  <a:pt x="8583" y="81956"/>
                </a:cubicBezTo>
                <a:cubicBezTo>
                  <a:pt x="9645" y="81363"/>
                  <a:pt x="10463" y="80348"/>
                  <a:pt x="11035" y="78911"/>
                </a:cubicBezTo>
                <a:cubicBezTo>
                  <a:pt x="11484" y="77896"/>
                  <a:pt x="11709" y="75233"/>
                  <a:pt x="11709" y="70920"/>
                </a:cubicBezTo>
                <a:lnTo>
                  <a:pt x="11709" y="14638"/>
                </a:lnTo>
                <a:cubicBezTo>
                  <a:pt x="11709" y="10241"/>
                  <a:pt x="11484" y="7493"/>
                  <a:pt x="11035" y="6394"/>
                </a:cubicBezTo>
                <a:cubicBezTo>
                  <a:pt x="10585" y="5294"/>
                  <a:pt x="9676" y="4332"/>
                  <a:pt x="8307" y="3508"/>
                </a:cubicBezTo>
                <a:cubicBezTo>
                  <a:pt x="6938" y="2684"/>
                  <a:pt x="5088" y="2271"/>
                  <a:pt x="2759" y="2271"/>
                </a:cubicBezTo>
                <a:lnTo>
                  <a:pt x="0" y="2271"/>
                </a:lnTo>
                <a:lnTo>
                  <a:pt x="0" y="0"/>
                </a:lnTo>
                <a:lnTo>
                  <a:pt x="70132" y="0"/>
                </a:lnTo>
                <a:lnTo>
                  <a:pt x="70132" y="24607"/>
                </a:lnTo>
                <a:lnTo>
                  <a:pt x="67619" y="24607"/>
                </a:lnTo>
                <a:cubicBezTo>
                  <a:pt x="67047" y="18826"/>
                  <a:pt x="65586" y="14543"/>
                  <a:pt x="63236" y="11758"/>
                </a:cubicBezTo>
                <a:cubicBezTo>
                  <a:pt x="60886" y="8972"/>
                  <a:pt x="57483" y="7010"/>
                  <a:pt x="53028" y="5872"/>
                </a:cubicBezTo>
                <a:cubicBezTo>
                  <a:pt x="50576" y="5238"/>
                  <a:pt x="46040" y="4921"/>
                  <a:pt x="39419" y="4921"/>
                </a:cubicBezTo>
                <a:lnTo>
                  <a:pt x="31694" y="4921"/>
                </a:lnTo>
                <a:close/>
                <a:moveTo>
                  <a:pt x="126186" y="53884"/>
                </a:moveTo>
                <a:lnTo>
                  <a:pt x="94737" y="53884"/>
                </a:lnTo>
                <a:cubicBezTo>
                  <a:pt x="95105" y="61729"/>
                  <a:pt x="97128" y="67929"/>
                  <a:pt x="100806" y="72483"/>
                </a:cubicBezTo>
                <a:cubicBezTo>
                  <a:pt x="103626" y="75984"/>
                  <a:pt x="107018" y="77734"/>
                  <a:pt x="110983" y="77734"/>
                </a:cubicBezTo>
                <a:cubicBezTo>
                  <a:pt x="113435" y="77734"/>
                  <a:pt x="115662" y="77029"/>
                  <a:pt x="117665" y="75620"/>
                </a:cubicBezTo>
                <a:cubicBezTo>
                  <a:pt x="119667" y="74211"/>
                  <a:pt x="121813" y="71677"/>
                  <a:pt x="124102" y="68017"/>
                </a:cubicBezTo>
                <a:lnTo>
                  <a:pt x="126186" y="69405"/>
                </a:lnTo>
                <a:cubicBezTo>
                  <a:pt x="123080" y="75925"/>
                  <a:pt x="119647" y="80542"/>
                  <a:pt x="115887" y="83255"/>
                </a:cubicBezTo>
                <a:cubicBezTo>
                  <a:pt x="112127" y="85968"/>
                  <a:pt x="107774" y="87325"/>
                  <a:pt x="102829" y="87325"/>
                </a:cubicBezTo>
                <a:cubicBezTo>
                  <a:pt x="94328" y="87325"/>
                  <a:pt x="87891" y="83956"/>
                  <a:pt x="83518" y="77219"/>
                </a:cubicBezTo>
                <a:cubicBezTo>
                  <a:pt x="80003" y="71788"/>
                  <a:pt x="78246" y="65051"/>
                  <a:pt x="78246" y="57009"/>
                </a:cubicBezTo>
                <a:cubicBezTo>
                  <a:pt x="78246" y="47156"/>
                  <a:pt x="80831" y="39313"/>
                  <a:pt x="86001" y="33482"/>
                </a:cubicBezTo>
                <a:cubicBezTo>
                  <a:pt x="91171" y="27650"/>
                  <a:pt x="97230" y="24734"/>
                  <a:pt x="104178" y="24734"/>
                </a:cubicBezTo>
                <a:cubicBezTo>
                  <a:pt x="109981" y="24734"/>
                  <a:pt x="115019" y="27184"/>
                  <a:pt x="119289" y="32084"/>
                </a:cubicBezTo>
                <a:cubicBezTo>
                  <a:pt x="123560" y="36985"/>
                  <a:pt x="125859" y="44251"/>
                  <a:pt x="126186" y="53884"/>
                </a:cubicBezTo>
                <a:moveTo>
                  <a:pt x="111105" y="49720"/>
                </a:moveTo>
                <a:cubicBezTo>
                  <a:pt x="111105" y="42947"/>
                  <a:pt x="110748" y="38299"/>
                  <a:pt x="110032" y="35775"/>
                </a:cubicBezTo>
                <a:cubicBezTo>
                  <a:pt x="109317" y="33252"/>
                  <a:pt x="108204" y="31338"/>
                  <a:pt x="106691" y="30034"/>
                </a:cubicBezTo>
                <a:cubicBezTo>
                  <a:pt x="105833" y="29276"/>
                  <a:pt x="104689" y="28898"/>
                  <a:pt x="103258" y="28898"/>
                </a:cubicBezTo>
                <a:cubicBezTo>
                  <a:pt x="101133" y="28898"/>
                  <a:pt x="99396" y="29971"/>
                  <a:pt x="98047" y="32116"/>
                </a:cubicBezTo>
                <a:cubicBezTo>
                  <a:pt x="95636" y="35859"/>
                  <a:pt x="94430" y="40991"/>
                  <a:pt x="94430" y="47511"/>
                </a:cubicBezTo>
                <a:lnTo>
                  <a:pt x="94430" y="49720"/>
                </a:lnTo>
                <a:lnTo>
                  <a:pt x="111105" y="49720"/>
                </a:lnTo>
                <a:close/>
                <a:moveTo>
                  <a:pt x="165313" y="76851"/>
                </a:moveTo>
                <a:cubicBezTo>
                  <a:pt x="158324" y="83244"/>
                  <a:pt x="152051" y="86441"/>
                  <a:pt x="146493" y="86441"/>
                </a:cubicBezTo>
                <a:cubicBezTo>
                  <a:pt x="143223" y="86441"/>
                  <a:pt x="140505" y="85334"/>
                  <a:pt x="138339" y="83119"/>
                </a:cubicBezTo>
                <a:cubicBezTo>
                  <a:pt x="136173" y="80903"/>
                  <a:pt x="135090" y="78128"/>
                  <a:pt x="135090" y="74794"/>
                </a:cubicBezTo>
                <a:cubicBezTo>
                  <a:pt x="135090" y="70278"/>
                  <a:pt x="136970" y="66215"/>
                  <a:pt x="140730" y="62607"/>
                </a:cubicBezTo>
                <a:cubicBezTo>
                  <a:pt x="144490" y="58999"/>
                  <a:pt x="152684" y="54198"/>
                  <a:pt x="165313" y="48205"/>
                </a:cubicBezTo>
                <a:lnTo>
                  <a:pt x="165313" y="42274"/>
                </a:lnTo>
                <a:cubicBezTo>
                  <a:pt x="165313" y="37815"/>
                  <a:pt x="165078" y="35008"/>
                  <a:pt x="164608" y="33851"/>
                </a:cubicBezTo>
                <a:cubicBezTo>
                  <a:pt x="164138" y="32694"/>
                  <a:pt x="163249" y="31685"/>
                  <a:pt x="161941" y="30822"/>
                </a:cubicBezTo>
                <a:cubicBezTo>
                  <a:pt x="160634" y="29960"/>
                  <a:pt x="159162" y="29529"/>
                  <a:pt x="157527" y="29529"/>
                </a:cubicBezTo>
                <a:cubicBezTo>
                  <a:pt x="154871" y="29529"/>
                  <a:pt x="152684" y="30139"/>
                  <a:pt x="150968" y="31359"/>
                </a:cubicBezTo>
                <a:cubicBezTo>
                  <a:pt x="149905" y="32116"/>
                  <a:pt x="149374" y="32999"/>
                  <a:pt x="149374" y="34009"/>
                </a:cubicBezTo>
                <a:cubicBezTo>
                  <a:pt x="149374" y="34892"/>
                  <a:pt x="149946" y="35986"/>
                  <a:pt x="151090" y="37290"/>
                </a:cubicBezTo>
                <a:cubicBezTo>
                  <a:pt x="152644" y="39098"/>
                  <a:pt x="153420" y="40844"/>
                  <a:pt x="153420" y="42527"/>
                </a:cubicBezTo>
                <a:cubicBezTo>
                  <a:pt x="153420" y="44588"/>
                  <a:pt x="152674" y="46344"/>
                  <a:pt x="151182" y="47795"/>
                </a:cubicBezTo>
                <a:cubicBezTo>
                  <a:pt x="149691" y="49246"/>
                  <a:pt x="147739" y="49972"/>
                  <a:pt x="145328" y="49972"/>
                </a:cubicBezTo>
                <a:cubicBezTo>
                  <a:pt x="142753" y="49972"/>
                  <a:pt x="140597" y="49173"/>
                  <a:pt x="138860" y="47574"/>
                </a:cubicBezTo>
                <a:cubicBezTo>
                  <a:pt x="137123" y="45976"/>
                  <a:pt x="136255" y="44104"/>
                  <a:pt x="136255" y="41959"/>
                </a:cubicBezTo>
                <a:cubicBezTo>
                  <a:pt x="136255" y="38930"/>
                  <a:pt x="137420" y="36038"/>
                  <a:pt x="139749" y="33283"/>
                </a:cubicBezTo>
                <a:cubicBezTo>
                  <a:pt x="142079" y="30528"/>
                  <a:pt x="145328" y="28414"/>
                  <a:pt x="149497" y="26942"/>
                </a:cubicBezTo>
                <a:cubicBezTo>
                  <a:pt x="153665" y="25470"/>
                  <a:pt x="157997" y="24734"/>
                  <a:pt x="162493" y="24734"/>
                </a:cubicBezTo>
                <a:cubicBezTo>
                  <a:pt x="167929" y="24734"/>
                  <a:pt x="172230" y="25925"/>
                  <a:pt x="175398" y="28308"/>
                </a:cubicBezTo>
                <a:cubicBezTo>
                  <a:pt x="178565" y="30690"/>
                  <a:pt x="180619" y="33273"/>
                  <a:pt x="181559" y="36055"/>
                </a:cubicBezTo>
                <a:cubicBezTo>
                  <a:pt x="182131" y="37826"/>
                  <a:pt x="182417" y="41894"/>
                  <a:pt x="182417" y="48260"/>
                </a:cubicBezTo>
                <a:lnTo>
                  <a:pt x="182417" y="71217"/>
                </a:lnTo>
                <a:cubicBezTo>
                  <a:pt x="182417" y="73916"/>
                  <a:pt x="182519" y="75614"/>
                  <a:pt x="182724" y="76310"/>
                </a:cubicBezTo>
                <a:cubicBezTo>
                  <a:pt x="182928" y="77006"/>
                  <a:pt x="183235" y="77522"/>
                  <a:pt x="183643" y="77860"/>
                </a:cubicBezTo>
                <a:cubicBezTo>
                  <a:pt x="184052" y="78197"/>
                  <a:pt x="184522" y="78365"/>
                  <a:pt x="185053" y="78365"/>
                </a:cubicBezTo>
                <a:cubicBezTo>
                  <a:pt x="186116" y="78365"/>
                  <a:pt x="187199" y="77587"/>
                  <a:pt x="188302" y="76030"/>
                </a:cubicBezTo>
                <a:lnTo>
                  <a:pt x="190141" y="77545"/>
                </a:lnTo>
                <a:cubicBezTo>
                  <a:pt x="188098" y="80658"/>
                  <a:pt x="185983" y="82918"/>
                  <a:pt x="183796" y="84328"/>
                </a:cubicBezTo>
                <a:cubicBezTo>
                  <a:pt x="181610" y="85737"/>
                  <a:pt x="179127" y="86441"/>
                  <a:pt x="176348" y="86441"/>
                </a:cubicBezTo>
                <a:cubicBezTo>
                  <a:pt x="173078" y="86441"/>
                  <a:pt x="170524" y="85647"/>
                  <a:pt x="168685" y="84059"/>
                </a:cubicBezTo>
                <a:cubicBezTo>
                  <a:pt x="166846" y="82472"/>
                  <a:pt x="165722" y="80069"/>
                  <a:pt x="165313" y="76851"/>
                </a:cubicBezTo>
                <a:moveTo>
                  <a:pt x="165313" y="72182"/>
                </a:moveTo>
                <a:lnTo>
                  <a:pt x="165313" y="52444"/>
                </a:lnTo>
                <a:cubicBezTo>
                  <a:pt x="160368" y="55445"/>
                  <a:pt x="156690" y="58658"/>
                  <a:pt x="154278" y="62082"/>
                </a:cubicBezTo>
                <a:cubicBezTo>
                  <a:pt x="152684" y="64364"/>
                  <a:pt x="151887" y="66668"/>
                  <a:pt x="151887" y="68993"/>
                </a:cubicBezTo>
                <a:cubicBezTo>
                  <a:pt x="151887" y="70937"/>
                  <a:pt x="152562" y="72650"/>
                  <a:pt x="153910" y="74130"/>
                </a:cubicBezTo>
                <a:cubicBezTo>
                  <a:pt x="154932" y="75271"/>
                  <a:pt x="156363" y="75841"/>
                  <a:pt x="158202" y="75841"/>
                </a:cubicBezTo>
                <a:cubicBezTo>
                  <a:pt x="160245" y="75841"/>
                  <a:pt x="162616" y="74621"/>
                  <a:pt x="165313" y="72182"/>
                </a:cubicBezTo>
                <a:close/>
                <a:moveTo>
                  <a:pt x="219199" y="4795"/>
                </a:moveTo>
                <a:lnTo>
                  <a:pt x="219199" y="26500"/>
                </a:lnTo>
                <a:lnTo>
                  <a:pt x="232809" y="26500"/>
                </a:lnTo>
                <a:lnTo>
                  <a:pt x="232809" y="32684"/>
                </a:lnTo>
                <a:lnTo>
                  <a:pt x="219199" y="32684"/>
                </a:lnTo>
                <a:lnTo>
                  <a:pt x="219199" y="69189"/>
                </a:lnTo>
                <a:cubicBezTo>
                  <a:pt x="219199" y="72605"/>
                  <a:pt x="219353" y="74809"/>
                  <a:pt x="219659" y="75800"/>
                </a:cubicBezTo>
                <a:cubicBezTo>
                  <a:pt x="219966" y="76791"/>
                  <a:pt x="220507" y="77593"/>
                  <a:pt x="221284" y="78205"/>
                </a:cubicBezTo>
                <a:cubicBezTo>
                  <a:pt x="222060" y="78817"/>
                  <a:pt x="222775" y="79122"/>
                  <a:pt x="223429" y="79122"/>
                </a:cubicBezTo>
                <a:cubicBezTo>
                  <a:pt x="226086" y="79122"/>
                  <a:pt x="228599" y="77019"/>
                  <a:pt x="230970" y="72813"/>
                </a:cubicBezTo>
                <a:lnTo>
                  <a:pt x="232809" y="74215"/>
                </a:lnTo>
                <a:cubicBezTo>
                  <a:pt x="229498" y="82366"/>
                  <a:pt x="224124" y="86441"/>
                  <a:pt x="216686" y="86441"/>
                </a:cubicBezTo>
                <a:cubicBezTo>
                  <a:pt x="213048" y="86441"/>
                  <a:pt x="209973" y="85397"/>
                  <a:pt x="207459" y="83308"/>
                </a:cubicBezTo>
                <a:cubicBezTo>
                  <a:pt x="204946" y="81218"/>
                  <a:pt x="203342" y="78886"/>
                  <a:pt x="202647" y="76310"/>
                </a:cubicBezTo>
                <a:cubicBezTo>
                  <a:pt x="202238" y="74875"/>
                  <a:pt x="202034" y="70991"/>
                  <a:pt x="202034" y="64659"/>
                </a:cubicBezTo>
                <a:lnTo>
                  <a:pt x="202034" y="32684"/>
                </a:lnTo>
                <a:lnTo>
                  <a:pt x="194555" y="32684"/>
                </a:lnTo>
                <a:lnTo>
                  <a:pt x="194555" y="30469"/>
                </a:lnTo>
                <a:cubicBezTo>
                  <a:pt x="199704" y="26718"/>
                  <a:pt x="204088" y="22776"/>
                  <a:pt x="207705" y="18645"/>
                </a:cubicBezTo>
                <a:cubicBezTo>
                  <a:pt x="211322" y="14513"/>
                  <a:pt x="214479" y="9897"/>
                  <a:pt x="217176" y="4795"/>
                </a:cubicBezTo>
                <a:lnTo>
                  <a:pt x="219199" y="4795"/>
                </a:lnTo>
                <a:close/>
                <a:moveTo>
                  <a:pt x="294413" y="26500"/>
                </a:moveTo>
                <a:lnTo>
                  <a:pt x="294413" y="72686"/>
                </a:lnTo>
                <a:cubicBezTo>
                  <a:pt x="294413" y="77215"/>
                  <a:pt x="294822" y="80040"/>
                  <a:pt x="295640" y="81161"/>
                </a:cubicBezTo>
                <a:cubicBezTo>
                  <a:pt x="296457" y="82282"/>
                  <a:pt x="298112" y="82991"/>
                  <a:pt x="300605" y="83287"/>
                </a:cubicBezTo>
                <a:lnTo>
                  <a:pt x="300605" y="85558"/>
                </a:lnTo>
                <a:lnTo>
                  <a:pt x="277248" y="85558"/>
                </a:lnTo>
                <a:lnTo>
                  <a:pt x="277248" y="77671"/>
                </a:lnTo>
                <a:cubicBezTo>
                  <a:pt x="274510" y="81036"/>
                  <a:pt x="271772" y="83486"/>
                  <a:pt x="269033" y="85022"/>
                </a:cubicBezTo>
                <a:cubicBezTo>
                  <a:pt x="266295" y="86557"/>
                  <a:pt x="263230" y="87325"/>
                  <a:pt x="259838" y="87325"/>
                </a:cubicBezTo>
                <a:cubicBezTo>
                  <a:pt x="256609" y="87325"/>
                  <a:pt x="253738" y="86305"/>
                  <a:pt x="251224" y="84264"/>
                </a:cubicBezTo>
                <a:cubicBezTo>
                  <a:pt x="248711" y="82224"/>
                  <a:pt x="247025" y="79837"/>
                  <a:pt x="246167" y="77103"/>
                </a:cubicBezTo>
                <a:cubicBezTo>
                  <a:pt x="245308" y="74369"/>
                  <a:pt x="244879" y="69595"/>
                  <a:pt x="244879" y="62780"/>
                </a:cubicBezTo>
                <a:lnTo>
                  <a:pt x="244879" y="39372"/>
                </a:lnTo>
                <a:cubicBezTo>
                  <a:pt x="244879" y="34859"/>
                  <a:pt x="244481" y="32049"/>
                  <a:pt x="243684" y="30943"/>
                </a:cubicBezTo>
                <a:cubicBezTo>
                  <a:pt x="242887" y="29836"/>
                  <a:pt x="241222" y="29112"/>
                  <a:pt x="238688" y="28772"/>
                </a:cubicBezTo>
                <a:lnTo>
                  <a:pt x="238688" y="26500"/>
                </a:lnTo>
                <a:lnTo>
                  <a:pt x="262045" y="26500"/>
                </a:lnTo>
                <a:lnTo>
                  <a:pt x="262045" y="66868"/>
                </a:lnTo>
                <a:cubicBezTo>
                  <a:pt x="262045" y="71079"/>
                  <a:pt x="262239" y="73796"/>
                  <a:pt x="262627" y="75017"/>
                </a:cubicBezTo>
                <a:cubicBezTo>
                  <a:pt x="263015" y="76238"/>
                  <a:pt x="263628" y="77165"/>
                  <a:pt x="264466" y="77797"/>
                </a:cubicBezTo>
                <a:cubicBezTo>
                  <a:pt x="265304" y="78428"/>
                  <a:pt x="266275" y="78744"/>
                  <a:pt x="267378" y="78744"/>
                </a:cubicBezTo>
                <a:cubicBezTo>
                  <a:pt x="268849" y="78744"/>
                  <a:pt x="270178" y="78344"/>
                  <a:pt x="271363" y="77545"/>
                </a:cubicBezTo>
                <a:cubicBezTo>
                  <a:pt x="272998" y="76451"/>
                  <a:pt x="274959" y="74243"/>
                  <a:pt x="277248" y="70920"/>
                </a:cubicBezTo>
                <a:lnTo>
                  <a:pt x="277248" y="39372"/>
                </a:lnTo>
                <a:cubicBezTo>
                  <a:pt x="277248" y="34859"/>
                  <a:pt x="276850" y="32049"/>
                  <a:pt x="276053" y="30943"/>
                </a:cubicBezTo>
                <a:cubicBezTo>
                  <a:pt x="275256" y="29836"/>
                  <a:pt x="273590" y="29112"/>
                  <a:pt x="271056" y="28772"/>
                </a:cubicBezTo>
                <a:lnTo>
                  <a:pt x="271056" y="26500"/>
                </a:lnTo>
                <a:lnTo>
                  <a:pt x="294413" y="26500"/>
                </a:lnTo>
                <a:close/>
                <a:moveTo>
                  <a:pt x="332346" y="26500"/>
                </a:moveTo>
                <a:lnTo>
                  <a:pt x="332346" y="39877"/>
                </a:lnTo>
                <a:cubicBezTo>
                  <a:pt x="336147" y="33777"/>
                  <a:pt x="339478" y="29729"/>
                  <a:pt x="342339" y="27731"/>
                </a:cubicBezTo>
                <a:cubicBezTo>
                  <a:pt x="345200" y="25733"/>
                  <a:pt x="347958" y="24734"/>
                  <a:pt x="350615" y="24734"/>
                </a:cubicBezTo>
                <a:cubicBezTo>
                  <a:pt x="352903" y="24734"/>
                  <a:pt x="354732" y="25462"/>
                  <a:pt x="356102" y="26918"/>
                </a:cubicBezTo>
                <a:cubicBezTo>
                  <a:pt x="357471" y="28375"/>
                  <a:pt x="358155" y="30433"/>
                  <a:pt x="358155" y="33092"/>
                </a:cubicBezTo>
                <a:cubicBezTo>
                  <a:pt x="358155" y="35921"/>
                  <a:pt x="357491" y="38116"/>
                  <a:pt x="356163" y="39679"/>
                </a:cubicBezTo>
                <a:cubicBezTo>
                  <a:pt x="354835" y="41241"/>
                  <a:pt x="353230" y="42022"/>
                  <a:pt x="351350" y="42022"/>
                </a:cubicBezTo>
                <a:cubicBezTo>
                  <a:pt x="349184" y="42022"/>
                  <a:pt x="347304" y="41307"/>
                  <a:pt x="345710" y="39877"/>
                </a:cubicBezTo>
                <a:cubicBezTo>
                  <a:pt x="344116" y="38446"/>
                  <a:pt x="343176" y="37647"/>
                  <a:pt x="342890" y="37479"/>
                </a:cubicBezTo>
                <a:cubicBezTo>
                  <a:pt x="342482" y="37227"/>
                  <a:pt x="342012" y="37100"/>
                  <a:pt x="341480" y="37100"/>
                </a:cubicBezTo>
                <a:cubicBezTo>
                  <a:pt x="340295" y="37100"/>
                  <a:pt x="339171" y="37563"/>
                  <a:pt x="338109" y="38488"/>
                </a:cubicBezTo>
                <a:cubicBezTo>
                  <a:pt x="336433" y="39919"/>
                  <a:pt x="335166" y="41959"/>
                  <a:pt x="334308" y="44609"/>
                </a:cubicBezTo>
                <a:cubicBezTo>
                  <a:pt x="333000" y="48689"/>
                  <a:pt x="332346" y="53190"/>
                  <a:pt x="332346" y="58111"/>
                </a:cubicBezTo>
                <a:lnTo>
                  <a:pt x="332346" y="71677"/>
                </a:lnTo>
                <a:lnTo>
                  <a:pt x="332407" y="75210"/>
                </a:lnTo>
                <a:cubicBezTo>
                  <a:pt x="332407" y="77608"/>
                  <a:pt x="332550" y="79143"/>
                  <a:pt x="332836" y="79816"/>
                </a:cubicBezTo>
                <a:cubicBezTo>
                  <a:pt x="333327" y="80952"/>
                  <a:pt x="334052" y="81783"/>
                  <a:pt x="335013" y="82309"/>
                </a:cubicBezTo>
                <a:cubicBezTo>
                  <a:pt x="335973" y="82834"/>
                  <a:pt x="337598" y="83160"/>
                  <a:pt x="339886" y="83287"/>
                </a:cubicBezTo>
                <a:lnTo>
                  <a:pt x="339886" y="85558"/>
                </a:lnTo>
                <a:lnTo>
                  <a:pt x="308928" y="85558"/>
                </a:lnTo>
                <a:lnTo>
                  <a:pt x="308928" y="83287"/>
                </a:lnTo>
                <a:cubicBezTo>
                  <a:pt x="311421" y="83076"/>
                  <a:pt x="313107" y="82372"/>
                  <a:pt x="313985" y="81173"/>
                </a:cubicBezTo>
                <a:cubicBezTo>
                  <a:pt x="314864" y="79974"/>
                  <a:pt x="315303" y="76809"/>
                  <a:pt x="315303" y="71677"/>
                </a:cubicBezTo>
                <a:lnTo>
                  <a:pt x="315303" y="38993"/>
                </a:lnTo>
                <a:cubicBezTo>
                  <a:pt x="315303" y="35607"/>
                  <a:pt x="315140" y="33449"/>
                  <a:pt x="314813" y="32518"/>
                </a:cubicBezTo>
                <a:cubicBezTo>
                  <a:pt x="314404" y="31332"/>
                  <a:pt x="313812" y="30465"/>
                  <a:pt x="313035" y="29915"/>
                </a:cubicBezTo>
                <a:cubicBezTo>
                  <a:pt x="312259" y="29365"/>
                  <a:pt x="310889" y="28983"/>
                  <a:pt x="308928" y="28772"/>
                </a:cubicBezTo>
                <a:lnTo>
                  <a:pt x="308928" y="26500"/>
                </a:lnTo>
                <a:lnTo>
                  <a:pt x="332346" y="26500"/>
                </a:lnTo>
                <a:close/>
                <a:moveTo>
                  <a:pt x="413160" y="53884"/>
                </a:moveTo>
                <a:lnTo>
                  <a:pt x="381711" y="53884"/>
                </a:lnTo>
                <a:cubicBezTo>
                  <a:pt x="382078" y="61729"/>
                  <a:pt x="384101" y="67929"/>
                  <a:pt x="387780" y="72483"/>
                </a:cubicBezTo>
                <a:cubicBezTo>
                  <a:pt x="390600" y="75984"/>
                  <a:pt x="393992" y="77734"/>
                  <a:pt x="397956" y="77734"/>
                </a:cubicBezTo>
                <a:cubicBezTo>
                  <a:pt x="400408" y="77734"/>
                  <a:pt x="402636" y="77029"/>
                  <a:pt x="404638" y="75620"/>
                </a:cubicBezTo>
                <a:cubicBezTo>
                  <a:pt x="406641" y="74211"/>
                  <a:pt x="408787" y="71677"/>
                  <a:pt x="411075" y="68017"/>
                </a:cubicBezTo>
                <a:lnTo>
                  <a:pt x="413160" y="69405"/>
                </a:lnTo>
                <a:cubicBezTo>
                  <a:pt x="410054" y="75925"/>
                  <a:pt x="406621" y="80542"/>
                  <a:pt x="402861" y="83255"/>
                </a:cubicBezTo>
                <a:cubicBezTo>
                  <a:pt x="399101" y="85968"/>
                  <a:pt x="394748" y="87325"/>
                  <a:pt x="389803" y="87325"/>
                </a:cubicBezTo>
                <a:cubicBezTo>
                  <a:pt x="381302" y="87325"/>
                  <a:pt x="374865" y="83956"/>
                  <a:pt x="370492" y="77219"/>
                </a:cubicBezTo>
                <a:cubicBezTo>
                  <a:pt x="366977" y="71788"/>
                  <a:pt x="365220" y="65051"/>
                  <a:pt x="365220" y="57009"/>
                </a:cubicBezTo>
                <a:cubicBezTo>
                  <a:pt x="365220" y="47156"/>
                  <a:pt x="367805" y="39313"/>
                  <a:pt x="372975" y="33482"/>
                </a:cubicBezTo>
                <a:cubicBezTo>
                  <a:pt x="378145" y="27650"/>
                  <a:pt x="384204" y="24734"/>
                  <a:pt x="391151" y="24734"/>
                </a:cubicBezTo>
                <a:cubicBezTo>
                  <a:pt x="396955" y="24734"/>
                  <a:pt x="401992" y="27184"/>
                  <a:pt x="406263" y="32084"/>
                </a:cubicBezTo>
                <a:cubicBezTo>
                  <a:pt x="410534" y="36985"/>
                  <a:pt x="412833" y="44251"/>
                  <a:pt x="413160" y="53884"/>
                </a:cubicBezTo>
                <a:moveTo>
                  <a:pt x="398079" y="49720"/>
                </a:moveTo>
                <a:cubicBezTo>
                  <a:pt x="398079" y="42947"/>
                  <a:pt x="397721" y="38299"/>
                  <a:pt x="397006" y="35775"/>
                </a:cubicBezTo>
                <a:cubicBezTo>
                  <a:pt x="396291" y="33252"/>
                  <a:pt x="395177" y="31338"/>
                  <a:pt x="393665" y="30034"/>
                </a:cubicBezTo>
                <a:cubicBezTo>
                  <a:pt x="392807" y="29276"/>
                  <a:pt x="391662" y="28898"/>
                  <a:pt x="390232" y="28898"/>
                </a:cubicBezTo>
                <a:cubicBezTo>
                  <a:pt x="388107" y="28898"/>
                  <a:pt x="386370" y="29971"/>
                  <a:pt x="385021" y="32116"/>
                </a:cubicBezTo>
                <a:cubicBezTo>
                  <a:pt x="382610" y="35859"/>
                  <a:pt x="381404" y="40991"/>
                  <a:pt x="381404" y="47511"/>
                </a:cubicBezTo>
                <a:lnTo>
                  <a:pt x="381404" y="49720"/>
                </a:lnTo>
                <a:lnTo>
                  <a:pt x="398079" y="497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54A4D-80FB-41BE-A1FD-85D190D2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31" y="2491495"/>
            <a:ext cx="2952788" cy="208796"/>
          </a:xfrm>
          <a:custGeom xmlns:a="http://schemas.openxmlformats.org/drawingml/2006/main">
            <a:pathLst>
              <a:path w="2952788" h="208796">
                <a:moveTo>
                  <a:pt x="0" y="0"/>
                </a:moveTo>
                <a:lnTo>
                  <a:pt x="2952788" y="0"/>
                </a:lnTo>
                <a:lnTo>
                  <a:pt x="2952788" y="208796"/>
                </a:lnTo>
                <a:lnTo>
                  <a:pt x="0" y="2087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④TextSimilarity(6)">
            <a:extLst xmlns:a="http://schemas.openxmlformats.org/drawingml/2006/main">
              <a:ext uri="{FF2B5EF4-FFF2-40B4-BE49-F238E27FC236}">
                <a16:creationId xmlns:a16="http://schemas.microsoft.com/office/drawing/2014/main" id="{B7AE2DFF-6831-4B27-92B8-6CB54310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833" y="2541418"/>
            <a:ext cx="1147464" cy="129977"/>
          </a:xfrm>
          <a:custGeom xmlns:a="http://schemas.openxmlformats.org/drawingml/2006/main">
            <a:pathLst>
              <a:path w="1147464" h="129977">
                <a:moveTo>
                  <a:pt x="61366" y="0"/>
                </a:moveTo>
                <a:cubicBezTo>
                  <a:pt x="98721" y="3577"/>
                  <a:pt x="119135" y="24514"/>
                  <a:pt x="122609" y="62812"/>
                </a:cubicBezTo>
                <a:cubicBezTo>
                  <a:pt x="119094" y="101026"/>
                  <a:pt x="98680" y="121942"/>
                  <a:pt x="61366" y="125561"/>
                </a:cubicBezTo>
                <a:cubicBezTo>
                  <a:pt x="23929" y="122026"/>
                  <a:pt x="3474" y="101110"/>
                  <a:pt x="0" y="62812"/>
                </a:cubicBezTo>
                <a:cubicBezTo>
                  <a:pt x="3474" y="24472"/>
                  <a:pt x="23929" y="3535"/>
                  <a:pt x="61366" y="0"/>
                </a:cubicBezTo>
                <a:moveTo>
                  <a:pt x="61366" y="6436"/>
                </a:moveTo>
                <a:cubicBezTo>
                  <a:pt x="28221" y="9676"/>
                  <a:pt x="10095" y="28468"/>
                  <a:pt x="6989" y="62812"/>
                </a:cubicBezTo>
                <a:cubicBezTo>
                  <a:pt x="10095" y="97156"/>
                  <a:pt x="28221" y="115948"/>
                  <a:pt x="61366" y="119188"/>
                </a:cubicBezTo>
                <a:cubicBezTo>
                  <a:pt x="94511" y="115948"/>
                  <a:pt x="112637" y="97156"/>
                  <a:pt x="115743" y="62812"/>
                </a:cubicBezTo>
                <a:cubicBezTo>
                  <a:pt x="112637" y="28468"/>
                  <a:pt x="94511" y="9676"/>
                  <a:pt x="61366" y="6436"/>
                </a:cubicBezTo>
                <a:moveTo>
                  <a:pt x="64370" y="107894"/>
                </a:moveTo>
                <a:lnTo>
                  <a:pt x="64370" y="86441"/>
                </a:lnTo>
                <a:lnTo>
                  <a:pt x="25687" y="86441"/>
                </a:lnTo>
                <a:lnTo>
                  <a:pt x="25687" y="77040"/>
                </a:lnTo>
                <a:lnTo>
                  <a:pt x="66025" y="17730"/>
                </a:lnTo>
                <a:lnTo>
                  <a:pt x="76569" y="17730"/>
                </a:lnTo>
                <a:lnTo>
                  <a:pt x="76569" y="75841"/>
                </a:lnTo>
                <a:lnTo>
                  <a:pt x="88340" y="75841"/>
                </a:lnTo>
                <a:lnTo>
                  <a:pt x="88340" y="86441"/>
                </a:lnTo>
                <a:lnTo>
                  <a:pt x="76569" y="86441"/>
                </a:lnTo>
                <a:lnTo>
                  <a:pt x="76569" y="107894"/>
                </a:lnTo>
                <a:lnTo>
                  <a:pt x="64370" y="107894"/>
                </a:lnTo>
                <a:moveTo>
                  <a:pt x="64370" y="38867"/>
                </a:moveTo>
                <a:lnTo>
                  <a:pt x="39541" y="75841"/>
                </a:lnTo>
                <a:lnTo>
                  <a:pt x="64370" y="75841"/>
                </a:lnTo>
                <a:lnTo>
                  <a:pt x="64370" y="38867"/>
                </a:lnTo>
                <a:close/>
                <a:moveTo>
                  <a:pt x="234735" y="16531"/>
                </a:moveTo>
                <a:lnTo>
                  <a:pt x="234735" y="39750"/>
                </a:lnTo>
                <a:lnTo>
                  <a:pt x="232528" y="39750"/>
                </a:lnTo>
                <a:cubicBezTo>
                  <a:pt x="231220" y="34390"/>
                  <a:pt x="229769" y="30538"/>
                  <a:pt x="228175" y="28196"/>
                </a:cubicBezTo>
                <a:cubicBezTo>
                  <a:pt x="226581" y="25854"/>
                  <a:pt x="224395" y="23986"/>
                  <a:pt x="221616" y="22592"/>
                </a:cubicBezTo>
                <a:cubicBezTo>
                  <a:pt x="220063" y="21832"/>
                  <a:pt x="217345" y="21453"/>
                  <a:pt x="213462" y="21453"/>
                </a:cubicBezTo>
                <a:lnTo>
                  <a:pt x="207270" y="21453"/>
                </a:lnTo>
                <a:lnTo>
                  <a:pt x="207270" y="87451"/>
                </a:lnTo>
                <a:cubicBezTo>
                  <a:pt x="207270" y="91848"/>
                  <a:pt x="207505" y="94596"/>
                  <a:pt x="207975" y="95697"/>
                </a:cubicBezTo>
                <a:cubicBezTo>
                  <a:pt x="208445" y="96796"/>
                  <a:pt x="209365" y="97757"/>
                  <a:pt x="210734" y="98581"/>
                </a:cubicBezTo>
                <a:cubicBezTo>
                  <a:pt x="212103" y="99406"/>
                  <a:pt x="213973" y="99818"/>
                  <a:pt x="216343" y="99818"/>
                </a:cubicBezTo>
                <a:lnTo>
                  <a:pt x="219102" y="99818"/>
                </a:lnTo>
                <a:lnTo>
                  <a:pt x="219102" y="102089"/>
                </a:lnTo>
                <a:lnTo>
                  <a:pt x="175576" y="102089"/>
                </a:lnTo>
                <a:lnTo>
                  <a:pt x="175576" y="99818"/>
                </a:lnTo>
                <a:lnTo>
                  <a:pt x="178335" y="99818"/>
                </a:lnTo>
                <a:cubicBezTo>
                  <a:pt x="180746" y="99818"/>
                  <a:pt x="182687" y="99374"/>
                  <a:pt x="184159" y="98487"/>
                </a:cubicBezTo>
                <a:cubicBezTo>
                  <a:pt x="185221" y="97894"/>
                  <a:pt x="186059" y="96879"/>
                  <a:pt x="186672" y="95442"/>
                </a:cubicBezTo>
                <a:cubicBezTo>
                  <a:pt x="187122" y="94428"/>
                  <a:pt x="187346" y="91764"/>
                  <a:pt x="187346" y="87451"/>
                </a:cubicBezTo>
                <a:lnTo>
                  <a:pt x="187346" y="21453"/>
                </a:lnTo>
                <a:lnTo>
                  <a:pt x="181339" y="21453"/>
                </a:lnTo>
                <a:cubicBezTo>
                  <a:pt x="175739" y="21453"/>
                  <a:pt x="171673" y="22676"/>
                  <a:pt x="169139" y="25124"/>
                </a:cubicBezTo>
                <a:cubicBezTo>
                  <a:pt x="165583" y="28543"/>
                  <a:pt x="163335" y="33418"/>
                  <a:pt x="162395" y="39750"/>
                </a:cubicBezTo>
                <a:lnTo>
                  <a:pt x="160066" y="39750"/>
                </a:lnTo>
                <a:lnTo>
                  <a:pt x="160066" y="16531"/>
                </a:lnTo>
                <a:lnTo>
                  <a:pt x="234735" y="16531"/>
                </a:lnTo>
                <a:close/>
                <a:moveTo>
                  <a:pt x="291264" y="70415"/>
                </a:moveTo>
                <a:lnTo>
                  <a:pt x="259815" y="70415"/>
                </a:lnTo>
                <a:cubicBezTo>
                  <a:pt x="260183" y="78260"/>
                  <a:pt x="262206" y="84460"/>
                  <a:pt x="265884" y="89014"/>
                </a:cubicBezTo>
                <a:cubicBezTo>
                  <a:pt x="268704" y="92515"/>
                  <a:pt x="272096" y="94265"/>
                  <a:pt x="276061" y="94265"/>
                </a:cubicBezTo>
                <a:cubicBezTo>
                  <a:pt x="278513" y="94265"/>
                  <a:pt x="280740" y="93561"/>
                  <a:pt x="282743" y="92151"/>
                </a:cubicBezTo>
                <a:cubicBezTo>
                  <a:pt x="284746" y="90742"/>
                  <a:pt x="286891" y="88208"/>
                  <a:pt x="289180" y="84548"/>
                </a:cubicBezTo>
                <a:lnTo>
                  <a:pt x="291264" y="85937"/>
                </a:lnTo>
                <a:cubicBezTo>
                  <a:pt x="288158" y="92456"/>
                  <a:pt x="284725" y="97073"/>
                  <a:pt x="280965" y="99786"/>
                </a:cubicBezTo>
                <a:cubicBezTo>
                  <a:pt x="277205" y="102499"/>
                  <a:pt x="272853" y="103856"/>
                  <a:pt x="267907" y="103856"/>
                </a:cubicBezTo>
                <a:cubicBezTo>
                  <a:pt x="259406" y="103856"/>
                  <a:pt x="252969" y="100487"/>
                  <a:pt x="248596" y="93751"/>
                </a:cubicBezTo>
                <a:cubicBezTo>
                  <a:pt x="245082" y="88319"/>
                  <a:pt x="243324" y="81582"/>
                  <a:pt x="243324" y="73540"/>
                </a:cubicBezTo>
                <a:cubicBezTo>
                  <a:pt x="243324" y="63687"/>
                  <a:pt x="245909" y="55844"/>
                  <a:pt x="251079" y="50013"/>
                </a:cubicBezTo>
                <a:cubicBezTo>
                  <a:pt x="256249" y="44181"/>
                  <a:pt x="262308" y="41265"/>
                  <a:pt x="269256" y="41265"/>
                </a:cubicBezTo>
                <a:cubicBezTo>
                  <a:pt x="275060" y="41265"/>
                  <a:pt x="280097" y="43715"/>
                  <a:pt x="284368" y="48615"/>
                </a:cubicBezTo>
                <a:cubicBezTo>
                  <a:pt x="288638" y="53516"/>
                  <a:pt x="290937" y="60782"/>
                  <a:pt x="291264" y="70415"/>
                </a:cubicBezTo>
                <a:moveTo>
                  <a:pt x="276183" y="66251"/>
                </a:moveTo>
                <a:cubicBezTo>
                  <a:pt x="276183" y="59478"/>
                  <a:pt x="275826" y="54830"/>
                  <a:pt x="275111" y="52306"/>
                </a:cubicBezTo>
                <a:cubicBezTo>
                  <a:pt x="274395" y="49783"/>
                  <a:pt x="273282" y="47869"/>
                  <a:pt x="271770" y="46565"/>
                </a:cubicBezTo>
                <a:cubicBezTo>
                  <a:pt x="270911" y="45808"/>
                  <a:pt x="269767" y="45429"/>
                  <a:pt x="268336" y="45429"/>
                </a:cubicBezTo>
                <a:cubicBezTo>
                  <a:pt x="266211" y="45429"/>
                  <a:pt x="264474" y="46502"/>
                  <a:pt x="263126" y="48647"/>
                </a:cubicBezTo>
                <a:cubicBezTo>
                  <a:pt x="260714" y="52391"/>
                  <a:pt x="259509" y="57522"/>
                  <a:pt x="259509" y="64042"/>
                </a:cubicBezTo>
                <a:lnTo>
                  <a:pt x="259509" y="66251"/>
                </a:lnTo>
                <a:lnTo>
                  <a:pt x="276183" y="66251"/>
                </a:lnTo>
                <a:close/>
                <a:moveTo>
                  <a:pt x="332400" y="65900"/>
                </a:moveTo>
                <a:lnTo>
                  <a:pt x="342590" y="85373"/>
                </a:lnTo>
                <a:cubicBezTo>
                  <a:pt x="346023" y="92144"/>
                  <a:pt x="348741" y="96433"/>
                  <a:pt x="350744" y="98240"/>
                </a:cubicBezTo>
                <a:cubicBezTo>
                  <a:pt x="351847" y="99208"/>
                  <a:pt x="353360" y="99733"/>
                  <a:pt x="355280" y="99818"/>
                </a:cubicBezTo>
                <a:lnTo>
                  <a:pt x="355280" y="102089"/>
                </a:lnTo>
                <a:lnTo>
                  <a:pt x="323341" y="102089"/>
                </a:lnTo>
                <a:lnTo>
                  <a:pt x="323341" y="99818"/>
                </a:lnTo>
                <a:cubicBezTo>
                  <a:pt x="325834" y="99607"/>
                  <a:pt x="327377" y="99271"/>
                  <a:pt x="327969" y="98808"/>
                </a:cubicBezTo>
                <a:cubicBezTo>
                  <a:pt x="328562" y="98344"/>
                  <a:pt x="328858" y="97712"/>
                  <a:pt x="328858" y="96911"/>
                </a:cubicBezTo>
                <a:cubicBezTo>
                  <a:pt x="328858" y="95732"/>
                  <a:pt x="328204" y="93879"/>
                  <a:pt x="326896" y="91351"/>
                </a:cubicBezTo>
                <a:lnTo>
                  <a:pt x="321892" y="81788"/>
                </a:lnTo>
                <a:lnTo>
                  <a:pt x="317701" y="88129"/>
                </a:lnTo>
                <a:cubicBezTo>
                  <a:pt x="315780" y="91035"/>
                  <a:pt x="314697" y="92763"/>
                  <a:pt x="314452" y="93311"/>
                </a:cubicBezTo>
                <a:cubicBezTo>
                  <a:pt x="314125" y="94110"/>
                  <a:pt x="313961" y="94826"/>
                  <a:pt x="313961" y="95458"/>
                </a:cubicBezTo>
                <a:cubicBezTo>
                  <a:pt x="313961" y="96427"/>
                  <a:pt x="314155" y="97238"/>
                  <a:pt x="314544" y="97891"/>
                </a:cubicBezTo>
                <a:cubicBezTo>
                  <a:pt x="314932" y="98543"/>
                  <a:pt x="315463" y="99028"/>
                  <a:pt x="316137" y="99344"/>
                </a:cubicBezTo>
                <a:cubicBezTo>
                  <a:pt x="316812" y="99660"/>
                  <a:pt x="318048" y="99818"/>
                  <a:pt x="319846" y="99818"/>
                </a:cubicBezTo>
                <a:lnTo>
                  <a:pt x="319846" y="102089"/>
                </a:lnTo>
                <a:lnTo>
                  <a:pt x="297409" y="102089"/>
                </a:lnTo>
                <a:lnTo>
                  <a:pt x="297409" y="99818"/>
                </a:lnTo>
                <a:cubicBezTo>
                  <a:pt x="300188" y="99818"/>
                  <a:pt x="302732" y="99028"/>
                  <a:pt x="305041" y="97450"/>
                </a:cubicBezTo>
                <a:cubicBezTo>
                  <a:pt x="307350" y="95870"/>
                  <a:pt x="310712" y="91732"/>
                  <a:pt x="315126" y="85037"/>
                </a:cubicBezTo>
                <a:lnTo>
                  <a:pt x="319856" y="77894"/>
                </a:lnTo>
                <a:lnTo>
                  <a:pt x="309976" y="59012"/>
                </a:lnTo>
                <a:cubicBezTo>
                  <a:pt x="306748" y="52834"/>
                  <a:pt x="304336" y="49047"/>
                  <a:pt x="302742" y="47651"/>
                </a:cubicBezTo>
                <a:cubicBezTo>
                  <a:pt x="301148" y="46255"/>
                  <a:pt x="299371" y="45472"/>
                  <a:pt x="297409" y="45303"/>
                </a:cubicBezTo>
                <a:lnTo>
                  <a:pt x="297409" y="43031"/>
                </a:lnTo>
                <a:lnTo>
                  <a:pt x="329165" y="43031"/>
                </a:lnTo>
                <a:lnTo>
                  <a:pt x="329165" y="45303"/>
                </a:lnTo>
                <a:lnTo>
                  <a:pt x="327509" y="45366"/>
                </a:lnTo>
                <a:lnTo>
                  <a:pt x="324322" y="46513"/>
                </a:lnTo>
                <a:cubicBezTo>
                  <a:pt x="323995" y="46811"/>
                  <a:pt x="323831" y="47299"/>
                  <a:pt x="323831" y="47978"/>
                </a:cubicBezTo>
                <a:cubicBezTo>
                  <a:pt x="323831" y="48615"/>
                  <a:pt x="323933" y="49273"/>
                  <a:pt x="324138" y="49952"/>
                </a:cubicBezTo>
                <a:cubicBezTo>
                  <a:pt x="324260" y="50249"/>
                  <a:pt x="324832" y="51396"/>
                  <a:pt x="325854" y="53391"/>
                </a:cubicBezTo>
                <a:lnTo>
                  <a:pt x="330368" y="62015"/>
                </a:lnTo>
                <a:lnTo>
                  <a:pt x="332659" y="58553"/>
                </a:lnTo>
                <a:cubicBezTo>
                  <a:pt x="335929" y="53904"/>
                  <a:pt x="337563" y="50649"/>
                  <a:pt x="337563" y="48789"/>
                </a:cubicBezTo>
                <a:cubicBezTo>
                  <a:pt x="337563" y="47902"/>
                  <a:pt x="337206" y="47152"/>
                  <a:pt x="336491" y="46539"/>
                </a:cubicBezTo>
                <a:cubicBezTo>
                  <a:pt x="335775" y="45927"/>
                  <a:pt x="334498" y="45514"/>
                  <a:pt x="332659" y="45303"/>
                </a:cubicBezTo>
                <a:lnTo>
                  <a:pt x="332659" y="43031"/>
                </a:lnTo>
                <a:lnTo>
                  <a:pt x="352951" y="43031"/>
                </a:lnTo>
                <a:lnTo>
                  <a:pt x="352951" y="45303"/>
                </a:lnTo>
                <a:cubicBezTo>
                  <a:pt x="350458" y="45387"/>
                  <a:pt x="348128" y="46181"/>
                  <a:pt x="345962" y="47685"/>
                </a:cubicBezTo>
                <a:cubicBezTo>
                  <a:pt x="343796" y="49188"/>
                  <a:pt x="341364" y="52101"/>
                  <a:pt x="338667" y="56421"/>
                </a:cubicBezTo>
                <a:lnTo>
                  <a:pt x="332400" y="65900"/>
                </a:lnTo>
                <a:close/>
                <a:moveTo>
                  <a:pt x="384278" y="21326"/>
                </a:moveTo>
                <a:lnTo>
                  <a:pt x="384278" y="43031"/>
                </a:lnTo>
                <a:lnTo>
                  <a:pt x="397887" y="43031"/>
                </a:lnTo>
                <a:lnTo>
                  <a:pt x="397887" y="49215"/>
                </a:lnTo>
                <a:lnTo>
                  <a:pt x="384278" y="49215"/>
                </a:lnTo>
                <a:lnTo>
                  <a:pt x="384278" y="85720"/>
                </a:lnTo>
                <a:cubicBezTo>
                  <a:pt x="384278" y="89136"/>
                  <a:pt x="384431" y="91340"/>
                  <a:pt x="384737" y="92331"/>
                </a:cubicBezTo>
                <a:cubicBezTo>
                  <a:pt x="385044" y="93322"/>
                  <a:pt x="385586" y="94124"/>
                  <a:pt x="386362" y="94736"/>
                </a:cubicBezTo>
                <a:cubicBezTo>
                  <a:pt x="387139" y="95348"/>
                  <a:pt x="387854" y="95653"/>
                  <a:pt x="388508" y="95653"/>
                </a:cubicBezTo>
                <a:cubicBezTo>
                  <a:pt x="391164" y="95653"/>
                  <a:pt x="393678" y="93550"/>
                  <a:pt x="396048" y="89344"/>
                </a:cubicBezTo>
                <a:lnTo>
                  <a:pt x="397887" y="90746"/>
                </a:lnTo>
                <a:cubicBezTo>
                  <a:pt x="394577" y="98897"/>
                  <a:pt x="389203" y="102972"/>
                  <a:pt x="381764" y="102972"/>
                </a:cubicBezTo>
                <a:cubicBezTo>
                  <a:pt x="378127" y="102972"/>
                  <a:pt x="375051" y="101928"/>
                  <a:pt x="372538" y="99839"/>
                </a:cubicBezTo>
                <a:cubicBezTo>
                  <a:pt x="370024" y="97749"/>
                  <a:pt x="368420" y="95417"/>
                  <a:pt x="367725" y="92842"/>
                </a:cubicBezTo>
                <a:cubicBezTo>
                  <a:pt x="367317" y="91406"/>
                  <a:pt x="367112" y="87522"/>
                  <a:pt x="367112" y="81191"/>
                </a:cubicBezTo>
                <a:lnTo>
                  <a:pt x="367112" y="49215"/>
                </a:lnTo>
                <a:lnTo>
                  <a:pt x="359633" y="49215"/>
                </a:lnTo>
                <a:lnTo>
                  <a:pt x="359633" y="47000"/>
                </a:lnTo>
                <a:cubicBezTo>
                  <a:pt x="364783" y="43249"/>
                  <a:pt x="369166" y="39307"/>
                  <a:pt x="372783" y="35176"/>
                </a:cubicBezTo>
                <a:cubicBezTo>
                  <a:pt x="376400" y="31044"/>
                  <a:pt x="379557" y="26428"/>
                  <a:pt x="382255" y="21326"/>
                </a:cubicBezTo>
                <a:lnTo>
                  <a:pt x="384278" y="21326"/>
                </a:lnTo>
                <a:close/>
                <a:moveTo>
                  <a:pt x="490271" y="14638"/>
                </a:moveTo>
                <a:lnTo>
                  <a:pt x="490945" y="43158"/>
                </a:lnTo>
                <a:lnTo>
                  <a:pt x="488431" y="43158"/>
                </a:lnTo>
                <a:cubicBezTo>
                  <a:pt x="487246" y="36025"/>
                  <a:pt x="484334" y="30288"/>
                  <a:pt x="479695" y="25946"/>
                </a:cubicBezTo>
                <a:cubicBezTo>
                  <a:pt x="475057" y="21604"/>
                  <a:pt x="470040" y="19434"/>
                  <a:pt x="464645" y="19434"/>
                </a:cubicBezTo>
                <a:cubicBezTo>
                  <a:pt x="460476" y="19434"/>
                  <a:pt x="457176" y="20576"/>
                  <a:pt x="454745" y="22862"/>
                </a:cubicBezTo>
                <a:cubicBezTo>
                  <a:pt x="452313" y="25147"/>
                  <a:pt x="451097" y="27778"/>
                  <a:pt x="451097" y="30755"/>
                </a:cubicBezTo>
                <a:cubicBezTo>
                  <a:pt x="451097" y="32642"/>
                  <a:pt x="451526" y="34319"/>
                  <a:pt x="452384" y="35787"/>
                </a:cubicBezTo>
                <a:cubicBezTo>
                  <a:pt x="453570" y="37758"/>
                  <a:pt x="455470" y="39707"/>
                  <a:pt x="458086" y="41635"/>
                </a:cubicBezTo>
                <a:cubicBezTo>
                  <a:pt x="460006" y="43020"/>
                  <a:pt x="464441" y="45473"/>
                  <a:pt x="471389" y="48996"/>
                </a:cubicBezTo>
                <a:cubicBezTo>
                  <a:pt x="481116" y="53902"/>
                  <a:pt x="487675" y="58536"/>
                  <a:pt x="491067" y="62899"/>
                </a:cubicBezTo>
                <a:cubicBezTo>
                  <a:pt x="494419" y="67260"/>
                  <a:pt x="496094" y="72251"/>
                  <a:pt x="496094" y="77872"/>
                </a:cubicBezTo>
                <a:cubicBezTo>
                  <a:pt x="496094" y="85002"/>
                  <a:pt x="493387" y="91136"/>
                  <a:pt x="487972" y="96274"/>
                </a:cubicBezTo>
                <a:cubicBezTo>
                  <a:pt x="482556" y="101413"/>
                  <a:pt x="475680" y="103982"/>
                  <a:pt x="467343" y="103982"/>
                </a:cubicBezTo>
                <a:cubicBezTo>
                  <a:pt x="464727" y="103982"/>
                  <a:pt x="462254" y="103709"/>
                  <a:pt x="459925" y="103162"/>
                </a:cubicBezTo>
                <a:cubicBezTo>
                  <a:pt x="457595" y="102615"/>
                  <a:pt x="454673" y="101584"/>
                  <a:pt x="451158" y="100070"/>
                </a:cubicBezTo>
                <a:cubicBezTo>
                  <a:pt x="449196" y="99229"/>
                  <a:pt x="447582" y="98808"/>
                  <a:pt x="446315" y="98808"/>
                </a:cubicBezTo>
                <a:cubicBezTo>
                  <a:pt x="445253" y="98808"/>
                  <a:pt x="444129" y="99234"/>
                  <a:pt x="442943" y="100086"/>
                </a:cubicBezTo>
                <a:cubicBezTo>
                  <a:pt x="441758" y="100938"/>
                  <a:pt x="440798" y="102236"/>
                  <a:pt x="440062" y="103982"/>
                </a:cubicBezTo>
                <a:lnTo>
                  <a:pt x="437794" y="103982"/>
                </a:lnTo>
                <a:lnTo>
                  <a:pt x="437794" y="71677"/>
                </a:lnTo>
                <a:lnTo>
                  <a:pt x="440062" y="71677"/>
                </a:lnTo>
                <a:cubicBezTo>
                  <a:pt x="441860" y="80742"/>
                  <a:pt x="445324" y="87656"/>
                  <a:pt x="450453" y="92420"/>
                </a:cubicBezTo>
                <a:cubicBezTo>
                  <a:pt x="455582" y="97183"/>
                  <a:pt x="461110" y="99565"/>
                  <a:pt x="467036" y="99565"/>
                </a:cubicBezTo>
                <a:cubicBezTo>
                  <a:pt x="471613" y="99565"/>
                  <a:pt x="475261" y="98286"/>
                  <a:pt x="477979" y="95728"/>
                </a:cubicBezTo>
                <a:cubicBezTo>
                  <a:pt x="480697" y="93170"/>
                  <a:pt x="482056" y="90193"/>
                  <a:pt x="482056" y="86796"/>
                </a:cubicBezTo>
                <a:cubicBezTo>
                  <a:pt x="482056" y="84784"/>
                  <a:pt x="481535" y="82834"/>
                  <a:pt x="480492" y="80948"/>
                </a:cubicBezTo>
                <a:cubicBezTo>
                  <a:pt x="479450" y="79060"/>
                  <a:pt x="477867" y="77267"/>
                  <a:pt x="475741" y="75569"/>
                </a:cubicBezTo>
                <a:cubicBezTo>
                  <a:pt x="473616" y="73871"/>
                  <a:pt x="469856" y="71659"/>
                  <a:pt x="464461" y="68934"/>
                </a:cubicBezTo>
                <a:cubicBezTo>
                  <a:pt x="456900" y="65118"/>
                  <a:pt x="451465" y="61866"/>
                  <a:pt x="448154" y="59178"/>
                </a:cubicBezTo>
                <a:cubicBezTo>
                  <a:pt x="444844" y="56490"/>
                  <a:pt x="442300" y="53487"/>
                  <a:pt x="440522" y="50169"/>
                </a:cubicBezTo>
                <a:cubicBezTo>
                  <a:pt x="438744" y="46851"/>
                  <a:pt x="437855" y="43198"/>
                  <a:pt x="437855" y="39208"/>
                </a:cubicBezTo>
                <a:cubicBezTo>
                  <a:pt x="437855" y="32404"/>
                  <a:pt x="440287" y="26609"/>
                  <a:pt x="445150" y="21821"/>
                </a:cubicBezTo>
                <a:cubicBezTo>
                  <a:pt x="450014" y="17033"/>
                  <a:pt x="456144" y="14638"/>
                  <a:pt x="463542" y="14638"/>
                </a:cubicBezTo>
                <a:cubicBezTo>
                  <a:pt x="466239" y="14638"/>
                  <a:pt x="468855" y="14979"/>
                  <a:pt x="471389" y="15660"/>
                </a:cubicBezTo>
                <a:cubicBezTo>
                  <a:pt x="473310" y="16170"/>
                  <a:pt x="475649" y="17115"/>
                  <a:pt x="478408" y="18497"/>
                </a:cubicBezTo>
                <a:cubicBezTo>
                  <a:pt x="481167" y="19878"/>
                  <a:pt x="483098" y="20569"/>
                  <a:pt x="484201" y="20569"/>
                </a:cubicBezTo>
                <a:cubicBezTo>
                  <a:pt x="485264" y="20569"/>
                  <a:pt x="486102" y="20229"/>
                  <a:pt x="486715" y="19550"/>
                </a:cubicBezTo>
                <a:cubicBezTo>
                  <a:pt x="487328" y="18869"/>
                  <a:pt x="487900" y="17232"/>
                  <a:pt x="488431" y="14638"/>
                </a:cubicBezTo>
                <a:lnTo>
                  <a:pt x="490271" y="14638"/>
                </a:lnTo>
                <a:close/>
                <a:moveTo>
                  <a:pt x="518824" y="14638"/>
                </a:moveTo>
                <a:cubicBezTo>
                  <a:pt x="521481" y="14638"/>
                  <a:pt x="523728" y="15598"/>
                  <a:pt x="525568" y="17519"/>
                </a:cubicBezTo>
                <a:cubicBezTo>
                  <a:pt x="527407" y="19438"/>
                  <a:pt x="528326" y="21748"/>
                  <a:pt x="528326" y="24450"/>
                </a:cubicBezTo>
                <a:cubicBezTo>
                  <a:pt x="528326" y="27151"/>
                  <a:pt x="527396" y="29451"/>
                  <a:pt x="525537" y="31351"/>
                </a:cubicBezTo>
                <a:cubicBezTo>
                  <a:pt x="523677" y="33249"/>
                  <a:pt x="521440" y="34198"/>
                  <a:pt x="518824" y="34198"/>
                </a:cubicBezTo>
                <a:cubicBezTo>
                  <a:pt x="516208" y="34198"/>
                  <a:pt x="513981" y="33249"/>
                  <a:pt x="512142" y="31351"/>
                </a:cubicBezTo>
                <a:cubicBezTo>
                  <a:pt x="510303" y="29451"/>
                  <a:pt x="509383" y="27151"/>
                  <a:pt x="509383" y="24450"/>
                </a:cubicBezTo>
                <a:cubicBezTo>
                  <a:pt x="509383" y="21748"/>
                  <a:pt x="510303" y="19438"/>
                  <a:pt x="512142" y="17519"/>
                </a:cubicBezTo>
                <a:cubicBezTo>
                  <a:pt x="513981" y="15598"/>
                  <a:pt x="516208" y="14638"/>
                  <a:pt x="518824" y="14638"/>
                </a:cubicBezTo>
                <a:moveTo>
                  <a:pt x="527407" y="43031"/>
                </a:moveTo>
                <a:lnTo>
                  <a:pt x="527407" y="89848"/>
                </a:lnTo>
                <a:cubicBezTo>
                  <a:pt x="527407" y="94013"/>
                  <a:pt x="527877" y="96673"/>
                  <a:pt x="528817" y="97830"/>
                </a:cubicBezTo>
                <a:cubicBezTo>
                  <a:pt x="529757" y="98987"/>
                  <a:pt x="531596" y="99649"/>
                  <a:pt x="534334" y="99818"/>
                </a:cubicBezTo>
                <a:lnTo>
                  <a:pt x="534334" y="102089"/>
                </a:lnTo>
                <a:lnTo>
                  <a:pt x="503375" y="102089"/>
                </a:lnTo>
                <a:lnTo>
                  <a:pt x="503375" y="99818"/>
                </a:lnTo>
                <a:cubicBezTo>
                  <a:pt x="505909" y="99733"/>
                  <a:pt x="507789" y="98976"/>
                  <a:pt x="509015" y="97546"/>
                </a:cubicBezTo>
                <a:cubicBezTo>
                  <a:pt x="509833" y="96579"/>
                  <a:pt x="510241" y="94013"/>
                  <a:pt x="510241" y="89848"/>
                </a:cubicBezTo>
                <a:lnTo>
                  <a:pt x="510241" y="55398"/>
                </a:lnTo>
                <a:cubicBezTo>
                  <a:pt x="510241" y="51181"/>
                  <a:pt x="509771" y="48487"/>
                  <a:pt x="508831" y="47316"/>
                </a:cubicBezTo>
                <a:cubicBezTo>
                  <a:pt x="507891" y="46145"/>
                  <a:pt x="506073" y="45474"/>
                  <a:pt x="503375" y="45303"/>
                </a:cubicBezTo>
                <a:lnTo>
                  <a:pt x="503375" y="43031"/>
                </a:lnTo>
                <a:lnTo>
                  <a:pt x="527407" y="43031"/>
                </a:lnTo>
                <a:close/>
                <a:moveTo>
                  <a:pt x="564687" y="43031"/>
                </a:moveTo>
                <a:lnTo>
                  <a:pt x="564687" y="50855"/>
                </a:lnTo>
                <a:cubicBezTo>
                  <a:pt x="567834" y="47298"/>
                  <a:pt x="570746" y="44811"/>
                  <a:pt x="573423" y="43392"/>
                </a:cubicBezTo>
                <a:cubicBezTo>
                  <a:pt x="576100" y="41974"/>
                  <a:pt x="579032" y="41265"/>
                  <a:pt x="582220" y="41265"/>
                </a:cubicBezTo>
                <a:cubicBezTo>
                  <a:pt x="585899" y="41265"/>
                  <a:pt x="588984" y="42153"/>
                  <a:pt x="591477" y="43930"/>
                </a:cubicBezTo>
                <a:cubicBezTo>
                  <a:pt x="593970" y="45708"/>
                  <a:pt x="595891" y="48416"/>
                  <a:pt x="597240" y="52054"/>
                </a:cubicBezTo>
                <a:cubicBezTo>
                  <a:pt x="600509" y="48246"/>
                  <a:pt x="603646" y="45496"/>
                  <a:pt x="606650" y="43804"/>
                </a:cubicBezTo>
                <a:cubicBezTo>
                  <a:pt x="609654" y="42111"/>
                  <a:pt x="612791" y="41265"/>
                  <a:pt x="616060" y="41265"/>
                </a:cubicBezTo>
                <a:cubicBezTo>
                  <a:pt x="620025" y="41265"/>
                  <a:pt x="623182" y="42202"/>
                  <a:pt x="625532" y="44076"/>
                </a:cubicBezTo>
                <a:cubicBezTo>
                  <a:pt x="627882" y="45951"/>
                  <a:pt x="629517" y="48331"/>
                  <a:pt x="630436" y="51216"/>
                </a:cubicBezTo>
                <a:cubicBezTo>
                  <a:pt x="631356" y="54101"/>
                  <a:pt x="631816" y="58703"/>
                  <a:pt x="631816" y="65020"/>
                </a:cubicBezTo>
                <a:lnTo>
                  <a:pt x="631816" y="89218"/>
                </a:lnTo>
                <a:cubicBezTo>
                  <a:pt x="631816" y="93760"/>
                  <a:pt x="632214" y="96579"/>
                  <a:pt x="633011" y="97672"/>
                </a:cubicBezTo>
                <a:cubicBezTo>
                  <a:pt x="633808" y="98766"/>
                  <a:pt x="635474" y="99481"/>
                  <a:pt x="638007" y="99818"/>
                </a:cubicBezTo>
                <a:lnTo>
                  <a:pt x="638007" y="102089"/>
                </a:lnTo>
                <a:lnTo>
                  <a:pt x="608397" y="102089"/>
                </a:lnTo>
                <a:lnTo>
                  <a:pt x="608397" y="99818"/>
                </a:lnTo>
                <a:cubicBezTo>
                  <a:pt x="610727" y="99607"/>
                  <a:pt x="612443" y="98682"/>
                  <a:pt x="613547" y="97041"/>
                </a:cubicBezTo>
                <a:cubicBezTo>
                  <a:pt x="614283" y="95906"/>
                  <a:pt x="614650" y="93298"/>
                  <a:pt x="614650" y="89218"/>
                </a:cubicBezTo>
                <a:lnTo>
                  <a:pt x="614650" y="63853"/>
                </a:lnTo>
                <a:cubicBezTo>
                  <a:pt x="614650" y="58595"/>
                  <a:pt x="614446" y="55251"/>
                  <a:pt x="614037" y="53821"/>
                </a:cubicBezTo>
                <a:cubicBezTo>
                  <a:pt x="613629" y="52391"/>
                  <a:pt x="612985" y="51328"/>
                  <a:pt x="612106" y="50634"/>
                </a:cubicBezTo>
                <a:cubicBezTo>
                  <a:pt x="611228" y="49940"/>
                  <a:pt x="610196" y="49593"/>
                  <a:pt x="609010" y="49593"/>
                </a:cubicBezTo>
                <a:cubicBezTo>
                  <a:pt x="607253" y="49593"/>
                  <a:pt x="605475" y="50256"/>
                  <a:pt x="603677" y="51581"/>
                </a:cubicBezTo>
                <a:cubicBezTo>
                  <a:pt x="601879" y="52906"/>
                  <a:pt x="600060" y="54893"/>
                  <a:pt x="598221" y="57543"/>
                </a:cubicBezTo>
                <a:lnTo>
                  <a:pt x="598221" y="89218"/>
                </a:lnTo>
                <a:cubicBezTo>
                  <a:pt x="598221" y="93466"/>
                  <a:pt x="598568" y="96137"/>
                  <a:pt x="599263" y="97231"/>
                </a:cubicBezTo>
                <a:cubicBezTo>
                  <a:pt x="600203" y="98787"/>
                  <a:pt x="602001" y="99649"/>
                  <a:pt x="604658" y="99818"/>
                </a:cubicBezTo>
                <a:lnTo>
                  <a:pt x="604658" y="102089"/>
                </a:lnTo>
                <a:lnTo>
                  <a:pt x="574986" y="102089"/>
                </a:lnTo>
                <a:lnTo>
                  <a:pt x="574986" y="99818"/>
                </a:lnTo>
                <a:cubicBezTo>
                  <a:pt x="576580" y="99733"/>
                  <a:pt x="577837" y="99323"/>
                  <a:pt x="578757" y="98587"/>
                </a:cubicBezTo>
                <a:cubicBezTo>
                  <a:pt x="579676" y="97851"/>
                  <a:pt x="580289" y="96968"/>
                  <a:pt x="580596" y="95937"/>
                </a:cubicBezTo>
                <a:cubicBezTo>
                  <a:pt x="580902" y="94907"/>
                  <a:pt x="581055" y="92667"/>
                  <a:pt x="581055" y="89218"/>
                </a:cubicBezTo>
                <a:lnTo>
                  <a:pt x="581055" y="63814"/>
                </a:lnTo>
                <a:cubicBezTo>
                  <a:pt x="581055" y="58462"/>
                  <a:pt x="580851" y="55113"/>
                  <a:pt x="580442" y="53766"/>
                </a:cubicBezTo>
                <a:cubicBezTo>
                  <a:pt x="580034" y="52417"/>
                  <a:pt x="579349" y="51363"/>
                  <a:pt x="578389" y="50605"/>
                </a:cubicBezTo>
                <a:cubicBezTo>
                  <a:pt x="577428" y="49846"/>
                  <a:pt x="576396" y="49467"/>
                  <a:pt x="575293" y="49467"/>
                </a:cubicBezTo>
                <a:cubicBezTo>
                  <a:pt x="573658" y="49467"/>
                  <a:pt x="572166" y="49912"/>
                  <a:pt x="570818" y="50802"/>
                </a:cubicBezTo>
                <a:cubicBezTo>
                  <a:pt x="568897" y="52117"/>
                  <a:pt x="566853" y="54364"/>
                  <a:pt x="564687" y="57543"/>
                </a:cubicBezTo>
                <a:lnTo>
                  <a:pt x="564687" y="89218"/>
                </a:lnTo>
                <a:cubicBezTo>
                  <a:pt x="564687" y="93382"/>
                  <a:pt x="565086" y="96127"/>
                  <a:pt x="565883" y="97452"/>
                </a:cubicBezTo>
                <a:cubicBezTo>
                  <a:pt x="566680" y="98777"/>
                  <a:pt x="568345" y="99565"/>
                  <a:pt x="570879" y="99818"/>
                </a:cubicBezTo>
                <a:lnTo>
                  <a:pt x="570879" y="102089"/>
                </a:lnTo>
                <a:lnTo>
                  <a:pt x="541330" y="102089"/>
                </a:lnTo>
                <a:lnTo>
                  <a:pt x="541330" y="99818"/>
                </a:lnTo>
                <a:cubicBezTo>
                  <a:pt x="543741" y="99565"/>
                  <a:pt x="545458" y="98766"/>
                  <a:pt x="546480" y="97420"/>
                </a:cubicBezTo>
                <a:cubicBezTo>
                  <a:pt x="547174" y="96495"/>
                  <a:pt x="547522" y="93760"/>
                  <a:pt x="547522" y="89218"/>
                </a:cubicBezTo>
                <a:lnTo>
                  <a:pt x="547522" y="55903"/>
                </a:lnTo>
                <a:cubicBezTo>
                  <a:pt x="547522" y="51390"/>
                  <a:pt x="547123" y="48581"/>
                  <a:pt x="546326" y="47474"/>
                </a:cubicBezTo>
                <a:cubicBezTo>
                  <a:pt x="545529" y="46367"/>
                  <a:pt x="543864" y="45643"/>
                  <a:pt x="541330" y="45303"/>
                </a:cubicBezTo>
                <a:lnTo>
                  <a:pt x="541330" y="43031"/>
                </a:lnTo>
                <a:lnTo>
                  <a:pt x="564687" y="43031"/>
                </a:lnTo>
                <a:close/>
                <a:moveTo>
                  <a:pt x="660069" y="14638"/>
                </a:moveTo>
                <a:cubicBezTo>
                  <a:pt x="662726" y="14638"/>
                  <a:pt x="664974" y="15598"/>
                  <a:pt x="666813" y="17519"/>
                </a:cubicBezTo>
                <a:cubicBezTo>
                  <a:pt x="668652" y="19438"/>
                  <a:pt x="669572" y="21748"/>
                  <a:pt x="669572" y="24450"/>
                </a:cubicBezTo>
                <a:cubicBezTo>
                  <a:pt x="669572" y="27151"/>
                  <a:pt x="668642" y="29451"/>
                  <a:pt x="666782" y="31351"/>
                </a:cubicBezTo>
                <a:cubicBezTo>
                  <a:pt x="664923" y="33249"/>
                  <a:pt x="662685" y="34198"/>
                  <a:pt x="660069" y="34198"/>
                </a:cubicBezTo>
                <a:cubicBezTo>
                  <a:pt x="657454" y="34198"/>
                  <a:pt x="655226" y="33249"/>
                  <a:pt x="653387" y="31351"/>
                </a:cubicBezTo>
                <a:cubicBezTo>
                  <a:pt x="651548" y="29451"/>
                  <a:pt x="650628" y="27151"/>
                  <a:pt x="650628" y="24450"/>
                </a:cubicBezTo>
                <a:cubicBezTo>
                  <a:pt x="650628" y="21748"/>
                  <a:pt x="651548" y="19438"/>
                  <a:pt x="653387" y="17519"/>
                </a:cubicBezTo>
                <a:cubicBezTo>
                  <a:pt x="655226" y="15598"/>
                  <a:pt x="657454" y="14638"/>
                  <a:pt x="660069" y="14638"/>
                </a:cubicBezTo>
                <a:moveTo>
                  <a:pt x="668652" y="43031"/>
                </a:moveTo>
                <a:lnTo>
                  <a:pt x="668652" y="89848"/>
                </a:lnTo>
                <a:cubicBezTo>
                  <a:pt x="668652" y="94013"/>
                  <a:pt x="669122" y="96673"/>
                  <a:pt x="670062" y="97830"/>
                </a:cubicBezTo>
                <a:cubicBezTo>
                  <a:pt x="671002" y="98987"/>
                  <a:pt x="672841" y="99649"/>
                  <a:pt x="675579" y="99818"/>
                </a:cubicBezTo>
                <a:lnTo>
                  <a:pt x="675579" y="102089"/>
                </a:lnTo>
                <a:lnTo>
                  <a:pt x="644621" y="102089"/>
                </a:lnTo>
                <a:lnTo>
                  <a:pt x="644621" y="99818"/>
                </a:lnTo>
                <a:cubicBezTo>
                  <a:pt x="647155" y="99733"/>
                  <a:pt x="649035" y="98976"/>
                  <a:pt x="650261" y="97546"/>
                </a:cubicBezTo>
                <a:cubicBezTo>
                  <a:pt x="651078" y="96579"/>
                  <a:pt x="651487" y="94013"/>
                  <a:pt x="651487" y="89848"/>
                </a:cubicBezTo>
                <a:lnTo>
                  <a:pt x="651487" y="55398"/>
                </a:lnTo>
                <a:cubicBezTo>
                  <a:pt x="651487" y="51181"/>
                  <a:pt x="651017" y="48487"/>
                  <a:pt x="650077" y="47316"/>
                </a:cubicBezTo>
                <a:cubicBezTo>
                  <a:pt x="649137" y="46145"/>
                  <a:pt x="647318" y="45474"/>
                  <a:pt x="644621" y="45303"/>
                </a:cubicBezTo>
                <a:lnTo>
                  <a:pt x="644621" y="43031"/>
                </a:lnTo>
                <a:lnTo>
                  <a:pt x="668652" y="43031"/>
                </a:lnTo>
                <a:close/>
                <a:moveTo>
                  <a:pt x="704584" y="16531"/>
                </a:moveTo>
                <a:lnTo>
                  <a:pt x="704584" y="89848"/>
                </a:lnTo>
                <a:cubicBezTo>
                  <a:pt x="704584" y="94013"/>
                  <a:pt x="705054" y="96673"/>
                  <a:pt x="705994" y="97830"/>
                </a:cubicBezTo>
                <a:cubicBezTo>
                  <a:pt x="706934" y="98987"/>
                  <a:pt x="708774" y="99649"/>
                  <a:pt x="711512" y="99818"/>
                </a:cubicBezTo>
                <a:lnTo>
                  <a:pt x="711512" y="102089"/>
                </a:lnTo>
                <a:lnTo>
                  <a:pt x="680553" y="102089"/>
                </a:lnTo>
                <a:lnTo>
                  <a:pt x="680553" y="99818"/>
                </a:lnTo>
                <a:cubicBezTo>
                  <a:pt x="683087" y="99733"/>
                  <a:pt x="684967" y="98976"/>
                  <a:pt x="686193" y="97546"/>
                </a:cubicBezTo>
                <a:cubicBezTo>
                  <a:pt x="687010" y="96579"/>
                  <a:pt x="687419" y="94013"/>
                  <a:pt x="687419" y="89848"/>
                </a:cubicBezTo>
                <a:lnTo>
                  <a:pt x="687419" y="28772"/>
                </a:lnTo>
                <a:cubicBezTo>
                  <a:pt x="687419" y="24623"/>
                  <a:pt x="686949" y="21967"/>
                  <a:pt x="686009" y="20804"/>
                </a:cubicBezTo>
                <a:cubicBezTo>
                  <a:pt x="685069" y="19639"/>
                  <a:pt x="683250" y="18972"/>
                  <a:pt x="680553" y="18803"/>
                </a:cubicBezTo>
                <a:lnTo>
                  <a:pt x="680553" y="16531"/>
                </a:lnTo>
                <a:lnTo>
                  <a:pt x="704584" y="16531"/>
                </a:lnTo>
                <a:close/>
                <a:moveTo>
                  <a:pt x="749649" y="93382"/>
                </a:moveTo>
                <a:cubicBezTo>
                  <a:pt x="742661" y="99776"/>
                  <a:pt x="736387" y="102972"/>
                  <a:pt x="730829" y="102972"/>
                </a:cubicBezTo>
                <a:cubicBezTo>
                  <a:pt x="727559" y="102972"/>
                  <a:pt x="724842" y="101865"/>
                  <a:pt x="722675" y="99650"/>
                </a:cubicBezTo>
                <a:cubicBezTo>
                  <a:pt x="720509" y="97434"/>
                  <a:pt x="719426" y="94659"/>
                  <a:pt x="719426" y="91325"/>
                </a:cubicBezTo>
                <a:cubicBezTo>
                  <a:pt x="719426" y="86809"/>
                  <a:pt x="721306" y="82746"/>
                  <a:pt x="725066" y="79138"/>
                </a:cubicBezTo>
                <a:cubicBezTo>
                  <a:pt x="728826" y="75530"/>
                  <a:pt x="737021" y="70729"/>
                  <a:pt x="749649" y="64736"/>
                </a:cubicBezTo>
                <a:lnTo>
                  <a:pt x="749649" y="58805"/>
                </a:lnTo>
                <a:cubicBezTo>
                  <a:pt x="749649" y="54347"/>
                  <a:pt x="749414" y="51539"/>
                  <a:pt x="748944" y="50382"/>
                </a:cubicBezTo>
                <a:cubicBezTo>
                  <a:pt x="748474" y="49225"/>
                  <a:pt x="747586" y="48216"/>
                  <a:pt x="746278" y="47353"/>
                </a:cubicBezTo>
                <a:cubicBezTo>
                  <a:pt x="744970" y="46491"/>
                  <a:pt x="743499" y="46060"/>
                  <a:pt x="741864" y="46060"/>
                </a:cubicBezTo>
                <a:cubicBezTo>
                  <a:pt x="739207" y="46060"/>
                  <a:pt x="737021" y="46670"/>
                  <a:pt x="735304" y="47890"/>
                </a:cubicBezTo>
                <a:cubicBezTo>
                  <a:pt x="734242" y="48647"/>
                  <a:pt x="733710" y="49530"/>
                  <a:pt x="733710" y="50540"/>
                </a:cubicBezTo>
                <a:cubicBezTo>
                  <a:pt x="733710" y="51423"/>
                  <a:pt x="734282" y="52517"/>
                  <a:pt x="735427" y="53821"/>
                </a:cubicBezTo>
                <a:cubicBezTo>
                  <a:pt x="736980" y="55629"/>
                  <a:pt x="737756" y="57375"/>
                  <a:pt x="737756" y="59058"/>
                </a:cubicBezTo>
                <a:cubicBezTo>
                  <a:pt x="737756" y="61119"/>
                  <a:pt x="737010" y="62875"/>
                  <a:pt x="735519" y="64326"/>
                </a:cubicBezTo>
                <a:cubicBezTo>
                  <a:pt x="734027" y="65777"/>
                  <a:pt x="732075" y="66503"/>
                  <a:pt x="729664" y="66503"/>
                </a:cubicBezTo>
                <a:cubicBezTo>
                  <a:pt x="727089" y="66503"/>
                  <a:pt x="724933" y="65704"/>
                  <a:pt x="723196" y="64105"/>
                </a:cubicBezTo>
                <a:cubicBezTo>
                  <a:pt x="721460" y="62507"/>
                  <a:pt x="720591" y="60635"/>
                  <a:pt x="720591" y="58490"/>
                </a:cubicBezTo>
                <a:cubicBezTo>
                  <a:pt x="720591" y="55461"/>
                  <a:pt x="721756" y="52569"/>
                  <a:pt x="724085" y="49814"/>
                </a:cubicBezTo>
                <a:cubicBezTo>
                  <a:pt x="726415" y="47059"/>
                  <a:pt x="729664" y="44945"/>
                  <a:pt x="733833" y="43473"/>
                </a:cubicBezTo>
                <a:cubicBezTo>
                  <a:pt x="738002" y="42001"/>
                  <a:pt x="742334" y="41265"/>
                  <a:pt x="746829" y="41265"/>
                </a:cubicBezTo>
                <a:cubicBezTo>
                  <a:pt x="752265" y="41265"/>
                  <a:pt x="756567" y="42456"/>
                  <a:pt x="759734" y="44839"/>
                </a:cubicBezTo>
                <a:cubicBezTo>
                  <a:pt x="762901" y="47221"/>
                  <a:pt x="764955" y="49804"/>
                  <a:pt x="765895" y="52586"/>
                </a:cubicBezTo>
                <a:cubicBezTo>
                  <a:pt x="766467" y="54357"/>
                  <a:pt x="766753" y="58425"/>
                  <a:pt x="766753" y="64792"/>
                </a:cubicBezTo>
                <a:lnTo>
                  <a:pt x="766753" y="87749"/>
                </a:lnTo>
                <a:cubicBezTo>
                  <a:pt x="766753" y="90447"/>
                  <a:pt x="766856" y="92145"/>
                  <a:pt x="767060" y="92842"/>
                </a:cubicBezTo>
                <a:cubicBezTo>
                  <a:pt x="767264" y="93537"/>
                  <a:pt x="767571" y="94054"/>
                  <a:pt x="767980" y="94391"/>
                </a:cubicBezTo>
                <a:cubicBezTo>
                  <a:pt x="768388" y="94728"/>
                  <a:pt x="768858" y="94896"/>
                  <a:pt x="769390" y="94896"/>
                </a:cubicBezTo>
                <a:cubicBezTo>
                  <a:pt x="770452" y="94896"/>
                  <a:pt x="771535" y="94118"/>
                  <a:pt x="772639" y="92562"/>
                </a:cubicBezTo>
                <a:lnTo>
                  <a:pt x="774478" y="94076"/>
                </a:lnTo>
                <a:cubicBezTo>
                  <a:pt x="772434" y="97189"/>
                  <a:pt x="770319" y="99450"/>
                  <a:pt x="768133" y="100859"/>
                </a:cubicBezTo>
                <a:cubicBezTo>
                  <a:pt x="765946" y="102268"/>
                  <a:pt x="763463" y="102972"/>
                  <a:pt x="760684" y="102972"/>
                </a:cubicBezTo>
                <a:cubicBezTo>
                  <a:pt x="757415" y="102972"/>
                  <a:pt x="754860" y="102178"/>
                  <a:pt x="753021" y="100591"/>
                </a:cubicBezTo>
                <a:cubicBezTo>
                  <a:pt x="751182" y="99003"/>
                  <a:pt x="750058" y="96600"/>
                  <a:pt x="749649" y="93382"/>
                </a:cubicBezTo>
                <a:moveTo>
                  <a:pt x="749649" y="88713"/>
                </a:moveTo>
                <a:lnTo>
                  <a:pt x="749649" y="68976"/>
                </a:lnTo>
                <a:cubicBezTo>
                  <a:pt x="744704" y="71977"/>
                  <a:pt x="741026" y="75189"/>
                  <a:pt x="738615" y="78613"/>
                </a:cubicBezTo>
                <a:cubicBezTo>
                  <a:pt x="737021" y="80895"/>
                  <a:pt x="736224" y="83199"/>
                  <a:pt x="736224" y="85524"/>
                </a:cubicBezTo>
                <a:cubicBezTo>
                  <a:pt x="736224" y="87469"/>
                  <a:pt x="736898" y="89181"/>
                  <a:pt x="738247" y="90661"/>
                </a:cubicBezTo>
                <a:cubicBezTo>
                  <a:pt x="739269" y="91802"/>
                  <a:pt x="740699" y="92372"/>
                  <a:pt x="742538" y="92372"/>
                </a:cubicBezTo>
                <a:cubicBezTo>
                  <a:pt x="744582" y="92372"/>
                  <a:pt x="746952" y="91152"/>
                  <a:pt x="749649" y="88713"/>
                </a:cubicBezTo>
                <a:close/>
                <a:moveTo>
                  <a:pt x="804579" y="43031"/>
                </a:moveTo>
                <a:lnTo>
                  <a:pt x="804579" y="56408"/>
                </a:lnTo>
                <a:cubicBezTo>
                  <a:pt x="808380" y="50308"/>
                  <a:pt x="811711" y="46260"/>
                  <a:pt x="814572" y="44262"/>
                </a:cubicBezTo>
                <a:cubicBezTo>
                  <a:pt x="817432" y="42264"/>
                  <a:pt x="820191" y="41265"/>
                  <a:pt x="822848" y="41265"/>
                </a:cubicBezTo>
                <a:cubicBezTo>
                  <a:pt x="825136" y="41265"/>
                  <a:pt x="826965" y="41993"/>
                  <a:pt x="828334" y="43449"/>
                </a:cubicBezTo>
                <a:cubicBezTo>
                  <a:pt x="829704" y="44906"/>
                  <a:pt x="830388" y="46964"/>
                  <a:pt x="830388" y="49623"/>
                </a:cubicBezTo>
                <a:cubicBezTo>
                  <a:pt x="830388" y="52452"/>
                  <a:pt x="829724" y="54648"/>
                  <a:pt x="828396" y="56211"/>
                </a:cubicBezTo>
                <a:cubicBezTo>
                  <a:pt x="827067" y="57772"/>
                  <a:pt x="825463" y="58553"/>
                  <a:pt x="823583" y="58553"/>
                </a:cubicBezTo>
                <a:cubicBezTo>
                  <a:pt x="821417" y="58553"/>
                  <a:pt x="819537" y="57838"/>
                  <a:pt x="817943" y="56408"/>
                </a:cubicBezTo>
                <a:cubicBezTo>
                  <a:pt x="816349" y="54978"/>
                  <a:pt x="815409" y="54178"/>
                  <a:pt x="815123" y="54010"/>
                </a:cubicBezTo>
                <a:cubicBezTo>
                  <a:pt x="814715" y="53758"/>
                  <a:pt x="814245" y="53631"/>
                  <a:pt x="813713" y="53631"/>
                </a:cubicBezTo>
                <a:cubicBezTo>
                  <a:pt x="812528" y="53631"/>
                  <a:pt x="811404" y="54094"/>
                  <a:pt x="810341" y="55020"/>
                </a:cubicBezTo>
                <a:cubicBezTo>
                  <a:pt x="808666" y="56450"/>
                  <a:pt x="807399" y="58490"/>
                  <a:pt x="806541" y="61140"/>
                </a:cubicBezTo>
                <a:cubicBezTo>
                  <a:pt x="805233" y="65220"/>
                  <a:pt x="804579" y="69721"/>
                  <a:pt x="804579" y="74642"/>
                </a:cubicBezTo>
                <a:lnTo>
                  <a:pt x="804579" y="88208"/>
                </a:lnTo>
                <a:lnTo>
                  <a:pt x="804640" y="91741"/>
                </a:lnTo>
                <a:cubicBezTo>
                  <a:pt x="804640" y="94139"/>
                  <a:pt x="804783" y="95674"/>
                  <a:pt x="805069" y="96347"/>
                </a:cubicBezTo>
                <a:cubicBezTo>
                  <a:pt x="805560" y="97483"/>
                  <a:pt x="806285" y="98314"/>
                  <a:pt x="807246" y="98840"/>
                </a:cubicBezTo>
                <a:cubicBezTo>
                  <a:pt x="808206" y="99365"/>
                  <a:pt x="809831" y="99691"/>
                  <a:pt x="812119" y="99818"/>
                </a:cubicBezTo>
                <a:lnTo>
                  <a:pt x="812119" y="102089"/>
                </a:lnTo>
                <a:lnTo>
                  <a:pt x="781161" y="102089"/>
                </a:lnTo>
                <a:lnTo>
                  <a:pt x="781161" y="99818"/>
                </a:lnTo>
                <a:cubicBezTo>
                  <a:pt x="783654" y="99607"/>
                  <a:pt x="785339" y="98903"/>
                  <a:pt x="786218" y="97704"/>
                </a:cubicBezTo>
                <a:cubicBezTo>
                  <a:pt x="787097" y="96505"/>
                  <a:pt x="787536" y="93340"/>
                  <a:pt x="787536" y="88208"/>
                </a:cubicBezTo>
                <a:lnTo>
                  <a:pt x="787536" y="55524"/>
                </a:lnTo>
                <a:cubicBezTo>
                  <a:pt x="787536" y="52138"/>
                  <a:pt x="787373" y="49980"/>
                  <a:pt x="787046" y="49049"/>
                </a:cubicBezTo>
                <a:cubicBezTo>
                  <a:pt x="786637" y="47863"/>
                  <a:pt x="786044" y="46996"/>
                  <a:pt x="785268" y="46446"/>
                </a:cubicBezTo>
                <a:cubicBezTo>
                  <a:pt x="784491" y="45896"/>
                  <a:pt x="783122" y="45514"/>
                  <a:pt x="781161" y="45303"/>
                </a:cubicBezTo>
                <a:lnTo>
                  <a:pt x="781161" y="43031"/>
                </a:lnTo>
                <a:lnTo>
                  <a:pt x="804579" y="43031"/>
                </a:lnTo>
                <a:close/>
                <a:moveTo>
                  <a:pt x="850633" y="14638"/>
                </a:moveTo>
                <a:cubicBezTo>
                  <a:pt x="853289" y="14638"/>
                  <a:pt x="855537" y="15598"/>
                  <a:pt x="857376" y="17519"/>
                </a:cubicBezTo>
                <a:cubicBezTo>
                  <a:pt x="859215" y="19438"/>
                  <a:pt x="860135" y="21748"/>
                  <a:pt x="860135" y="24450"/>
                </a:cubicBezTo>
                <a:cubicBezTo>
                  <a:pt x="860135" y="27151"/>
                  <a:pt x="859205" y="29451"/>
                  <a:pt x="857345" y="31351"/>
                </a:cubicBezTo>
                <a:cubicBezTo>
                  <a:pt x="855486" y="33249"/>
                  <a:pt x="853248" y="34198"/>
                  <a:pt x="850633" y="34198"/>
                </a:cubicBezTo>
                <a:cubicBezTo>
                  <a:pt x="848017" y="34198"/>
                  <a:pt x="845790" y="33249"/>
                  <a:pt x="843950" y="31351"/>
                </a:cubicBezTo>
                <a:cubicBezTo>
                  <a:pt x="842111" y="29451"/>
                  <a:pt x="841192" y="27151"/>
                  <a:pt x="841192" y="24450"/>
                </a:cubicBezTo>
                <a:cubicBezTo>
                  <a:pt x="841192" y="21748"/>
                  <a:pt x="842111" y="19438"/>
                  <a:pt x="843950" y="17519"/>
                </a:cubicBezTo>
                <a:cubicBezTo>
                  <a:pt x="845790" y="15598"/>
                  <a:pt x="848017" y="14638"/>
                  <a:pt x="850633" y="14638"/>
                </a:cubicBezTo>
                <a:moveTo>
                  <a:pt x="859215" y="43031"/>
                </a:moveTo>
                <a:lnTo>
                  <a:pt x="859215" y="89848"/>
                </a:lnTo>
                <a:cubicBezTo>
                  <a:pt x="859215" y="94013"/>
                  <a:pt x="859685" y="96673"/>
                  <a:pt x="860625" y="97830"/>
                </a:cubicBezTo>
                <a:cubicBezTo>
                  <a:pt x="861565" y="98987"/>
                  <a:pt x="863404" y="99649"/>
                  <a:pt x="866143" y="99818"/>
                </a:cubicBezTo>
                <a:lnTo>
                  <a:pt x="866143" y="102089"/>
                </a:lnTo>
                <a:lnTo>
                  <a:pt x="835184" y="102089"/>
                </a:lnTo>
                <a:lnTo>
                  <a:pt x="835184" y="99818"/>
                </a:lnTo>
                <a:cubicBezTo>
                  <a:pt x="837718" y="99733"/>
                  <a:pt x="839598" y="98976"/>
                  <a:pt x="840824" y="97546"/>
                </a:cubicBezTo>
                <a:cubicBezTo>
                  <a:pt x="841641" y="96579"/>
                  <a:pt x="842050" y="94013"/>
                  <a:pt x="842050" y="89848"/>
                </a:cubicBezTo>
                <a:lnTo>
                  <a:pt x="842050" y="55398"/>
                </a:lnTo>
                <a:cubicBezTo>
                  <a:pt x="842050" y="51181"/>
                  <a:pt x="841580" y="48487"/>
                  <a:pt x="840640" y="47316"/>
                </a:cubicBezTo>
                <a:cubicBezTo>
                  <a:pt x="839700" y="46145"/>
                  <a:pt x="837881" y="45474"/>
                  <a:pt x="835184" y="45303"/>
                </a:cubicBezTo>
                <a:lnTo>
                  <a:pt x="835184" y="43031"/>
                </a:lnTo>
                <a:lnTo>
                  <a:pt x="859215" y="43031"/>
                </a:lnTo>
                <a:close/>
                <a:moveTo>
                  <a:pt x="895454" y="21326"/>
                </a:moveTo>
                <a:lnTo>
                  <a:pt x="895454" y="43031"/>
                </a:lnTo>
                <a:lnTo>
                  <a:pt x="909063" y="43031"/>
                </a:lnTo>
                <a:lnTo>
                  <a:pt x="909063" y="49215"/>
                </a:lnTo>
                <a:lnTo>
                  <a:pt x="895454" y="49215"/>
                </a:lnTo>
                <a:lnTo>
                  <a:pt x="895454" y="85720"/>
                </a:lnTo>
                <a:cubicBezTo>
                  <a:pt x="895454" y="89136"/>
                  <a:pt x="895607" y="91340"/>
                  <a:pt x="895913" y="92331"/>
                </a:cubicBezTo>
                <a:cubicBezTo>
                  <a:pt x="896220" y="93322"/>
                  <a:pt x="896761" y="94124"/>
                  <a:pt x="897538" y="94736"/>
                </a:cubicBezTo>
                <a:cubicBezTo>
                  <a:pt x="898314" y="95348"/>
                  <a:pt x="899030" y="95653"/>
                  <a:pt x="899684" y="95653"/>
                </a:cubicBezTo>
                <a:cubicBezTo>
                  <a:pt x="902340" y="95653"/>
                  <a:pt x="904854" y="93550"/>
                  <a:pt x="907224" y="89344"/>
                </a:cubicBezTo>
                <a:lnTo>
                  <a:pt x="909063" y="90746"/>
                </a:lnTo>
                <a:cubicBezTo>
                  <a:pt x="905753" y="98897"/>
                  <a:pt x="900378" y="102972"/>
                  <a:pt x="892940" y="102972"/>
                </a:cubicBezTo>
                <a:cubicBezTo>
                  <a:pt x="889303" y="102972"/>
                  <a:pt x="886227" y="101928"/>
                  <a:pt x="883714" y="99839"/>
                </a:cubicBezTo>
                <a:cubicBezTo>
                  <a:pt x="881200" y="97749"/>
                  <a:pt x="879596" y="95417"/>
                  <a:pt x="878901" y="92842"/>
                </a:cubicBezTo>
                <a:cubicBezTo>
                  <a:pt x="878493" y="91406"/>
                  <a:pt x="878288" y="87522"/>
                  <a:pt x="878288" y="81191"/>
                </a:cubicBezTo>
                <a:lnTo>
                  <a:pt x="878288" y="49215"/>
                </a:lnTo>
                <a:lnTo>
                  <a:pt x="870809" y="49215"/>
                </a:lnTo>
                <a:lnTo>
                  <a:pt x="870809" y="47000"/>
                </a:lnTo>
                <a:cubicBezTo>
                  <a:pt x="875959" y="43249"/>
                  <a:pt x="880342" y="39307"/>
                  <a:pt x="883959" y="35176"/>
                </a:cubicBezTo>
                <a:cubicBezTo>
                  <a:pt x="887576" y="31044"/>
                  <a:pt x="890733" y="26428"/>
                  <a:pt x="893431" y="21326"/>
                </a:cubicBezTo>
                <a:lnTo>
                  <a:pt x="895454" y="21326"/>
                </a:lnTo>
                <a:close/>
                <a:moveTo>
                  <a:pt x="941609" y="104544"/>
                </a:moveTo>
                <a:lnTo>
                  <a:pt x="923095" y="60716"/>
                </a:lnTo>
                <a:cubicBezTo>
                  <a:pt x="920316" y="54078"/>
                  <a:pt x="918262" y="49998"/>
                  <a:pt x="916934" y="48475"/>
                </a:cubicBezTo>
                <a:cubicBezTo>
                  <a:pt x="915606" y="46952"/>
                  <a:pt x="914002" y="45894"/>
                  <a:pt x="912122" y="45303"/>
                </a:cubicBezTo>
                <a:lnTo>
                  <a:pt x="912122" y="43031"/>
                </a:lnTo>
                <a:lnTo>
                  <a:pt x="942590" y="43031"/>
                </a:lnTo>
                <a:lnTo>
                  <a:pt x="942590" y="45303"/>
                </a:lnTo>
                <a:cubicBezTo>
                  <a:pt x="940587" y="45387"/>
                  <a:pt x="939177" y="45789"/>
                  <a:pt x="938360" y="46508"/>
                </a:cubicBezTo>
                <a:cubicBezTo>
                  <a:pt x="937543" y="47225"/>
                  <a:pt x="937134" y="48092"/>
                  <a:pt x="937134" y="49106"/>
                </a:cubicBezTo>
                <a:cubicBezTo>
                  <a:pt x="937134" y="50711"/>
                  <a:pt x="938156" y="53881"/>
                  <a:pt x="940199" y="58614"/>
                </a:cubicBezTo>
                <a:lnTo>
                  <a:pt x="950008" y="81816"/>
                </a:lnTo>
                <a:lnTo>
                  <a:pt x="956690" y="63887"/>
                </a:lnTo>
                <a:cubicBezTo>
                  <a:pt x="959101" y="57502"/>
                  <a:pt x="960307" y="53062"/>
                  <a:pt x="960307" y="50567"/>
                </a:cubicBezTo>
                <a:cubicBezTo>
                  <a:pt x="960307" y="49003"/>
                  <a:pt x="959806" y="47756"/>
                  <a:pt x="958805" y="46825"/>
                </a:cubicBezTo>
                <a:cubicBezTo>
                  <a:pt x="957804" y="45894"/>
                  <a:pt x="956036" y="45387"/>
                  <a:pt x="953502" y="45303"/>
                </a:cubicBezTo>
                <a:lnTo>
                  <a:pt x="953502" y="43031"/>
                </a:lnTo>
                <a:lnTo>
                  <a:pt x="972691" y="43031"/>
                </a:lnTo>
                <a:lnTo>
                  <a:pt x="972691" y="45303"/>
                </a:lnTo>
                <a:cubicBezTo>
                  <a:pt x="970811" y="45514"/>
                  <a:pt x="969278" y="46265"/>
                  <a:pt x="968093" y="47555"/>
                </a:cubicBezTo>
                <a:cubicBezTo>
                  <a:pt x="966908" y="48844"/>
                  <a:pt x="964925" y="53231"/>
                  <a:pt x="962146" y="60716"/>
                </a:cubicBezTo>
                <a:lnTo>
                  <a:pt x="945778" y="104487"/>
                </a:lnTo>
                <a:cubicBezTo>
                  <a:pt x="941650" y="115423"/>
                  <a:pt x="938585" y="122154"/>
                  <a:pt x="936582" y="124677"/>
                </a:cubicBezTo>
                <a:cubicBezTo>
                  <a:pt x="933762" y="128211"/>
                  <a:pt x="930227" y="129977"/>
                  <a:pt x="925976" y="129977"/>
                </a:cubicBezTo>
                <a:cubicBezTo>
                  <a:pt x="922584" y="129977"/>
                  <a:pt x="919836" y="128978"/>
                  <a:pt x="917731" y="126980"/>
                </a:cubicBezTo>
                <a:cubicBezTo>
                  <a:pt x="915626" y="124982"/>
                  <a:pt x="914574" y="122574"/>
                  <a:pt x="914574" y="119756"/>
                </a:cubicBezTo>
                <a:cubicBezTo>
                  <a:pt x="914574" y="117316"/>
                  <a:pt x="915299" y="115297"/>
                  <a:pt x="916750" y="113699"/>
                </a:cubicBezTo>
                <a:cubicBezTo>
                  <a:pt x="918201" y="112100"/>
                  <a:pt x="919989" y="111301"/>
                  <a:pt x="922114" y="111301"/>
                </a:cubicBezTo>
                <a:cubicBezTo>
                  <a:pt x="924158" y="111301"/>
                  <a:pt x="925803" y="111970"/>
                  <a:pt x="927049" y="113308"/>
                </a:cubicBezTo>
                <a:cubicBezTo>
                  <a:pt x="928296" y="114648"/>
                  <a:pt x="928940" y="116719"/>
                  <a:pt x="928980" y="119523"/>
                </a:cubicBezTo>
                <a:cubicBezTo>
                  <a:pt x="929021" y="121114"/>
                  <a:pt x="929205" y="122139"/>
                  <a:pt x="929532" y="122599"/>
                </a:cubicBezTo>
                <a:cubicBezTo>
                  <a:pt x="929859" y="123059"/>
                  <a:pt x="930329" y="123289"/>
                  <a:pt x="930942" y="123289"/>
                </a:cubicBezTo>
                <a:cubicBezTo>
                  <a:pt x="931923" y="123289"/>
                  <a:pt x="932965" y="122682"/>
                  <a:pt x="934069" y="121467"/>
                </a:cubicBezTo>
                <a:cubicBezTo>
                  <a:pt x="935703" y="119709"/>
                  <a:pt x="937624" y="115689"/>
                  <a:pt x="939831" y="109408"/>
                </a:cubicBezTo>
                <a:lnTo>
                  <a:pt x="941609" y="104544"/>
                </a:lnTo>
                <a:close/>
                <a:moveTo>
                  <a:pt x="1045583" y="14638"/>
                </a:moveTo>
                <a:lnTo>
                  <a:pt x="1045583" y="17541"/>
                </a:lnTo>
                <a:cubicBezTo>
                  <a:pt x="1041332" y="20400"/>
                  <a:pt x="1038206" y="23196"/>
                  <a:pt x="1036203" y="25928"/>
                </a:cubicBezTo>
                <a:cubicBezTo>
                  <a:pt x="1033424" y="29712"/>
                  <a:pt x="1031258" y="34567"/>
                  <a:pt x="1029705" y="40494"/>
                </a:cubicBezTo>
                <a:cubicBezTo>
                  <a:pt x="1027743" y="47851"/>
                  <a:pt x="1026762" y="58130"/>
                  <a:pt x="1026762" y="71330"/>
                </a:cubicBezTo>
                <a:cubicBezTo>
                  <a:pt x="1026762" y="83773"/>
                  <a:pt x="1027651" y="93442"/>
                  <a:pt x="1029429" y="100336"/>
                </a:cubicBezTo>
                <a:cubicBezTo>
                  <a:pt x="1031207" y="107231"/>
                  <a:pt x="1033628" y="112801"/>
                  <a:pt x="1036693" y="117047"/>
                </a:cubicBezTo>
                <a:cubicBezTo>
                  <a:pt x="1038819" y="119990"/>
                  <a:pt x="1041782" y="122575"/>
                  <a:pt x="1045583" y="124804"/>
                </a:cubicBezTo>
                <a:lnTo>
                  <a:pt x="1045583" y="127958"/>
                </a:lnTo>
                <a:cubicBezTo>
                  <a:pt x="1035733" y="124552"/>
                  <a:pt x="1027385" y="117605"/>
                  <a:pt x="1020540" y="107115"/>
                </a:cubicBezTo>
                <a:cubicBezTo>
                  <a:pt x="1013694" y="96627"/>
                  <a:pt x="1010271" y="84572"/>
                  <a:pt x="1010271" y="70951"/>
                </a:cubicBezTo>
                <a:cubicBezTo>
                  <a:pt x="1010271" y="57499"/>
                  <a:pt x="1013684" y="45591"/>
                  <a:pt x="1020509" y="35229"/>
                </a:cubicBezTo>
                <a:cubicBezTo>
                  <a:pt x="1027334" y="24866"/>
                  <a:pt x="1035692" y="18002"/>
                  <a:pt x="1045583" y="14638"/>
                </a:cubicBezTo>
                <a:close/>
                <a:moveTo>
                  <a:pt x="1106819" y="14764"/>
                </a:moveTo>
                <a:lnTo>
                  <a:pt x="1106819" y="16531"/>
                </a:lnTo>
                <a:cubicBezTo>
                  <a:pt x="1099422" y="18461"/>
                  <a:pt x="1093485" y="20947"/>
                  <a:pt x="1089010" y="23988"/>
                </a:cubicBezTo>
                <a:cubicBezTo>
                  <a:pt x="1084535" y="27030"/>
                  <a:pt x="1081000" y="30722"/>
                  <a:pt x="1078404" y="35066"/>
                </a:cubicBezTo>
                <a:cubicBezTo>
                  <a:pt x="1075809" y="39407"/>
                  <a:pt x="1073796" y="44788"/>
                  <a:pt x="1072366" y="51206"/>
                </a:cubicBezTo>
                <a:cubicBezTo>
                  <a:pt x="1074164" y="49932"/>
                  <a:pt x="1075656" y="49104"/>
                  <a:pt x="1076841" y="48722"/>
                </a:cubicBezTo>
                <a:cubicBezTo>
                  <a:pt x="1079498" y="47873"/>
                  <a:pt x="1082175" y="47448"/>
                  <a:pt x="1084872" y="47448"/>
                </a:cubicBezTo>
                <a:cubicBezTo>
                  <a:pt x="1091084" y="47448"/>
                  <a:pt x="1096264" y="49777"/>
                  <a:pt x="1100413" y="54436"/>
                </a:cubicBezTo>
                <a:cubicBezTo>
                  <a:pt x="1104561" y="59095"/>
                  <a:pt x="1106635" y="65450"/>
                  <a:pt x="1106635" y="73503"/>
                </a:cubicBezTo>
                <a:cubicBezTo>
                  <a:pt x="1106635" y="79151"/>
                  <a:pt x="1105511" y="84336"/>
                  <a:pt x="1103263" y="89058"/>
                </a:cubicBezTo>
                <a:cubicBezTo>
                  <a:pt x="1101016" y="93779"/>
                  <a:pt x="1097828" y="97427"/>
                  <a:pt x="1093700" y="99999"/>
                </a:cubicBezTo>
                <a:cubicBezTo>
                  <a:pt x="1089572" y="102570"/>
                  <a:pt x="1085158" y="103856"/>
                  <a:pt x="1080458" y="103856"/>
                </a:cubicBezTo>
                <a:cubicBezTo>
                  <a:pt x="1075349" y="103856"/>
                  <a:pt x="1070629" y="102415"/>
                  <a:pt x="1066297" y="99534"/>
                </a:cubicBezTo>
                <a:cubicBezTo>
                  <a:pt x="1061964" y="96652"/>
                  <a:pt x="1058583" y="92435"/>
                  <a:pt x="1056151" y="86883"/>
                </a:cubicBezTo>
                <a:cubicBezTo>
                  <a:pt x="1053719" y="81331"/>
                  <a:pt x="1052503" y="75294"/>
                  <a:pt x="1052503" y="68774"/>
                </a:cubicBezTo>
                <a:cubicBezTo>
                  <a:pt x="1052503" y="59184"/>
                  <a:pt x="1054741" y="50256"/>
                  <a:pt x="1059216" y="41990"/>
                </a:cubicBezTo>
                <a:cubicBezTo>
                  <a:pt x="1063691" y="33725"/>
                  <a:pt x="1070046" y="27142"/>
                  <a:pt x="1078282" y="22241"/>
                </a:cubicBezTo>
                <a:cubicBezTo>
                  <a:pt x="1086517" y="17341"/>
                  <a:pt x="1096029" y="14849"/>
                  <a:pt x="1106819" y="14764"/>
                </a:cubicBezTo>
                <a:moveTo>
                  <a:pt x="1071569" y="56350"/>
                </a:moveTo>
                <a:cubicBezTo>
                  <a:pt x="1071242" y="62171"/>
                  <a:pt x="1071078" y="66431"/>
                  <a:pt x="1071078" y="69131"/>
                </a:cubicBezTo>
                <a:cubicBezTo>
                  <a:pt x="1071078" y="74952"/>
                  <a:pt x="1071620" y="80583"/>
                  <a:pt x="1072703" y="86025"/>
                </a:cubicBezTo>
                <a:cubicBezTo>
                  <a:pt x="1073786" y="91466"/>
                  <a:pt x="1075268" y="95283"/>
                  <a:pt x="1077148" y="97477"/>
                </a:cubicBezTo>
                <a:cubicBezTo>
                  <a:pt x="1078496" y="99037"/>
                  <a:pt x="1080090" y="99818"/>
                  <a:pt x="1081929" y="99818"/>
                </a:cubicBezTo>
                <a:cubicBezTo>
                  <a:pt x="1083809" y="99818"/>
                  <a:pt x="1085485" y="98689"/>
                  <a:pt x="1086956" y="96432"/>
                </a:cubicBezTo>
                <a:cubicBezTo>
                  <a:pt x="1088428" y="94175"/>
                  <a:pt x="1089163" y="89588"/>
                  <a:pt x="1089163" y="82671"/>
                </a:cubicBezTo>
                <a:cubicBezTo>
                  <a:pt x="1089163" y="71029"/>
                  <a:pt x="1087794" y="62993"/>
                  <a:pt x="1085056" y="58565"/>
                </a:cubicBezTo>
                <a:cubicBezTo>
                  <a:pt x="1083298" y="55697"/>
                  <a:pt x="1080928" y="54262"/>
                  <a:pt x="1077945" y="54262"/>
                </a:cubicBezTo>
                <a:cubicBezTo>
                  <a:pt x="1076310" y="54262"/>
                  <a:pt x="1074185" y="54958"/>
                  <a:pt x="1071569" y="56350"/>
                </a:cubicBezTo>
                <a:close/>
                <a:moveTo>
                  <a:pt x="1112152" y="127958"/>
                </a:moveTo>
                <a:lnTo>
                  <a:pt x="1112152" y="125056"/>
                </a:lnTo>
                <a:cubicBezTo>
                  <a:pt x="1116403" y="122155"/>
                  <a:pt x="1119529" y="119339"/>
                  <a:pt x="1121532" y="116607"/>
                </a:cubicBezTo>
                <a:cubicBezTo>
                  <a:pt x="1124270" y="112823"/>
                  <a:pt x="1126436" y="107988"/>
                  <a:pt x="1128030" y="102103"/>
                </a:cubicBezTo>
                <a:cubicBezTo>
                  <a:pt x="1129992" y="94704"/>
                  <a:pt x="1130973" y="84404"/>
                  <a:pt x="1130973" y="71204"/>
                </a:cubicBezTo>
                <a:cubicBezTo>
                  <a:pt x="1130973" y="58761"/>
                  <a:pt x="1130084" y="49102"/>
                  <a:pt x="1128306" y="42229"/>
                </a:cubicBezTo>
                <a:cubicBezTo>
                  <a:pt x="1126528" y="35355"/>
                  <a:pt x="1124107" y="29796"/>
                  <a:pt x="1121041" y="25550"/>
                </a:cubicBezTo>
                <a:cubicBezTo>
                  <a:pt x="1118916" y="22607"/>
                  <a:pt x="1115953" y="20021"/>
                  <a:pt x="1112152" y="17793"/>
                </a:cubicBezTo>
                <a:lnTo>
                  <a:pt x="1112152" y="14638"/>
                </a:lnTo>
                <a:cubicBezTo>
                  <a:pt x="1122002" y="18044"/>
                  <a:pt x="1130349" y="24992"/>
                  <a:pt x="1137195" y="35482"/>
                </a:cubicBezTo>
                <a:cubicBezTo>
                  <a:pt x="1144041" y="45970"/>
                  <a:pt x="1147464" y="58025"/>
                  <a:pt x="1147464" y="71645"/>
                </a:cubicBezTo>
                <a:cubicBezTo>
                  <a:pt x="1147464" y="85056"/>
                  <a:pt x="1144041" y="96942"/>
                  <a:pt x="1137195" y="107304"/>
                </a:cubicBezTo>
                <a:cubicBezTo>
                  <a:pt x="1130349" y="117668"/>
                  <a:pt x="1122002" y="124552"/>
                  <a:pt x="1112152" y="12795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F1922D-90B0-49A4-9D38-B8395989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818" y="1822195"/>
            <a:ext cx="2952790" cy="208796"/>
          </a:xfrm>
          <a:custGeom xmlns:a="http://schemas.openxmlformats.org/drawingml/2006/main">
            <a:pathLst>
              <a:path w="2952790" h="208796">
                <a:moveTo>
                  <a:pt x="0" y="0"/>
                </a:moveTo>
                <a:lnTo>
                  <a:pt x="2952790" y="0"/>
                </a:lnTo>
                <a:lnTo>
                  <a:pt x="2952790" y="208796"/>
                </a:lnTo>
                <a:lnTo>
                  <a:pt x="0" y="2087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Threshold">
            <a:extLst xmlns:a="http://schemas.openxmlformats.org/drawingml/2006/main">
              <a:ext uri="{FF2B5EF4-FFF2-40B4-BE49-F238E27FC236}">
                <a16:creationId xmlns:a16="http://schemas.microsoft.com/office/drawing/2014/main" id="{3323128D-25D7-4E2C-8F6C-BE2DAA6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7658" y="342537"/>
            <a:ext cx="431945" cy="78419"/>
          </a:xfrm>
          <a:custGeom xmlns:a="http://schemas.openxmlformats.org/drawingml/2006/main">
            <a:pathLst>
              <a:path w="431945" h="78419">
                <a:moveTo>
                  <a:pt x="59010" y="3569"/>
                </a:moveTo>
                <a:lnTo>
                  <a:pt x="59798" y="20768"/>
                </a:lnTo>
                <a:lnTo>
                  <a:pt x="57801" y="20768"/>
                </a:lnTo>
                <a:cubicBezTo>
                  <a:pt x="57416" y="17739"/>
                  <a:pt x="56891" y="15576"/>
                  <a:pt x="56225" y="14278"/>
                </a:cubicBezTo>
                <a:cubicBezTo>
                  <a:pt x="55139" y="12187"/>
                  <a:pt x="53694" y="10645"/>
                  <a:pt x="51890" y="9654"/>
                </a:cubicBezTo>
                <a:cubicBezTo>
                  <a:pt x="50086" y="8662"/>
                  <a:pt x="47712" y="8166"/>
                  <a:pt x="44770" y="8166"/>
                </a:cubicBezTo>
                <a:lnTo>
                  <a:pt x="34733" y="8166"/>
                </a:lnTo>
                <a:lnTo>
                  <a:pt x="34733" y="64195"/>
                </a:lnTo>
                <a:cubicBezTo>
                  <a:pt x="34733" y="68702"/>
                  <a:pt x="35206" y="71515"/>
                  <a:pt x="36152" y="72632"/>
                </a:cubicBezTo>
                <a:cubicBezTo>
                  <a:pt x="37483" y="74147"/>
                  <a:pt x="39533" y="74904"/>
                  <a:pt x="42300" y="74904"/>
                </a:cubicBezTo>
                <a:lnTo>
                  <a:pt x="44770" y="74904"/>
                </a:lnTo>
                <a:lnTo>
                  <a:pt x="44770" y="76905"/>
                </a:lnTo>
                <a:lnTo>
                  <a:pt x="14555" y="76905"/>
                </a:lnTo>
                <a:lnTo>
                  <a:pt x="14555" y="74904"/>
                </a:lnTo>
                <a:lnTo>
                  <a:pt x="17078" y="74904"/>
                </a:lnTo>
                <a:cubicBezTo>
                  <a:pt x="20090" y="74904"/>
                  <a:pt x="22227" y="73966"/>
                  <a:pt x="23488" y="72091"/>
                </a:cubicBezTo>
                <a:cubicBezTo>
                  <a:pt x="24259" y="70938"/>
                  <a:pt x="24644" y="68306"/>
                  <a:pt x="24644" y="64195"/>
                </a:cubicBezTo>
                <a:lnTo>
                  <a:pt x="24644" y="8166"/>
                </a:lnTo>
                <a:lnTo>
                  <a:pt x="16079" y="8166"/>
                </a:lnTo>
                <a:cubicBezTo>
                  <a:pt x="12751" y="8166"/>
                  <a:pt x="10387" y="8419"/>
                  <a:pt x="8986" y="8924"/>
                </a:cubicBezTo>
                <a:cubicBezTo>
                  <a:pt x="7164" y="9609"/>
                  <a:pt x="5605" y="10925"/>
                  <a:pt x="4309" y="12872"/>
                </a:cubicBezTo>
                <a:cubicBezTo>
                  <a:pt x="3013" y="14819"/>
                  <a:pt x="2242" y="17450"/>
                  <a:pt x="1997" y="20768"/>
                </a:cubicBezTo>
                <a:lnTo>
                  <a:pt x="0" y="20768"/>
                </a:lnTo>
                <a:lnTo>
                  <a:pt x="841" y="3569"/>
                </a:lnTo>
                <a:lnTo>
                  <a:pt x="59010" y="3569"/>
                </a:lnTo>
                <a:close/>
                <a:moveTo>
                  <a:pt x="79262" y="0"/>
                </a:moveTo>
                <a:lnTo>
                  <a:pt x="79262" y="36289"/>
                </a:lnTo>
                <a:cubicBezTo>
                  <a:pt x="83151" y="31890"/>
                  <a:pt x="86234" y="29069"/>
                  <a:pt x="88511" y="27825"/>
                </a:cubicBezTo>
                <a:cubicBezTo>
                  <a:pt x="90788" y="26581"/>
                  <a:pt x="93065" y="25959"/>
                  <a:pt x="95342" y="25959"/>
                </a:cubicBezTo>
                <a:cubicBezTo>
                  <a:pt x="98074" y="25959"/>
                  <a:pt x="100421" y="26733"/>
                  <a:pt x="102383" y="28280"/>
                </a:cubicBezTo>
                <a:cubicBezTo>
                  <a:pt x="104345" y="29827"/>
                  <a:pt x="105798" y="32255"/>
                  <a:pt x="106744" y="35564"/>
                </a:cubicBezTo>
                <a:cubicBezTo>
                  <a:pt x="107410" y="37867"/>
                  <a:pt x="107743" y="42076"/>
                  <a:pt x="107743" y="48192"/>
                </a:cubicBezTo>
                <a:lnTo>
                  <a:pt x="107743" y="65676"/>
                </a:lnTo>
                <a:cubicBezTo>
                  <a:pt x="107743" y="68806"/>
                  <a:pt x="107988" y="70947"/>
                  <a:pt x="108478" y="72098"/>
                </a:cubicBezTo>
                <a:cubicBezTo>
                  <a:pt x="108829" y="72961"/>
                  <a:pt x="109424" y="73645"/>
                  <a:pt x="110265" y="74148"/>
                </a:cubicBezTo>
                <a:cubicBezTo>
                  <a:pt x="111106" y="74652"/>
                  <a:pt x="112647" y="74904"/>
                  <a:pt x="114889" y="74904"/>
                </a:cubicBezTo>
                <a:lnTo>
                  <a:pt x="114889" y="76905"/>
                </a:lnTo>
                <a:lnTo>
                  <a:pt x="91243" y="76905"/>
                </a:lnTo>
                <a:lnTo>
                  <a:pt x="91243" y="74904"/>
                </a:lnTo>
                <a:lnTo>
                  <a:pt x="92346" y="74904"/>
                </a:lnTo>
                <a:cubicBezTo>
                  <a:pt x="94588" y="74904"/>
                  <a:pt x="96147" y="74552"/>
                  <a:pt x="97023" y="73849"/>
                </a:cubicBezTo>
                <a:cubicBezTo>
                  <a:pt x="97899" y="73146"/>
                  <a:pt x="98512" y="72110"/>
                  <a:pt x="98862" y="70739"/>
                </a:cubicBezTo>
                <a:cubicBezTo>
                  <a:pt x="98967" y="70163"/>
                  <a:pt x="99020" y="68468"/>
                  <a:pt x="99020" y="65656"/>
                </a:cubicBezTo>
                <a:lnTo>
                  <a:pt x="99020" y="48133"/>
                </a:lnTo>
                <a:cubicBezTo>
                  <a:pt x="99020" y="42725"/>
                  <a:pt x="98748" y="39173"/>
                  <a:pt x="98205" y="37479"/>
                </a:cubicBezTo>
                <a:cubicBezTo>
                  <a:pt x="97662" y="35784"/>
                  <a:pt x="96795" y="34513"/>
                  <a:pt x="95604" y="33666"/>
                </a:cubicBezTo>
                <a:cubicBezTo>
                  <a:pt x="94413" y="32819"/>
                  <a:pt x="92977" y="32395"/>
                  <a:pt x="91296" y="32395"/>
                </a:cubicBezTo>
                <a:cubicBezTo>
                  <a:pt x="89579" y="32395"/>
                  <a:pt x="87792" y="32864"/>
                  <a:pt x="85936" y="33801"/>
                </a:cubicBezTo>
                <a:cubicBezTo>
                  <a:pt x="84079" y="34739"/>
                  <a:pt x="81855" y="36632"/>
                  <a:pt x="79262" y="39480"/>
                </a:cubicBezTo>
                <a:lnTo>
                  <a:pt x="79262" y="65656"/>
                </a:lnTo>
                <a:cubicBezTo>
                  <a:pt x="79262" y="69045"/>
                  <a:pt x="79446" y="71154"/>
                  <a:pt x="79814" y="71983"/>
                </a:cubicBezTo>
                <a:cubicBezTo>
                  <a:pt x="80182" y="72813"/>
                  <a:pt x="80865" y="73507"/>
                  <a:pt x="81863" y="74065"/>
                </a:cubicBezTo>
                <a:cubicBezTo>
                  <a:pt x="82862" y="74624"/>
                  <a:pt x="84587" y="74904"/>
                  <a:pt x="87039" y="74904"/>
                </a:cubicBezTo>
                <a:lnTo>
                  <a:pt x="87039" y="76905"/>
                </a:lnTo>
                <a:lnTo>
                  <a:pt x="63183" y="76905"/>
                </a:lnTo>
                <a:lnTo>
                  <a:pt x="63183" y="74904"/>
                </a:lnTo>
                <a:cubicBezTo>
                  <a:pt x="65320" y="74904"/>
                  <a:pt x="67001" y="74561"/>
                  <a:pt x="68227" y="73876"/>
                </a:cubicBezTo>
                <a:cubicBezTo>
                  <a:pt x="68928" y="73517"/>
                  <a:pt x="69489" y="72833"/>
                  <a:pt x="69909" y="71824"/>
                </a:cubicBezTo>
                <a:cubicBezTo>
                  <a:pt x="70329" y="70815"/>
                  <a:pt x="70540" y="68761"/>
                  <a:pt x="70540" y="65662"/>
                </a:cubicBezTo>
                <a:lnTo>
                  <a:pt x="70540" y="20860"/>
                </a:lnTo>
                <a:cubicBezTo>
                  <a:pt x="70540" y="15204"/>
                  <a:pt x="70408" y="11728"/>
                  <a:pt x="70145" y="10431"/>
                </a:cubicBezTo>
                <a:cubicBezTo>
                  <a:pt x="69883" y="9133"/>
                  <a:pt x="69480" y="8250"/>
                  <a:pt x="68937" y="7783"/>
                </a:cubicBezTo>
                <a:cubicBezTo>
                  <a:pt x="68394" y="7314"/>
                  <a:pt x="67667" y="7080"/>
                  <a:pt x="66756" y="7080"/>
                </a:cubicBezTo>
                <a:cubicBezTo>
                  <a:pt x="66021" y="7080"/>
                  <a:pt x="64829" y="7368"/>
                  <a:pt x="63183" y="7945"/>
                </a:cubicBezTo>
                <a:lnTo>
                  <a:pt x="62447" y="6052"/>
                </a:lnTo>
                <a:lnTo>
                  <a:pt x="76845" y="0"/>
                </a:lnTo>
                <a:lnTo>
                  <a:pt x="79262" y="0"/>
                </a:lnTo>
                <a:close/>
                <a:moveTo>
                  <a:pt x="133017" y="25959"/>
                </a:moveTo>
                <a:lnTo>
                  <a:pt x="133017" y="37100"/>
                </a:lnTo>
                <a:cubicBezTo>
                  <a:pt x="137045" y="29673"/>
                  <a:pt x="141179" y="25959"/>
                  <a:pt x="145418" y="25959"/>
                </a:cubicBezTo>
                <a:cubicBezTo>
                  <a:pt x="147345" y="25959"/>
                  <a:pt x="148938" y="26563"/>
                  <a:pt x="150200" y="27771"/>
                </a:cubicBezTo>
                <a:cubicBezTo>
                  <a:pt x="151461" y="28979"/>
                  <a:pt x="152091" y="30376"/>
                  <a:pt x="152091" y="31963"/>
                </a:cubicBezTo>
                <a:cubicBezTo>
                  <a:pt x="152091" y="33369"/>
                  <a:pt x="151636" y="34558"/>
                  <a:pt x="150725" y="35532"/>
                </a:cubicBezTo>
                <a:cubicBezTo>
                  <a:pt x="149814" y="36505"/>
                  <a:pt x="148728" y="36992"/>
                  <a:pt x="147467" y="36992"/>
                </a:cubicBezTo>
                <a:cubicBezTo>
                  <a:pt x="146241" y="36992"/>
                  <a:pt x="144866" y="36370"/>
                  <a:pt x="143342" y="35126"/>
                </a:cubicBezTo>
                <a:cubicBezTo>
                  <a:pt x="141818" y="33882"/>
                  <a:pt x="140689" y="33261"/>
                  <a:pt x="139953" y="33261"/>
                </a:cubicBezTo>
                <a:cubicBezTo>
                  <a:pt x="139322" y="33261"/>
                  <a:pt x="138639" y="33620"/>
                  <a:pt x="137904" y="34339"/>
                </a:cubicBezTo>
                <a:cubicBezTo>
                  <a:pt x="136327" y="35814"/>
                  <a:pt x="134698" y="38241"/>
                  <a:pt x="133017" y="41621"/>
                </a:cubicBezTo>
                <a:lnTo>
                  <a:pt x="133017" y="65302"/>
                </a:lnTo>
                <a:cubicBezTo>
                  <a:pt x="133017" y="68035"/>
                  <a:pt x="133350" y="70102"/>
                  <a:pt x="134015" y="71505"/>
                </a:cubicBezTo>
                <a:cubicBezTo>
                  <a:pt x="134471" y="72476"/>
                  <a:pt x="135276" y="73286"/>
                  <a:pt x="136432" y="73934"/>
                </a:cubicBezTo>
                <a:cubicBezTo>
                  <a:pt x="137588" y="74580"/>
                  <a:pt x="139252" y="74904"/>
                  <a:pt x="141424" y="74904"/>
                </a:cubicBezTo>
                <a:lnTo>
                  <a:pt x="141424" y="76905"/>
                </a:lnTo>
                <a:lnTo>
                  <a:pt x="116780" y="76905"/>
                </a:lnTo>
                <a:lnTo>
                  <a:pt x="116780" y="74904"/>
                </a:lnTo>
                <a:cubicBezTo>
                  <a:pt x="119232" y="74904"/>
                  <a:pt x="121054" y="74508"/>
                  <a:pt x="122245" y="73717"/>
                </a:cubicBezTo>
                <a:cubicBezTo>
                  <a:pt x="123120" y="73142"/>
                  <a:pt x="123734" y="72224"/>
                  <a:pt x="124084" y="70964"/>
                </a:cubicBezTo>
                <a:cubicBezTo>
                  <a:pt x="124259" y="70352"/>
                  <a:pt x="124347" y="68608"/>
                  <a:pt x="124347" y="65730"/>
                </a:cubicBezTo>
                <a:lnTo>
                  <a:pt x="124347" y="46573"/>
                </a:lnTo>
                <a:cubicBezTo>
                  <a:pt x="124347" y="40817"/>
                  <a:pt x="124233" y="37390"/>
                  <a:pt x="124005" y="36294"/>
                </a:cubicBezTo>
                <a:cubicBezTo>
                  <a:pt x="123777" y="35197"/>
                  <a:pt x="123357" y="34396"/>
                  <a:pt x="122744" y="33893"/>
                </a:cubicBezTo>
                <a:cubicBezTo>
                  <a:pt x="122131" y="33389"/>
                  <a:pt x="121369" y="33137"/>
                  <a:pt x="120458" y="33137"/>
                </a:cubicBezTo>
                <a:cubicBezTo>
                  <a:pt x="119372" y="33137"/>
                  <a:pt x="118146" y="33407"/>
                  <a:pt x="116780" y="33947"/>
                </a:cubicBezTo>
                <a:lnTo>
                  <a:pt x="116254" y="32003"/>
                </a:lnTo>
                <a:lnTo>
                  <a:pt x="130810" y="25959"/>
                </a:lnTo>
                <a:lnTo>
                  <a:pt x="133017" y="25959"/>
                </a:lnTo>
                <a:close/>
                <a:moveTo>
                  <a:pt x="162895" y="46078"/>
                </a:moveTo>
                <a:cubicBezTo>
                  <a:pt x="162860" y="53416"/>
                  <a:pt x="164595" y="59172"/>
                  <a:pt x="168098" y="63345"/>
                </a:cubicBezTo>
                <a:cubicBezTo>
                  <a:pt x="171601" y="67518"/>
                  <a:pt x="175717" y="69604"/>
                  <a:pt x="180446" y="69604"/>
                </a:cubicBezTo>
                <a:cubicBezTo>
                  <a:pt x="183599" y="69604"/>
                  <a:pt x="186340" y="68711"/>
                  <a:pt x="188670" y="66927"/>
                </a:cubicBezTo>
                <a:cubicBezTo>
                  <a:pt x="190999" y="65142"/>
                  <a:pt x="192952" y="62086"/>
                  <a:pt x="194529" y="57760"/>
                </a:cubicBezTo>
                <a:lnTo>
                  <a:pt x="196158" y="58841"/>
                </a:lnTo>
                <a:cubicBezTo>
                  <a:pt x="195422" y="63781"/>
                  <a:pt x="193285" y="68279"/>
                  <a:pt x="189747" y="72335"/>
                </a:cubicBezTo>
                <a:cubicBezTo>
                  <a:pt x="186209" y="76391"/>
                  <a:pt x="181777" y="78419"/>
                  <a:pt x="176453" y="78419"/>
                </a:cubicBezTo>
                <a:cubicBezTo>
                  <a:pt x="170672" y="78419"/>
                  <a:pt x="165724" y="76108"/>
                  <a:pt x="161608" y="71485"/>
                </a:cubicBezTo>
                <a:cubicBezTo>
                  <a:pt x="157492" y="66861"/>
                  <a:pt x="155434" y="60645"/>
                  <a:pt x="155434" y="52837"/>
                </a:cubicBezTo>
                <a:cubicBezTo>
                  <a:pt x="155434" y="44382"/>
                  <a:pt x="157544" y="37789"/>
                  <a:pt x="161766" y="33058"/>
                </a:cubicBezTo>
                <a:cubicBezTo>
                  <a:pt x="165987" y="28326"/>
                  <a:pt x="171285" y="25959"/>
                  <a:pt x="177661" y="25959"/>
                </a:cubicBezTo>
                <a:cubicBezTo>
                  <a:pt x="183056" y="25959"/>
                  <a:pt x="187487" y="27785"/>
                  <a:pt x="190955" y="31435"/>
                </a:cubicBezTo>
                <a:cubicBezTo>
                  <a:pt x="194424" y="35085"/>
                  <a:pt x="196158" y="39966"/>
                  <a:pt x="196158" y="46078"/>
                </a:cubicBezTo>
                <a:lnTo>
                  <a:pt x="162895" y="46078"/>
                </a:lnTo>
                <a:moveTo>
                  <a:pt x="162895" y="42941"/>
                </a:moveTo>
                <a:lnTo>
                  <a:pt x="185175" y="42941"/>
                </a:lnTo>
                <a:cubicBezTo>
                  <a:pt x="185000" y="39768"/>
                  <a:pt x="184632" y="37533"/>
                  <a:pt x="184072" y="36235"/>
                </a:cubicBezTo>
                <a:cubicBezTo>
                  <a:pt x="183196" y="34216"/>
                  <a:pt x="181891" y="32630"/>
                  <a:pt x="180157" y="31476"/>
                </a:cubicBezTo>
                <a:cubicBezTo>
                  <a:pt x="178423" y="30322"/>
                  <a:pt x="176610" y="29745"/>
                  <a:pt x="174719" y="29745"/>
                </a:cubicBezTo>
                <a:cubicBezTo>
                  <a:pt x="171811" y="29745"/>
                  <a:pt x="169210" y="30908"/>
                  <a:pt x="166915" y="33233"/>
                </a:cubicBezTo>
                <a:cubicBezTo>
                  <a:pt x="164621" y="35559"/>
                  <a:pt x="163281" y="38795"/>
                  <a:pt x="162895" y="42941"/>
                </a:cubicBezTo>
                <a:close/>
                <a:moveTo>
                  <a:pt x="232992" y="25959"/>
                </a:moveTo>
                <a:lnTo>
                  <a:pt x="232992" y="42725"/>
                </a:lnTo>
                <a:lnTo>
                  <a:pt x="231258" y="42725"/>
                </a:lnTo>
                <a:cubicBezTo>
                  <a:pt x="229927" y="37467"/>
                  <a:pt x="228219" y="33890"/>
                  <a:pt x="226135" y="31995"/>
                </a:cubicBezTo>
                <a:cubicBezTo>
                  <a:pt x="224051" y="30098"/>
                  <a:pt x="221397" y="29150"/>
                  <a:pt x="218174" y="29150"/>
                </a:cubicBezTo>
                <a:cubicBezTo>
                  <a:pt x="215722" y="29150"/>
                  <a:pt x="213743" y="29817"/>
                  <a:pt x="212236" y="31150"/>
                </a:cubicBezTo>
                <a:cubicBezTo>
                  <a:pt x="210730" y="32481"/>
                  <a:pt x="209977" y="33958"/>
                  <a:pt x="209977" y="35579"/>
                </a:cubicBezTo>
                <a:cubicBezTo>
                  <a:pt x="209977" y="37596"/>
                  <a:pt x="210537" y="39324"/>
                  <a:pt x="211658" y="40764"/>
                </a:cubicBezTo>
                <a:cubicBezTo>
                  <a:pt x="212744" y="42242"/>
                  <a:pt x="214951" y="43808"/>
                  <a:pt x="218279" y="45464"/>
                </a:cubicBezTo>
                <a:lnTo>
                  <a:pt x="225951" y="49301"/>
                </a:lnTo>
                <a:cubicBezTo>
                  <a:pt x="233062" y="52866"/>
                  <a:pt x="236618" y="57566"/>
                  <a:pt x="236618" y="63401"/>
                </a:cubicBezTo>
                <a:cubicBezTo>
                  <a:pt x="236618" y="67902"/>
                  <a:pt x="234963" y="71531"/>
                  <a:pt x="231652" y="74287"/>
                </a:cubicBezTo>
                <a:cubicBezTo>
                  <a:pt x="228342" y="77042"/>
                  <a:pt x="224637" y="78419"/>
                  <a:pt x="220539" y="78419"/>
                </a:cubicBezTo>
                <a:cubicBezTo>
                  <a:pt x="217596" y="78419"/>
                  <a:pt x="214233" y="77878"/>
                  <a:pt x="210450" y="76797"/>
                </a:cubicBezTo>
                <a:cubicBezTo>
                  <a:pt x="209294" y="76436"/>
                  <a:pt x="208348" y="76256"/>
                  <a:pt x="207612" y="76256"/>
                </a:cubicBezTo>
                <a:cubicBezTo>
                  <a:pt x="206806" y="76256"/>
                  <a:pt x="206176" y="76725"/>
                  <a:pt x="205721" y="77662"/>
                </a:cubicBezTo>
                <a:lnTo>
                  <a:pt x="203986" y="77662"/>
                </a:lnTo>
                <a:lnTo>
                  <a:pt x="203986" y="59923"/>
                </a:lnTo>
                <a:lnTo>
                  <a:pt x="205721" y="59923"/>
                </a:lnTo>
                <a:cubicBezTo>
                  <a:pt x="206701" y="64989"/>
                  <a:pt x="208576" y="68806"/>
                  <a:pt x="211343" y="71375"/>
                </a:cubicBezTo>
                <a:cubicBezTo>
                  <a:pt x="214110" y="73944"/>
                  <a:pt x="217211" y="75228"/>
                  <a:pt x="220644" y="75228"/>
                </a:cubicBezTo>
                <a:cubicBezTo>
                  <a:pt x="223061" y="75228"/>
                  <a:pt x="225031" y="74499"/>
                  <a:pt x="226555" y="73041"/>
                </a:cubicBezTo>
                <a:cubicBezTo>
                  <a:pt x="228079" y="71582"/>
                  <a:pt x="228841" y="69826"/>
                  <a:pt x="228841" y="67773"/>
                </a:cubicBezTo>
                <a:cubicBezTo>
                  <a:pt x="228841" y="65288"/>
                  <a:pt x="227992" y="63199"/>
                  <a:pt x="226293" y="61507"/>
                </a:cubicBezTo>
                <a:cubicBezTo>
                  <a:pt x="224594" y="59814"/>
                  <a:pt x="221204" y="57672"/>
                  <a:pt x="216125" y="55079"/>
                </a:cubicBezTo>
                <a:cubicBezTo>
                  <a:pt x="211045" y="52486"/>
                  <a:pt x="207717" y="50144"/>
                  <a:pt x="206141" y="48055"/>
                </a:cubicBezTo>
                <a:cubicBezTo>
                  <a:pt x="204564" y="46002"/>
                  <a:pt x="203776" y="43409"/>
                  <a:pt x="203776" y="40276"/>
                </a:cubicBezTo>
                <a:cubicBezTo>
                  <a:pt x="203776" y="36206"/>
                  <a:pt x="205134" y="32803"/>
                  <a:pt x="207849" y="30066"/>
                </a:cubicBezTo>
                <a:cubicBezTo>
                  <a:pt x="210564" y="27328"/>
                  <a:pt x="214075" y="25959"/>
                  <a:pt x="218384" y="25959"/>
                </a:cubicBezTo>
                <a:cubicBezTo>
                  <a:pt x="220276" y="25959"/>
                  <a:pt x="222571" y="26374"/>
                  <a:pt x="225268" y="27203"/>
                </a:cubicBezTo>
                <a:cubicBezTo>
                  <a:pt x="227055" y="27744"/>
                  <a:pt x="228246" y="28015"/>
                  <a:pt x="228841" y="28015"/>
                </a:cubicBezTo>
                <a:cubicBezTo>
                  <a:pt x="229402" y="28015"/>
                  <a:pt x="229839" y="27888"/>
                  <a:pt x="230155" y="27636"/>
                </a:cubicBezTo>
                <a:cubicBezTo>
                  <a:pt x="230470" y="27384"/>
                  <a:pt x="230838" y="26825"/>
                  <a:pt x="231258" y="25959"/>
                </a:cubicBezTo>
                <a:lnTo>
                  <a:pt x="232992" y="25959"/>
                </a:lnTo>
                <a:close/>
                <a:moveTo>
                  <a:pt x="258615" y="0"/>
                </a:moveTo>
                <a:lnTo>
                  <a:pt x="258615" y="36289"/>
                </a:lnTo>
                <a:cubicBezTo>
                  <a:pt x="262503" y="31890"/>
                  <a:pt x="265586" y="29069"/>
                  <a:pt x="267863" y="27825"/>
                </a:cubicBezTo>
                <a:cubicBezTo>
                  <a:pt x="270140" y="26581"/>
                  <a:pt x="272417" y="25959"/>
                  <a:pt x="274694" y="25959"/>
                </a:cubicBezTo>
                <a:cubicBezTo>
                  <a:pt x="277426" y="25959"/>
                  <a:pt x="279774" y="26733"/>
                  <a:pt x="281735" y="28280"/>
                </a:cubicBezTo>
                <a:cubicBezTo>
                  <a:pt x="283697" y="29827"/>
                  <a:pt x="285151" y="32255"/>
                  <a:pt x="286097" y="35564"/>
                </a:cubicBezTo>
                <a:cubicBezTo>
                  <a:pt x="286762" y="37867"/>
                  <a:pt x="287095" y="42076"/>
                  <a:pt x="287095" y="48192"/>
                </a:cubicBezTo>
                <a:lnTo>
                  <a:pt x="287095" y="65676"/>
                </a:lnTo>
                <a:cubicBezTo>
                  <a:pt x="287095" y="68806"/>
                  <a:pt x="287340" y="70947"/>
                  <a:pt x="287831" y="72098"/>
                </a:cubicBezTo>
                <a:cubicBezTo>
                  <a:pt x="288181" y="72961"/>
                  <a:pt x="288777" y="73645"/>
                  <a:pt x="289617" y="74148"/>
                </a:cubicBezTo>
                <a:cubicBezTo>
                  <a:pt x="290458" y="74652"/>
                  <a:pt x="291999" y="74904"/>
                  <a:pt x="294241" y="74904"/>
                </a:cubicBezTo>
                <a:lnTo>
                  <a:pt x="294241" y="76905"/>
                </a:lnTo>
                <a:lnTo>
                  <a:pt x="270595" y="76905"/>
                </a:lnTo>
                <a:lnTo>
                  <a:pt x="270595" y="74904"/>
                </a:lnTo>
                <a:lnTo>
                  <a:pt x="271699" y="74904"/>
                </a:lnTo>
                <a:cubicBezTo>
                  <a:pt x="273941" y="74904"/>
                  <a:pt x="275500" y="74552"/>
                  <a:pt x="276376" y="73849"/>
                </a:cubicBezTo>
                <a:cubicBezTo>
                  <a:pt x="277251" y="73146"/>
                  <a:pt x="277864" y="72110"/>
                  <a:pt x="278215" y="70739"/>
                </a:cubicBezTo>
                <a:cubicBezTo>
                  <a:pt x="278320" y="70163"/>
                  <a:pt x="278372" y="68468"/>
                  <a:pt x="278372" y="65656"/>
                </a:cubicBezTo>
                <a:lnTo>
                  <a:pt x="278372" y="48133"/>
                </a:lnTo>
                <a:cubicBezTo>
                  <a:pt x="278372" y="42725"/>
                  <a:pt x="278101" y="39173"/>
                  <a:pt x="277558" y="37479"/>
                </a:cubicBezTo>
                <a:cubicBezTo>
                  <a:pt x="277015" y="35784"/>
                  <a:pt x="276148" y="34513"/>
                  <a:pt x="274957" y="33666"/>
                </a:cubicBezTo>
                <a:cubicBezTo>
                  <a:pt x="273766" y="32819"/>
                  <a:pt x="272329" y="32395"/>
                  <a:pt x="270648" y="32395"/>
                </a:cubicBezTo>
                <a:cubicBezTo>
                  <a:pt x="268931" y="32395"/>
                  <a:pt x="267145" y="32864"/>
                  <a:pt x="265288" y="33801"/>
                </a:cubicBezTo>
                <a:cubicBezTo>
                  <a:pt x="263432" y="34739"/>
                  <a:pt x="261207" y="36632"/>
                  <a:pt x="258615" y="39480"/>
                </a:cubicBezTo>
                <a:lnTo>
                  <a:pt x="258615" y="65656"/>
                </a:lnTo>
                <a:cubicBezTo>
                  <a:pt x="258615" y="69045"/>
                  <a:pt x="258799" y="71154"/>
                  <a:pt x="259166" y="71983"/>
                </a:cubicBezTo>
                <a:cubicBezTo>
                  <a:pt x="259534" y="72813"/>
                  <a:pt x="260217" y="73507"/>
                  <a:pt x="261216" y="74065"/>
                </a:cubicBezTo>
                <a:cubicBezTo>
                  <a:pt x="262214" y="74624"/>
                  <a:pt x="263939" y="74904"/>
                  <a:pt x="266392" y="74904"/>
                </a:cubicBezTo>
                <a:lnTo>
                  <a:pt x="266392" y="76905"/>
                </a:lnTo>
                <a:lnTo>
                  <a:pt x="242535" y="76905"/>
                </a:lnTo>
                <a:lnTo>
                  <a:pt x="242535" y="74904"/>
                </a:lnTo>
                <a:cubicBezTo>
                  <a:pt x="244672" y="74904"/>
                  <a:pt x="246354" y="74561"/>
                  <a:pt x="247580" y="73876"/>
                </a:cubicBezTo>
                <a:cubicBezTo>
                  <a:pt x="248281" y="73517"/>
                  <a:pt x="248841" y="72833"/>
                  <a:pt x="249261" y="71824"/>
                </a:cubicBezTo>
                <a:cubicBezTo>
                  <a:pt x="249682" y="70815"/>
                  <a:pt x="249892" y="68761"/>
                  <a:pt x="249892" y="65662"/>
                </a:cubicBezTo>
                <a:lnTo>
                  <a:pt x="249892" y="20860"/>
                </a:lnTo>
                <a:cubicBezTo>
                  <a:pt x="249892" y="15204"/>
                  <a:pt x="249761" y="11728"/>
                  <a:pt x="249498" y="10431"/>
                </a:cubicBezTo>
                <a:cubicBezTo>
                  <a:pt x="249235" y="9133"/>
                  <a:pt x="248832" y="8250"/>
                  <a:pt x="248289" y="7783"/>
                </a:cubicBezTo>
                <a:cubicBezTo>
                  <a:pt x="247746" y="7314"/>
                  <a:pt x="247019" y="7080"/>
                  <a:pt x="246109" y="7080"/>
                </a:cubicBezTo>
                <a:cubicBezTo>
                  <a:pt x="245373" y="7080"/>
                  <a:pt x="244182" y="7368"/>
                  <a:pt x="242535" y="7945"/>
                </a:cubicBezTo>
                <a:lnTo>
                  <a:pt x="241800" y="6052"/>
                </a:lnTo>
                <a:lnTo>
                  <a:pt x="256198" y="0"/>
                </a:lnTo>
                <a:lnTo>
                  <a:pt x="258615" y="0"/>
                </a:lnTo>
                <a:close/>
                <a:moveTo>
                  <a:pt x="321828" y="25959"/>
                </a:moveTo>
                <a:cubicBezTo>
                  <a:pt x="329114" y="25959"/>
                  <a:pt x="334965" y="28805"/>
                  <a:pt x="339379" y="34496"/>
                </a:cubicBezTo>
                <a:cubicBezTo>
                  <a:pt x="343127" y="39358"/>
                  <a:pt x="345001" y="44941"/>
                  <a:pt x="345001" y="51245"/>
                </a:cubicBezTo>
                <a:cubicBezTo>
                  <a:pt x="345001" y="55675"/>
                  <a:pt x="343968" y="60159"/>
                  <a:pt x="341901" y="64697"/>
                </a:cubicBezTo>
                <a:cubicBezTo>
                  <a:pt x="339834" y="69235"/>
                  <a:pt x="336988" y="72656"/>
                  <a:pt x="333362" y="74961"/>
                </a:cubicBezTo>
                <a:cubicBezTo>
                  <a:pt x="329736" y="77266"/>
                  <a:pt x="325699" y="78419"/>
                  <a:pt x="321250" y="78419"/>
                </a:cubicBezTo>
                <a:cubicBezTo>
                  <a:pt x="313998" y="78419"/>
                  <a:pt x="308236" y="75447"/>
                  <a:pt x="303962" y="69504"/>
                </a:cubicBezTo>
                <a:cubicBezTo>
                  <a:pt x="300354" y="64498"/>
                  <a:pt x="298550" y="58880"/>
                  <a:pt x="298550" y="52649"/>
                </a:cubicBezTo>
                <a:cubicBezTo>
                  <a:pt x="298550" y="48111"/>
                  <a:pt x="299644" y="43599"/>
                  <a:pt x="301834" y="39115"/>
                </a:cubicBezTo>
                <a:cubicBezTo>
                  <a:pt x="304023" y="34631"/>
                  <a:pt x="306905" y="31317"/>
                  <a:pt x="310478" y="29174"/>
                </a:cubicBezTo>
                <a:cubicBezTo>
                  <a:pt x="314051" y="27031"/>
                  <a:pt x="317834" y="25959"/>
                  <a:pt x="321828" y="25959"/>
                </a:cubicBezTo>
                <a:moveTo>
                  <a:pt x="320199" y="29529"/>
                </a:moveTo>
                <a:cubicBezTo>
                  <a:pt x="318342" y="29529"/>
                  <a:pt x="316477" y="30096"/>
                  <a:pt x="314603" y="31231"/>
                </a:cubicBezTo>
                <a:cubicBezTo>
                  <a:pt x="312729" y="32365"/>
                  <a:pt x="311213" y="34355"/>
                  <a:pt x="310057" y="37200"/>
                </a:cubicBezTo>
                <a:cubicBezTo>
                  <a:pt x="308901" y="40045"/>
                  <a:pt x="308323" y="43700"/>
                  <a:pt x="308323" y="48165"/>
                </a:cubicBezTo>
                <a:cubicBezTo>
                  <a:pt x="308323" y="55367"/>
                  <a:pt x="309716" y="61579"/>
                  <a:pt x="312501" y="66802"/>
                </a:cubicBezTo>
                <a:cubicBezTo>
                  <a:pt x="315286" y="72023"/>
                  <a:pt x="318955" y="74633"/>
                  <a:pt x="323509" y="74633"/>
                </a:cubicBezTo>
                <a:cubicBezTo>
                  <a:pt x="326907" y="74633"/>
                  <a:pt x="329710" y="73193"/>
                  <a:pt x="331917" y="70312"/>
                </a:cubicBezTo>
                <a:cubicBezTo>
                  <a:pt x="334124" y="67431"/>
                  <a:pt x="335227" y="62480"/>
                  <a:pt x="335227" y="55458"/>
                </a:cubicBezTo>
                <a:cubicBezTo>
                  <a:pt x="335227" y="46671"/>
                  <a:pt x="333388" y="39756"/>
                  <a:pt x="329710" y="34714"/>
                </a:cubicBezTo>
                <a:cubicBezTo>
                  <a:pt x="327223" y="31257"/>
                  <a:pt x="324052" y="29529"/>
                  <a:pt x="320199" y="29529"/>
                </a:cubicBezTo>
                <a:close/>
                <a:moveTo>
                  <a:pt x="368647" y="0"/>
                </a:moveTo>
                <a:lnTo>
                  <a:pt x="368647" y="65662"/>
                </a:lnTo>
                <a:cubicBezTo>
                  <a:pt x="368647" y="68761"/>
                  <a:pt x="368866" y="70815"/>
                  <a:pt x="369304" y="71824"/>
                </a:cubicBezTo>
                <a:cubicBezTo>
                  <a:pt x="369742" y="72833"/>
                  <a:pt x="370416" y="73598"/>
                  <a:pt x="371327" y="74121"/>
                </a:cubicBezTo>
                <a:cubicBezTo>
                  <a:pt x="372238" y="74643"/>
                  <a:pt x="373937" y="74904"/>
                  <a:pt x="376424" y="74904"/>
                </a:cubicBezTo>
                <a:lnTo>
                  <a:pt x="376424" y="76905"/>
                </a:lnTo>
                <a:lnTo>
                  <a:pt x="352830" y="76905"/>
                </a:lnTo>
                <a:lnTo>
                  <a:pt x="352830" y="74904"/>
                </a:lnTo>
                <a:cubicBezTo>
                  <a:pt x="355037" y="74904"/>
                  <a:pt x="356544" y="74670"/>
                  <a:pt x="357349" y="74202"/>
                </a:cubicBezTo>
                <a:cubicBezTo>
                  <a:pt x="358155" y="73734"/>
                  <a:pt x="358786" y="72959"/>
                  <a:pt x="359241" y="71879"/>
                </a:cubicBezTo>
                <a:cubicBezTo>
                  <a:pt x="359697" y="70797"/>
                  <a:pt x="359924" y="68725"/>
                  <a:pt x="359924" y="65662"/>
                </a:cubicBezTo>
                <a:lnTo>
                  <a:pt x="359924" y="20698"/>
                </a:lnTo>
                <a:cubicBezTo>
                  <a:pt x="359924" y="15114"/>
                  <a:pt x="359802" y="11683"/>
                  <a:pt x="359556" y="10404"/>
                </a:cubicBezTo>
                <a:cubicBezTo>
                  <a:pt x="359311" y="9124"/>
                  <a:pt x="358917" y="8250"/>
                  <a:pt x="358374" y="7783"/>
                </a:cubicBezTo>
                <a:cubicBezTo>
                  <a:pt x="357831" y="7314"/>
                  <a:pt x="357139" y="7080"/>
                  <a:pt x="356299" y="7080"/>
                </a:cubicBezTo>
                <a:cubicBezTo>
                  <a:pt x="355388" y="7080"/>
                  <a:pt x="354232" y="7368"/>
                  <a:pt x="352830" y="7945"/>
                </a:cubicBezTo>
                <a:lnTo>
                  <a:pt x="351937" y="6052"/>
                </a:lnTo>
                <a:lnTo>
                  <a:pt x="366282" y="0"/>
                </a:lnTo>
                <a:lnTo>
                  <a:pt x="368647" y="0"/>
                </a:lnTo>
                <a:close/>
                <a:moveTo>
                  <a:pt x="415235" y="71334"/>
                </a:moveTo>
                <a:cubicBezTo>
                  <a:pt x="412888" y="73858"/>
                  <a:pt x="410593" y="75670"/>
                  <a:pt x="408351" y="76770"/>
                </a:cubicBezTo>
                <a:cubicBezTo>
                  <a:pt x="406109" y="77869"/>
                  <a:pt x="403692" y="78419"/>
                  <a:pt x="401100" y="78419"/>
                </a:cubicBezTo>
                <a:cubicBezTo>
                  <a:pt x="395845" y="78419"/>
                  <a:pt x="391256" y="76162"/>
                  <a:pt x="387333" y="71647"/>
                </a:cubicBezTo>
                <a:cubicBezTo>
                  <a:pt x="383409" y="67131"/>
                  <a:pt x="381447" y="61329"/>
                  <a:pt x="381447" y="54239"/>
                </a:cubicBezTo>
                <a:cubicBezTo>
                  <a:pt x="381447" y="47151"/>
                  <a:pt x="383619" y="40666"/>
                  <a:pt x="387963" y="34783"/>
                </a:cubicBezTo>
                <a:cubicBezTo>
                  <a:pt x="392307" y="28901"/>
                  <a:pt x="397895" y="25959"/>
                  <a:pt x="404726" y="25959"/>
                </a:cubicBezTo>
                <a:cubicBezTo>
                  <a:pt x="408964" y="25959"/>
                  <a:pt x="412468" y="27348"/>
                  <a:pt x="415235" y="30124"/>
                </a:cubicBezTo>
                <a:lnTo>
                  <a:pt x="415235" y="20964"/>
                </a:lnTo>
                <a:cubicBezTo>
                  <a:pt x="415235" y="15279"/>
                  <a:pt x="415104" y="11785"/>
                  <a:pt x="414841" y="10482"/>
                </a:cubicBezTo>
                <a:cubicBezTo>
                  <a:pt x="414578" y="9178"/>
                  <a:pt x="414167" y="8291"/>
                  <a:pt x="413606" y="7822"/>
                </a:cubicBezTo>
                <a:cubicBezTo>
                  <a:pt x="413046" y="7351"/>
                  <a:pt x="412345" y="7115"/>
                  <a:pt x="411504" y="7115"/>
                </a:cubicBezTo>
                <a:cubicBezTo>
                  <a:pt x="410593" y="7115"/>
                  <a:pt x="409385" y="7405"/>
                  <a:pt x="407879" y="7984"/>
                </a:cubicBezTo>
                <a:lnTo>
                  <a:pt x="407195" y="6083"/>
                </a:lnTo>
                <a:lnTo>
                  <a:pt x="421541" y="0"/>
                </a:lnTo>
                <a:lnTo>
                  <a:pt x="423905" y="0"/>
                </a:lnTo>
                <a:lnTo>
                  <a:pt x="423905" y="57273"/>
                </a:lnTo>
                <a:cubicBezTo>
                  <a:pt x="423905" y="63078"/>
                  <a:pt x="424037" y="66620"/>
                  <a:pt x="424299" y="67900"/>
                </a:cubicBezTo>
                <a:cubicBezTo>
                  <a:pt x="424562" y="69180"/>
                  <a:pt x="424983" y="70072"/>
                  <a:pt x="425561" y="70577"/>
                </a:cubicBezTo>
                <a:cubicBezTo>
                  <a:pt x="426139" y="71082"/>
                  <a:pt x="426813" y="71334"/>
                  <a:pt x="427584" y="71334"/>
                </a:cubicBezTo>
                <a:cubicBezTo>
                  <a:pt x="428529" y="71334"/>
                  <a:pt x="429791" y="71028"/>
                  <a:pt x="431367" y="70415"/>
                </a:cubicBezTo>
                <a:lnTo>
                  <a:pt x="431945" y="72308"/>
                </a:lnTo>
                <a:lnTo>
                  <a:pt x="417652" y="78419"/>
                </a:lnTo>
                <a:lnTo>
                  <a:pt x="415235" y="78419"/>
                </a:lnTo>
                <a:lnTo>
                  <a:pt x="415235" y="71334"/>
                </a:lnTo>
                <a:moveTo>
                  <a:pt x="415235" y="67560"/>
                </a:moveTo>
                <a:lnTo>
                  <a:pt x="415235" y="42098"/>
                </a:lnTo>
                <a:cubicBezTo>
                  <a:pt x="415025" y="39652"/>
                  <a:pt x="414394" y="37422"/>
                  <a:pt x="413343" y="35409"/>
                </a:cubicBezTo>
                <a:cubicBezTo>
                  <a:pt x="412292" y="33394"/>
                  <a:pt x="410900" y="31875"/>
                  <a:pt x="409166" y="30850"/>
                </a:cubicBezTo>
                <a:cubicBezTo>
                  <a:pt x="407432" y="29825"/>
                  <a:pt x="405742" y="29313"/>
                  <a:pt x="404095" y="29313"/>
                </a:cubicBezTo>
                <a:cubicBezTo>
                  <a:pt x="401012" y="29313"/>
                  <a:pt x="398262" y="30733"/>
                  <a:pt x="395845" y="33575"/>
                </a:cubicBezTo>
                <a:cubicBezTo>
                  <a:pt x="392657" y="37314"/>
                  <a:pt x="391064" y="42781"/>
                  <a:pt x="391064" y="49974"/>
                </a:cubicBezTo>
                <a:cubicBezTo>
                  <a:pt x="391064" y="57239"/>
                  <a:pt x="392605" y="62805"/>
                  <a:pt x="395688" y="66671"/>
                </a:cubicBezTo>
                <a:cubicBezTo>
                  <a:pt x="398770" y="70537"/>
                  <a:pt x="402203" y="72470"/>
                  <a:pt x="405987" y="72470"/>
                </a:cubicBezTo>
                <a:cubicBezTo>
                  <a:pt x="409175" y="72470"/>
                  <a:pt x="412257" y="70834"/>
                  <a:pt x="415235" y="67560"/>
                </a:cubicBezTo>
                <a:close/>
              </a:path>
            </a:pathLst>
          </a:custGeom>
          <a:solidFill xmlns:a="http://schemas.openxmlformats.org/drawingml/2006/main">
            <a:srgbClr val="000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RelevanceScorebetweenpairsofcodecommits">
            <a:extLst xmlns:a="http://schemas.openxmlformats.org/drawingml/2006/main">
              <a:ext uri="{FF2B5EF4-FFF2-40B4-BE49-F238E27FC236}">
                <a16:creationId xmlns:a16="http://schemas.microsoft.com/office/drawing/2014/main" id="{A79CEA3C-7AAC-44DB-9381-E9C23E7E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005" y="175129"/>
            <a:ext cx="2763401" cy="134124"/>
          </a:xfrm>
          <a:custGeom xmlns:a="http://schemas.openxmlformats.org/drawingml/2006/main">
            <a:pathLst>
              <a:path w="2763401" h="134124">
                <a:moveTo>
                  <a:pt x="94514" y="102540"/>
                </a:moveTo>
                <a:lnTo>
                  <a:pt x="69152" y="102540"/>
                </a:lnTo>
                <a:lnTo>
                  <a:pt x="36993" y="56678"/>
                </a:lnTo>
                <a:cubicBezTo>
                  <a:pt x="34611" y="56774"/>
                  <a:pt x="32672" y="56822"/>
                  <a:pt x="31178" y="56822"/>
                </a:cubicBezTo>
                <a:cubicBezTo>
                  <a:pt x="30571" y="56822"/>
                  <a:pt x="29917" y="56810"/>
                  <a:pt x="29216" y="56786"/>
                </a:cubicBezTo>
                <a:cubicBezTo>
                  <a:pt x="28515" y="56762"/>
                  <a:pt x="27791" y="56726"/>
                  <a:pt x="27044" y="56678"/>
                </a:cubicBezTo>
                <a:lnTo>
                  <a:pt x="27044" y="85184"/>
                </a:lnTo>
                <a:cubicBezTo>
                  <a:pt x="27044" y="91358"/>
                  <a:pt x="27698" y="95193"/>
                  <a:pt x="29006" y="96688"/>
                </a:cubicBezTo>
                <a:cubicBezTo>
                  <a:pt x="30781" y="98810"/>
                  <a:pt x="33443" y="99872"/>
                  <a:pt x="36993" y="99872"/>
                </a:cubicBezTo>
                <a:lnTo>
                  <a:pt x="40706" y="99872"/>
                </a:lnTo>
                <a:lnTo>
                  <a:pt x="40706" y="102540"/>
                </a:lnTo>
                <a:lnTo>
                  <a:pt x="0" y="102540"/>
                </a:lnTo>
                <a:lnTo>
                  <a:pt x="0" y="99872"/>
                </a:lnTo>
                <a:lnTo>
                  <a:pt x="3573" y="99872"/>
                </a:lnTo>
                <a:cubicBezTo>
                  <a:pt x="7590" y="99872"/>
                  <a:pt x="10463" y="98526"/>
                  <a:pt x="12191" y="95834"/>
                </a:cubicBezTo>
                <a:cubicBezTo>
                  <a:pt x="13172" y="94343"/>
                  <a:pt x="13662" y="90810"/>
                  <a:pt x="13662" y="85233"/>
                </a:cubicBezTo>
                <a:lnTo>
                  <a:pt x="13662" y="22066"/>
                </a:lnTo>
                <a:cubicBezTo>
                  <a:pt x="13662" y="15912"/>
                  <a:pt x="13008" y="12090"/>
                  <a:pt x="11700" y="10600"/>
                </a:cubicBezTo>
                <a:cubicBezTo>
                  <a:pt x="9879" y="8485"/>
                  <a:pt x="7170" y="7427"/>
                  <a:pt x="3573" y="7427"/>
                </a:cubicBezTo>
                <a:lnTo>
                  <a:pt x="0" y="7427"/>
                </a:lnTo>
                <a:lnTo>
                  <a:pt x="0" y="4759"/>
                </a:lnTo>
                <a:lnTo>
                  <a:pt x="34611" y="4759"/>
                </a:lnTo>
                <a:cubicBezTo>
                  <a:pt x="44700" y="4759"/>
                  <a:pt x="52138" y="5514"/>
                  <a:pt x="56926" y="7024"/>
                </a:cubicBezTo>
                <a:cubicBezTo>
                  <a:pt x="61713" y="8534"/>
                  <a:pt x="65777" y="11314"/>
                  <a:pt x="69117" y="15366"/>
                </a:cubicBezTo>
                <a:cubicBezTo>
                  <a:pt x="72456" y="19416"/>
                  <a:pt x="74126" y="24245"/>
                  <a:pt x="74126" y="29853"/>
                </a:cubicBezTo>
                <a:cubicBezTo>
                  <a:pt x="74126" y="35844"/>
                  <a:pt x="72223" y="41045"/>
                  <a:pt x="68416" y="45456"/>
                </a:cubicBezTo>
                <a:cubicBezTo>
                  <a:pt x="64609" y="49865"/>
                  <a:pt x="58712" y="52981"/>
                  <a:pt x="50725" y="54803"/>
                </a:cubicBezTo>
                <a:lnTo>
                  <a:pt x="70343" y="82944"/>
                </a:lnTo>
                <a:cubicBezTo>
                  <a:pt x="74827" y="89407"/>
                  <a:pt x="78680" y="93700"/>
                  <a:pt x="81903" y="95822"/>
                </a:cubicBezTo>
                <a:cubicBezTo>
                  <a:pt x="85126" y="97943"/>
                  <a:pt x="89330" y="99293"/>
                  <a:pt x="94514" y="99872"/>
                </a:cubicBezTo>
                <a:lnTo>
                  <a:pt x="94514" y="102540"/>
                </a:lnTo>
                <a:moveTo>
                  <a:pt x="27044" y="52279"/>
                </a:moveTo>
                <a:cubicBezTo>
                  <a:pt x="27932" y="52279"/>
                  <a:pt x="28702" y="52291"/>
                  <a:pt x="29356" y="52315"/>
                </a:cubicBezTo>
                <a:cubicBezTo>
                  <a:pt x="30010" y="52339"/>
                  <a:pt x="30547" y="52351"/>
                  <a:pt x="30968" y="52351"/>
                </a:cubicBezTo>
                <a:cubicBezTo>
                  <a:pt x="40029" y="52351"/>
                  <a:pt x="46860" y="50332"/>
                  <a:pt x="51461" y="46294"/>
                </a:cubicBezTo>
                <a:cubicBezTo>
                  <a:pt x="56062" y="42256"/>
                  <a:pt x="58362" y="37112"/>
                  <a:pt x="58362" y="30863"/>
                </a:cubicBezTo>
                <a:cubicBezTo>
                  <a:pt x="58362" y="24758"/>
                  <a:pt x="56505" y="19794"/>
                  <a:pt x="52792" y="15972"/>
                </a:cubicBezTo>
                <a:cubicBezTo>
                  <a:pt x="49079" y="12150"/>
                  <a:pt x="44163" y="10240"/>
                  <a:pt x="38044" y="10240"/>
                </a:cubicBezTo>
                <a:cubicBezTo>
                  <a:pt x="35335" y="10240"/>
                  <a:pt x="31668" y="10696"/>
                  <a:pt x="27044" y="11610"/>
                </a:cubicBezTo>
                <a:lnTo>
                  <a:pt x="27044" y="52279"/>
                </a:lnTo>
                <a:close/>
                <a:moveTo>
                  <a:pt x="109231" y="61437"/>
                </a:moveTo>
                <a:cubicBezTo>
                  <a:pt x="109184" y="71222"/>
                  <a:pt x="111496" y="78896"/>
                  <a:pt x="116167" y="84461"/>
                </a:cubicBezTo>
                <a:cubicBezTo>
                  <a:pt x="120838" y="90023"/>
                  <a:pt x="126326" y="92805"/>
                  <a:pt x="132632" y="92805"/>
                </a:cubicBezTo>
                <a:cubicBezTo>
                  <a:pt x="136835" y="92805"/>
                  <a:pt x="140490" y="91615"/>
                  <a:pt x="143596" y="89236"/>
                </a:cubicBezTo>
                <a:cubicBezTo>
                  <a:pt x="146703" y="86856"/>
                  <a:pt x="149307" y="82782"/>
                  <a:pt x="151408" y="77013"/>
                </a:cubicBezTo>
                <a:lnTo>
                  <a:pt x="153580" y="78455"/>
                </a:lnTo>
                <a:cubicBezTo>
                  <a:pt x="152600" y="85041"/>
                  <a:pt x="149750" y="91038"/>
                  <a:pt x="145033" y="96446"/>
                </a:cubicBezTo>
                <a:cubicBezTo>
                  <a:pt x="140315" y="101855"/>
                  <a:pt x="134407" y="104559"/>
                  <a:pt x="127307" y="104559"/>
                </a:cubicBezTo>
                <a:cubicBezTo>
                  <a:pt x="119600" y="104559"/>
                  <a:pt x="113003" y="101477"/>
                  <a:pt x="107514" y="95313"/>
                </a:cubicBezTo>
                <a:cubicBezTo>
                  <a:pt x="102026" y="89148"/>
                  <a:pt x="99282" y="80860"/>
                  <a:pt x="99282" y="70449"/>
                </a:cubicBezTo>
                <a:cubicBezTo>
                  <a:pt x="99282" y="59176"/>
                  <a:pt x="102096" y="50385"/>
                  <a:pt x="107725" y="44077"/>
                </a:cubicBezTo>
                <a:cubicBezTo>
                  <a:pt x="113353" y="37767"/>
                  <a:pt x="120418" y="34613"/>
                  <a:pt x="128918" y="34613"/>
                </a:cubicBezTo>
                <a:cubicBezTo>
                  <a:pt x="136111" y="34613"/>
                  <a:pt x="142020" y="37046"/>
                  <a:pt x="146644" y="41914"/>
                </a:cubicBezTo>
                <a:cubicBezTo>
                  <a:pt x="151268" y="46780"/>
                  <a:pt x="153580" y="53287"/>
                  <a:pt x="153580" y="61437"/>
                </a:cubicBezTo>
                <a:lnTo>
                  <a:pt x="109231" y="61437"/>
                </a:lnTo>
                <a:moveTo>
                  <a:pt x="109231" y="57255"/>
                </a:moveTo>
                <a:lnTo>
                  <a:pt x="138937" y="57255"/>
                </a:lnTo>
                <a:cubicBezTo>
                  <a:pt x="138704" y="53025"/>
                  <a:pt x="138213" y="50044"/>
                  <a:pt x="137466" y="48313"/>
                </a:cubicBezTo>
                <a:cubicBezTo>
                  <a:pt x="136298" y="45621"/>
                  <a:pt x="134558" y="43506"/>
                  <a:pt x="132246" y="41968"/>
                </a:cubicBezTo>
                <a:cubicBezTo>
                  <a:pt x="129934" y="40429"/>
                  <a:pt x="127517" y="39660"/>
                  <a:pt x="124995" y="39660"/>
                </a:cubicBezTo>
                <a:cubicBezTo>
                  <a:pt x="121118" y="39660"/>
                  <a:pt x="117650" y="41211"/>
                  <a:pt x="114591" y="44311"/>
                </a:cubicBezTo>
                <a:cubicBezTo>
                  <a:pt x="111531" y="47412"/>
                  <a:pt x="109745" y="51727"/>
                  <a:pt x="109231" y="57255"/>
                </a:cubicBezTo>
                <a:close/>
                <a:moveTo>
                  <a:pt x="183287" y="0"/>
                </a:moveTo>
                <a:lnTo>
                  <a:pt x="183287" y="87550"/>
                </a:lnTo>
                <a:cubicBezTo>
                  <a:pt x="183287" y="91681"/>
                  <a:pt x="183579" y="94420"/>
                  <a:pt x="184163" y="95766"/>
                </a:cubicBezTo>
                <a:cubicBezTo>
                  <a:pt x="184747" y="97110"/>
                  <a:pt x="185646" y="98131"/>
                  <a:pt x="186861" y="98828"/>
                </a:cubicBezTo>
                <a:cubicBezTo>
                  <a:pt x="188075" y="99524"/>
                  <a:pt x="190340" y="99872"/>
                  <a:pt x="193657" y="99872"/>
                </a:cubicBezTo>
                <a:lnTo>
                  <a:pt x="193657" y="102540"/>
                </a:lnTo>
                <a:lnTo>
                  <a:pt x="162199" y="102540"/>
                </a:lnTo>
                <a:lnTo>
                  <a:pt x="162199" y="99872"/>
                </a:lnTo>
                <a:cubicBezTo>
                  <a:pt x="165141" y="99872"/>
                  <a:pt x="167150" y="99560"/>
                  <a:pt x="168224" y="98936"/>
                </a:cubicBezTo>
                <a:cubicBezTo>
                  <a:pt x="169298" y="98312"/>
                  <a:pt x="170139" y="97279"/>
                  <a:pt x="170746" y="95838"/>
                </a:cubicBezTo>
                <a:cubicBezTo>
                  <a:pt x="171353" y="94396"/>
                  <a:pt x="171657" y="91633"/>
                  <a:pt x="171657" y="87550"/>
                </a:cubicBezTo>
                <a:lnTo>
                  <a:pt x="171657" y="27598"/>
                </a:lnTo>
                <a:cubicBezTo>
                  <a:pt x="171657" y="20152"/>
                  <a:pt x="171494" y="15577"/>
                  <a:pt x="171167" y="13872"/>
                </a:cubicBezTo>
                <a:cubicBezTo>
                  <a:pt x="170840" y="12165"/>
                  <a:pt x="170314" y="11000"/>
                  <a:pt x="169590" y="10377"/>
                </a:cubicBezTo>
                <a:cubicBezTo>
                  <a:pt x="168866" y="9752"/>
                  <a:pt x="167944" y="9440"/>
                  <a:pt x="166823" y="9440"/>
                </a:cubicBezTo>
                <a:cubicBezTo>
                  <a:pt x="165608" y="9440"/>
                  <a:pt x="164067" y="9824"/>
                  <a:pt x="162199" y="10593"/>
                </a:cubicBezTo>
                <a:lnTo>
                  <a:pt x="161008" y="8070"/>
                </a:lnTo>
                <a:lnTo>
                  <a:pt x="180135" y="0"/>
                </a:lnTo>
                <a:lnTo>
                  <a:pt x="183287" y="0"/>
                </a:lnTo>
                <a:close/>
                <a:moveTo>
                  <a:pt x="212369" y="61437"/>
                </a:moveTo>
                <a:cubicBezTo>
                  <a:pt x="212323" y="71222"/>
                  <a:pt x="214635" y="78896"/>
                  <a:pt x="219306" y="84461"/>
                </a:cubicBezTo>
                <a:cubicBezTo>
                  <a:pt x="223976" y="90023"/>
                  <a:pt x="229465" y="92805"/>
                  <a:pt x="235770" y="92805"/>
                </a:cubicBezTo>
                <a:cubicBezTo>
                  <a:pt x="239974" y="92805"/>
                  <a:pt x="243629" y="91615"/>
                  <a:pt x="246735" y="89236"/>
                </a:cubicBezTo>
                <a:cubicBezTo>
                  <a:pt x="249841" y="86856"/>
                  <a:pt x="252445" y="82782"/>
                  <a:pt x="254547" y="77013"/>
                </a:cubicBezTo>
                <a:lnTo>
                  <a:pt x="256719" y="78455"/>
                </a:lnTo>
                <a:cubicBezTo>
                  <a:pt x="255738" y="85041"/>
                  <a:pt x="252889" y="91038"/>
                  <a:pt x="248171" y="96446"/>
                </a:cubicBezTo>
                <a:cubicBezTo>
                  <a:pt x="243454" y="101855"/>
                  <a:pt x="237545" y="104559"/>
                  <a:pt x="230446" y="104559"/>
                </a:cubicBezTo>
                <a:cubicBezTo>
                  <a:pt x="222739" y="104559"/>
                  <a:pt x="216141" y="101477"/>
                  <a:pt x="210653" y="95313"/>
                </a:cubicBezTo>
                <a:cubicBezTo>
                  <a:pt x="205165" y="89148"/>
                  <a:pt x="202421" y="80860"/>
                  <a:pt x="202421" y="70449"/>
                </a:cubicBezTo>
                <a:cubicBezTo>
                  <a:pt x="202421" y="59176"/>
                  <a:pt x="205235" y="50385"/>
                  <a:pt x="210863" y="44077"/>
                </a:cubicBezTo>
                <a:cubicBezTo>
                  <a:pt x="216492" y="37767"/>
                  <a:pt x="223556" y="34613"/>
                  <a:pt x="232057" y="34613"/>
                </a:cubicBezTo>
                <a:cubicBezTo>
                  <a:pt x="239250" y="34613"/>
                  <a:pt x="245159" y="37046"/>
                  <a:pt x="249783" y="41914"/>
                </a:cubicBezTo>
                <a:cubicBezTo>
                  <a:pt x="254407" y="46780"/>
                  <a:pt x="256719" y="53287"/>
                  <a:pt x="256719" y="61437"/>
                </a:cubicBezTo>
                <a:lnTo>
                  <a:pt x="212369" y="61437"/>
                </a:lnTo>
                <a:moveTo>
                  <a:pt x="212369" y="57255"/>
                </a:moveTo>
                <a:lnTo>
                  <a:pt x="242076" y="57255"/>
                </a:lnTo>
                <a:cubicBezTo>
                  <a:pt x="241842" y="53025"/>
                  <a:pt x="241352" y="50044"/>
                  <a:pt x="240605" y="48313"/>
                </a:cubicBezTo>
                <a:cubicBezTo>
                  <a:pt x="239437" y="45621"/>
                  <a:pt x="237697" y="43506"/>
                  <a:pt x="235385" y="41968"/>
                </a:cubicBezTo>
                <a:cubicBezTo>
                  <a:pt x="233073" y="40429"/>
                  <a:pt x="230656" y="39660"/>
                  <a:pt x="228134" y="39660"/>
                </a:cubicBezTo>
                <a:cubicBezTo>
                  <a:pt x="224257" y="39660"/>
                  <a:pt x="220789" y="41211"/>
                  <a:pt x="217729" y="44311"/>
                </a:cubicBezTo>
                <a:cubicBezTo>
                  <a:pt x="214670" y="47412"/>
                  <a:pt x="212883" y="51727"/>
                  <a:pt x="212369" y="57255"/>
                </a:cubicBezTo>
                <a:close/>
                <a:moveTo>
                  <a:pt x="261063" y="36487"/>
                </a:moveTo>
                <a:lnTo>
                  <a:pt x="291260" y="36487"/>
                </a:lnTo>
                <a:lnTo>
                  <a:pt x="291260" y="39155"/>
                </a:lnTo>
                <a:lnTo>
                  <a:pt x="289299" y="39155"/>
                </a:lnTo>
                <a:cubicBezTo>
                  <a:pt x="287477" y="39155"/>
                  <a:pt x="286087" y="39612"/>
                  <a:pt x="285130" y="40526"/>
                </a:cubicBezTo>
                <a:cubicBezTo>
                  <a:pt x="284172" y="41439"/>
                  <a:pt x="283694" y="42665"/>
                  <a:pt x="283694" y="44203"/>
                </a:cubicBezTo>
                <a:cubicBezTo>
                  <a:pt x="283694" y="45886"/>
                  <a:pt x="284184" y="47881"/>
                  <a:pt x="285165" y="50188"/>
                </a:cubicBezTo>
                <a:lnTo>
                  <a:pt x="300088" y="86676"/>
                </a:lnTo>
                <a:lnTo>
                  <a:pt x="315081" y="48818"/>
                </a:lnTo>
                <a:cubicBezTo>
                  <a:pt x="316156" y="46126"/>
                  <a:pt x="316693" y="44083"/>
                  <a:pt x="316693" y="42689"/>
                </a:cubicBezTo>
                <a:cubicBezTo>
                  <a:pt x="316693" y="42016"/>
                  <a:pt x="316506" y="41463"/>
                  <a:pt x="316132" y="41030"/>
                </a:cubicBezTo>
                <a:cubicBezTo>
                  <a:pt x="315619" y="40309"/>
                  <a:pt x="314965" y="39816"/>
                  <a:pt x="314171" y="39552"/>
                </a:cubicBezTo>
                <a:cubicBezTo>
                  <a:pt x="313377" y="39288"/>
                  <a:pt x="311765" y="39155"/>
                  <a:pt x="309336" y="39155"/>
                </a:cubicBezTo>
                <a:lnTo>
                  <a:pt x="309336" y="36487"/>
                </a:lnTo>
                <a:lnTo>
                  <a:pt x="330285" y="36487"/>
                </a:lnTo>
                <a:lnTo>
                  <a:pt x="330285" y="39155"/>
                </a:lnTo>
                <a:cubicBezTo>
                  <a:pt x="327856" y="39348"/>
                  <a:pt x="326175" y="39853"/>
                  <a:pt x="325241" y="40670"/>
                </a:cubicBezTo>
                <a:cubicBezTo>
                  <a:pt x="323606" y="42112"/>
                  <a:pt x="322134" y="44516"/>
                  <a:pt x="320827" y="47881"/>
                </a:cubicBezTo>
                <a:lnTo>
                  <a:pt x="298056" y="104559"/>
                </a:lnTo>
                <a:lnTo>
                  <a:pt x="295184" y="104559"/>
                </a:lnTo>
                <a:lnTo>
                  <a:pt x="272273" y="48818"/>
                </a:lnTo>
                <a:cubicBezTo>
                  <a:pt x="271246" y="46222"/>
                  <a:pt x="270265" y="44359"/>
                  <a:pt x="269331" y="43230"/>
                </a:cubicBezTo>
                <a:cubicBezTo>
                  <a:pt x="268397" y="42100"/>
                  <a:pt x="267206" y="41150"/>
                  <a:pt x="265758" y="40381"/>
                </a:cubicBezTo>
                <a:cubicBezTo>
                  <a:pt x="264964" y="39949"/>
                  <a:pt x="263399" y="39540"/>
                  <a:pt x="261063" y="39155"/>
                </a:cubicBezTo>
                <a:lnTo>
                  <a:pt x="261063" y="36487"/>
                </a:lnTo>
                <a:close/>
                <a:moveTo>
                  <a:pt x="372462" y="93021"/>
                </a:moveTo>
                <a:cubicBezTo>
                  <a:pt x="365876" y="98261"/>
                  <a:pt x="361743" y="101290"/>
                  <a:pt x="360061" y="102107"/>
                </a:cubicBezTo>
                <a:cubicBezTo>
                  <a:pt x="357539" y="103357"/>
                  <a:pt x="354853" y="103982"/>
                  <a:pt x="352004" y="103982"/>
                </a:cubicBezTo>
                <a:cubicBezTo>
                  <a:pt x="347567" y="103982"/>
                  <a:pt x="343912" y="102420"/>
                  <a:pt x="341039" y="99295"/>
                </a:cubicBezTo>
                <a:cubicBezTo>
                  <a:pt x="338167" y="96170"/>
                  <a:pt x="336730" y="92060"/>
                  <a:pt x="336730" y="86964"/>
                </a:cubicBezTo>
                <a:cubicBezTo>
                  <a:pt x="336730" y="83743"/>
                  <a:pt x="337431" y="80955"/>
                  <a:pt x="338832" y="78599"/>
                </a:cubicBezTo>
                <a:cubicBezTo>
                  <a:pt x="340747" y="75330"/>
                  <a:pt x="344075" y="72254"/>
                  <a:pt x="348816" y="69369"/>
                </a:cubicBezTo>
                <a:cubicBezTo>
                  <a:pt x="353557" y="66485"/>
                  <a:pt x="361439" y="62976"/>
                  <a:pt x="372462" y="58841"/>
                </a:cubicBezTo>
                <a:lnTo>
                  <a:pt x="372462" y="56245"/>
                </a:lnTo>
                <a:cubicBezTo>
                  <a:pt x="372462" y="49659"/>
                  <a:pt x="371446" y="45141"/>
                  <a:pt x="369415" y="42689"/>
                </a:cubicBezTo>
                <a:cubicBezTo>
                  <a:pt x="367383" y="40237"/>
                  <a:pt x="364428" y="39011"/>
                  <a:pt x="360552" y="39011"/>
                </a:cubicBezTo>
                <a:cubicBezTo>
                  <a:pt x="357609" y="39011"/>
                  <a:pt x="355274" y="39825"/>
                  <a:pt x="353545" y="41454"/>
                </a:cubicBezTo>
                <a:cubicBezTo>
                  <a:pt x="351770" y="43082"/>
                  <a:pt x="350883" y="44951"/>
                  <a:pt x="350883" y="47058"/>
                </a:cubicBezTo>
                <a:lnTo>
                  <a:pt x="351023" y="51225"/>
                </a:lnTo>
                <a:cubicBezTo>
                  <a:pt x="351023" y="53427"/>
                  <a:pt x="350474" y="55127"/>
                  <a:pt x="349377" y="56324"/>
                </a:cubicBezTo>
                <a:cubicBezTo>
                  <a:pt x="348279" y="57522"/>
                  <a:pt x="346843" y="58120"/>
                  <a:pt x="345068" y="58120"/>
                </a:cubicBezTo>
                <a:cubicBezTo>
                  <a:pt x="343340" y="58120"/>
                  <a:pt x="341927" y="57498"/>
                  <a:pt x="340829" y="56252"/>
                </a:cubicBezTo>
                <a:cubicBezTo>
                  <a:pt x="339731" y="55005"/>
                  <a:pt x="339183" y="53303"/>
                  <a:pt x="339183" y="51146"/>
                </a:cubicBezTo>
                <a:cubicBezTo>
                  <a:pt x="339183" y="47025"/>
                  <a:pt x="341238" y="43239"/>
                  <a:pt x="345348" y="39789"/>
                </a:cubicBezTo>
                <a:cubicBezTo>
                  <a:pt x="349458" y="36338"/>
                  <a:pt x="355227" y="34613"/>
                  <a:pt x="362653" y="34613"/>
                </a:cubicBezTo>
                <a:cubicBezTo>
                  <a:pt x="368352" y="34613"/>
                  <a:pt x="373023" y="35597"/>
                  <a:pt x="376666" y="37565"/>
                </a:cubicBezTo>
                <a:cubicBezTo>
                  <a:pt x="379422" y="39053"/>
                  <a:pt x="381454" y="41383"/>
                  <a:pt x="382761" y="44552"/>
                </a:cubicBezTo>
                <a:cubicBezTo>
                  <a:pt x="383602" y="46617"/>
                  <a:pt x="384023" y="50842"/>
                  <a:pt x="384023" y="57228"/>
                </a:cubicBezTo>
                <a:lnTo>
                  <a:pt x="384023" y="79627"/>
                </a:lnTo>
                <a:cubicBezTo>
                  <a:pt x="384023" y="85917"/>
                  <a:pt x="384139" y="89770"/>
                  <a:pt x="384373" y="91187"/>
                </a:cubicBezTo>
                <a:cubicBezTo>
                  <a:pt x="384606" y="92604"/>
                  <a:pt x="384992" y="93552"/>
                  <a:pt x="385529" y="94033"/>
                </a:cubicBezTo>
                <a:cubicBezTo>
                  <a:pt x="386066" y="94512"/>
                  <a:pt x="386685" y="94752"/>
                  <a:pt x="387386" y="94752"/>
                </a:cubicBezTo>
                <a:cubicBezTo>
                  <a:pt x="388133" y="94752"/>
                  <a:pt x="388787" y="94584"/>
                  <a:pt x="389347" y="94247"/>
                </a:cubicBezTo>
                <a:cubicBezTo>
                  <a:pt x="390328" y="93622"/>
                  <a:pt x="392220" y="91868"/>
                  <a:pt x="395022" y="88983"/>
                </a:cubicBezTo>
                <a:lnTo>
                  <a:pt x="395022" y="93021"/>
                </a:lnTo>
                <a:cubicBezTo>
                  <a:pt x="389791" y="100232"/>
                  <a:pt x="384793" y="103838"/>
                  <a:pt x="380029" y="103838"/>
                </a:cubicBezTo>
                <a:cubicBezTo>
                  <a:pt x="377740" y="103838"/>
                  <a:pt x="375919" y="103020"/>
                  <a:pt x="374564" y="101386"/>
                </a:cubicBezTo>
                <a:cubicBezTo>
                  <a:pt x="373210" y="99751"/>
                  <a:pt x="372509" y="96963"/>
                  <a:pt x="372462" y="93021"/>
                </a:cubicBezTo>
                <a:moveTo>
                  <a:pt x="372462" y="88294"/>
                </a:moveTo>
                <a:lnTo>
                  <a:pt x="372462" y="63240"/>
                </a:lnTo>
                <a:cubicBezTo>
                  <a:pt x="365409" y="66111"/>
                  <a:pt x="360855" y="68145"/>
                  <a:pt x="358800" y="69342"/>
                </a:cubicBezTo>
                <a:cubicBezTo>
                  <a:pt x="355110" y="71449"/>
                  <a:pt x="352471" y="73650"/>
                  <a:pt x="350883" y="75947"/>
                </a:cubicBezTo>
                <a:cubicBezTo>
                  <a:pt x="349295" y="78244"/>
                  <a:pt x="348501" y="80757"/>
                  <a:pt x="348501" y="83485"/>
                </a:cubicBezTo>
                <a:cubicBezTo>
                  <a:pt x="348501" y="86931"/>
                  <a:pt x="349505" y="89791"/>
                  <a:pt x="351514" y="92064"/>
                </a:cubicBezTo>
                <a:cubicBezTo>
                  <a:pt x="353522" y="94337"/>
                  <a:pt x="355834" y="95473"/>
                  <a:pt x="358450" y="95473"/>
                </a:cubicBezTo>
                <a:cubicBezTo>
                  <a:pt x="362000" y="95473"/>
                  <a:pt x="366670" y="93080"/>
                  <a:pt x="372462" y="88294"/>
                </a:cubicBezTo>
                <a:close/>
                <a:moveTo>
                  <a:pt x="417583" y="48602"/>
                </a:moveTo>
                <a:cubicBezTo>
                  <a:pt x="425103" y="39276"/>
                  <a:pt x="432273" y="34613"/>
                  <a:pt x="439092" y="34613"/>
                </a:cubicBezTo>
                <a:cubicBezTo>
                  <a:pt x="442595" y="34613"/>
                  <a:pt x="445608" y="35512"/>
                  <a:pt x="448130" y="37312"/>
                </a:cubicBezTo>
                <a:cubicBezTo>
                  <a:pt x="450652" y="39110"/>
                  <a:pt x="452661" y="42072"/>
                  <a:pt x="454155" y="46197"/>
                </a:cubicBezTo>
                <a:cubicBezTo>
                  <a:pt x="455183" y="49074"/>
                  <a:pt x="455697" y="53487"/>
                  <a:pt x="455697" y="59436"/>
                </a:cubicBezTo>
                <a:lnTo>
                  <a:pt x="455697" y="87568"/>
                </a:lnTo>
                <a:cubicBezTo>
                  <a:pt x="455697" y="91741"/>
                  <a:pt x="456024" y="94572"/>
                  <a:pt x="456678" y="96059"/>
                </a:cubicBezTo>
                <a:cubicBezTo>
                  <a:pt x="457192" y="97258"/>
                  <a:pt x="458021" y="98193"/>
                  <a:pt x="459165" y="98864"/>
                </a:cubicBezTo>
                <a:cubicBezTo>
                  <a:pt x="460309" y="99536"/>
                  <a:pt x="462423" y="99872"/>
                  <a:pt x="465506" y="99872"/>
                </a:cubicBezTo>
                <a:lnTo>
                  <a:pt x="465506" y="102540"/>
                </a:lnTo>
                <a:lnTo>
                  <a:pt x="433767" y="102540"/>
                </a:lnTo>
                <a:lnTo>
                  <a:pt x="433767" y="99872"/>
                </a:lnTo>
                <a:lnTo>
                  <a:pt x="435099" y="99872"/>
                </a:lnTo>
                <a:cubicBezTo>
                  <a:pt x="438088" y="99872"/>
                  <a:pt x="440178" y="99405"/>
                  <a:pt x="441369" y="98472"/>
                </a:cubicBezTo>
                <a:cubicBezTo>
                  <a:pt x="442560" y="97539"/>
                  <a:pt x="443389" y="96165"/>
                  <a:pt x="443856" y="94349"/>
                </a:cubicBezTo>
                <a:cubicBezTo>
                  <a:pt x="444043" y="93630"/>
                  <a:pt x="444137" y="91382"/>
                  <a:pt x="444137" y="87604"/>
                </a:cubicBezTo>
                <a:lnTo>
                  <a:pt x="444137" y="60700"/>
                </a:lnTo>
                <a:cubicBezTo>
                  <a:pt x="444137" y="54723"/>
                  <a:pt x="443378" y="50383"/>
                  <a:pt x="441860" y="47680"/>
                </a:cubicBezTo>
                <a:cubicBezTo>
                  <a:pt x="440342" y="44978"/>
                  <a:pt x="437784" y="43626"/>
                  <a:pt x="434188" y="43626"/>
                </a:cubicBezTo>
                <a:cubicBezTo>
                  <a:pt x="428629" y="43626"/>
                  <a:pt x="423094" y="46735"/>
                  <a:pt x="417583" y="52953"/>
                </a:cubicBezTo>
                <a:lnTo>
                  <a:pt x="417583" y="87604"/>
                </a:lnTo>
                <a:cubicBezTo>
                  <a:pt x="417583" y="92052"/>
                  <a:pt x="417840" y="94802"/>
                  <a:pt x="418354" y="95854"/>
                </a:cubicBezTo>
                <a:cubicBezTo>
                  <a:pt x="419008" y="97240"/>
                  <a:pt x="419907" y="98257"/>
                  <a:pt x="421051" y="98903"/>
                </a:cubicBezTo>
                <a:cubicBezTo>
                  <a:pt x="422195" y="99549"/>
                  <a:pt x="424519" y="99872"/>
                  <a:pt x="428022" y="99872"/>
                </a:cubicBezTo>
                <a:lnTo>
                  <a:pt x="428022" y="102540"/>
                </a:lnTo>
                <a:lnTo>
                  <a:pt x="396284" y="102540"/>
                </a:lnTo>
                <a:lnTo>
                  <a:pt x="396284" y="99872"/>
                </a:lnTo>
                <a:lnTo>
                  <a:pt x="397685" y="99872"/>
                </a:lnTo>
                <a:cubicBezTo>
                  <a:pt x="400955" y="99872"/>
                  <a:pt x="403162" y="99021"/>
                  <a:pt x="404306" y="97319"/>
                </a:cubicBezTo>
                <a:cubicBezTo>
                  <a:pt x="405450" y="95615"/>
                  <a:pt x="406023" y="92365"/>
                  <a:pt x="406023" y="87568"/>
                </a:cubicBezTo>
                <a:lnTo>
                  <a:pt x="406023" y="63105"/>
                </a:lnTo>
                <a:cubicBezTo>
                  <a:pt x="406023" y="55191"/>
                  <a:pt x="405847" y="50371"/>
                  <a:pt x="405497" y="48645"/>
                </a:cubicBezTo>
                <a:cubicBezTo>
                  <a:pt x="405147" y="46917"/>
                  <a:pt x="404610" y="45741"/>
                  <a:pt x="403886" y="45118"/>
                </a:cubicBezTo>
                <a:cubicBezTo>
                  <a:pt x="403162" y="44495"/>
                  <a:pt x="402193" y="44183"/>
                  <a:pt x="400978" y="44183"/>
                </a:cubicBezTo>
                <a:cubicBezTo>
                  <a:pt x="399670" y="44183"/>
                  <a:pt x="398106" y="44543"/>
                  <a:pt x="396284" y="45262"/>
                </a:cubicBezTo>
                <a:lnTo>
                  <a:pt x="395233" y="42671"/>
                </a:lnTo>
                <a:lnTo>
                  <a:pt x="414570" y="34613"/>
                </a:lnTo>
                <a:lnTo>
                  <a:pt x="417583" y="34613"/>
                </a:lnTo>
                <a:lnTo>
                  <a:pt x="417583" y="48602"/>
                </a:lnTo>
                <a:close/>
                <a:moveTo>
                  <a:pt x="525128" y="77446"/>
                </a:moveTo>
                <a:cubicBezTo>
                  <a:pt x="523400" y="86147"/>
                  <a:pt x="520014" y="92841"/>
                  <a:pt x="514969" y="97528"/>
                </a:cubicBezTo>
                <a:cubicBezTo>
                  <a:pt x="509925" y="102215"/>
                  <a:pt x="504343" y="104559"/>
                  <a:pt x="498224" y="104559"/>
                </a:cubicBezTo>
                <a:cubicBezTo>
                  <a:pt x="490938" y="104559"/>
                  <a:pt x="484586" y="101414"/>
                  <a:pt x="479167" y="95124"/>
                </a:cubicBezTo>
                <a:cubicBezTo>
                  <a:pt x="473749" y="88832"/>
                  <a:pt x="471040" y="80331"/>
                  <a:pt x="471040" y="69622"/>
                </a:cubicBezTo>
                <a:cubicBezTo>
                  <a:pt x="471040" y="59248"/>
                  <a:pt x="474041" y="50821"/>
                  <a:pt x="480043" y="44338"/>
                </a:cubicBezTo>
                <a:cubicBezTo>
                  <a:pt x="486045" y="37854"/>
                  <a:pt x="493250" y="34613"/>
                  <a:pt x="501657" y="34613"/>
                </a:cubicBezTo>
                <a:cubicBezTo>
                  <a:pt x="507963" y="34613"/>
                  <a:pt x="513148" y="36326"/>
                  <a:pt x="517211" y="39753"/>
                </a:cubicBezTo>
                <a:cubicBezTo>
                  <a:pt x="521275" y="43178"/>
                  <a:pt x="523307" y="46735"/>
                  <a:pt x="523307" y="50425"/>
                </a:cubicBezTo>
                <a:cubicBezTo>
                  <a:pt x="523307" y="52246"/>
                  <a:pt x="522735" y="53719"/>
                  <a:pt x="521590" y="54846"/>
                </a:cubicBezTo>
                <a:cubicBezTo>
                  <a:pt x="520446" y="55971"/>
                  <a:pt x="518846" y="56534"/>
                  <a:pt x="516791" y="56534"/>
                </a:cubicBezTo>
                <a:cubicBezTo>
                  <a:pt x="514035" y="56534"/>
                  <a:pt x="511957" y="55620"/>
                  <a:pt x="510555" y="53794"/>
                </a:cubicBezTo>
                <a:cubicBezTo>
                  <a:pt x="509761" y="52784"/>
                  <a:pt x="509236" y="50861"/>
                  <a:pt x="508979" y="48025"/>
                </a:cubicBezTo>
                <a:cubicBezTo>
                  <a:pt x="508722" y="45189"/>
                  <a:pt x="507776" y="43025"/>
                  <a:pt x="506141" y="41535"/>
                </a:cubicBezTo>
                <a:cubicBezTo>
                  <a:pt x="504507" y="40093"/>
                  <a:pt x="502241" y="39372"/>
                  <a:pt x="499345" y="39372"/>
                </a:cubicBezTo>
                <a:cubicBezTo>
                  <a:pt x="494675" y="39372"/>
                  <a:pt x="490915" y="41150"/>
                  <a:pt x="488065" y="44708"/>
                </a:cubicBezTo>
                <a:cubicBezTo>
                  <a:pt x="484282" y="49419"/>
                  <a:pt x="482390" y="55645"/>
                  <a:pt x="482390" y="63384"/>
                </a:cubicBezTo>
                <a:cubicBezTo>
                  <a:pt x="482390" y="71268"/>
                  <a:pt x="484270" y="78227"/>
                  <a:pt x="488030" y="84260"/>
                </a:cubicBezTo>
                <a:cubicBezTo>
                  <a:pt x="491790" y="90293"/>
                  <a:pt x="496870" y="93310"/>
                  <a:pt x="503269" y="93310"/>
                </a:cubicBezTo>
                <a:cubicBezTo>
                  <a:pt x="507846" y="93310"/>
                  <a:pt x="511957" y="91699"/>
                  <a:pt x="515600" y="88478"/>
                </a:cubicBezTo>
                <a:cubicBezTo>
                  <a:pt x="518169" y="86267"/>
                  <a:pt x="520668" y="82253"/>
                  <a:pt x="523097" y="76436"/>
                </a:cubicBezTo>
                <a:lnTo>
                  <a:pt x="525128" y="77446"/>
                </a:lnTo>
                <a:close/>
                <a:moveTo>
                  <a:pt x="544185" y="61437"/>
                </a:moveTo>
                <a:cubicBezTo>
                  <a:pt x="544138" y="71222"/>
                  <a:pt x="546450" y="78896"/>
                  <a:pt x="551121" y="84461"/>
                </a:cubicBezTo>
                <a:cubicBezTo>
                  <a:pt x="555792" y="90023"/>
                  <a:pt x="561280" y="92805"/>
                  <a:pt x="567586" y="92805"/>
                </a:cubicBezTo>
                <a:cubicBezTo>
                  <a:pt x="571790" y="92805"/>
                  <a:pt x="575444" y="91615"/>
                  <a:pt x="578551" y="89236"/>
                </a:cubicBezTo>
                <a:cubicBezTo>
                  <a:pt x="581657" y="86856"/>
                  <a:pt x="584261" y="82782"/>
                  <a:pt x="586363" y="77013"/>
                </a:cubicBezTo>
                <a:lnTo>
                  <a:pt x="588534" y="78455"/>
                </a:lnTo>
                <a:cubicBezTo>
                  <a:pt x="587554" y="85041"/>
                  <a:pt x="584704" y="91038"/>
                  <a:pt x="579987" y="96446"/>
                </a:cubicBezTo>
                <a:cubicBezTo>
                  <a:pt x="575269" y="101855"/>
                  <a:pt x="569361" y="104559"/>
                  <a:pt x="562261" y="104559"/>
                </a:cubicBezTo>
                <a:cubicBezTo>
                  <a:pt x="554554" y="104559"/>
                  <a:pt x="547957" y="101477"/>
                  <a:pt x="542468" y="95313"/>
                </a:cubicBezTo>
                <a:cubicBezTo>
                  <a:pt x="536980" y="89148"/>
                  <a:pt x="534236" y="80860"/>
                  <a:pt x="534236" y="70449"/>
                </a:cubicBezTo>
                <a:cubicBezTo>
                  <a:pt x="534236" y="59176"/>
                  <a:pt x="537050" y="50385"/>
                  <a:pt x="542679" y="44077"/>
                </a:cubicBezTo>
                <a:cubicBezTo>
                  <a:pt x="548307" y="37767"/>
                  <a:pt x="555372" y="34613"/>
                  <a:pt x="563872" y="34613"/>
                </a:cubicBezTo>
                <a:cubicBezTo>
                  <a:pt x="571066" y="34613"/>
                  <a:pt x="576974" y="37046"/>
                  <a:pt x="581598" y="41914"/>
                </a:cubicBezTo>
                <a:cubicBezTo>
                  <a:pt x="586222" y="46780"/>
                  <a:pt x="588534" y="53287"/>
                  <a:pt x="588534" y="61437"/>
                </a:cubicBezTo>
                <a:lnTo>
                  <a:pt x="544185" y="61437"/>
                </a:lnTo>
                <a:moveTo>
                  <a:pt x="544185" y="57255"/>
                </a:moveTo>
                <a:lnTo>
                  <a:pt x="573891" y="57255"/>
                </a:lnTo>
                <a:cubicBezTo>
                  <a:pt x="573658" y="53025"/>
                  <a:pt x="573167" y="50044"/>
                  <a:pt x="572420" y="48313"/>
                </a:cubicBezTo>
                <a:cubicBezTo>
                  <a:pt x="571252" y="45621"/>
                  <a:pt x="569513" y="43506"/>
                  <a:pt x="567200" y="41968"/>
                </a:cubicBezTo>
                <a:cubicBezTo>
                  <a:pt x="564888" y="40429"/>
                  <a:pt x="562471" y="39660"/>
                  <a:pt x="559949" y="39660"/>
                </a:cubicBezTo>
                <a:cubicBezTo>
                  <a:pt x="556072" y="39660"/>
                  <a:pt x="552604" y="41211"/>
                  <a:pt x="549545" y="44311"/>
                </a:cubicBezTo>
                <a:cubicBezTo>
                  <a:pt x="546485" y="47412"/>
                  <a:pt x="544699" y="51727"/>
                  <a:pt x="544185" y="57255"/>
                </a:cubicBezTo>
                <a:close/>
                <a:moveTo>
                  <a:pt x="693338" y="2596"/>
                </a:moveTo>
                <a:lnTo>
                  <a:pt x="693338" y="36343"/>
                </a:lnTo>
                <a:lnTo>
                  <a:pt x="690746" y="36343"/>
                </a:lnTo>
                <a:cubicBezTo>
                  <a:pt x="689905" y="29853"/>
                  <a:pt x="688399" y="24685"/>
                  <a:pt x="686227" y="20840"/>
                </a:cubicBezTo>
                <a:cubicBezTo>
                  <a:pt x="684055" y="16994"/>
                  <a:pt x="680961" y="13941"/>
                  <a:pt x="676944" y="11682"/>
                </a:cubicBezTo>
                <a:cubicBezTo>
                  <a:pt x="672927" y="9422"/>
                  <a:pt x="668770" y="8293"/>
                  <a:pt x="664473" y="8293"/>
                </a:cubicBezTo>
                <a:cubicBezTo>
                  <a:pt x="659615" y="8293"/>
                  <a:pt x="655598" y="9818"/>
                  <a:pt x="652422" y="12869"/>
                </a:cubicBezTo>
                <a:cubicBezTo>
                  <a:pt x="649246" y="15919"/>
                  <a:pt x="647658" y="19389"/>
                  <a:pt x="647658" y="23280"/>
                </a:cubicBezTo>
                <a:cubicBezTo>
                  <a:pt x="647658" y="26259"/>
                  <a:pt x="648662" y="28973"/>
                  <a:pt x="650670" y="31422"/>
                </a:cubicBezTo>
                <a:cubicBezTo>
                  <a:pt x="653566" y="35026"/>
                  <a:pt x="660456" y="39830"/>
                  <a:pt x="671339" y="45835"/>
                </a:cubicBezTo>
                <a:cubicBezTo>
                  <a:pt x="680213" y="50734"/>
                  <a:pt x="686274" y="54492"/>
                  <a:pt x="689520" y="57111"/>
                </a:cubicBezTo>
                <a:cubicBezTo>
                  <a:pt x="692766" y="59728"/>
                  <a:pt x="695265" y="62814"/>
                  <a:pt x="697017" y="66370"/>
                </a:cubicBezTo>
                <a:cubicBezTo>
                  <a:pt x="698768" y="69924"/>
                  <a:pt x="699644" y="73647"/>
                  <a:pt x="699644" y="77538"/>
                </a:cubicBezTo>
                <a:cubicBezTo>
                  <a:pt x="699644" y="84935"/>
                  <a:pt x="696853" y="91312"/>
                  <a:pt x="691271" y="96670"/>
                </a:cubicBezTo>
                <a:cubicBezTo>
                  <a:pt x="685690" y="102025"/>
                  <a:pt x="678508" y="104703"/>
                  <a:pt x="669727" y="104703"/>
                </a:cubicBezTo>
                <a:cubicBezTo>
                  <a:pt x="666971" y="104703"/>
                  <a:pt x="664379" y="104490"/>
                  <a:pt x="661950" y="104063"/>
                </a:cubicBezTo>
                <a:cubicBezTo>
                  <a:pt x="660502" y="103826"/>
                  <a:pt x="657501" y="102960"/>
                  <a:pt x="652947" y="101465"/>
                </a:cubicBezTo>
                <a:cubicBezTo>
                  <a:pt x="648393" y="99970"/>
                  <a:pt x="645509" y="99223"/>
                  <a:pt x="644295" y="99223"/>
                </a:cubicBezTo>
                <a:cubicBezTo>
                  <a:pt x="643127" y="99223"/>
                  <a:pt x="642204" y="99579"/>
                  <a:pt x="641527" y="100291"/>
                </a:cubicBezTo>
                <a:cubicBezTo>
                  <a:pt x="640850" y="101003"/>
                  <a:pt x="640348" y="102474"/>
                  <a:pt x="640021" y="104703"/>
                </a:cubicBezTo>
                <a:lnTo>
                  <a:pt x="637428" y="104703"/>
                </a:lnTo>
                <a:lnTo>
                  <a:pt x="637428" y="71244"/>
                </a:lnTo>
                <a:lnTo>
                  <a:pt x="640021" y="71244"/>
                </a:lnTo>
                <a:cubicBezTo>
                  <a:pt x="641235" y="78263"/>
                  <a:pt x="642870" y="83515"/>
                  <a:pt x="644925" y="87000"/>
                </a:cubicBezTo>
                <a:cubicBezTo>
                  <a:pt x="646980" y="90485"/>
                  <a:pt x="650121" y="93382"/>
                  <a:pt x="654349" y="95689"/>
                </a:cubicBezTo>
                <a:cubicBezTo>
                  <a:pt x="658576" y="97997"/>
                  <a:pt x="663211" y="99151"/>
                  <a:pt x="668256" y="99151"/>
                </a:cubicBezTo>
                <a:cubicBezTo>
                  <a:pt x="674094" y="99151"/>
                  <a:pt x="678707" y="97566"/>
                  <a:pt x="682093" y="94396"/>
                </a:cubicBezTo>
                <a:cubicBezTo>
                  <a:pt x="685480" y="91225"/>
                  <a:pt x="687173" y="87477"/>
                  <a:pt x="687173" y="83154"/>
                </a:cubicBezTo>
                <a:cubicBezTo>
                  <a:pt x="687173" y="80751"/>
                  <a:pt x="686531" y="78326"/>
                  <a:pt x="685246" y="75877"/>
                </a:cubicBezTo>
                <a:cubicBezTo>
                  <a:pt x="683962" y="73427"/>
                  <a:pt x="681965" y="71145"/>
                  <a:pt x="679256" y="69031"/>
                </a:cubicBezTo>
                <a:cubicBezTo>
                  <a:pt x="677434" y="67591"/>
                  <a:pt x="672460" y="64528"/>
                  <a:pt x="664332" y="59844"/>
                </a:cubicBezTo>
                <a:cubicBezTo>
                  <a:pt x="656205" y="55160"/>
                  <a:pt x="650425" y="51425"/>
                  <a:pt x="646992" y="48640"/>
                </a:cubicBezTo>
                <a:cubicBezTo>
                  <a:pt x="643559" y="45853"/>
                  <a:pt x="640955" y="42779"/>
                  <a:pt x="639180" y="39417"/>
                </a:cubicBezTo>
                <a:cubicBezTo>
                  <a:pt x="637405" y="36053"/>
                  <a:pt x="636518" y="32354"/>
                  <a:pt x="636518" y="28319"/>
                </a:cubicBezTo>
                <a:cubicBezTo>
                  <a:pt x="636518" y="21306"/>
                  <a:pt x="639133" y="15266"/>
                  <a:pt x="644365" y="10199"/>
                </a:cubicBezTo>
                <a:cubicBezTo>
                  <a:pt x="649596" y="5130"/>
                  <a:pt x="656252" y="2596"/>
                  <a:pt x="664332" y="2596"/>
                </a:cubicBezTo>
                <a:cubicBezTo>
                  <a:pt x="669377" y="2596"/>
                  <a:pt x="674725" y="3870"/>
                  <a:pt x="680377" y="6418"/>
                </a:cubicBezTo>
                <a:cubicBezTo>
                  <a:pt x="682992" y="7620"/>
                  <a:pt x="684837" y="8220"/>
                  <a:pt x="685912" y="8220"/>
                </a:cubicBezTo>
                <a:cubicBezTo>
                  <a:pt x="687126" y="8220"/>
                  <a:pt x="688119" y="7848"/>
                  <a:pt x="688889" y="7103"/>
                </a:cubicBezTo>
                <a:cubicBezTo>
                  <a:pt x="689660" y="6358"/>
                  <a:pt x="690279" y="4855"/>
                  <a:pt x="690746" y="2596"/>
                </a:cubicBezTo>
                <a:lnTo>
                  <a:pt x="693338" y="2596"/>
                </a:lnTo>
                <a:close/>
                <a:moveTo>
                  <a:pt x="767253" y="77446"/>
                </a:moveTo>
                <a:cubicBezTo>
                  <a:pt x="765525" y="86147"/>
                  <a:pt x="762139" y="92841"/>
                  <a:pt x="757094" y="97528"/>
                </a:cubicBezTo>
                <a:cubicBezTo>
                  <a:pt x="752050" y="102215"/>
                  <a:pt x="746468" y="104559"/>
                  <a:pt x="740349" y="104559"/>
                </a:cubicBezTo>
                <a:cubicBezTo>
                  <a:pt x="733063" y="104559"/>
                  <a:pt x="726711" y="101414"/>
                  <a:pt x="721293" y="95124"/>
                </a:cubicBezTo>
                <a:cubicBezTo>
                  <a:pt x="715874" y="88832"/>
                  <a:pt x="713165" y="80331"/>
                  <a:pt x="713165" y="69622"/>
                </a:cubicBezTo>
                <a:cubicBezTo>
                  <a:pt x="713165" y="59248"/>
                  <a:pt x="716166" y="50821"/>
                  <a:pt x="722168" y="44338"/>
                </a:cubicBezTo>
                <a:cubicBezTo>
                  <a:pt x="728170" y="37854"/>
                  <a:pt x="735375" y="34613"/>
                  <a:pt x="743783" y="34613"/>
                </a:cubicBezTo>
                <a:cubicBezTo>
                  <a:pt x="750088" y="34613"/>
                  <a:pt x="755273" y="36326"/>
                  <a:pt x="759336" y="39753"/>
                </a:cubicBezTo>
                <a:cubicBezTo>
                  <a:pt x="763400" y="43178"/>
                  <a:pt x="765432" y="46735"/>
                  <a:pt x="765432" y="50425"/>
                </a:cubicBezTo>
                <a:cubicBezTo>
                  <a:pt x="765432" y="52246"/>
                  <a:pt x="764860" y="53719"/>
                  <a:pt x="763715" y="54846"/>
                </a:cubicBezTo>
                <a:cubicBezTo>
                  <a:pt x="762571" y="55971"/>
                  <a:pt x="760971" y="56534"/>
                  <a:pt x="758916" y="56534"/>
                </a:cubicBezTo>
                <a:cubicBezTo>
                  <a:pt x="756160" y="56534"/>
                  <a:pt x="754082" y="55620"/>
                  <a:pt x="752680" y="53794"/>
                </a:cubicBezTo>
                <a:cubicBezTo>
                  <a:pt x="751886" y="52784"/>
                  <a:pt x="751361" y="50861"/>
                  <a:pt x="751104" y="48025"/>
                </a:cubicBezTo>
                <a:cubicBezTo>
                  <a:pt x="750847" y="45189"/>
                  <a:pt x="749901" y="43025"/>
                  <a:pt x="748267" y="41535"/>
                </a:cubicBezTo>
                <a:cubicBezTo>
                  <a:pt x="746632" y="40093"/>
                  <a:pt x="744366" y="39372"/>
                  <a:pt x="741470" y="39372"/>
                </a:cubicBezTo>
                <a:cubicBezTo>
                  <a:pt x="736800" y="39372"/>
                  <a:pt x="733040" y="41150"/>
                  <a:pt x="730190" y="44708"/>
                </a:cubicBezTo>
                <a:cubicBezTo>
                  <a:pt x="726407" y="49419"/>
                  <a:pt x="724515" y="55645"/>
                  <a:pt x="724515" y="63384"/>
                </a:cubicBezTo>
                <a:cubicBezTo>
                  <a:pt x="724515" y="71268"/>
                  <a:pt x="726395" y="78227"/>
                  <a:pt x="730155" y="84260"/>
                </a:cubicBezTo>
                <a:cubicBezTo>
                  <a:pt x="733915" y="90293"/>
                  <a:pt x="738995" y="93310"/>
                  <a:pt x="745394" y="93310"/>
                </a:cubicBezTo>
                <a:cubicBezTo>
                  <a:pt x="749971" y="93310"/>
                  <a:pt x="754082" y="91699"/>
                  <a:pt x="757725" y="88478"/>
                </a:cubicBezTo>
                <a:cubicBezTo>
                  <a:pt x="760294" y="86267"/>
                  <a:pt x="762793" y="82253"/>
                  <a:pt x="765222" y="76436"/>
                </a:cubicBezTo>
                <a:lnTo>
                  <a:pt x="767253" y="77446"/>
                </a:lnTo>
                <a:close/>
                <a:moveTo>
                  <a:pt x="806909" y="34613"/>
                </a:moveTo>
                <a:cubicBezTo>
                  <a:pt x="816625" y="34613"/>
                  <a:pt x="824425" y="38407"/>
                  <a:pt x="830310" y="45995"/>
                </a:cubicBezTo>
                <a:cubicBezTo>
                  <a:pt x="835308" y="52477"/>
                  <a:pt x="837807" y="59921"/>
                  <a:pt x="837807" y="68326"/>
                </a:cubicBezTo>
                <a:cubicBezTo>
                  <a:pt x="837807" y="74233"/>
                  <a:pt x="836429" y="80212"/>
                  <a:pt x="833673" y="86263"/>
                </a:cubicBezTo>
                <a:cubicBezTo>
                  <a:pt x="830917" y="92313"/>
                  <a:pt x="827122" y="96875"/>
                  <a:pt x="822288" y="99948"/>
                </a:cubicBezTo>
                <a:cubicBezTo>
                  <a:pt x="817454" y="103022"/>
                  <a:pt x="812071" y="104559"/>
                  <a:pt x="806139" y="104559"/>
                </a:cubicBezTo>
                <a:cubicBezTo>
                  <a:pt x="796470" y="104559"/>
                  <a:pt x="788786" y="100597"/>
                  <a:pt x="783088" y="92672"/>
                </a:cubicBezTo>
                <a:cubicBezTo>
                  <a:pt x="778277" y="85997"/>
                  <a:pt x="775872" y="78506"/>
                  <a:pt x="775872" y="70199"/>
                </a:cubicBezTo>
                <a:cubicBezTo>
                  <a:pt x="775872" y="64147"/>
                  <a:pt x="777331" y="58132"/>
                  <a:pt x="780251" y="52153"/>
                </a:cubicBezTo>
                <a:cubicBezTo>
                  <a:pt x="783170" y="46174"/>
                  <a:pt x="787012" y="41756"/>
                  <a:pt x="791776" y="38899"/>
                </a:cubicBezTo>
                <a:cubicBezTo>
                  <a:pt x="796540" y="36041"/>
                  <a:pt x="801585" y="34613"/>
                  <a:pt x="806909" y="34613"/>
                </a:cubicBezTo>
                <a:moveTo>
                  <a:pt x="804737" y="39372"/>
                </a:moveTo>
                <a:cubicBezTo>
                  <a:pt x="802262" y="39372"/>
                  <a:pt x="799775" y="40128"/>
                  <a:pt x="797276" y="41641"/>
                </a:cubicBezTo>
                <a:cubicBezTo>
                  <a:pt x="794777" y="43154"/>
                  <a:pt x="792757" y="45807"/>
                  <a:pt x="791215" y="49600"/>
                </a:cubicBezTo>
                <a:cubicBezTo>
                  <a:pt x="789674" y="53393"/>
                  <a:pt x="788903" y="58267"/>
                  <a:pt x="788903" y="64220"/>
                </a:cubicBezTo>
                <a:cubicBezTo>
                  <a:pt x="788903" y="73823"/>
                  <a:pt x="790760" y="82106"/>
                  <a:pt x="794473" y="89069"/>
                </a:cubicBezTo>
                <a:cubicBezTo>
                  <a:pt x="798187" y="96030"/>
                  <a:pt x="803079" y="99511"/>
                  <a:pt x="809151" y="99511"/>
                </a:cubicBezTo>
                <a:cubicBezTo>
                  <a:pt x="813682" y="99511"/>
                  <a:pt x="817419" y="97590"/>
                  <a:pt x="820361" y="93749"/>
                </a:cubicBezTo>
                <a:cubicBezTo>
                  <a:pt x="823304" y="89908"/>
                  <a:pt x="824775" y="83306"/>
                  <a:pt x="824775" y="73944"/>
                </a:cubicBezTo>
                <a:cubicBezTo>
                  <a:pt x="824775" y="62227"/>
                  <a:pt x="822323" y="53008"/>
                  <a:pt x="817419" y="46285"/>
                </a:cubicBezTo>
                <a:cubicBezTo>
                  <a:pt x="814102" y="41676"/>
                  <a:pt x="809875" y="39372"/>
                  <a:pt x="804737" y="39372"/>
                </a:cubicBezTo>
                <a:close/>
                <a:moveTo>
                  <a:pt x="866041" y="34613"/>
                </a:moveTo>
                <a:lnTo>
                  <a:pt x="866041" y="49467"/>
                </a:lnTo>
                <a:cubicBezTo>
                  <a:pt x="871413" y="39564"/>
                  <a:pt x="876924" y="34613"/>
                  <a:pt x="882576" y="34613"/>
                </a:cubicBezTo>
                <a:cubicBezTo>
                  <a:pt x="885145" y="34613"/>
                  <a:pt x="887270" y="35418"/>
                  <a:pt x="888952" y="37028"/>
                </a:cubicBezTo>
                <a:cubicBezTo>
                  <a:pt x="890633" y="38639"/>
                  <a:pt x="891474" y="40502"/>
                  <a:pt x="891474" y="42617"/>
                </a:cubicBezTo>
                <a:cubicBezTo>
                  <a:pt x="891474" y="44492"/>
                  <a:pt x="890867" y="46078"/>
                  <a:pt x="889652" y="47376"/>
                </a:cubicBezTo>
                <a:cubicBezTo>
                  <a:pt x="888438" y="48674"/>
                  <a:pt x="886990" y="49323"/>
                  <a:pt x="885308" y="49323"/>
                </a:cubicBezTo>
                <a:cubicBezTo>
                  <a:pt x="883674" y="49323"/>
                  <a:pt x="881840" y="48494"/>
                  <a:pt x="879809" y="46835"/>
                </a:cubicBezTo>
                <a:cubicBezTo>
                  <a:pt x="877777" y="45177"/>
                  <a:pt x="876270" y="44347"/>
                  <a:pt x="875290" y="44347"/>
                </a:cubicBezTo>
                <a:cubicBezTo>
                  <a:pt x="874449" y="44347"/>
                  <a:pt x="873538" y="44827"/>
                  <a:pt x="872557" y="45785"/>
                </a:cubicBezTo>
                <a:cubicBezTo>
                  <a:pt x="870455" y="47752"/>
                  <a:pt x="868283" y="50988"/>
                  <a:pt x="866041" y="55495"/>
                </a:cubicBezTo>
                <a:lnTo>
                  <a:pt x="866041" y="87070"/>
                </a:lnTo>
                <a:cubicBezTo>
                  <a:pt x="866041" y="90713"/>
                  <a:pt x="866485" y="93470"/>
                  <a:pt x="867372" y="95340"/>
                </a:cubicBezTo>
                <a:cubicBezTo>
                  <a:pt x="867980" y="96635"/>
                  <a:pt x="869054" y="97714"/>
                  <a:pt x="870595" y="98578"/>
                </a:cubicBezTo>
                <a:cubicBezTo>
                  <a:pt x="872137" y="99441"/>
                  <a:pt x="874355" y="99872"/>
                  <a:pt x="877251" y="99872"/>
                </a:cubicBezTo>
                <a:lnTo>
                  <a:pt x="877251" y="102540"/>
                </a:lnTo>
                <a:lnTo>
                  <a:pt x="844392" y="102540"/>
                </a:lnTo>
                <a:lnTo>
                  <a:pt x="844392" y="99872"/>
                </a:lnTo>
                <a:cubicBezTo>
                  <a:pt x="847662" y="99872"/>
                  <a:pt x="850090" y="99344"/>
                  <a:pt x="851679" y="98290"/>
                </a:cubicBezTo>
                <a:cubicBezTo>
                  <a:pt x="852846" y="97522"/>
                  <a:pt x="853664" y="96298"/>
                  <a:pt x="854131" y="94619"/>
                </a:cubicBezTo>
                <a:cubicBezTo>
                  <a:pt x="854364" y="93803"/>
                  <a:pt x="854481" y="91477"/>
                  <a:pt x="854481" y="87640"/>
                </a:cubicBezTo>
                <a:lnTo>
                  <a:pt x="854481" y="62098"/>
                </a:lnTo>
                <a:cubicBezTo>
                  <a:pt x="854481" y="54422"/>
                  <a:pt x="854329" y="49854"/>
                  <a:pt x="854026" y="48392"/>
                </a:cubicBezTo>
                <a:cubicBezTo>
                  <a:pt x="853722" y="46929"/>
                  <a:pt x="853162" y="45862"/>
                  <a:pt x="852344" y="45190"/>
                </a:cubicBezTo>
                <a:cubicBezTo>
                  <a:pt x="851527" y="44519"/>
                  <a:pt x="850511" y="44183"/>
                  <a:pt x="849296" y="44183"/>
                </a:cubicBezTo>
                <a:cubicBezTo>
                  <a:pt x="847848" y="44183"/>
                  <a:pt x="846214" y="44543"/>
                  <a:pt x="844392" y="45262"/>
                </a:cubicBezTo>
                <a:lnTo>
                  <a:pt x="843691" y="42671"/>
                </a:lnTo>
                <a:lnTo>
                  <a:pt x="863099" y="34613"/>
                </a:lnTo>
                <a:lnTo>
                  <a:pt x="866041" y="34613"/>
                </a:lnTo>
                <a:close/>
                <a:moveTo>
                  <a:pt x="905133" y="61437"/>
                </a:moveTo>
                <a:cubicBezTo>
                  <a:pt x="905086" y="71222"/>
                  <a:pt x="907398" y="78896"/>
                  <a:pt x="912069" y="84461"/>
                </a:cubicBezTo>
                <a:cubicBezTo>
                  <a:pt x="916740" y="90023"/>
                  <a:pt x="922228" y="92805"/>
                  <a:pt x="928533" y="92805"/>
                </a:cubicBezTo>
                <a:cubicBezTo>
                  <a:pt x="932737" y="92805"/>
                  <a:pt x="936392" y="91615"/>
                  <a:pt x="939498" y="89236"/>
                </a:cubicBezTo>
                <a:cubicBezTo>
                  <a:pt x="942604" y="86856"/>
                  <a:pt x="945208" y="82782"/>
                  <a:pt x="947310" y="77013"/>
                </a:cubicBezTo>
                <a:lnTo>
                  <a:pt x="949482" y="78455"/>
                </a:lnTo>
                <a:cubicBezTo>
                  <a:pt x="948501" y="85041"/>
                  <a:pt x="945652" y="91038"/>
                  <a:pt x="940935" y="96446"/>
                </a:cubicBezTo>
                <a:cubicBezTo>
                  <a:pt x="936217" y="101855"/>
                  <a:pt x="930308" y="104559"/>
                  <a:pt x="923209" y="104559"/>
                </a:cubicBezTo>
                <a:cubicBezTo>
                  <a:pt x="915502" y="104559"/>
                  <a:pt x="908904" y="101477"/>
                  <a:pt x="903416" y="95313"/>
                </a:cubicBezTo>
                <a:cubicBezTo>
                  <a:pt x="897928" y="89148"/>
                  <a:pt x="895184" y="80860"/>
                  <a:pt x="895184" y="70449"/>
                </a:cubicBezTo>
                <a:cubicBezTo>
                  <a:pt x="895184" y="59176"/>
                  <a:pt x="897998" y="50385"/>
                  <a:pt x="903626" y="44077"/>
                </a:cubicBezTo>
                <a:cubicBezTo>
                  <a:pt x="909255" y="37767"/>
                  <a:pt x="916319" y="34613"/>
                  <a:pt x="924820" y="34613"/>
                </a:cubicBezTo>
                <a:cubicBezTo>
                  <a:pt x="932013" y="34613"/>
                  <a:pt x="937922" y="37046"/>
                  <a:pt x="942546" y="41914"/>
                </a:cubicBezTo>
                <a:cubicBezTo>
                  <a:pt x="947170" y="46780"/>
                  <a:pt x="949482" y="53287"/>
                  <a:pt x="949482" y="61437"/>
                </a:cubicBezTo>
                <a:lnTo>
                  <a:pt x="905133" y="61437"/>
                </a:lnTo>
                <a:moveTo>
                  <a:pt x="905133" y="57255"/>
                </a:moveTo>
                <a:lnTo>
                  <a:pt x="934839" y="57255"/>
                </a:lnTo>
                <a:cubicBezTo>
                  <a:pt x="934606" y="53025"/>
                  <a:pt x="934115" y="50044"/>
                  <a:pt x="933368" y="48313"/>
                </a:cubicBezTo>
                <a:cubicBezTo>
                  <a:pt x="932200" y="45621"/>
                  <a:pt x="930460" y="43506"/>
                  <a:pt x="928148" y="41968"/>
                </a:cubicBezTo>
                <a:cubicBezTo>
                  <a:pt x="925836" y="40429"/>
                  <a:pt x="923419" y="39660"/>
                  <a:pt x="920897" y="39660"/>
                </a:cubicBezTo>
                <a:cubicBezTo>
                  <a:pt x="917020" y="39660"/>
                  <a:pt x="913552" y="41211"/>
                  <a:pt x="910492" y="44311"/>
                </a:cubicBezTo>
                <a:cubicBezTo>
                  <a:pt x="907433" y="47412"/>
                  <a:pt x="905646" y="51727"/>
                  <a:pt x="905133" y="57255"/>
                </a:cubicBezTo>
                <a:close/>
                <a:moveTo>
                  <a:pt x="1010580" y="47953"/>
                </a:moveTo>
                <a:cubicBezTo>
                  <a:pt x="1016792" y="39059"/>
                  <a:pt x="1023495" y="34613"/>
                  <a:pt x="1030688" y="34613"/>
                </a:cubicBezTo>
                <a:cubicBezTo>
                  <a:pt x="1037274" y="34613"/>
                  <a:pt x="1043019" y="37506"/>
                  <a:pt x="1047923" y="43293"/>
                </a:cubicBezTo>
                <a:cubicBezTo>
                  <a:pt x="1052828" y="49080"/>
                  <a:pt x="1055280" y="56991"/>
                  <a:pt x="1055280" y="67028"/>
                </a:cubicBezTo>
                <a:cubicBezTo>
                  <a:pt x="1055280" y="78746"/>
                  <a:pt x="1051496" y="88182"/>
                  <a:pt x="1043930" y="95338"/>
                </a:cubicBezTo>
                <a:cubicBezTo>
                  <a:pt x="1037437" y="101485"/>
                  <a:pt x="1030197" y="104559"/>
                  <a:pt x="1022210" y="104559"/>
                </a:cubicBezTo>
                <a:cubicBezTo>
                  <a:pt x="1018474" y="104559"/>
                  <a:pt x="1014679" y="103862"/>
                  <a:pt x="1010825" y="102468"/>
                </a:cubicBezTo>
                <a:cubicBezTo>
                  <a:pt x="1006972" y="101073"/>
                  <a:pt x="1003037" y="98982"/>
                  <a:pt x="999020" y="96194"/>
                </a:cubicBezTo>
                <a:lnTo>
                  <a:pt x="999020" y="27762"/>
                </a:lnTo>
                <a:cubicBezTo>
                  <a:pt x="999020" y="20263"/>
                  <a:pt x="998844" y="15648"/>
                  <a:pt x="998494" y="13917"/>
                </a:cubicBezTo>
                <a:cubicBezTo>
                  <a:pt x="998144" y="12187"/>
                  <a:pt x="997595" y="11009"/>
                  <a:pt x="996848" y="10384"/>
                </a:cubicBezTo>
                <a:cubicBezTo>
                  <a:pt x="996100" y="9759"/>
                  <a:pt x="995166" y="9446"/>
                  <a:pt x="994045" y="9446"/>
                </a:cubicBezTo>
                <a:cubicBezTo>
                  <a:pt x="992737" y="9446"/>
                  <a:pt x="991103" y="9831"/>
                  <a:pt x="989141" y="10600"/>
                </a:cubicBezTo>
                <a:lnTo>
                  <a:pt x="988160" y="8076"/>
                </a:lnTo>
                <a:lnTo>
                  <a:pt x="1007427" y="0"/>
                </a:lnTo>
                <a:lnTo>
                  <a:pt x="1010580" y="0"/>
                </a:lnTo>
                <a:lnTo>
                  <a:pt x="1010580" y="47953"/>
                </a:lnTo>
                <a:moveTo>
                  <a:pt x="1010580" y="52548"/>
                </a:moveTo>
                <a:lnTo>
                  <a:pt x="1010580" y="91960"/>
                </a:lnTo>
                <a:cubicBezTo>
                  <a:pt x="1012962" y="94356"/>
                  <a:pt x="1015426" y="96166"/>
                  <a:pt x="1017971" y="97388"/>
                </a:cubicBezTo>
                <a:cubicBezTo>
                  <a:pt x="1020517" y="98611"/>
                  <a:pt x="1023121" y="99223"/>
                  <a:pt x="1025783" y="99223"/>
                </a:cubicBezTo>
                <a:cubicBezTo>
                  <a:pt x="1030034" y="99223"/>
                  <a:pt x="1033992" y="96826"/>
                  <a:pt x="1037659" y="92032"/>
                </a:cubicBezTo>
                <a:cubicBezTo>
                  <a:pt x="1041326" y="87237"/>
                  <a:pt x="1043159" y="80260"/>
                  <a:pt x="1043159" y="71102"/>
                </a:cubicBezTo>
                <a:cubicBezTo>
                  <a:pt x="1043159" y="62664"/>
                  <a:pt x="1041326" y="56179"/>
                  <a:pt x="1037659" y="51648"/>
                </a:cubicBezTo>
                <a:cubicBezTo>
                  <a:pt x="1033992" y="47118"/>
                  <a:pt x="1029824" y="44852"/>
                  <a:pt x="1025153" y="44852"/>
                </a:cubicBezTo>
                <a:cubicBezTo>
                  <a:pt x="1022677" y="44852"/>
                  <a:pt x="1020202" y="45500"/>
                  <a:pt x="1017726" y="46795"/>
                </a:cubicBezTo>
                <a:cubicBezTo>
                  <a:pt x="1015858" y="47753"/>
                  <a:pt x="1013476" y="49671"/>
                  <a:pt x="1010580" y="52548"/>
                </a:cubicBezTo>
                <a:close/>
                <a:moveTo>
                  <a:pt x="1075527" y="61437"/>
                </a:moveTo>
                <a:cubicBezTo>
                  <a:pt x="1075480" y="71222"/>
                  <a:pt x="1077792" y="78896"/>
                  <a:pt x="1082463" y="84461"/>
                </a:cubicBezTo>
                <a:cubicBezTo>
                  <a:pt x="1087134" y="90023"/>
                  <a:pt x="1092622" y="92805"/>
                  <a:pt x="1098928" y="92805"/>
                </a:cubicBezTo>
                <a:cubicBezTo>
                  <a:pt x="1103132" y="92805"/>
                  <a:pt x="1106787" y="91615"/>
                  <a:pt x="1109893" y="89236"/>
                </a:cubicBezTo>
                <a:cubicBezTo>
                  <a:pt x="1112999" y="86856"/>
                  <a:pt x="1115603" y="82782"/>
                  <a:pt x="1117705" y="77013"/>
                </a:cubicBezTo>
                <a:lnTo>
                  <a:pt x="1119877" y="78455"/>
                </a:lnTo>
                <a:cubicBezTo>
                  <a:pt x="1118896" y="85041"/>
                  <a:pt x="1116047" y="91038"/>
                  <a:pt x="1111329" y="96446"/>
                </a:cubicBezTo>
                <a:cubicBezTo>
                  <a:pt x="1106611" y="101855"/>
                  <a:pt x="1100703" y="104559"/>
                  <a:pt x="1093603" y="104559"/>
                </a:cubicBezTo>
                <a:cubicBezTo>
                  <a:pt x="1085896" y="104559"/>
                  <a:pt x="1079299" y="101477"/>
                  <a:pt x="1073811" y="95313"/>
                </a:cubicBezTo>
                <a:cubicBezTo>
                  <a:pt x="1068322" y="89148"/>
                  <a:pt x="1065578" y="80860"/>
                  <a:pt x="1065578" y="70449"/>
                </a:cubicBezTo>
                <a:cubicBezTo>
                  <a:pt x="1065578" y="59176"/>
                  <a:pt x="1068392" y="50385"/>
                  <a:pt x="1074021" y="44077"/>
                </a:cubicBezTo>
                <a:cubicBezTo>
                  <a:pt x="1079649" y="37767"/>
                  <a:pt x="1086714" y="34613"/>
                  <a:pt x="1095215" y="34613"/>
                </a:cubicBezTo>
                <a:cubicBezTo>
                  <a:pt x="1102408" y="34613"/>
                  <a:pt x="1108316" y="37046"/>
                  <a:pt x="1112940" y="41914"/>
                </a:cubicBezTo>
                <a:cubicBezTo>
                  <a:pt x="1117565" y="46780"/>
                  <a:pt x="1119877" y="53287"/>
                  <a:pt x="1119877" y="61437"/>
                </a:cubicBezTo>
                <a:lnTo>
                  <a:pt x="1075527" y="61437"/>
                </a:lnTo>
                <a:moveTo>
                  <a:pt x="1075527" y="57255"/>
                </a:moveTo>
                <a:lnTo>
                  <a:pt x="1105234" y="57255"/>
                </a:lnTo>
                <a:cubicBezTo>
                  <a:pt x="1105000" y="53025"/>
                  <a:pt x="1104510" y="50044"/>
                  <a:pt x="1103762" y="48313"/>
                </a:cubicBezTo>
                <a:cubicBezTo>
                  <a:pt x="1102595" y="45621"/>
                  <a:pt x="1100855" y="43506"/>
                  <a:pt x="1098543" y="41968"/>
                </a:cubicBezTo>
                <a:cubicBezTo>
                  <a:pt x="1096231" y="40429"/>
                  <a:pt x="1093813" y="39660"/>
                  <a:pt x="1091291" y="39660"/>
                </a:cubicBezTo>
                <a:cubicBezTo>
                  <a:pt x="1087414" y="39660"/>
                  <a:pt x="1083946" y="41211"/>
                  <a:pt x="1080887" y="44311"/>
                </a:cubicBezTo>
                <a:cubicBezTo>
                  <a:pt x="1077827" y="47412"/>
                  <a:pt x="1076041" y="51727"/>
                  <a:pt x="1075527" y="57255"/>
                </a:cubicBezTo>
                <a:close/>
                <a:moveTo>
                  <a:pt x="1146150" y="14710"/>
                </a:moveTo>
                <a:lnTo>
                  <a:pt x="1146150" y="36487"/>
                </a:lnTo>
                <a:lnTo>
                  <a:pt x="1161144" y="36487"/>
                </a:lnTo>
                <a:lnTo>
                  <a:pt x="1161144" y="41535"/>
                </a:lnTo>
                <a:lnTo>
                  <a:pt x="1146150" y="41535"/>
                </a:lnTo>
                <a:lnTo>
                  <a:pt x="1146150" y="84310"/>
                </a:lnTo>
                <a:cubicBezTo>
                  <a:pt x="1146150" y="88584"/>
                  <a:pt x="1146746" y="91465"/>
                  <a:pt x="1147937" y="92954"/>
                </a:cubicBezTo>
                <a:cubicBezTo>
                  <a:pt x="1149128" y="94441"/>
                  <a:pt x="1150658" y="95185"/>
                  <a:pt x="1152526" y="95185"/>
                </a:cubicBezTo>
                <a:cubicBezTo>
                  <a:pt x="1154068" y="95185"/>
                  <a:pt x="1155562" y="94692"/>
                  <a:pt x="1157010" y="93706"/>
                </a:cubicBezTo>
                <a:cubicBezTo>
                  <a:pt x="1158458" y="92721"/>
                  <a:pt x="1159579" y="91267"/>
                  <a:pt x="1160373" y="89344"/>
                </a:cubicBezTo>
                <a:lnTo>
                  <a:pt x="1163106" y="89344"/>
                </a:lnTo>
                <a:cubicBezTo>
                  <a:pt x="1161471" y="94068"/>
                  <a:pt x="1159159" y="97642"/>
                  <a:pt x="1156169" y="100063"/>
                </a:cubicBezTo>
                <a:cubicBezTo>
                  <a:pt x="1153180" y="102483"/>
                  <a:pt x="1150097" y="103693"/>
                  <a:pt x="1146921" y="103693"/>
                </a:cubicBezTo>
                <a:cubicBezTo>
                  <a:pt x="1144773" y="103693"/>
                  <a:pt x="1142671" y="103080"/>
                  <a:pt x="1140616" y="101852"/>
                </a:cubicBezTo>
                <a:cubicBezTo>
                  <a:pt x="1138560" y="100625"/>
                  <a:pt x="1137042" y="98869"/>
                  <a:pt x="1136062" y="96584"/>
                </a:cubicBezTo>
                <a:cubicBezTo>
                  <a:pt x="1135081" y="94297"/>
                  <a:pt x="1134590" y="90772"/>
                  <a:pt x="1134590" y="86006"/>
                </a:cubicBezTo>
                <a:lnTo>
                  <a:pt x="1134590" y="41535"/>
                </a:lnTo>
                <a:lnTo>
                  <a:pt x="1124431" y="41535"/>
                </a:lnTo>
                <a:lnTo>
                  <a:pt x="1124431" y="39155"/>
                </a:lnTo>
                <a:cubicBezTo>
                  <a:pt x="1127000" y="38095"/>
                  <a:pt x="1129627" y="36299"/>
                  <a:pt x="1132313" y="33768"/>
                </a:cubicBezTo>
                <a:cubicBezTo>
                  <a:pt x="1134999" y="31236"/>
                  <a:pt x="1137393" y="28235"/>
                  <a:pt x="1139495" y="24763"/>
                </a:cubicBezTo>
                <a:cubicBezTo>
                  <a:pt x="1140569" y="22932"/>
                  <a:pt x="1142064" y="19581"/>
                  <a:pt x="1143979" y="14710"/>
                </a:cubicBezTo>
                <a:lnTo>
                  <a:pt x="1146150" y="14710"/>
                </a:lnTo>
                <a:close/>
                <a:moveTo>
                  <a:pt x="1164304" y="36487"/>
                </a:moveTo>
                <a:lnTo>
                  <a:pt x="1191208" y="36487"/>
                </a:lnTo>
                <a:lnTo>
                  <a:pt x="1191208" y="39155"/>
                </a:lnTo>
                <a:cubicBezTo>
                  <a:pt x="1188733" y="39348"/>
                  <a:pt x="1187110" y="39804"/>
                  <a:pt x="1186339" y="40526"/>
                </a:cubicBezTo>
                <a:cubicBezTo>
                  <a:pt x="1185568" y="41247"/>
                  <a:pt x="1185183" y="42280"/>
                  <a:pt x="1185183" y="43626"/>
                </a:cubicBezTo>
                <a:cubicBezTo>
                  <a:pt x="1185183" y="45117"/>
                  <a:pt x="1185580" y="46919"/>
                  <a:pt x="1186374" y="49034"/>
                </a:cubicBezTo>
                <a:lnTo>
                  <a:pt x="1200106" y="87036"/>
                </a:lnTo>
                <a:lnTo>
                  <a:pt x="1213909" y="56101"/>
                </a:lnTo>
                <a:lnTo>
                  <a:pt x="1210265" y="46366"/>
                </a:lnTo>
                <a:cubicBezTo>
                  <a:pt x="1209144" y="43482"/>
                  <a:pt x="1207673" y="41487"/>
                  <a:pt x="1205851" y="40381"/>
                </a:cubicBezTo>
                <a:cubicBezTo>
                  <a:pt x="1204824" y="39708"/>
                  <a:pt x="1202909" y="39300"/>
                  <a:pt x="1200106" y="39155"/>
                </a:cubicBezTo>
                <a:lnTo>
                  <a:pt x="1200106" y="36487"/>
                </a:lnTo>
                <a:lnTo>
                  <a:pt x="1230653" y="36487"/>
                </a:lnTo>
                <a:lnTo>
                  <a:pt x="1230653" y="39155"/>
                </a:lnTo>
                <a:cubicBezTo>
                  <a:pt x="1227290" y="39300"/>
                  <a:pt x="1224908" y="39925"/>
                  <a:pt x="1223507" y="41030"/>
                </a:cubicBezTo>
                <a:cubicBezTo>
                  <a:pt x="1222573" y="41799"/>
                  <a:pt x="1222106" y="43025"/>
                  <a:pt x="1222106" y="44708"/>
                </a:cubicBezTo>
                <a:cubicBezTo>
                  <a:pt x="1222106" y="45669"/>
                  <a:pt x="1222293" y="46655"/>
                  <a:pt x="1222666" y="47664"/>
                </a:cubicBezTo>
                <a:lnTo>
                  <a:pt x="1237239" y="85594"/>
                </a:lnTo>
                <a:lnTo>
                  <a:pt x="1250761" y="49034"/>
                </a:lnTo>
                <a:cubicBezTo>
                  <a:pt x="1251695" y="46439"/>
                  <a:pt x="1252163" y="44371"/>
                  <a:pt x="1252163" y="42833"/>
                </a:cubicBezTo>
                <a:cubicBezTo>
                  <a:pt x="1252163" y="41920"/>
                  <a:pt x="1251707" y="41102"/>
                  <a:pt x="1250796" y="40381"/>
                </a:cubicBezTo>
                <a:cubicBezTo>
                  <a:pt x="1249886" y="39660"/>
                  <a:pt x="1248099" y="39252"/>
                  <a:pt x="1245437" y="39155"/>
                </a:cubicBezTo>
                <a:lnTo>
                  <a:pt x="1245437" y="36487"/>
                </a:lnTo>
                <a:lnTo>
                  <a:pt x="1265685" y="36487"/>
                </a:lnTo>
                <a:lnTo>
                  <a:pt x="1265685" y="39155"/>
                </a:lnTo>
                <a:cubicBezTo>
                  <a:pt x="1261621" y="39780"/>
                  <a:pt x="1258632" y="42617"/>
                  <a:pt x="1256717" y="47664"/>
                </a:cubicBezTo>
                <a:lnTo>
                  <a:pt x="1235278" y="104559"/>
                </a:lnTo>
                <a:lnTo>
                  <a:pt x="1232405" y="104559"/>
                </a:lnTo>
                <a:lnTo>
                  <a:pt x="1216361" y="62375"/>
                </a:lnTo>
                <a:lnTo>
                  <a:pt x="1197654" y="104559"/>
                </a:lnTo>
                <a:lnTo>
                  <a:pt x="1195062" y="104559"/>
                </a:lnTo>
                <a:lnTo>
                  <a:pt x="1174463" y="49034"/>
                </a:lnTo>
                <a:cubicBezTo>
                  <a:pt x="1173109" y="45525"/>
                  <a:pt x="1171778" y="43158"/>
                  <a:pt x="1170470" y="41932"/>
                </a:cubicBezTo>
                <a:cubicBezTo>
                  <a:pt x="1169162" y="40706"/>
                  <a:pt x="1167107" y="39780"/>
                  <a:pt x="1164304" y="39155"/>
                </a:cubicBezTo>
                <a:lnTo>
                  <a:pt x="1164304" y="36487"/>
                </a:lnTo>
                <a:close/>
                <a:moveTo>
                  <a:pt x="1281791" y="61437"/>
                </a:moveTo>
                <a:cubicBezTo>
                  <a:pt x="1281744" y="71222"/>
                  <a:pt x="1284057" y="78896"/>
                  <a:pt x="1288727" y="84461"/>
                </a:cubicBezTo>
                <a:cubicBezTo>
                  <a:pt x="1293398" y="90023"/>
                  <a:pt x="1298886" y="92805"/>
                  <a:pt x="1305192" y="92805"/>
                </a:cubicBezTo>
                <a:cubicBezTo>
                  <a:pt x="1309396" y="92805"/>
                  <a:pt x="1313051" y="91615"/>
                  <a:pt x="1316157" y="89236"/>
                </a:cubicBezTo>
                <a:cubicBezTo>
                  <a:pt x="1319263" y="86856"/>
                  <a:pt x="1321867" y="82782"/>
                  <a:pt x="1323969" y="77013"/>
                </a:cubicBezTo>
                <a:lnTo>
                  <a:pt x="1326141" y="78455"/>
                </a:lnTo>
                <a:cubicBezTo>
                  <a:pt x="1325160" y="85041"/>
                  <a:pt x="1322311" y="91038"/>
                  <a:pt x="1317593" y="96446"/>
                </a:cubicBezTo>
                <a:cubicBezTo>
                  <a:pt x="1312876" y="101855"/>
                  <a:pt x="1306967" y="104559"/>
                  <a:pt x="1299867" y="104559"/>
                </a:cubicBezTo>
                <a:cubicBezTo>
                  <a:pt x="1292160" y="104559"/>
                  <a:pt x="1285563" y="101477"/>
                  <a:pt x="1280075" y="95313"/>
                </a:cubicBezTo>
                <a:cubicBezTo>
                  <a:pt x="1274586" y="89148"/>
                  <a:pt x="1271842" y="80860"/>
                  <a:pt x="1271842" y="70449"/>
                </a:cubicBezTo>
                <a:cubicBezTo>
                  <a:pt x="1271842" y="59176"/>
                  <a:pt x="1274656" y="50385"/>
                  <a:pt x="1280285" y="44077"/>
                </a:cubicBezTo>
                <a:cubicBezTo>
                  <a:pt x="1285913" y="37767"/>
                  <a:pt x="1292978" y="34613"/>
                  <a:pt x="1301479" y="34613"/>
                </a:cubicBezTo>
                <a:cubicBezTo>
                  <a:pt x="1308672" y="34613"/>
                  <a:pt x="1314580" y="37046"/>
                  <a:pt x="1319204" y="41914"/>
                </a:cubicBezTo>
                <a:cubicBezTo>
                  <a:pt x="1323829" y="46780"/>
                  <a:pt x="1326141" y="53287"/>
                  <a:pt x="1326141" y="61437"/>
                </a:cubicBezTo>
                <a:lnTo>
                  <a:pt x="1281791" y="61437"/>
                </a:lnTo>
                <a:moveTo>
                  <a:pt x="1281791" y="57255"/>
                </a:moveTo>
                <a:lnTo>
                  <a:pt x="1311498" y="57255"/>
                </a:lnTo>
                <a:cubicBezTo>
                  <a:pt x="1311264" y="53025"/>
                  <a:pt x="1310774" y="50044"/>
                  <a:pt x="1310026" y="48313"/>
                </a:cubicBezTo>
                <a:cubicBezTo>
                  <a:pt x="1308859" y="45621"/>
                  <a:pt x="1307119" y="43506"/>
                  <a:pt x="1304807" y="41968"/>
                </a:cubicBezTo>
                <a:cubicBezTo>
                  <a:pt x="1302495" y="40429"/>
                  <a:pt x="1300077" y="39660"/>
                  <a:pt x="1297555" y="39660"/>
                </a:cubicBezTo>
                <a:cubicBezTo>
                  <a:pt x="1293678" y="39660"/>
                  <a:pt x="1290210" y="41211"/>
                  <a:pt x="1287151" y="44311"/>
                </a:cubicBezTo>
                <a:cubicBezTo>
                  <a:pt x="1284092" y="47412"/>
                  <a:pt x="1282305" y="51727"/>
                  <a:pt x="1281791" y="57255"/>
                </a:cubicBezTo>
                <a:close/>
                <a:moveTo>
                  <a:pt x="1344568" y="61437"/>
                </a:moveTo>
                <a:cubicBezTo>
                  <a:pt x="1344521" y="71222"/>
                  <a:pt x="1346833" y="78896"/>
                  <a:pt x="1351504" y="84461"/>
                </a:cubicBezTo>
                <a:cubicBezTo>
                  <a:pt x="1356175" y="90023"/>
                  <a:pt x="1361663" y="92805"/>
                  <a:pt x="1367968" y="92805"/>
                </a:cubicBezTo>
                <a:cubicBezTo>
                  <a:pt x="1372172" y="92805"/>
                  <a:pt x="1375827" y="91615"/>
                  <a:pt x="1378933" y="89236"/>
                </a:cubicBezTo>
                <a:cubicBezTo>
                  <a:pt x="1382039" y="86856"/>
                  <a:pt x="1384643" y="82782"/>
                  <a:pt x="1386745" y="77013"/>
                </a:cubicBezTo>
                <a:lnTo>
                  <a:pt x="1388917" y="78455"/>
                </a:lnTo>
                <a:cubicBezTo>
                  <a:pt x="1387936" y="85041"/>
                  <a:pt x="1385087" y="91038"/>
                  <a:pt x="1380369" y="96446"/>
                </a:cubicBezTo>
                <a:cubicBezTo>
                  <a:pt x="1375652" y="101855"/>
                  <a:pt x="1369743" y="104559"/>
                  <a:pt x="1362644" y="104559"/>
                </a:cubicBezTo>
                <a:cubicBezTo>
                  <a:pt x="1354937" y="104559"/>
                  <a:pt x="1348339" y="101477"/>
                  <a:pt x="1342851" y="95313"/>
                </a:cubicBezTo>
                <a:cubicBezTo>
                  <a:pt x="1337363" y="89148"/>
                  <a:pt x="1334619" y="80860"/>
                  <a:pt x="1334619" y="70449"/>
                </a:cubicBezTo>
                <a:cubicBezTo>
                  <a:pt x="1334619" y="59176"/>
                  <a:pt x="1337433" y="50385"/>
                  <a:pt x="1343061" y="44077"/>
                </a:cubicBezTo>
                <a:cubicBezTo>
                  <a:pt x="1348690" y="37767"/>
                  <a:pt x="1355754" y="34613"/>
                  <a:pt x="1364255" y="34613"/>
                </a:cubicBezTo>
                <a:cubicBezTo>
                  <a:pt x="1371448" y="34613"/>
                  <a:pt x="1377357" y="37046"/>
                  <a:pt x="1381981" y="41914"/>
                </a:cubicBezTo>
                <a:cubicBezTo>
                  <a:pt x="1386605" y="46780"/>
                  <a:pt x="1388917" y="53287"/>
                  <a:pt x="1388917" y="61437"/>
                </a:cubicBezTo>
                <a:lnTo>
                  <a:pt x="1344568" y="61437"/>
                </a:lnTo>
                <a:moveTo>
                  <a:pt x="1344568" y="57255"/>
                </a:moveTo>
                <a:lnTo>
                  <a:pt x="1374274" y="57255"/>
                </a:lnTo>
                <a:cubicBezTo>
                  <a:pt x="1374040" y="53025"/>
                  <a:pt x="1373550" y="50044"/>
                  <a:pt x="1372803" y="48313"/>
                </a:cubicBezTo>
                <a:cubicBezTo>
                  <a:pt x="1371635" y="45621"/>
                  <a:pt x="1369895" y="43506"/>
                  <a:pt x="1367583" y="41968"/>
                </a:cubicBezTo>
                <a:cubicBezTo>
                  <a:pt x="1365271" y="40429"/>
                  <a:pt x="1362854" y="39660"/>
                  <a:pt x="1360332" y="39660"/>
                </a:cubicBezTo>
                <a:cubicBezTo>
                  <a:pt x="1356455" y="39660"/>
                  <a:pt x="1352987" y="41211"/>
                  <a:pt x="1349927" y="44311"/>
                </a:cubicBezTo>
                <a:cubicBezTo>
                  <a:pt x="1346868" y="47412"/>
                  <a:pt x="1345081" y="51727"/>
                  <a:pt x="1344568" y="57255"/>
                </a:cubicBezTo>
                <a:close/>
                <a:moveTo>
                  <a:pt x="1415260" y="48602"/>
                </a:moveTo>
                <a:cubicBezTo>
                  <a:pt x="1422780" y="39276"/>
                  <a:pt x="1429950" y="34613"/>
                  <a:pt x="1436769" y="34613"/>
                </a:cubicBezTo>
                <a:cubicBezTo>
                  <a:pt x="1440272" y="34613"/>
                  <a:pt x="1443285" y="35512"/>
                  <a:pt x="1445807" y="37312"/>
                </a:cubicBezTo>
                <a:cubicBezTo>
                  <a:pt x="1448329" y="39110"/>
                  <a:pt x="1450338" y="42072"/>
                  <a:pt x="1451832" y="46197"/>
                </a:cubicBezTo>
                <a:cubicBezTo>
                  <a:pt x="1452860" y="49074"/>
                  <a:pt x="1453374" y="53487"/>
                  <a:pt x="1453374" y="59436"/>
                </a:cubicBezTo>
                <a:lnTo>
                  <a:pt x="1453374" y="87568"/>
                </a:lnTo>
                <a:cubicBezTo>
                  <a:pt x="1453374" y="91741"/>
                  <a:pt x="1453701" y="94572"/>
                  <a:pt x="1454355" y="96059"/>
                </a:cubicBezTo>
                <a:cubicBezTo>
                  <a:pt x="1454868" y="97258"/>
                  <a:pt x="1455698" y="98193"/>
                  <a:pt x="1456842" y="98864"/>
                </a:cubicBezTo>
                <a:cubicBezTo>
                  <a:pt x="1457986" y="99536"/>
                  <a:pt x="1460100" y="99872"/>
                  <a:pt x="1463183" y="99872"/>
                </a:cubicBezTo>
                <a:lnTo>
                  <a:pt x="1463183" y="102540"/>
                </a:lnTo>
                <a:lnTo>
                  <a:pt x="1431444" y="102540"/>
                </a:lnTo>
                <a:lnTo>
                  <a:pt x="1431444" y="99872"/>
                </a:lnTo>
                <a:lnTo>
                  <a:pt x="1432775" y="99872"/>
                </a:lnTo>
                <a:cubicBezTo>
                  <a:pt x="1435765" y="99872"/>
                  <a:pt x="1437855" y="99405"/>
                  <a:pt x="1439046" y="98472"/>
                </a:cubicBezTo>
                <a:cubicBezTo>
                  <a:pt x="1440237" y="97539"/>
                  <a:pt x="1441066" y="96165"/>
                  <a:pt x="1441533" y="94349"/>
                </a:cubicBezTo>
                <a:cubicBezTo>
                  <a:pt x="1441720" y="93630"/>
                  <a:pt x="1441814" y="91382"/>
                  <a:pt x="1441814" y="87604"/>
                </a:cubicBezTo>
                <a:lnTo>
                  <a:pt x="1441814" y="60700"/>
                </a:lnTo>
                <a:cubicBezTo>
                  <a:pt x="1441814" y="54723"/>
                  <a:pt x="1441055" y="50383"/>
                  <a:pt x="1439537" y="47680"/>
                </a:cubicBezTo>
                <a:cubicBezTo>
                  <a:pt x="1438018" y="44978"/>
                  <a:pt x="1435461" y="43626"/>
                  <a:pt x="1431865" y="43626"/>
                </a:cubicBezTo>
                <a:cubicBezTo>
                  <a:pt x="1426306" y="43626"/>
                  <a:pt x="1420771" y="46735"/>
                  <a:pt x="1415260" y="52953"/>
                </a:cubicBezTo>
                <a:lnTo>
                  <a:pt x="1415260" y="87604"/>
                </a:lnTo>
                <a:cubicBezTo>
                  <a:pt x="1415260" y="92052"/>
                  <a:pt x="1415517" y="94802"/>
                  <a:pt x="1416031" y="95854"/>
                </a:cubicBezTo>
                <a:cubicBezTo>
                  <a:pt x="1416685" y="97240"/>
                  <a:pt x="1417584" y="98257"/>
                  <a:pt x="1418728" y="98903"/>
                </a:cubicBezTo>
                <a:cubicBezTo>
                  <a:pt x="1419872" y="99549"/>
                  <a:pt x="1422196" y="99872"/>
                  <a:pt x="1425699" y="99872"/>
                </a:cubicBezTo>
                <a:lnTo>
                  <a:pt x="1425699" y="102540"/>
                </a:lnTo>
                <a:lnTo>
                  <a:pt x="1393961" y="102540"/>
                </a:lnTo>
                <a:lnTo>
                  <a:pt x="1393961" y="99872"/>
                </a:lnTo>
                <a:lnTo>
                  <a:pt x="1395362" y="99872"/>
                </a:lnTo>
                <a:cubicBezTo>
                  <a:pt x="1398632" y="99872"/>
                  <a:pt x="1400839" y="99021"/>
                  <a:pt x="1401983" y="97319"/>
                </a:cubicBezTo>
                <a:cubicBezTo>
                  <a:pt x="1403127" y="95615"/>
                  <a:pt x="1403700" y="92365"/>
                  <a:pt x="1403700" y="87568"/>
                </a:cubicBezTo>
                <a:lnTo>
                  <a:pt x="1403700" y="63105"/>
                </a:lnTo>
                <a:cubicBezTo>
                  <a:pt x="1403700" y="55191"/>
                  <a:pt x="1403524" y="50371"/>
                  <a:pt x="1403174" y="48645"/>
                </a:cubicBezTo>
                <a:cubicBezTo>
                  <a:pt x="1402824" y="46917"/>
                  <a:pt x="1402287" y="45741"/>
                  <a:pt x="1401563" y="45118"/>
                </a:cubicBezTo>
                <a:cubicBezTo>
                  <a:pt x="1400839" y="44495"/>
                  <a:pt x="1399870" y="44183"/>
                  <a:pt x="1398655" y="44183"/>
                </a:cubicBezTo>
                <a:cubicBezTo>
                  <a:pt x="1397347" y="44183"/>
                  <a:pt x="1395783" y="44543"/>
                  <a:pt x="1393961" y="45262"/>
                </a:cubicBezTo>
                <a:lnTo>
                  <a:pt x="1392910" y="42671"/>
                </a:lnTo>
                <a:lnTo>
                  <a:pt x="1412247" y="34613"/>
                </a:lnTo>
                <a:lnTo>
                  <a:pt x="1415260" y="34613"/>
                </a:lnTo>
                <a:lnTo>
                  <a:pt x="1415260" y="48602"/>
                </a:lnTo>
                <a:close/>
                <a:moveTo>
                  <a:pt x="1499545" y="42984"/>
                </a:moveTo>
                <a:lnTo>
                  <a:pt x="1519303" y="34757"/>
                </a:lnTo>
                <a:lnTo>
                  <a:pt x="1521965" y="34757"/>
                </a:lnTo>
                <a:lnTo>
                  <a:pt x="1521965" y="50188"/>
                </a:lnTo>
                <a:cubicBezTo>
                  <a:pt x="1525281" y="44371"/>
                  <a:pt x="1528609" y="40321"/>
                  <a:pt x="1531949" y="38038"/>
                </a:cubicBezTo>
                <a:cubicBezTo>
                  <a:pt x="1535289" y="35754"/>
                  <a:pt x="1538803" y="34613"/>
                  <a:pt x="1542493" y="34613"/>
                </a:cubicBezTo>
                <a:cubicBezTo>
                  <a:pt x="1548939" y="34613"/>
                  <a:pt x="1554311" y="37205"/>
                  <a:pt x="1558608" y="42391"/>
                </a:cubicBezTo>
                <a:cubicBezTo>
                  <a:pt x="1563886" y="48731"/>
                  <a:pt x="1566525" y="56991"/>
                  <a:pt x="1566525" y="67172"/>
                </a:cubicBezTo>
                <a:cubicBezTo>
                  <a:pt x="1566525" y="78554"/>
                  <a:pt x="1563349" y="87966"/>
                  <a:pt x="1556996" y="95410"/>
                </a:cubicBezTo>
                <a:cubicBezTo>
                  <a:pt x="1551765" y="101509"/>
                  <a:pt x="1545179" y="104559"/>
                  <a:pt x="1537239" y="104559"/>
                </a:cubicBezTo>
                <a:cubicBezTo>
                  <a:pt x="1533782" y="104559"/>
                  <a:pt x="1530793" y="104054"/>
                  <a:pt x="1528271" y="103044"/>
                </a:cubicBezTo>
                <a:cubicBezTo>
                  <a:pt x="1526402" y="102323"/>
                  <a:pt x="1524301" y="100881"/>
                  <a:pt x="1521965" y="98718"/>
                </a:cubicBezTo>
                <a:lnTo>
                  <a:pt x="1521965" y="118836"/>
                </a:lnTo>
                <a:cubicBezTo>
                  <a:pt x="1521965" y="123355"/>
                  <a:pt x="1522234" y="126228"/>
                  <a:pt x="1522771" y="127454"/>
                </a:cubicBezTo>
                <a:cubicBezTo>
                  <a:pt x="1523308" y="128679"/>
                  <a:pt x="1524242" y="129653"/>
                  <a:pt x="1525573" y="130374"/>
                </a:cubicBezTo>
                <a:cubicBezTo>
                  <a:pt x="1526905" y="131095"/>
                  <a:pt x="1529322" y="131456"/>
                  <a:pt x="1532825" y="131456"/>
                </a:cubicBezTo>
                <a:lnTo>
                  <a:pt x="1532825" y="134124"/>
                </a:lnTo>
                <a:lnTo>
                  <a:pt x="1499195" y="134124"/>
                </a:lnTo>
                <a:lnTo>
                  <a:pt x="1499195" y="131456"/>
                </a:lnTo>
                <a:lnTo>
                  <a:pt x="1500946" y="131456"/>
                </a:lnTo>
                <a:cubicBezTo>
                  <a:pt x="1503515" y="131504"/>
                  <a:pt x="1505711" y="130998"/>
                  <a:pt x="1507532" y="129939"/>
                </a:cubicBezTo>
                <a:cubicBezTo>
                  <a:pt x="1508420" y="129410"/>
                  <a:pt x="1509109" y="128556"/>
                  <a:pt x="1509599" y="127377"/>
                </a:cubicBezTo>
                <a:cubicBezTo>
                  <a:pt x="1510090" y="126199"/>
                  <a:pt x="1510335" y="123205"/>
                  <a:pt x="1510335" y="118395"/>
                </a:cubicBezTo>
                <a:lnTo>
                  <a:pt x="1510335" y="55901"/>
                </a:lnTo>
                <a:cubicBezTo>
                  <a:pt x="1510335" y="51619"/>
                  <a:pt x="1510148" y="48902"/>
                  <a:pt x="1509774" y="47748"/>
                </a:cubicBezTo>
                <a:cubicBezTo>
                  <a:pt x="1509401" y="46593"/>
                  <a:pt x="1508805" y="45726"/>
                  <a:pt x="1507988" y="45150"/>
                </a:cubicBezTo>
                <a:cubicBezTo>
                  <a:pt x="1507170" y="44571"/>
                  <a:pt x="1506061" y="44282"/>
                  <a:pt x="1504660" y="44282"/>
                </a:cubicBezTo>
                <a:cubicBezTo>
                  <a:pt x="1503539" y="44282"/>
                  <a:pt x="1502114" y="44619"/>
                  <a:pt x="1500386" y="45292"/>
                </a:cubicBezTo>
                <a:lnTo>
                  <a:pt x="1499545" y="42984"/>
                </a:lnTo>
                <a:moveTo>
                  <a:pt x="1521965" y="54573"/>
                </a:moveTo>
                <a:lnTo>
                  <a:pt x="1521965" y="79203"/>
                </a:lnTo>
                <a:cubicBezTo>
                  <a:pt x="1521965" y="84533"/>
                  <a:pt x="1522175" y="88038"/>
                  <a:pt x="1522596" y="89718"/>
                </a:cubicBezTo>
                <a:cubicBezTo>
                  <a:pt x="1523250" y="92503"/>
                  <a:pt x="1524849" y="94952"/>
                  <a:pt x="1527395" y="97064"/>
                </a:cubicBezTo>
                <a:cubicBezTo>
                  <a:pt x="1529941" y="99176"/>
                  <a:pt x="1533152" y="100232"/>
                  <a:pt x="1537029" y="100232"/>
                </a:cubicBezTo>
                <a:cubicBezTo>
                  <a:pt x="1541699" y="100232"/>
                  <a:pt x="1545483" y="98360"/>
                  <a:pt x="1548379" y="94614"/>
                </a:cubicBezTo>
                <a:cubicBezTo>
                  <a:pt x="1552162" y="89718"/>
                  <a:pt x="1554054" y="82829"/>
                  <a:pt x="1554054" y="73946"/>
                </a:cubicBezTo>
                <a:cubicBezTo>
                  <a:pt x="1554054" y="63864"/>
                  <a:pt x="1551905" y="56111"/>
                  <a:pt x="1547608" y="50686"/>
                </a:cubicBezTo>
                <a:cubicBezTo>
                  <a:pt x="1544619" y="46941"/>
                  <a:pt x="1541069" y="45068"/>
                  <a:pt x="1536958" y="45068"/>
                </a:cubicBezTo>
                <a:cubicBezTo>
                  <a:pt x="1534716" y="45068"/>
                  <a:pt x="1532498" y="45645"/>
                  <a:pt x="1530303" y="46797"/>
                </a:cubicBezTo>
                <a:cubicBezTo>
                  <a:pt x="1528621" y="47661"/>
                  <a:pt x="1525842" y="50253"/>
                  <a:pt x="1521965" y="54573"/>
                </a:cubicBezTo>
                <a:close/>
                <a:moveTo>
                  <a:pt x="1612275" y="93021"/>
                </a:moveTo>
                <a:cubicBezTo>
                  <a:pt x="1605689" y="98261"/>
                  <a:pt x="1601556" y="101290"/>
                  <a:pt x="1599874" y="102107"/>
                </a:cubicBezTo>
                <a:cubicBezTo>
                  <a:pt x="1597352" y="103357"/>
                  <a:pt x="1594666" y="103982"/>
                  <a:pt x="1591817" y="103982"/>
                </a:cubicBezTo>
                <a:cubicBezTo>
                  <a:pt x="1587380" y="103982"/>
                  <a:pt x="1583725" y="102420"/>
                  <a:pt x="1580852" y="99295"/>
                </a:cubicBezTo>
                <a:cubicBezTo>
                  <a:pt x="1577980" y="96170"/>
                  <a:pt x="1576543" y="92060"/>
                  <a:pt x="1576543" y="86964"/>
                </a:cubicBezTo>
                <a:cubicBezTo>
                  <a:pt x="1576543" y="83743"/>
                  <a:pt x="1577244" y="80955"/>
                  <a:pt x="1578645" y="78599"/>
                </a:cubicBezTo>
                <a:cubicBezTo>
                  <a:pt x="1580560" y="75330"/>
                  <a:pt x="1583888" y="72254"/>
                  <a:pt x="1588629" y="69369"/>
                </a:cubicBezTo>
                <a:cubicBezTo>
                  <a:pt x="1593370" y="66485"/>
                  <a:pt x="1601252" y="62976"/>
                  <a:pt x="1612275" y="58841"/>
                </a:cubicBezTo>
                <a:lnTo>
                  <a:pt x="1612275" y="56245"/>
                </a:lnTo>
                <a:cubicBezTo>
                  <a:pt x="1612275" y="49659"/>
                  <a:pt x="1611259" y="45141"/>
                  <a:pt x="1609227" y="42689"/>
                </a:cubicBezTo>
                <a:cubicBezTo>
                  <a:pt x="1607196" y="40237"/>
                  <a:pt x="1604241" y="39011"/>
                  <a:pt x="1600365" y="39011"/>
                </a:cubicBezTo>
                <a:cubicBezTo>
                  <a:pt x="1597422" y="39011"/>
                  <a:pt x="1595087" y="39825"/>
                  <a:pt x="1593358" y="41454"/>
                </a:cubicBezTo>
                <a:cubicBezTo>
                  <a:pt x="1591583" y="43082"/>
                  <a:pt x="1590696" y="44951"/>
                  <a:pt x="1590696" y="47058"/>
                </a:cubicBezTo>
                <a:lnTo>
                  <a:pt x="1590836" y="51225"/>
                </a:lnTo>
                <a:cubicBezTo>
                  <a:pt x="1590836" y="53427"/>
                  <a:pt x="1590287" y="55127"/>
                  <a:pt x="1589190" y="56324"/>
                </a:cubicBezTo>
                <a:cubicBezTo>
                  <a:pt x="1588092" y="57522"/>
                  <a:pt x="1586656" y="58120"/>
                  <a:pt x="1584881" y="58120"/>
                </a:cubicBezTo>
                <a:cubicBezTo>
                  <a:pt x="1583153" y="58120"/>
                  <a:pt x="1581740" y="57498"/>
                  <a:pt x="1580642" y="56252"/>
                </a:cubicBezTo>
                <a:cubicBezTo>
                  <a:pt x="1579544" y="55005"/>
                  <a:pt x="1578996" y="53303"/>
                  <a:pt x="1578996" y="51146"/>
                </a:cubicBezTo>
                <a:cubicBezTo>
                  <a:pt x="1578996" y="47025"/>
                  <a:pt x="1581051" y="43239"/>
                  <a:pt x="1585161" y="39789"/>
                </a:cubicBezTo>
                <a:cubicBezTo>
                  <a:pt x="1589271" y="36338"/>
                  <a:pt x="1595040" y="34613"/>
                  <a:pt x="1602466" y="34613"/>
                </a:cubicBezTo>
                <a:cubicBezTo>
                  <a:pt x="1608165" y="34613"/>
                  <a:pt x="1612836" y="35597"/>
                  <a:pt x="1616479" y="37565"/>
                </a:cubicBezTo>
                <a:cubicBezTo>
                  <a:pt x="1619235" y="39053"/>
                  <a:pt x="1621267" y="41383"/>
                  <a:pt x="1622574" y="44552"/>
                </a:cubicBezTo>
                <a:cubicBezTo>
                  <a:pt x="1623415" y="46617"/>
                  <a:pt x="1623835" y="50842"/>
                  <a:pt x="1623835" y="57228"/>
                </a:cubicBezTo>
                <a:lnTo>
                  <a:pt x="1623835" y="79627"/>
                </a:lnTo>
                <a:cubicBezTo>
                  <a:pt x="1623835" y="85917"/>
                  <a:pt x="1623952" y="89770"/>
                  <a:pt x="1624186" y="91187"/>
                </a:cubicBezTo>
                <a:cubicBezTo>
                  <a:pt x="1624419" y="92604"/>
                  <a:pt x="1624805" y="93552"/>
                  <a:pt x="1625342" y="94033"/>
                </a:cubicBezTo>
                <a:cubicBezTo>
                  <a:pt x="1625879" y="94512"/>
                  <a:pt x="1626498" y="94752"/>
                  <a:pt x="1627198" y="94752"/>
                </a:cubicBezTo>
                <a:cubicBezTo>
                  <a:pt x="1627946" y="94752"/>
                  <a:pt x="1628600" y="94584"/>
                  <a:pt x="1629160" y="94247"/>
                </a:cubicBezTo>
                <a:cubicBezTo>
                  <a:pt x="1630141" y="93622"/>
                  <a:pt x="1632033" y="91868"/>
                  <a:pt x="1634835" y="88983"/>
                </a:cubicBezTo>
                <a:lnTo>
                  <a:pt x="1634835" y="93021"/>
                </a:lnTo>
                <a:cubicBezTo>
                  <a:pt x="1629604" y="100232"/>
                  <a:pt x="1624606" y="103838"/>
                  <a:pt x="1619842" y="103838"/>
                </a:cubicBezTo>
                <a:cubicBezTo>
                  <a:pt x="1617553" y="103838"/>
                  <a:pt x="1615732" y="103020"/>
                  <a:pt x="1614377" y="101386"/>
                </a:cubicBezTo>
                <a:cubicBezTo>
                  <a:pt x="1613023" y="99751"/>
                  <a:pt x="1612322" y="96963"/>
                  <a:pt x="1612275" y="93021"/>
                </a:cubicBezTo>
                <a:moveTo>
                  <a:pt x="1612275" y="88294"/>
                </a:moveTo>
                <a:lnTo>
                  <a:pt x="1612275" y="63240"/>
                </a:lnTo>
                <a:cubicBezTo>
                  <a:pt x="1605222" y="66111"/>
                  <a:pt x="1600668" y="68145"/>
                  <a:pt x="1598613" y="69342"/>
                </a:cubicBezTo>
                <a:cubicBezTo>
                  <a:pt x="1594923" y="71449"/>
                  <a:pt x="1592284" y="73650"/>
                  <a:pt x="1590696" y="75947"/>
                </a:cubicBezTo>
                <a:cubicBezTo>
                  <a:pt x="1589108" y="78244"/>
                  <a:pt x="1588314" y="80757"/>
                  <a:pt x="1588314" y="83485"/>
                </a:cubicBezTo>
                <a:cubicBezTo>
                  <a:pt x="1588314" y="86931"/>
                  <a:pt x="1589318" y="89791"/>
                  <a:pt x="1591327" y="92064"/>
                </a:cubicBezTo>
                <a:cubicBezTo>
                  <a:pt x="1593335" y="94337"/>
                  <a:pt x="1595647" y="95473"/>
                  <a:pt x="1598263" y="95473"/>
                </a:cubicBezTo>
                <a:cubicBezTo>
                  <a:pt x="1601813" y="95473"/>
                  <a:pt x="1606483" y="93080"/>
                  <a:pt x="1612275" y="88294"/>
                </a:cubicBezTo>
                <a:close/>
                <a:moveTo>
                  <a:pt x="1655014" y="0"/>
                </a:moveTo>
                <a:cubicBezTo>
                  <a:pt x="1656976" y="0"/>
                  <a:pt x="1658645" y="713"/>
                  <a:pt x="1660023" y="2138"/>
                </a:cubicBezTo>
                <a:cubicBezTo>
                  <a:pt x="1661401" y="3563"/>
                  <a:pt x="1662090" y="5290"/>
                  <a:pt x="1662090" y="7319"/>
                </a:cubicBezTo>
                <a:cubicBezTo>
                  <a:pt x="1662090" y="9349"/>
                  <a:pt x="1661401" y="11088"/>
                  <a:pt x="1660023" y="12538"/>
                </a:cubicBezTo>
                <a:cubicBezTo>
                  <a:pt x="1658645" y="13986"/>
                  <a:pt x="1656976" y="14710"/>
                  <a:pt x="1655014" y="14710"/>
                </a:cubicBezTo>
                <a:cubicBezTo>
                  <a:pt x="1653052" y="14710"/>
                  <a:pt x="1651371" y="13986"/>
                  <a:pt x="1649969" y="12538"/>
                </a:cubicBezTo>
                <a:cubicBezTo>
                  <a:pt x="1648568" y="11088"/>
                  <a:pt x="1647867" y="9349"/>
                  <a:pt x="1647867" y="7319"/>
                </a:cubicBezTo>
                <a:cubicBezTo>
                  <a:pt x="1647867" y="5290"/>
                  <a:pt x="1648556" y="3563"/>
                  <a:pt x="1649934" y="2138"/>
                </a:cubicBezTo>
                <a:cubicBezTo>
                  <a:pt x="1651312" y="713"/>
                  <a:pt x="1653005" y="0"/>
                  <a:pt x="1655014" y="0"/>
                </a:cubicBezTo>
                <a:moveTo>
                  <a:pt x="1660829" y="34613"/>
                </a:moveTo>
                <a:lnTo>
                  <a:pt x="1660829" y="87568"/>
                </a:lnTo>
                <a:cubicBezTo>
                  <a:pt x="1660829" y="91693"/>
                  <a:pt x="1661121" y="94439"/>
                  <a:pt x="1661705" y="95806"/>
                </a:cubicBezTo>
                <a:cubicBezTo>
                  <a:pt x="1662289" y="97174"/>
                  <a:pt x="1663153" y="98193"/>
                  <a:pt x="1664297" y="98864"/>
                </a:cubicBezTo>
                <a:cubicBezTo>
                  <a:pt x="1665441" y="99536"/>
                  <a:pt x="1667532" y="99872"/>
                  <a:pt x="1670568" y="99872"/>
                </a:cubicBezTo>
                <a:lnTo>
                  <a:pt x="1670568" y="102540"/>
                </a:lnTo>
                <a:lnTo>
                  <a:pt x="1639390" y="102540"/>
                </a:lnTo>
                <a:lnTo>
                  <a:pt x="1639390" y="99872"/>
                </a:lnTo>
                <a:cubicBezTo>
                  <a:pt x="1642519" y="99872"/>
                  <a:pt x="1644621" y="99560"/>
                  <a:pt x="1645695" y="98936"/>
                </a:cubicBezTo>
                <a:cubicBezTo>
                  <a:pt x="1646770" y="98313"/>
                  <a:pt x="1647622" y="97282"/>
                  <a:pt x="1648253" y="95843"/>
                </a:cubicBezTo>
                <a:cubicBezTo>
                  <a:pt x="1648883" y="94403"/>
                  <a:pt x="1649199" y="91645"/>
                  <a:pt x="1649199" y="87568"/>
                </a:cubicBezTo>
                <a:lnTo>
                  <a:pt x="1649199" y="62170"/>
                </a:lnTo>
                <a:cubicBezTo>
                  <a:pt x="1649199" y="55022"/>
                  <a:pt x="1648988" y="50393"/>
                  <a:pt x="1648568" y="48284"/>
                </a:cubicBezTo>
                <a:cubicBezTo>
                  <a:pt x="1648241" y="46749"/>
                  <a:pt x="1647727" y="45681"/>
                  <a:pt x="1647027" y="45082"/>
                </a:cubicBezTo>
                <a:cubicBezTo>
                  <a:pt x="1646326" y="44483"/>
                  <a:pt x="1645369" y="44183"/>
                  <a:pt x="1644154" y="44183"/>
                </a:cubicBezTo>
                <a:cubicBezTo>
                  <a:pt x="1642846" y="44183"/>
                  <a:pt x="1641258" y="44543"/>
                  <a:pt x="1639390" y="45262"/>
                </a:cubicBezTo>
                <a:lnTo>
                  <a:pt x="1638409" y="42671"/>
                </a:lnTo>
                <a:lnTo>
                  <a:pt x="1657746" y="34613"/>
                </a:lnTo>
                <a:lnTo>
                  <a:pt x="1660829" y="34613"/>
                </a:lnTo>
                <a:close/>
                <a:moveTo>
                  <a:pt x="1697829" y="34613"/>
                </a:moveTo>
                <a:lnTo>
                  <a:pt x="1697829" y="49467"/>
                </a:lnTo>
                <a:cubicBezTo>
                  <a:pt x="1703201" y="39564"/>
                  <a:pt x="1708712" y="34613"/>
                  <a:pt x="1714364" y="34613"/>
                </a:cubicBezTo>
                <a:cubicBezTo>
                  <a:pt x="1716933" y="34613"/>
                  <a:pt x="1719058" y="35418"/>
                  <a:pt x="1720740" y="37028"/>
                </a:cubicBezTo>
                <a:cubicBezTo>
                  <a:pt x="1722421" y="38639"/>
                  <a:pt x="1723262" y="40502"/>
                  <a:pt x="1723262" y="42617"/>
                </a:cubicBezTo>
                <a:cubicBezTo>
                  <a:pt x="1723262" y="44492"/>
                  <a:pt x="1722655" y="46078"/>
                  <a:pt x="1721440" y="47376"/>
                </a:cubicBezTo>
                <a:cubicBezTo>
                  <a:pt x="1720226" y="48674"/>
                  <a:pt x="1718778" y="49323"/>
                  <a:pt x="1717096" y="49323"/>
                </a:cubicBezTo>
                <a:cubicBezTo>
                  <a:pt x="1715462" y="49323"/>
                  <a:pt x="1713628" y="48494"/>
                  <a:pt x="1711597" y="46835"/>
                </a:cubicBezTo>
                <a:cubicBezTo>
                  <a:pt x="1709565" y="45177"/>
                  <a:pt x="1708058" y="44347"/>
                  <a:pt x="1707078" y="44347"/>
                </a:cubicBezTo>
                <a:cubicBezTo>
                  <a:pt x="1706237" y="44347"/>
                  <a:pt x="1705326" y="44827"/>
                  <a:pt x="1704345" y="45785"/>
                </a:cubicBezTo>
                <a:cubicBezTo>
                  <a:pt x="1702243" y="47752"/>
                  <a:pt x="1700071" y="50988"/>
                  <a:pt x="1697829" y="55495"/>
                </a:cubicBezTo>
                <a:lnTo>
                  <a:pt x="1697829" y="87070"/>
                </a:lnTo>
                <a:cubicBezTo>
                  <a:pt x="1697829" y="90713"/>
                  <a:pt x="1698273" y="93470"/>
                  <a:pt x="1699160" y="95340"/>
                </a:cubicBezTo>
                <a:cubicBezTo>
                  <a:pt x="1699768" y="96635"/>
                  <a:pt x="1700842" y="97714"/>
                  <a:pt x="1702383" y="98578"/>
                </a:cubicBezTo>
                <a:cubicBezTo>
                  <a:pt x="1703925" y="99441"/>
                  <a:pt x="1706143" y="99872"/>
                  <a:pt x="1709039" y="99872"/>
                </a:cubicBezTo>
                <a:lnTo>
                  <a:pt x="1709039" y="102540"/>
                </a:lnTo>
                <a:lnTo>
                  <a:pt x="1676180" y="102540"/>
                </a:lnTo>
                <a:lnTo>
                  <a:pt x="1676180" y="99872"/>
                </a:lnTo>
                <a:cubicBezTo>
                  <a:pt x="1679450" y="99872"/>
                  <a:pt x="1681878" y="99344"/>
                  <a:pt x="1683466" y="98290"/>
                </a:cubicBezTo>
                <a:cubicBezTo>
                  <a:pt x="1684634" y="97522"/>
                  <a:pt x="1685452" y="96298"/>
                  <a:pt x="1685919" y="94619"/>
                </a:cubicBezTo>
                <a:cubicBezTo>
                  <a:pt x="1686152" y="93803"/>
                  <a:pt x="1686269" y="91477"/>
                  <a:pt x="1686269" y="87640"/>
                </a:cubicBezTo>
                <a:lnTo>
                  <a:pt x="1686269" y="62098"/>
                </a:lnTo>
                <a:cubicBezTo>
                  <a:pt x="1686269" y="54422"/>
                  <a:pt x="1686117" y="49854"/>
                  <a:pt x="1685814" y="48392"/>
                </a:cubicBezTo>
                <a:cubicBezTo>
                  <a:pt x="1685510" y="46929"/>
                  <a:pt x="1684949" y="45862"/>
                  <a:pt x="1684132" y="45190"/>
                </a:cubicBezTo>
                <a:cubicBezTo>
                  <a:pt x="1683315" y="44519"/>
                  <a:pt x="1682299" y="44183"/>
                  <a:pt x="1681084" y="44183"/>
                </a:cubicBezTo>
                <a:cubicBezTo>
                  <a:pt x="1679636" y="44183"/>
                  <a:pt x="1678002" y="44543"/>
                  <a:pt x="1676180" y="45262"/>
                </a:cubicBezTo>
                <a:lnTo>
                  <a:pt x="1675479" y="42671"/>
                </a:lnTo>
                <a:lnTo>
                  <a:pt x="1694887" y="34613"/>
                </a:lnTo>
                <a:lnTo>
                  <a:pt x="1697829" y="34613"/>
                </a:lnTo>
                <a:close/>
                <a:moveTo>
                  <a:pt x="1767607" y="34613"/>
                </a:moveTo>
                <a:lnTo>
                  <a:pt x="1767607" y="56967"/>
                </a:lnTo>
                <a:lnTo>
                  <a:pt x="1765295" y="56967"/>
                </a:lnTo>
                <a:cubicBezTo>
                  <a:pt x="1763520" y="49955"/>
                  <a:pt x="1761243" y="45186"/>
                  <a:pt x="1758464" y="42660"/>
                </a:cubicBezTo>
                <a:cubicBezTo>
                  <a:pt x="1755685" y="40131"/>
                  <a:pt x="1752147" y="38867"/>
                  <a:pt x="1747850" y="38867"/>
                </a:cubicBezTo>
                <a:cubicBezTo>
                  <a:pt x="1744580" y="38867"/>
                  <a:pt x="1741941" y="39756"/>
                  <a:pt x="1739933" y="41533"/>
                </a:cubicBezTo>
                <a:cubicBezTo>
                  <a:pt x="1737924" y="43309"/>
                  <a:pt x="1736920" y="45277"/>
                  <a:pt x="1736920" y="47439"/>
                </a:cubicBezTo>
                <a:cubicBezTo>
                  <a:pt x="1736920" y="50128"/>
                  <a:pt x="1737667" y="52433"/>
                  <a:pt x="1739162" y="54353"/>
                </a:cubicBezTo>
                <a:cubicBezTo>
                  <a:pt x="1740610" y="56322"/>
                  <a:pt x="1743553" y="58411"/>
                  <a:pt x="1747990" y="60619"/>
                </a:cubicBezTo>
                <a:lnTo>
                  <a:pt x="1758219" y="65735"/>
                </a:lnTo>
                <a:cubicBezTo>
                  <a:pt x="1767701" y="70488"/>
                  <a:pt x="1772442" y="76755"/>
                  <a:pt x="1772442" y="84535"/>
                </a:cubicBezTo>
                <a:cubicBezTo>
                  <a:pt x="1772442" y="90536"/>
                  <a:pt x="1770235" y="95375"/>
                  <a:pt x="1765821" y="99049"/>
                </a:cubicBezTo>
                <a:cubicBezTo>
                  <a:pt x="1761407" y="102722"/>
                  <a:pt x="1756467" y="104559"/>
                  <a:pt x="1751003" y="104559"/>
                </a:cubicBezTo>
                <a:cubicBezTo>
                  <a:pt x="1747079" y="104559"/>
                  <a:pt x="1742595" y="103838"/>
                  <a:pt x="1737551" y="102395"/>
                </a:cubicBezTo>
                <a:cubicBezTo>
                  <a:pt x="1736009" y="101915"/>
                  <a:pt x="1734748" y="101674"/>
                  <a:pt x="1733767" y="101674"/>
                </a:cubicBezTo>
                <a:cubicBezTo>
                  <a:pt x="1732693" y="101674"/>
                  <a:pt x="1731852" y="102299"/>
                  <a:pt x="1731245" y="103549"/>
                </a:cubicBezTo>
                <a:lnTo>
                  <a:pt x="1728933" y="103549"/>
                </a:lnTo>
                <a:lnTo>
                  <a:pt x="1728933" y="79897"/>
                </a:lnTo>
                <a:lnTo>
                  <a:pt x="1731245" y="79897"/>
                </a:lnTo>
                <a:cubicBezTo>
                  <a:pt x="1732553" y="86652"/>
                  <a:pt x="1735052" y="91741"/>
                  <a:pt x="1738742" y="95167"/>
                </a:cubicBezTo>
                <a:cubicBezTo>
                  <a:pt x="1742432" y="98592"/>
                  <a:pt x="1746565" y="100304"/>
                  <a:pt x="1751143" y="100304"/>
                </a:cubicBezTo>
                <a:cubicBezTo>
                  <a:pt x="1754366" y="100304"/>
                  <a:pt x="1756993" y="99332"/>
                  <a:pt x="1759025" y="97388"/>
                </a:cubicBezTo>
                <a:cubicBezTo>
                  <a:pt x="1761057" y="95443"/>
                  <a:pt x="1762072" y="93102"/>
                  <a:pt x="1762072" y="90364"/>
                </a:cubicBezTo>
                <a:cubicBezTo>
                  <a:pt x="1762072" y="87050"/>
                  <a:pt x="1760940" y="84265"/>
                  <a:pt x="1758674" y="82009"/>
                </a:cubicBezTo>
                <a:cubicBezTo>
                  <a:pt x="1756409" y="79752"/>
                  <a:pt x="1751890" y="76896"/>
                  <a:pt x="1745117" y="73439"/>
                </a:cubicBezTo>
                <a:cubicBezTo>
                  <a:pt x="1738345" y="69981"/>
                  <a:pt x="1733907" y="66859"/>
                  <a:pt x="1731805" y="64074"/>
                </a:cubicBezTo>
                <a:cubicBezTo>
                  <a:pt x="1729704" y="61337"/>
                  <a:pt x="1728653" y="57879"/>
                  <a:pt x="1728653" y="53701"/>
                </a:cubicBezTo>
                <a:cubicBezTo>
                  <a:pt x="1728653" y="48275"/>
                  <a:pt x="1730463" y="43737"/>
                  <a:pt x="1734083" y="40088"/>
                </a:cubicBezTo>
                <a:cubicBezTo>
                  <a:pt x="1737702" y="36438"/>
                  <a:pt x="1742385" y="34613"/>
                  <a:pt x="1748130" y="34613"/>
                </a:cubicBezTo>
                <a:cubicBezTo>
                  <a:pt x="1750652" y="34613"/>
                  <a:pt x="1753712" y="35165"/>
                  <a:pt x="1757308" y="36271"/>
                </a:cubicBezTo>
                <a:cubicBezTo>
                  <a:pt x="1759690" y="36992"/>
                  <a:pt x="1761278" y="37353"/>
                  <a:pt x="1762072" y="37353"/>
                </a:cubicBezTo>
                <a:cubicBezTo>
                  <a:pt x="1762820" y="37353"/>
                  <a:pt x="1763404" y="37184"/>
                  <a:pt x="1763824" y="36848"/>
                </a:cubicBezTo>
                <a:cubicBezTo>
                  <a:pt x="1764244" y="36511"/>
                  <a:pt x="1764735" y="35766"/>
                  <a:pt x="1765295" y="34613"/>
                </a:cubicBezTo>
                <a:lnTo>
                  <a:pt x="1767607" y="34613"/>
                </a:lnTo>
                <a:close/>
                <a:moveTo>
                  <a:pt x="1849438" y="34613"/>
                </a:moveTo>
                <a:cubicBezTo>
                  <a:pt x="1859153" y="34613"/>
                  <a:pt x="1866953" y="38407"/>
                  <a:pt x="1872838" y="45995"/>
                </a:cubicBezTo>
                <a:cubicBezTo>
                  <a:pt x="1877836" y="52477"/>
                  <a:pt x="1880335" y="59921"/>
                  <a:pt x="1880335" y="68326"/>
                </a:cubicBezTo>
                <a:cubicBezTo>
                  <a:pt x="1880335" y="74233"/>
                  <a:pt x="1878957" y="80212"/>
                  <a:pt x="1876201" y="86263"/>
                </a:cubicBezTo>
                <a:cubicBezTo>
                  <a:pt x="1873446" y="92313"/>
                  <a:pt x="1869651" y="96875"/>
                  <a:pt x="1864816" y="99948"/>
                </a:cubicBezTo>
                <a:cubicBezTo>
                  <a:pt x="1859982" y="103022"/>
                  <a:pt x="1854599" y="104559"/>
                  <a:pt x="1848667" y="104559"/>
                </a:cubicBezTo>
                <a:cubicBezTo>
                  <a:pt x="1838998" y="104559"/>
                  <a:pt x="1831315" y="100597"/>
                  <a:pt x="1825616" y="92672"/>
                </a:cubicBezTo>
                <a:cubicBezTo>
                  <a:pt x="1820805" y="85997"/>
                  <a:pt x="1818400" y="78506"/>
                  <a:pt x="1818400" y="70199"/>
                </a:cubicBezTo>
                <a:cubicBezTo>
                  <a:pt x="1818400" y="64147"/>
                  <a:pt x="1819860" y="58132"/>
                  <a:pt x="1822779" y="52153"/>
                </a:cubicBezTo>
                <a:cubicBezTo>
                  <a:pt x="1825698" y="46174"/>
                  <a:pt x="1829540" y="41756"/>
                  <a:pt x="1834304" y="38899"/>
                </a:cubicBezTo>
                <a:cubicBezTo>
                  <a:pt x="1839068" y="36041"/>
                  <a:pt x="1844113" y="34613"/>
                  <a:pt x="1849438" y="34613"/>
                </a:cubicBezTo>
                <a:moveTo>
                  <a:pt x="1847266" y="39372"/>
                </a:moveTo>
                <a:cubicBezTo>
                  <a:pt x="1844790" y="39372"/>
                  <a:pt x="1842303" y="40128"/>
                  <a:pt x="1839804" y="41641"/>
                </a:cubicBezTo>
                <a:cubicBezTo>
                  <a:pt x="1837305" y="43154"/>
                  <a:pt x="1835285" y="45807"/>
                  <a:pt x="1833744" y="49600"/>
                </a:cubicBezTo>
                <a:cubicBezTo>
                  <a:pt x="1832202" y="53393"/>
                  <a:pt x="1831432" y="58267"/>
                  <a:pt x="1831432" y="64220"/>
                </a:cubicBezTo>
                <a:cubicBezTo>
                  <a:pt x="1831432" y="73823"/>
                  <a:pt x="1833288" y="82106"/>
                  <a:pt x="1837002" y="89069"/>
                </a:cubicBezTo>
                <a:cubicBezTo>
                  <a:pt x="1840715" y="96030"/>
                  <a:pt x="1845608" y="99511"/>
                  <a:pt x="1851680" y="99511"/>
                </a:cubicBezTo>
                <a:cubicBezTo>
                  <a:pt x="1856210" y="99511"/>
                  <a:pt x="1859947" y="97590"/>
                  <a:pt x="1862890" y="93749"/>
                </a:cubicBezTo>
                <a:cubicBezTo>
                  <a:pt x="1865832" y="89908"/>
                  <a:pt x="1867303" y="83306"/>
                  <a:pt x="1867303" y="73944"/>
                </a:cubicBezTo>
                <a:cubicBezTo>
                  <a:pt x="1867303" y="62227"/>
                  <a:pt x="1864851" y="53008"/>
                  <a:pt x="1859947" y="46285"/>
                </a:cubicBezTo>
                <a:cubicBezTo>
                  <a:pt x="1856631" y="41676"/>
                  <a:pt x="1852404" y="39372"/>
                  <a:pt x="1847266" y="39372"/>
                </a:cubicBezTo>
                <a:close/>
                <a:moveTo>
                  <a:pt x="1914876" y="41535"/>
                </a:moveTo>
                <a:lnTo>
                  <a:pt x="1914876" y="84999"/>
                </a:lnTo>
                <a:cubicBezTo>
                  <a:pt x="1914876" y="91160"/>
                  <a:pt x="1915529" y="95058"/>
                  <a:pt x="1916837" y="96694"/>
                </a:cubicBezTo>
                <a:cubicBezTo>
                  <a:pt x="1918565" y="98813"/>
                  <a:pt x="1920878" y="99872"/>
                  <a:pt x="1923773" y="99872"/>
                </a:cubicBezTo>
                <a:lnTo>
                  <a:pt x="1929589" y="99872"/>
                </a:lnTo>
                <a:lnTo>
                  <a:pt x="1929589" y="102540"/>
                </a:lnTo>
                <a:lnTo>
                  <a:pt x="1891264" y="102540"/>
                </a:lnTo>
                <a:lnTo>
                  <a:pt x="1891264" y="99872"/>
                </a:lnTo>
                <a:lnTo>
                  <a:pt x="1894137" y="99872"/>
                </a:lnTo>
                <a:cubicBezTo>
                  <a:pt x="1896005" y="99872"/>
                  <a:pt x="1897710" y="99390"/>
                  <a:pt x="1899252" y="98427"/>
                </a:cubicBezTo>
                <a:cubicBezTo>
                  <a:pt x="1900793" y="97464"/>
                  <a:pt x="1901856" y="96165"/>
                  <a:pt x="1902439" y="94529"/>
                </a:cubicBezTo>
                <a:cubicBezTo>
                  <a:pt x="1903023" y="92893"/>
                  <a:pt x="1903315" y="89716"/>
                  <a:pt x="1903315" y="84999"/>
                </a:cubicBezTo>
                <a:lnTo>
                  <a:pt x="1903315" y="41535"/>
                </a:lnTo>
                <a:lnTo>
                  <a:pt x="1890844" y="41535"/>
                </a:lnTo>
                <a:lnTo>
                  <a:pt x="1890844" y="36487"/>
                </a:lnTo>
                <a:lnTo>
                  <a:pt x="1903315" y="36487"/>
                </a:lnTo>
                <a:lnTo>
                  <a:pt x="1903315" y="32143"/>
                </a:lnTo>
                <a:cubicBezTo>
                  <a:pt x="1903315" y="25531"/>
                  <a:pt x="1904343" y="19933"/>
                  <a:pt x="1906398" y="15348"/>
                </a:cubicBezTo>
                <a:cubicBezTo>
                  <a:pt x="1908453" y="10763"/>
                  <a:pt x="1911594" y="7059"/>
                  <a:pt x="1915821" y="4236"/>
                </a:cubicBezTo>
                <a:cubicBezTo>
                  <a:pt x="1920048" y="1412"/>
                  <a:pt x="1924801" y="0"/>
                  <a:pt x="1930079" y="0"/>
                </a:cubicBezTo>
                <a:cubicBezTo>
                  <a:pt x="1934983" y="0"/>
                  <a:pt x="1939491" y="1634"/>
                  <a:pt x="1943601" y="4903"/>
                </a:cubicBezTo>
                <a:cubicBezTo>
                  <a:pt x="1946310" y="7067"/>
                  <a:pt x="1947665" y="9494"/>
                  <a:pt x="1947665" y="12187"/>
                </a:cubicBezTo>
                <a:cubicBezTo>
                  <a:pt x="1947665" y="13629"/>
                  <a:pt x="1947057" y="14987"/>
                  <a:pt x="1945843" y="16261"/>
                </a:cubicBezTo>
                <a:cubicBezTo>
                  <a:pt x="1944629" y="17535"/>
                  <a:pt x="1943321" y="18172"/>
                  <a:pt x="1941920" y="18172"/>
                </a:cubicBezTo>
                <a:cubicBezTo>
                  <a:pt x="1940845" y="18172"/>
                  <a:pt x="1939713" y="17770"/>
                  <a:pt x="1938522" y="16968"/>
                </a:cubicBezTo>
                <a:cubicBezTo>
                  <a:pt x="1937331" y="16166"/>
                  <a:pt x="1935871" y="14441"/>
                  <a:pt x="1934143" y="11792"/>
                </a:cubicBezTo>
                <a:cubicBezTo>
                  <a:pt x="1932414" y="9144"/>
                  <a:pt x="1930826" y="7357"/>
                  <a:pt x="1929378" y="6434"/>
                </a:cubicBezTo>
                <a:cubicBezTo>
                  <a:pt x="1927930" y="5510"/>
                  <a:pt x="1926319" y="5048"/>
                  <a:pt x="1924544" y="5048"/>
                </a:cubicBezTo>
                <a:cubicBezTo>
                  <a:pt x="1922396" y="5048"/>
                  <a:pt x="1920574" y="5643"/>
                  <a:pt x="1919079" y="6832"/>
                </a:cubicBezTo>
                <a:cubicBezTo>
                  <a:pt x="1917585" y="8021"/>
                  <a:pt x="1916510" y="9864"/>
                  <a:pt x="1915856" y="12362"/>
                </a:cubicBezTo>
                <a:cubicBezTo>
                  <a:pt x="1915202" y="14861"/>
                  <a:pt x="1914876" y="21301"/>
                  <a:pt x="1914876" y="31683"/>
                </a:cubicBezTo>
                <a:lnTo>
                  <a:pt x="1914876" y="36487"/>
                </a:lnTo>
                <a:lnTo>
                  <a:pt x="1931410" y="36487"/>
                </a:lnTo>
                <a:lnTo>
                  <a:pt x="1931410" y="41535"/>
                </a:lnTo>
                <a:lnTo>
                  <a:pt x="1914876" y="41535"/>
                </a:lnTo>
                <a:close/>
                <a:moveTo>
                  <a:pt x="2027255" y="77446"/>
                </a:moveTo>
                <a:cubicBezTo>
                  <a:pt x="2025527" y="86147"/>
                  <a:pt x="2022141" y="92841"/>
                  <a:pt x="2017096" y="97528"/>
                </a:cubicBezTo>
                <a:cubicBezTo>
                  <a:pt x="2012052" y="102215"/>
                  <a:pt x="2006470" y="104559"/>
                  <a:pt x="2000351" y="104559"/>
                </a:cubicBezTo>
                <a:cubicBezTo>
                  <a:pt x="1993065" y="104559"/>
                  <a:pt x="1986712" y="101414"/>
                  <a:pt x="1981294" y="95124"/>
                </a:cubicBezTo>
                <a:cubicBezTo>
                  <a:pt x="1975876" y="88832"/>
                  <a:pt x="1973167" y="80331"/>
                  <a:pt x="1973167" y="69622"/>
                </a:cubicBezTo>
                <a:cubicBezTo>
                  <a:pt x="1973167" y="59248"/>
                  <a:pt x="1976168" y="50821"/>
                  <a:pt x="1982170" y="44338"/>
                </a:cubicBezTo>
                <a:cubicBezTo>
                  <a:pt x="1988172" y="37854"/>
                  <a:pt x="1995377" y="34613"/>
                  <a:pt x="2003784" y="34613"/>
                </a:cubicBezTo>
                <a:cubicBezTo>
                  <a:pt x="2010090" y="34613"/>
                  <a:pt x="2015275" y="36326"/>
                  <a:pt x="2019338" y="39753"/>
                </a:cubicBezTo>
                <a:cubicBezTo>
                  <a:pt x="2023402" y="43178"/>
                  <a:pt x="2025434" y="46735"/>
                  <a:pt x="2025434" y="50425"/>
                </a:cubicBezTo>
                <a:cubicBezTo>
                  <a:pt x="2025434" y="52246"/>
                  <a:pt x="2024861" y="53719"/>
                  <a:pt x="2023717" y="54846"/>
                </a:cubicBezTo>
                <a:cubicBezTo>
                  <a:pt x="2022573" y="55971"/>
                  <a:pt x="2020973" y="56534"/>
                  <a:pt x="2018918" y="56534"/>
                </a:cubicBezTo>
                <a:cubicBezTo>
                  <a:pt x="2016162" y="56534"/>
                  <a:pt x="2014083" y="55620"/>
                  <a:pt x="2012682" y="53794"/>
                </a:cubicBezTo>
                <a:cubicBezTo>
                  <a:pt x="2011888" y="52784"/>
                  <a:pt x="2011363" y="50861"/>
                  <a:pt x="2011106" y="48025"/>
                </a:cubicBezTo>
                <a:cubicBezTo>
                  <a:pt x="2010849" y="45189"/>
                  <a:pt x="2009903" y="43025"/>
                  <a:pt x="2008268" y="41535"/>
                </a:cubicBezTo>
                <a:cubicBezTo>
                  <a:pt x="2006634" y="40093"/>
                  <a:pt x="2004368" y="39372"/>
                  <a:pt x="2001472" y="39372"/>
                </a:cubicBezTo>
                <a:cubicBezTo>
                  <a:pt x="1996801" y="39372"/>
                  <a:pt x="1993041" y="41150"/>
                  <a:pt x="1990192" y="44708"/>
                </a:cubicBezTo>
                <a:cubicBezTo>
                  <a:pt x="1986409" y="49419"/>
                  <a:pt x="1984517" y="55645"/>
                  <a:pt x="1984517" y="63384"/>
                </a:cubicBezTo>
                <a:cubicBezTo>
                  <a:pt x="1984517" y="71268"/>
                  <a:pt x="1986397" y="78227"/>
                  <a:pt x="1990157" y="84260"/>
                </a:cubicBezTo>
                <a:cubicBezTo>
                  <a:pt x="1993917" y="90293"/>
                  <a:pt x="1998997" y="93310"/>
                  <a:pt x="2005396" y="93310"/>
                </a:cubicBezTo>
                <a:cubicBezTo>
                  <a:pt x="2009973" y="93310"/>
                  <a:pt x="2014083" y="91699"/>
                  <a:pt x="2017727" y="88478"/>
                </a:cubicBezTo>
                <a:cubicBezTo>
                  <a:pt x="2020296" y="86267"/>
                  <a:pt x="2022795" y="82253"/>
                  <a:pt x="2025223" y="76436"/>
                </a:cubicBezTo>
                <a:lnTo>
                  <a:pt x="2027255" y="77446"/>
                </a:lnTo>
                <a:close/>
                <a:moveTo>
                  <a:pt x="2066910" y="34613"/>
                </a:moveTo>
                <a:cubicBezTo>
                  <a:pt x="2076625" y="34613"/>
                  <a:pt x="2084425" y="38407"/>
                  <a:pt x="2090310" y="45995"/>
                </a:cubicBezTo>
                <a:cubicBezTo>
                  <a:pt x="2095308" y="52477"/>
                  <a:pt x="2097807" y="59921"/>
                  <a:pt x="2097807" y="68326"/>
                </a:cubicBezTo>
                <a:cubicBezTo>
                  <a:pt x="2097807" y="74233"/>
                  <a:pt x="2096429" y="80212"/>
                  <a:pt x="2093673" y="86263"/>
                </a:cubicBezTo>
                <a:cubicBezTo>
                  <a:pt x="2090918" y="92313"/>
                  <a:pt x="2087123" y="96875"/>
                  <a:pt x="2082288" y="99948"/>
                </a:cubicBezTo>
                <a:cubicBezTo>
                  <a:pt x="2077454" y="103022"/>
                  <a:pt x="2072071" y="104559"/>
                  <a:pt x="2066139" y="104559"/>
                </a:cubicBezTo>
                <a:cubicBezTo>
                  <a:pt x="2056470" y="104559"/>
                  <a:pt x="2048787" y="100597"/>
                  <a:pt x="2043088" y="92672"/>
                </a:cubicBezTo>
                <a:cubicBezTo>
                  <a:pt x="2038277" y="85997"/>
                  <a:pt x="2035872" y="78506"/>
                  <a:pt x="2035872" y="70199"/>
                </a:cubicBezTo>
                <a:cubicBezTo>
                  <a:pt x="2035872" y="64147"/>
                  <a:pt x="2037332" y="58132"/>
                  <a:pt x="2040251" y="52153"/>
                </a:cubicBezTo>
                <a:cubicBezTo>
                  <a:pt x="2043170" y="46174"/>
                  <a:pt x="2047012" y="41756"/>
                  <a:pt x="2051776" y="38899"/>
                </a:cubicBezTo>
                <a:cubicBezTo>
                  <a:pt x="2056540" y="36041"/>
                  <a:pt x="2061585" y="34613"/>
                  <a:pt x="2066910" y="34613"/>
                </a:cubicBezTo>
                <a:moveTo>
                  <a:pt x="2064738" y="39372"/>
                </a:moveTo>
                <a:cubicBezTo>
                  <a:pt x="2062262" y="39372"/>
                  <a:pt x="2059775" y="40128"/>
                  <a:pt x="2057276" y="41641"/>
                </a:cubicBezTo>
                <a:cubicBezTo>
                  <a:pt x="2054777" y="43154"/>
                  <a:pt x="2052757" y="45807"/>
                  <a:pt x="2051216" y="49600"/>
                </a:cubicBezTo>
                <a:cubicBezTo>
                  <a:pt x="2049674" y="53393"/>
                  <a:pt x="2048904" y="58267"/>
                  <a:pt x="2048904" y="64220"/>
                </a:cubicBezTo>
                <a:cubicBezTo>
                  <a:pt x="2048904" y="73823"/>
                  <a:pt x="2050760" y="82106"/>
                  <a:pt x="2054474" y="89069"/>
                </a:cubicBezTo>
                <a:cubicBezTo>
                  <a:pt x="2058187" y="96030"/>
                  <a:pt x="2063080" y="99511"/>
                  <a:pt x="2069152" y="99511"/>
                </a:cubicBezTo>
                <a:cubicBezTo>
                  <a:pt x="2073682" y="99511"/>
                  <a:pt x="2077419" y="97590"/>
                  <a:pt x="2080362" y="93749"/>
                </a:cubicBezTo>
                <a:cubicBezTo>
                  <a:pt x="2083304" y="89908"/>
                  <a:pt x="2084776" y="83306"/>
                  <a:pt x="2084776" y="73944"/>
                </a:cubicBezTo>
                <a:cubicBezTo>
                  <a:pt x="2084776" y="62227"/>
                  <a:pt x="2082323" y="53008"/>
                  <a:pt x="2077419" y="46285"/>
                </a:cubicBezTo>
                <a:cubicBezTo>
                  <a:pt x="2074103" y="41676"/>
                  <a:pt x="2069876" y="39372"/>
                  <a:pt x="2064738" y="39372"/>
                </a:cubicBezTo>
                <a:close/>
                <a:moveTo>
                  <a:pt x="2152597" y="95112"/>
                </a:moveTo>
                <a:cubicBezTo>
                  <a:pt x="2149468" y="98478"/>
                  <a:pt x="2146408" y="100893"/>
                  <a:pt x="2143419" y="102359"/>
                </a:cubicBezTo>
                <a:cubicBezTo>
                  <a:pt x="2140430" y="103826"/>
                  <a:pt x="2137207" y="104559"/>
                  <a:pt x="2133751" y="104559"/>
                </a:cubicBezTo>
                <a:cubicBezTo>
                  <a:pt x="2126744" y="104559"/>
                  <a:pt x="2120625" y="101549"/>
                  <a:pt x="2115394" y="95529"/>
                </a:cubicBezTo>
                <a:cubicBezTo>
                  <a:pt x="2110163" y="89508"/>
                  <a:pt x="2107547" y="81771"/>
                  <a:pt x="2107547" y="72319"/>
                </a:cubicBezTo>
                <a:cubicBezTo>
                  <a:pt x="2107547" y="62868"/>
                  <a:pt x="2110443" y="54221"/>
                  <a:pt x="2116235" y="46378"/>
                </a:cubicBezTo>
                <a:cubicBezTo>
                  <a:pt x="2122027" y="38534"/>
                  <a:pt x="2129477" y="34613"/>
                  <a:pt x="2138585" y="34613"/>
                </a:cubicBezTo>
                <a:cubicBezTo>
                  <a:pt x="2144237" y="34613"/>
                  <a:pt x="2148907" y="36463"/>
                  <a:pt x="2152597" y="40165"/>
                </a:cubicBezTo>
                <a:lnTo>
                  <a:pt x="2152597" y="27951"/>
                </a:lnTo>
                <a:cubicBezTo>
                  <a:pt x="2152597" y="20372"/>
                  <a:pt x="2152422" y="15714"/>
                  <a:pt x="2152072" y="13976"/>
                </a:cubicBezTo>
                <a:cubicBezTo>
                  <a:pt x="2151722" y="12238"/>
                  <a:pt x="2151173" y="11055"/>
                  <a:pt x="2150425" y="10429"/>
                </a:cubicBezTo>
                <a:cubicBezTo>
                  <a:pt x="2149678" y="9801"/>
                  <a:pt x="2148744" y="9487"/>
                  <a:pt x="2147623" y="9487"/>
                </a:cubicBezTo>
                <a:cubicBezTo>
                  <a:pt x="2146408" y="9487"/>
                  <a:pt x="2144797" y="9873"/>
                  <a:pt x="2142789" y="10645"/>
                </a:cubicBezTo>
                <a:lnTo>
                  <a:pt x="2141878" y="8110"/>
                </a:lnTo>
                <a:lnTo>
                  <a:pt x="2161005" y="0"/>
                </a:lnTo>
                <a:lnTo>
                  <a:pt x="2164158" y="0"/>
                </a:lnTo>
                <a:lnTo>
                  <a:pt x="2164158" y="76364"/>
                </a:lnTo>
                <a:cubicBezTo>
                  <a:pt x="2164158" y="84104"/>
                  <a:pt x="2164333" y="88827"/>
                  <a:pt x="2164683" y="90533"/>
                </a:cubicBezTo>
                <a:cubicBezTo>
                  <a:pt x="2165033" y="92240"/>
                  <a:pt x="2165594" y="93430"/>
                  <a:pt x="2166365" y="94103"/>
                </a:cubicBezTo>
                <a:cubicBezTo>
                  <a:pt x="2167135" y="94776"/>
                  <a:pt x="2168034" y="95112"/>
                  <a:pt x="2169062" y="95112"/>
                </a:cubicBezTo>
                <a:cubicBezTo>
                  <a:pt x="2170323" y="95112"/>
                  <a:pt x="2172005" y="94704"/>
                  <a:pt x="2174106" y="93887"/>
                </a:cubicBezTo>
                <a:lnTo>
                  <a:pt x="2174877" y="96410"/>
                </a:lnTo>
                <a:lnTo>
                  <a:pt x="2155820" y="104559"/>
                </a:lnTo>
                <a:lnTo>
                  <a:pt x="2152597" y="104559"/>
                </a:lnTo>
                <a:lnTo>
                  <a:pt x="2152597" y="95112"/>
                </a:lnTo>
                <a:moveTo>
                  <a:pt x="2152597" y="90081"/>
                </a:moveTo>
                <a:lnTo>
                  <a:pt x="2152597" y="56130"/>
                </a:lnTo>
                <a:cubicBezTo>
                  <a:pt x="2152317" y="52869"/>
                  <a:pt x="2151476" y="49896"/>
                  <a:pt x="2150075" y="47211"/>
                </a:cubicBezTo>
                <a:cubicBezTo>
                  <a:pt x="2148674" y="44525"/>
                  <a:pt x="2146817" y="42500"/>
                  <a:pt x="2144505" y="41134"/>
                </a:cubicBezTo>
                <a:cubicBezTo>
                  <a:pt x="2142193" y="39767"/>
                  <a:pt x="2139939" y="39083"/>
                  <a:pt x="2137744" y="39083"/>
                </a:cubicBezTo>
                <a:cubicBezTo>
                  <a:pt x="2133634" y="39083"/>
                  <a:pt x="2129967" y="40978"/>
                  <a:pt x="2126744" y="44766"/>
                </a:cubicBezTo>
                <a:cubicBezTo>
                  <a:pt x="2122494" y="49753"/>
                  <a:pt x="2120369" y="57041"/>
                  <a:pt x="2120369" y="66631"/>
                </a:cubicBezTo>
                <a:cubicBezTo>
                  <a:pt x="2120369" y="76318"/>
                  <a:pt x="2122424" y="83739"/>
                  <a:pt x="2126534" y="88895"/>
                </a:cubicBezTo>
                <a:cubicBezTo>
                  <a:pt x="2130644" y="94050"/>
                  <a:pt x="2135222" y="96627"/>
                  <a:pt x="2140266" y="96627"/>
                </a:cubicBezTo>
                <a:cubicBezTo>
                  <a:pt x="2144517" y="96627"/>
                  <a:pt x="2148627" y="94445"/>
                  <a:pt x="2152597" y="90081"/>
                </a:cubicBezTo>
                <a:close/>
                <a:moveTo>
                  <a:pt x="2189800" y="61437"/>
                </a:moveTo>
                <a:cubicBezTo>
                  <a:pt x="2189753" y="71222"/>
                  <a:pt x="2192065" y="78896"/>
                  <a:pt x="2196736" y="84461"/>
                </a:cubicBezTo>
                <a:cubicBezTo>
                  <a:pt x="2201407" y="90023"/>
                  <a:pt x="2206895" y="92805"/>
                  <a:pt x="2213201" y="92805"/>
                </a:cubicBezTo>
                <a:cubicBezTo>
                  <a:pt x="2217405" y="92805"/>
                  <a:pt x="2221060" y="91615"/>
                  <a:pt x="2224166" y="89236"/>
                </a:cubicBezTo>
                <a:cubicBezTo>
                  <a:pt x="2227272" y="86856"/>
                  <a:pt x="2229876" y="82782"/>
                  <a:pt x="2231978" y="77013"/>
                </a:cubicBezTo>
                <a:lnTo>
                  <a:pt x="2234150" y="78455"/>
                </a:lnTo>
                <a:cubicBezTo>
                  <a:pt x="2233169" y="85041"/>
                  <a:pt x="2230319" y="91038"/>
                  <a:pt x="2225602" y="96446"/>
                </a:cubicBezTo>
                <a:cubicBezTo>
                  <a:pt x="2220884" y="101855"/>
                  <a:pt x="2214976" y="104559"/>
                  <a:pt x="2207876" y="104559"/>
                </a:cubicBezTo>
                <a:cubicBezTo>
                  <a:pt x="2200169" y="104559"/>
                  <a:pt x="2193572" y="101477"/>
                  <a:pt x="2188084" y="95313"/>
                </a:cubicBezTo>
                <a:cubicBezTo>
                  <a:pt x="2182595" y="89148"/>
                  <a:pt x="2179851" y="80860"/>
                  <a:pt x="2179851" y="70449"/>
                </a:cubicBezTo>
                <a:cubicBezTo>
                  <a:pt x="2179851" y="59176"/>
                  <a:pt x="2182665" y="50385"/>
                  <a:pt x="2188294" y="44077"/>
                </a:cubicBezTo>
                <a:cubicBezTo>
                  <a:pt x="2193922" y="37767"/>
                  <a:pt x="2200987" y="34613"/>
                  <a:pt x="2209488" y="34613"/>
                </a:cubicBezTo>
                <a:cubicBezTo>
                  <a:pt x="2216681" y="34613"/>
                  <a:pt x="2222589" y="37046"/>
                  <a:pt x="2227213" y="41914"/>
                </a:cubicBezTo>
                <a:cubicBezTo>
                  <a:pt x="2231838" y="46780"/>
                  <a:pt x="2234150" y="53287"/>
                  <a:pt x="2234150" y="61437"/>
                </a:cubicBezTo>
                <a:lnTo>
                  <a:pt x="2189800" y="61437"/>
                </a:lnTo>
                <a:moveTo>
                  <a:pt x="2189800" y="57255"/>
                </a:moveTo>
                <a:lnTo>
                  <a:pt x="2219507" y="57255"/>
                </a:lnTo>
                <a:cubicBezTo>
                  <a:pt x="2219273" y="53025"/>
                  <a:pt x="2218783" y="50044"/>
                  <a:pt x="2218035" y="48313"/>
                </a:cubicBezTo>
                <a:cubicBezTo>
                  <a:pt x="2216868" y="45621"/>
                  <a:pt x="2215128" y="43506"/>
                  <a:pt x="2212816" y="41968"/>
                </a:cubicBezTo>
                <a:cubicBezTo>
                  <a:pt x="2210504" y="40429"/>
                  <a:pt x="2208086" y="39660"/>
                  <a:pt x="2205564" y="39660"/>
                </a:cubicBezTo>
                <a:cubicBezTo>
                  <a:pt x="2201687" y="39660"/>
                  <a:pt x="2198219" y="41211"/>
                  <a:pt x="2195160" y="44311"/>
                </a:cubicBezTo>
                <a:cubicBezTo>
                  <a:pt x="2192100" y="47412"/>
                  <a:pt x="2190314" y="51727"/>
                  <a:pt x="2189800" y="57255"/>
                </a:cubicBezTo>
                <a:close/>
                <a:moveTo>
                  <a:pt x="2332166" y="77446"/>
                </a:moveTo>
                <a:cubicBezTo>
                  <a:pt x="2330438" y="86147"/>
                  <a:pt x="2327052" y="92841"/>
                  <a:pt x="2322007" y="97528"/>
                </a:cubicBezTo>
                <a:cubicBezTo>
                  <a:pt x="2316963" y="102215"/>
                  <a:pt x="2311381" y="104559"/>
                  <a:pt x="2305262" y="104559"/>
                </a:cubicBezTo>
                <a:cubicBezTo>
                  <a:pt x="2297976" y="104559"/>
                  <a:pt x="2291623" y="101414"/>
                  <a:pt x="2286205" y="95124"/>
                </a:cubicBezTo>
                <a:cubicBezTo>
                  <a:pt x="2280787" y="88832"/>
                  <a:pt x="2278078" y="80331"/>
                  <a:pt x="2278078" y="69622"/>
                </a:cubicBezTo>
                <a:cubicBezTo>
                  <a:pt x="2278078" y="59248"/>
                  <a:pt x="2281079" y="50821"/>
                  <a:pt x="2287081" y="44338"/>
                </a:cubicBezTo>
                <a:cubicBezTo>
                  <a:pt x="2293083" y="37854"/>
                  <a:pt x="2300288" y="34613"/>
                  <a:pt x="2308695" y="34613"/>
                </a:cubicBezTo>
                <a:cubicBezTo>
                  <a:pt x="2315001" y="34613"/>
                  <a:pt x="2320186" y="36326"/>
                  <a:pt x="2324249" y="39753"/>
                </a:cubicBezTo>
                <a:cubicBezTo>
                  <a:pt x="2328313" y="43178"/>
                  <a:pt x="2330345" y="46735"/>
                  <a:pt x="2330345" y="50425"/>
                </a:cubicBezTo>
                <a:cubicBezTo>
                  <a:pt x="2330345" y="52246"/>
                  <a:pt x="2329772" y="53719"/>
                  <a:pt x="2328628" y="54846"/>
                </a:cubicBezTo>
                <a:cubicBezTo>
                  <a:pt x="2327484" y="55971"/>
                  <a:pt x="2325884" y="56534"/>
                  <a:pt x="2323829" y="56534"/>
                </a:cubicBezTo>
                <a:cubicBezTo>
                  <a:pt x="2321073" y="56534"/>
                  <a:pt x="2318994" y="55620"/>
                  <a:pt x="2317593" y="53794"/>
                </a:cubicBezTo>
                <a:cubicBezTo>
                  <a:pt x="2316799" y="52784"/>
                  <a:pt x="2316274" y="50861"/>
                  <a:pt x="2316017" y="48025"/>
                </a:cubicBezTo>
                <a:cubicBezTo>
                  <a:pt x="2315760" y="45189"/>
                  <a:pt x="2314814" y="43025"/>
                  <a:pt x="2313179" y="41535"/>
                </a:cubicBezTo>
                <a:cubicBezTo>
                  <a:pt x="2311544" y="40093"/>
                  <a:pt x="2309279" y="39372"/>
                  <a:pt x="2306383" y="39372"/>
                </a:cubicBezTo>
                <a:cubicBezTo>
                  <a:pt x="2301712" y="39372"/>
                  <a:pt x="2297952" y="41150"/>
                  <a:pt x="2295103" y="44708"/>
                </a:cubicBezTo>
                <a:cubicBezTo>
                  <a:pt x="2291320" y="49419"/>
                  <a:pt x="2289428" y="55645"/>
                  <a:pt x="2289428" y="63384"/>
                </a:cubicBezTo>
                <a:cubicBezTo>
                  <a:pt x="2289428" y="71268"/>
                  <a:pt x="2291308" y="78227"/>
                  <a:pt x="2295068" y="84260"/>
                </a:cubicBezTo>
                <a:cubicBezTo>
                  <a:pt x="2298828" y="90293"/>
                  <a:pt x="2303908" y="93310"/>
                  <a:pt x="2310307" y="93310"/>
                </a:cubicBezTo>
                <a:cubicBezTo>
                  <a:pt x="2314884" y="93310"/>
                  <a:pt x="2318994" y="91699"/>
                  <a:pt x="2322638" y="88478"/>
                </a:cubicBezTo>
                <a:cubicBezTo>
                  <a:pt x="2325207" y="86267"/>
                  <a:pt x="2327706" y="82253"/>
                  <a:pt x="2330134" y="76436"/>
                </a:cubicBezTo>
                <a:lnTo>
                  <a:pt x="2332166" y="77446"/>
                </a:lnTo>
                <a:close/>
                <a:moveTo>
                  <a:pt x="2371822" y="34613"/>
                </a:moveTo>
                <a:cubicBezTo>
                  <a:pt x="2381537" y="34613"/>
                  <a:pt x="2389337" y="38407"/>
                  <a:pt x="2395223" y="45995"/>
                </a:cubicBezTo>
                <a:cubicBezTo>
                  <a:pt x="2400220" y="52477"/>
                  <a:pt x="2402719" y="59921"/>
                  <a:pt x="2402719" y="68326"/>
                </a:cubicBezTo>
                <a:cubicBezTo>
                  <a:pt x="2402719" y="74233"/>
                  <a:pt x="2401341" y="80212"/>
                  <a:pt x="2398586" y="86263"/>
                </a:cubicBezTo>
                <a:cubicBezTo>
                  <a:pt x="2395830" y="92313"/>
                  <a:pt x="2392035" y="96875"/>
                  <a:pt x="2387200" y="99948"/>
                </a:cubicBezTo>
                <a:cubicBezTo>
                  <a:pt x="2382366" y="103022"/>
                  <a:pt x="2376983" y="104559"/>
                  <a:pt x="2371051" y="104559"/>
                </a:cubicBezTo>
                <a:cubicBezTo>
                  <a:pt x="2361382" y="104559"/>
                  <a:pt x="2353699" y="100597"/>
                  <a:pt x="2348001" y="92672"/>
                </a:cubicBezTo>
                <a:cubicBezTo>
                  <a:pt x="2343190" y="85997"/>
                  <a:pt x="2340784" y="78506"/>
                  <a:pt x="2340784" y="70199"/>
                </a:cubicBezTo>
                <a:cubicBezTo>
                  <a:pt x="2340784" y="64147"/>
                  <a:pt x="2342244" y="58132"/>
                  <a:pt x="2345163" y="52153"/>
                </a:cubicBezTo>
                <a:cubicBezTo>
                  <a:pt x="2348082" y="46174"/>
                  <a:pt x="2351924" y="41756"/>
                  <a:pt x="2356688" y="38899"/>
                </a:cubicBezTo>
                <a:cubicBezTo>
                  <a:pt x="2361453" y="36041"/>
                  <a:pt x="2366497" y="34613"/>
                  <a:pt x="2371822" y="34613"/>
                </a:cubicBezTo>
                <a:moveTo>
                  <a:pt x="2369650" y="39372"/>
                </a:moveTo>
                <a:cubicBezTo>
                  <a:pt x="2367174" y="39372"/>
                  <a:pt x="2364687" y="40128"/>
                  <a:pt x="2362188" y="41641"/>
                </a:cubicBezTo>
                <a:cubicBezTo>
                  <a:pt x="2359689" y="43154"/>
                  <a:pt x="2357669" y="45807"/>
                  <a:pt x="2356128" y="49600"/>
                </a:cubicBezTo>
                <a:cubicBezTo>
                  <a:pt x="2354586" y="53393"/>
                  <a:pt x="2353816" y="58267"/>
                  <a:pt x="2353816" y="64220"/>
                </a:cubicBezTo>
                <a:cubicBezTo>
                  <a:pt x="2353816" y="73823"/>
                  <a:pt x="2355672" y="82106"/>
                  <a:pt x="2359386" y="89069"/>
                </a:cubicBezTo>
                <a:cubicBezTo>
                  <a:pt x="2363099" y="96030"/>
                  <a:pt x="2367992" y="99511"/>
                  <a:pt x="2374064" y="99511"/>
                </a:cubicBezTo>
                <a:cubicBezTo>
                  <a:pt x="2378594" y="99511"/>
                  <a:pt x="2382331" y="97590"/>
                  <a:pt x="2385274" y="93749"/>
                </a:cubicBezTo>
                <a:cubicBezTo>
                  <a:pt x="2388216" y="89908"/>
                  <a:pt x="2389688" y="83306"/>
                  <a:pt x="2389688" y="73944"/>
                </a:cubicBezTo>
                <a:cubicBezTo>
                  <a:pt x="2389688" y="62227"/>
                  <a:pt x="2387235" y="53008"/>
                  <a:pt x="2382331" y="46285"/>
                </a:cubicBezTo>
                <a:cubicBezTo>
                  <a:pt x="2379015" y="41676"/>
                  <a:pt x="2374788" y="39372"/>
                  <a:pt x="2369650" y="39372"/>
                </a:cubicBezTo>
                <a:close/>
                <a:moveTo>
                  <a:pt x="2431235" y="48674"/>
                </a:moveTo>
                <a:cubicBezTo>
                  <a:pt x="2435906" y="43867"/>
                  <a:pt x="2438662" y="41102"/>
                  <a:pt x="2439503" y="40381"/>
                </a:cubicBezTo>
                <a:cubicBezTo>
                  <a:pt x="2441604" y="38555"/>
                  <a:pt x="2443870" y="37136"/>
                  <a:pt x="2446299" y="36127"/>
                </a:cubicBezTo>
                <a:cubicBezTo>
                  <a:pt x="2448727" y="35117"/>
                  <a:pt x="2451133" y="34613"/>
                  <a:pt x="2453515" y="34613"/>
                </a:cubicBezTo>
                <a:cubicBezTo>
                  <a:pt x="2457532" y="34613"/>
                  <a:pt x="2460988" y="35814"/>
                  <a:pt x="2463884" y="38218"/>
                </a:cubicBezTo>
                <a:cubicBezTo>
                  <a:pt x="2466780" y="40622"/>
                  <a:pt x="2468719" y="44107"/>
                  <a:pt x="2469699" y="48674"/>
                </a:cubicBezTo>
                <a:cubicBezTo>
                  <a:pt x="2474510" y="42905"/>
                  <a:pt x="2478574" y="39119"/>
                  <a:pt x="2481890" y="37317"/>
                </a:cubicBezTo>
                <a:cubicBezTo>
                  <a:pt x="2485207" y="35514"/>
                  <a:pt x="2488616" y="34613"/>
                  <a:pt x="2492119" y="34613"/>
                </a:cubicBezTo>
                <a:cubicBezTo>
                  <a:pt x="2495529" y="34613"/>
                  <a:pt x="2498553" y="35512"/>
                  <a:pt x="2501192" y="37312"/>
                </a:cubicBezTo>
                <a:cubicBezTo>
                  <a:pt x="2503831" y="39110"/>
                  <a:pt x="2505922" y="42048"/>
                  <a:pt x="2507463" y="46125"/>
                </a:cubicBezTo>
                <a:cubicBezTo>
                  <a:pt x="2508491" y="48908"/>
                  <a:pt x="2509004" y="53272"/>
                  <a:pt x="2509004" y="59220"/>
                </a:cubicBezTo>
                <a:lnTo>
                  <a:pt x="2509004" y="87568"/>
                </a:lnTo>
                <a:cubicBezTo>
                  <a:pt x="2509004" y="91693"/>
                  <a:pt x="2509308" y="94524"/>
                  <a:pt x="2509915" y="96059"/>
                </a:cubicBezTo>
                <a:cubicBezTo>
                  <a:pt x="2510382" y="97113"/>
                  <a:pt x="2511246" y="98013"/>
                  <a:pt x="2512508" y="98756"/>
                </a:cubicBezTo>
                <a:cubicBezTo>
                  <a:pt x="2513769" y="99500"/>
                  <a:pt x="2515824" y="99872"/>
                  <a:pt x="2518673" y="99872"/>
                </a:cubicBezTo>
                <a:lnTo>
                  <a:pt x="2518673" y="102540"/>
                </a:lnTo>
                <a:lnTo>
                  <a:pt x="2487005" y="102540"/>
                </a:lnTo>
                <a:lnTo>
                  <a:pt x="2487005" y="99872"/>
                </a:lnTo>
                <a:lnTo>
                  <a:pt x="2488336" y="99872"/>
                </a:lnTo>
                <a:cubicBezTo>
                  <a:pt x="2491092" y="99872"/>
                  <a:pt x="2493240" y="99322"/>
                  <a:pt x="2494782" y="98222"/>
                </a:cubicBezTo>
                <a:cubicBezTo>
                  <a:pt x="2495856" y="97456"/>
                  <a:pt x="2496627" y="96236"/>
                  <a:pt x="2497094" y="94563"/>
                </a:cubicBezTo>
                <a:cubicBezTo>
                  <a:pt x="2497281" y="93750"/>
                  <a:pt x="2497374" y="91430"/>
                  <a:pt x="2497374" y="87604"/>
                </a:cubicBezTo>
                <a:lnTo>
                  <a:pt x="2497374" y="59337"/>
                </a:lnTo>
                <a:cubicBezTo>
                  <a:pt x="2497374" y="53980"/>
                  <a:pt x="2496743" y="50202"/>
                  <a:pt x="2495482" y="48002"/>
                </a:cubicBezTo>
                <a:cubicBezTo>
                  <a:pt x="2493661" y="44941"/>
                  <a:pt x="2490741" y="43410"/>
                  <a:pt x="2486725" y="43410"/>
                </a:cubicBezTo>
                <a:cubicBezTo>
                  <a:pt x="2484249" y="43410"/>
                  <a:pt x="2481762" y="44044"/>
                  <a:pt x="2479263" y="45312"/>
                </a:cubicBezTo>
                <a:cubicBezTo>
                  <a:pt x="2476764" y="46578"/>
                  <a:pt x="2473740" y="48934"/>
                  <a:pt x="2470190" y="52379"/>
                </a:cubicBezTo>
                <a:lnTo>
                  <a:pt x="2470050" y="53167"/>
                </a:lnTo>
                <a:lnTo>
                  <a:pt x="2470190" y="56252"/>
                </a:lnTo>
                <a:lnTo>
                  <a:pt x="2470190" y="87604"/>
                </a:lnTo>
                <a:cubicBezTo>
                  <a:pt x="2470190" y="92100"/>
                  <a:pt x="2470435" y="94898"/>
                  <a:pt x="2470925" y="95998"/>
                </a:cubicBezTo>
                <a:cubicBezTo>
                  <a:pt x="2471416" y="97098"/>
                  <a:pt x="2472338" y="98019"/>
                  <a:pt x="2473693" y="98761"/>
                </a:cubicBezTo>
                <a:cubicBezTo>
                  <a:pt x="2475047" y="99501"/>
                  <a:pt x="2477360" y="99872"/>
                  <a:pt x="2480629" y="99872"/>
                </a:cubicBezTo>
                <a:lnTo>
                  <a:pt x="2480629" y="102540"/>
                </a:lnTo>
                <a:lnTo>
                  <a:pt x="2448190" y="102540"/>
                </a:lnTo>
                <a:lnTo>
                  <a:pt x="2448190" y="99872"/>
                </a:lnTo>
                <a:cubicBezTo>
                  <a:pt x="2451740" y="99872"/>
                  <a:pt x="2454181" y="99441"/>
                  <a:pt x="2455512" y="98580"/>
                </a:cubicBezTo>
                <a:cubicBezTo>
                  <a:pt x="2456843" y="97720"/>
                  <a:pt x="2457765" y="96428"/>
                  <a:pt x="2458279" y="94707"/>
                </a:cubicBezTo>
                <a:cubicBezTo>
                  <a:pt x="2458513" y="93893"/>
                  <a:pt x="2458630" y="91525"/>
                  <a:pt x="2458630" y="87604"/>
                </a:cubicBezTo>
                <a:lnTo>
                  <a:pt x="2458630" y="59337"/>
                </a:lnTo>
                <a:cubicBezTo>
                  <a:pt x="2458630" y="53980"/>
                  <a:pt x="2457859" y="50130"/>
                  <a:pt x="2456317" y="47786"/>
                </a:cubicBezTo>
                <a:cubicBezTo>
                  <a:pt x="2454262" y="44724"/>
                  <a:pt x="2451390" y="43194"/>
                  <a:pt x="2447700" y="43194"/>
                </a:cubicBezTo>
                <a:cubicBezTo>
                  <a:pt x="2445178" y="43194"/>
                  <a:pt x="2442679" y="43887"/>
                  <a:pt x="2440203" y="45274"/>
                </a:cubicBezTo>
                <a:cubicBezTo>
                  <a:pt x="2436326" y="47378"/>
                  <a:pt x="2433337" y="49746"/>
                  <a:pt x="2431235" y="52376"/>
                </a:cubicBezTo>
                <a:lnTo>
                  <a:pt x="2431235" y="87604"/>
                </a:lnTo>
                <a:cubicBezTo>
                  <a:pt x="2431235" y="91908"/>
                  <a:pt x="2431527" y="94706"/>
                  <a:pt x="2432111" y="95998"/>
                </a:cubicBezTo>
                <a:cubicBezTo>
                  <a:pt x="2432695" y="97288"/>
                  <a:pt x="2433559" y="98257"/>
                  <a:pt x="2434703" y="98903"/>
                </a:cubicBezTo>
                <a:cubicBezTo>
                  <a:pt x="2435848" y="99549"/>
                  <a:pt x="2438171" y="99872"/>
                  <a:pt x="2441674" y="99872"/>
                </a:cubicBezTo>
                <a:lnTo>
                  <a:pt x="2441674" y="102540"/>
                </a:lnTo>
                <a:lnTo>
                  <a:pt x="2409936" y="102540"/>
                </a:lnTo>
                <a:lnTo>
                  <a:pt x="2409936" y="99872"/>
                </a:lnTo>
                <a:cubicBezTo>
                  <a:pt x="2412879" y="99872"/>
                  <a:pt x="2414934" y="99548"/>
                  <a:pt x="2416102" y="98900"/>
                </a:cubicBezTo>
                <a:cubicBezTo>
                  <a:pt x="2417269" y="98253"/>
                  <a:pt x="2418157" y="97222"/>
                  <a:pt x="2418764" y="95806"/>
                </a:cubicBezTo>
                <a:cubicBezTo>
                  <a:pt x="2419371" y="94391"/>
                  <a:pt x="2419675" y="91645"/>
                  <a:pt x="2419675" y="87568"/>
                </a:cubicBezTo>
                <a:lnTo>
                  <a:pt x="2419675" y="62386"/>
                </a:lnTo>
                <a:cubicBezTo>
                  <a:pt x="2419675" y="55142"/>
                  <a:pt x="2419465" y="50465"/>
                  <a:pt x="2419044" y="48356"/>
                </a:cubicBezTo>
                <a:cubicBezTo>
                  <a:pt x="2418717" y="46773"/>
                  <a:pt x="2418204" y="45681"/>
                  <a:pt x="2417503" y="45082"/>
                </a:cubicBezTo>
                <a:cubicBezTo>
                  <a:pt x="2416802" y="44483"/>
                  <a:pt x="2415845" y="44183"/>
                  <a:pt x="2414630" y="44183"/>
                </a:cubicBezTo>
                <a:cubicBezTo>
                  <a:pt x="2413323" y="44183"/>
                  <a:pt x="2411758" y="44543"/>
                  <a:pt x="2409936" y="45262"/>
                </a:cubicBezTo>
                <a:lnTo>
                  <a:pt x="2408885" y="42671"/>
                </a:lnTo>
                <a:lnTo>
                  <a:pt x="2428222" y="34613"/>
                </a:lnTo>
                <a:lnTo>
                  <a:pt x="2431235" y="34613"/>
                </a:lnTo>
                <a:lnTo>
                  <a:pt x="2431235" y="48674"/>
                </a:lnTo>
                <a:close/>
                <a:moveTo>
                  <a:pt x="2543327" y="48674"/>
                </a:moveTo>
                <a:cubicBezTo>
                  <a:pt x="2547998" y="43867"/>
                  <a:pt x="2550754" y="41102"/>
                  <a:pt x="2551595" y="40381"/>
                </a:cubicBezTo>
                <a:cubicBezTo>
                  <a:pt x="2553696" y="38555"/>
                  <a:pt x="2555962" y="37136"/>
                  <a:pt x="2558391" y="36127"/>
                </a:cubicBezTo>
                <a:cubicBezTo>
                  <a:pt x="2560819" y="35117"/>
                  <a:pt x="2563225" y="34613"/>
                  <a:pt x="2565607" y="34613"/>
                </a:cubicBezTo>
                <a:cubicBezTo>
                  <a:pt x="2569624" y="34613"/>
                  <a:pt x="2573080" y="35814"/>
                  <a:pt x="2575976" y="38218"/>
                </a:cubicBezTo>
                <a:cubicBezTo>
                  <a:pt x="2578872" y="40622"/>
                  <a:pt x="2580811" y="44107"/>
                  <a:pt x="2581791" y="48674"/>
                </a:cubicBezTo>
                <a:cubicBezTo>
                  <a:pt x="2586602" y="42905"/>
                  <a:pt x="2590666" y="39119"/>
                  <a:pt x="2593982" y="37317"/>
                </a:cubicBezTo>
                <a:cubicBezTo>
                  <a:pt x="2597299" y="35514"/>
                  <a:pt x="2600708" y="34613"/>
                  <a:pt x="2604211" y="34613"/>
                </a:cubicBezTo>
                <a:cubicBezTo>
                  <a:pt x="2607621" y="34613"/>
                  <a:pt x="2610645" y="35512"/>
                  <a:pt x="2613284" y="37312"/>
                </a:cubicBezTo>
                <a:cubicBezTo>
                  <a:pt x="2615923" y="39110"/>
                  <a:pt x="2618014" y="42048"/>
                  <a:pt x="2619555" y="46125"/>
                </a:cubicBezTo>
                <a:cubicBezTo>
                  <a:pt x="2620583" y="48908"/>
                  <a:pt x="2621096" y="53272"/>
                  <a:pt x="2621096" y="59220"/>
                </a:cubicBezTo>
                <a:lnTo>
                  <a:pt x="2621096" y="87568"/>
                </a:lnTo>
                <a:cubicBezTo>
                  <a:pt x="2621096" y="91693"/>
                  <a:pt x="2621400" y="94524"/>
                  <a:pt x="2622007" y="96059"/>
                </a:cubicBezTo>
                <a:cubicBezTo>
                  <a:pt x="2622474" y="97113"/>
                  <a:pt x="2623338" y="98013"/>
                  <a:pt x="2624600" y="98756"/>
                </a:cubicBezTo>
                <a:cubicBezTo>
                  <a:pt x="2625861" y="99500"/>
                  <a:pt x="2627916" y="99872"/>
                  <a:pt x="2630765" y="99872"/>
                </a:cubicBezTo>
                <a:lnTo>
                  <a:pt x="2630765" y="102540"/>
                </a:lnTo>
                <a:lnTo>
                  <a:pt x="2599097" y="102540"/>
                </a:lnTo>
                <a:lnTo>
                  <a:pt x="2599097" y="99872"/>
                </a:lnTo>
                <a:lnTo>
                  <a:pt x="2600428" y="99872"/>
                </a:lnTo>
                <a:cubicBezTo>
                  <a:pt x="2603184" y="99872"/>
                  <a:pt x="2605332" y="99322"/>
                  <a:pt x="2606874" y="98222"/>
                </a:cubicBezTo>
                <a:cubicBezTo>
                  <a:pt x="2607948" y="97456"/>
                  <a:pt x="2608719" y="96236"/>
                  <a:pt x="2609186" y="94563"/>
                </a:cubicBezTo>
                <a:cubicBezTo>
                  <a:pt x="2609373" y="93750"/>
                  <a:pt x="2609466" y="91430"/>
                  <a:pt x="2609466" y="87604"/>
                </a:cubicBezTo>
                <a:lnTo>
                  <a:pt x="2609466" y="59337"/>
                </a:lnTo>
                <a:cubicBezTo>
                  <a:pt x="2609466" y="53980"/>
                  <a:pt x="2608835" y="50202"/>
                  <a:pt x="2607574" y="48002"/>
                </a:cubicBezTo>
                <a:cubicBezTo>
                  <a:pt x="2605753" y="44941"/>
                  <a:pt x="2602833" y="43410"/>
                  <a:pt x="2598817" y="43410"/>
                </a:cubicBezTo>
                <a:cubicBezTo>
                  <a:pt x="2596341" y="43410"/>
                  <a:pt x="2593854" y="44044"/>
                  <a:pt x="2591355" y="45312"/>
                </a:cubicBezTo>
                <a:cubicBezTo>
                  <a:pt x="2588856" y="46578"/>
                  <a:pt x="2585832" y="48934"/>
                  <a:pt x="2582282" y="52379"/>
                </a:cubicBezTo>
                <a:lnTo>
                  <a:pt x="2582142" y="53167"/>
                </a:lnTo>
                <a:lnTo>
                  <a:pt x="2582282" y="56252"/>
                </a:lnTo>
                <a:lnTo>
                  <a:pt x="2582282" y="87604"/>
                </a:lnTo>
                <a:cubicBezTo>
                  <a:pt x="2582282" y="92100"/>
                  <a:pt x="2582527" y="94898"/>
                  <a:pt x="2583017" y="95998"/>
                </a:cubicBezTo>
                <a:cubicBezTo>
                  <a:pt x="2583508" y="97098"/>
                  <a:pt x="2584430" y="98019"/>
                  <a:pt x="2585785" y="98761"/>
                </a:cubicBezTo>
                <a:cubicBezTo>
                  <a:pt x="2587139" y="99501"/>
                  <a:pt x="2589452" y="99872"/>
                  <a:pt x="2592721" y="99872"/>
                </a:cubicBezTo>
                <a:lnTo>
                  <a:pt x="2592721" y="102540"/>
                </a:lnTo>
                <a:lnTo>
                  <a:pt x="2560282" y="102540"/>
                </a:lnTo>
                <a:lnTo>
                  <a:pt x="2560282" y="99872"/>
                </a:lnTo>
                <a:cubicBezTo>
                  <a:pt x="2563832" y="99872"/>
                  <a:pt x="2566273" y="99441"/>
                  <a:pt x="2567604" y="98580"/>
                </a:cubicBezTo>
                <a:cubicBezTo>
                  <a:pt x="2568935" y="97720"/>
                  <a:pt x="2569857" y="96428"/>
                  <a:pt x="2570371" y="94707"/>
                </a:cubicBezTo>
                <a:cubicBezTo>
                  <a:pt x="2570605" y="93893"/>
                  <a:pt x="2570722" y="91525"/>
                  <a:pt x="2570722" y="87604"/>
                </a:cubicBezTo>
                <a:lnTo>
                  <a:pt x="2570722" y="59337"/>
                </a:lnTo>
                <a:cubicBezTo>
                  <a:pt x="2570722" y="53980"/>
                  <a:pt x="2569951" y="50130"/>
                  <a:pt x="2568409" y="47786"/>
                </a:cubicBezTo>
                <a:cubicBezTo>
                  <a:pt x="2566354" y="44724"/>
                  <a:pt x="2563482" y="43194"/>
                  <a:pt x="2559792" y="43194"/>
                </a:cubicBezTo>
                <a:cubicBezTo>
                  <a:pt x="2557270" y="43194"/>
                  <a:pt x="2554771" y="43887"/>
                  <a:pt x="2552295" y="45274"/>
                </a:cubicBezTo>
                <a:cubicBezTo>
                  <a:pt x="2548418" y="47378"/>
                  <a:pt x="2545429" y="49746"/>
                  <a:pt x="2543327" y="52376"/>
                </a:cubicBezTo>
                <a:lnTo>
                  <a:pt x="2543327" y="87604"/>
                </a:lnTo>
                <a:cubicBezTo>
                  <a:pt x="2543327" y="91908"/>
                  <a:pt x="2543619" y="94706"/>
                  <a:pt x="2544203" y="95998"/>
                </a:cubicBezTo>
                <a:cubicBezTo>
                  <a:pt x="2544787" y="97288"/>
                  <a:pt x="2545651" y="98257"/>
                  <a:pt x="2546795" y="98903"/>
                </a:cubicBezTo>
                <a:cubicBezTo>
                  <a:pt x="2547940" y="99549"/>
                  <a:pt x="2550263" y="99872"/>
                  <a:pt x="2553766" y="99872"/>
                </a:cubicBezTo>
                <a:lnTo>
                  <a:pt x="2553766" y="102540"/>
                </a:lnTo>
                <a:lnTo>
                  <a:pt x="2522028" y="102540"/>
                </a:lnTo>
                <a:lnTo>
                  <a:pt x="2522028" y="99872"/>
                </a:lnTo>
                <a:cubicBezTo>
                  <a:pt x="2524971" y="99872"/>
                  <a:pt x="2527026" y="99548"/>
                  <a:pt x="2528194" y="98900"/>
                </a:cubicBezTo>
                <a:cubicBezTo>
                  <a:pt x="2529361" y="98253"/>
                  <a:pt x="2530249" y="97222"/>
                  <a:pt x="2530856" y="95806"/>
                </a:cubicBezTo>
                <a:cubicBezTo>
                  <a:pt x="2531463" y="94391"/>
                  <a:pt x="2531767" y="91645"/>
                  <a:pt x="2531767" y="87568"/>
                </a:cubicBezTo>
                <a:lnTo>
                  <a:pt x="2531767" y="62386"/>
                </a:lnTo>
                <a:cubicBezTo>
                  <a:pt x="2531767" y="55142"/>
                  <a:pt x="2531557" y="50465"/>
                  <a:pt x="2531136" y="48356"/>
                </a:cubicBezTo>
                <a:cubicBezTo>
                  <a:pt x="2530809" y="46773"/>
                  <a:pt x="2530296" y="45681"/>
                  <a:pt x="2529595" y="45082"/>
                </a:cubicBezTo>
                <a:cubicBezTo>
                  <a:pt x="2528894" y="44483"/>
                  <a:pt x="2527937" y="44183"/>
                  <a:pt x="2526722" y="44183"/>
                </a:cubicBezTo>
                <a:cubicBezTo>
                  <a:pt x="2525415" y="44183"/>
                  <a:pt x="2523850" y="44543"/>
                  <a:pt x="2522028" y="45262"/>
                </a:cubicBezTo>
                <a:lnTo>
                  <a:pt x="2520977" y="42671"/>
                </a:lnTo>
                <a:lnTo>
                  <a:pt x="2540314" y="34613"/>
                </a:lnTo>
                <a:lnTo>
                  <a:pt x="2543327" y="34613"/>
                </a:lnTo>
                <a:lnTo>
                  <a:pt x="2543327" y="48674"/>
                </a:lnTo>
                <a:close/>
                <a:moveTo>
                  <a:pt x="2652687" y="0"/>
                </a:moveTo>
                <a:cubicBezTo>
                  <a:pt x="2654649" y="0"/>
                  <a:pt x="2656319" y="713"/>
                  <a:pt x="2657696" y="2138"/>
                </a:cubicBezTo>
                <a:cubicBezTo>
                  <a:pt x="2659074" y="3563"/>
                  <a:pt x="2659763" y="5290"/>
                  <a:pt x="2659763" y="7319"/>
                </a:cubicBezTo>
                <a:cubicBezTo>
                  <a:pt x="2659763" y="9349"/>
                  <a:pt x="2659074" y="11088"/>
                  <a:pt x="2657696" y="12538"/>
                </a:cubicBezTo>
                <a:cubicBezTo>
                  <a:pt x="2656319" y="13986"/>
                  <a:pt x="2654649" y="14710"/>
                  <a:pt x="2652687" y="14710"/>
                </a:cubicBezTo>
                <a:cubicBezTo>
                  <a:pt x="2650725" y="14710"/>
                  <a:pt x="2649044" y="13986"/>
                  <a:pt x="2647643" y="12538"/>
                </a:cubicBezTo>
                <a:cubicBezTo>
                  <a:pt x="2646241" y="11088"/>
                  <a:pt x="2645541" y="9349"/>
                  <a:pt x="2645541" y="7319"/>
                </a:cubicBezTo>
                <a:cubicBezTo>
                  <a:pt x="2645541" y="5290"/>
                  <a:pt x="2646230" y="3563"/>
                  <a:pt x="2647607" y="2138"/>
                </a:cubicBezTo>
                <a:cubicBezTo>
                  <a:pt x="2648985" y="713"/>
                  <a:pt x="2650679" y="0"/>
                  <a:pt x="2652687" y="0"/>
                </a:cubicBezTo>
                <a:moveTo>
                  <a:pt x="2658502" y="34613"/>
                </a:moveTo>
                <a:lnTo>
                  <a:pt x="2658502" y="87568"/>
                </a:lnTo>
                <a:cubicBezTo>
                  <a:pt x="2658502" y="91693"/>
                  <a:pt x="2658794" y="94439"/>
                  <a:pt x="2659378" y="95806"/>
                </a:cubicBezTo>
                <a:cubicBezTo>
                  <a:pt x="2659962" y="97174"/>
                  <a:pt x="2660826" y="98193"/>
                  <a:pt x="2661970" y="98864"/>
                </a:cubicBezTo>
                <a:cubicBezTo>
                  <a:pt x="2663115" y="99536"/>
                  <a:pt x="2665205" y="99872"/>
                  <a:pt x="2668241" y="99872"/>
                </a:cubicBezTo>
                <a:lnTo>
                  <a:pt x="2668241" y="102540"/>
                </a:lnTo>
                <a:lnTo>
                  <a:pt x="2637063" y="102540"/>
                </a:lnTo>
                <a:lnTo>
                  <a:pt x="2637063" y="99872"/>
                </a:lnTo>
                <a:cubicBezTo>
                  <a:pt x="2640193" y="99872"/>
                  <a:pt x="2642294" y="99560"/>
                  <a:pt x="2643369" y="98936"/>
                </a:cubicBezTo>
                <a:cubicBezTo>
                  <a:pt x="2644443" y="98313"/>
                  <a:pt x="2645295" y="97282"/>
                  <a:pt x="2645926" y="95843"/>
                </a:cubicBezTo>
                <a:cubicBezTo>
                  <a:pt x="2646557" y="94403"/>
                  <a:pt x="2646872" y="91645"/>
                  <a:pt x="2646872" y="87568"/>
                </a:cubicBezTo>
                <a:lnTo>
                  <a:pt x="2646872" y="62170"/>
                </a:lnTo>
                <a:cubicBezTo>
                  <a:pt x="2646872" y="55022"/>
                  <a:pt x="2646662" y="50393"/>
                  <a:pt x="2646241" y="48284"/>
                </a:cubicBezTo>
                <a:cubicBezTo>
                  <a:pt x="2645914" y="46749"/>
                  <a:pt x="2645401" y="45681"/>
                  <a:pt x="2644700" y="45082"/>
                </a:cubicBezTo>
                <a:cubicBezTo>
                  <a:pt x="2643999" y="44483"/>
                  <a:pt x="2643042" y="44183"/>
                  <a:pt x="2641827" y="44183"/>
                </a:cubicBezTo>
                <a:cubicBezTo>
                  <a:pt x="2640520" y="44183"/>
                  <a:pt x="2638931" y="44543"/>
                  <a:pt x="2637063" y="45262"/>
                </a:cubicBezTo>
                <a:lnTo>
                  <a:pt x="2636082" y="42671"/>
                </a:lnTo>
                <a:lnTo>
                  <a:pt x="2655419" y="34613"/>
                </a:lnTo>
                <a:lnTo>
                  <a:pt x="2658502" y="34613"/>
                </a:lnTo>
                <a:close/>
                <a:moveTo>
                  <a:pt x="2695363" y="14710"/>
                </a:moveTo>
                <a:lnTo>
                  <a:pt x="2695363" y="36487"/>
                </a:lnTo>
                <a:lnTo>
                  <a:pt x="2710356" y="36487"/>
                </a:lnTo>
                <a:lnTo>
                  <a:pt x="2710356" y="41535"/>
                </a:lnTo>
                <a:lnTo>
                  <a:pt x="2695363" y="41535"/>
                </a:lnTo>
                <a:lnTo>
                  <a:pt x="2695363" y="84310"/>
                </a:lnTo>
                <a:cubicBezTo>
                  <a:pt x="2695363" y="88584"/>
                  <a:pt x="2695958" y="91465"/>
                  <a:pt x="2697149" y="92954"/>
                </a:cubicBezTo>
                <a:cubicBezTo>
                  <a:pt x="2698340" y="94441"/>
                  <a:pt x="2699870" y="95185"/>
                  <a:pt x="2701738" y="95185"/>
                </a:cubicBezTo>
                <a:cubicBezTo>
                  <a:pt x="2703280" y="95185"/>
                  <a:pt x="2704774" y="94692"/>
                  <a:pt x="2706222" y="93706"/>
                </a:cubicBezTo>
                <a:cubicBezTo>
                  <a:pt x="2707670" y="92721"/>
                  <a:pt x="2708791" y="91267"/>
                  <a:pt x="2709585" y="89344"/>
                </a:cubicBezTo>
                <a:lnTo>
                  <a:pt x="2712318" y="89344"/>
                </a:lnTo>
                <a:cubicBezTo>
                  <a:pt x="2710683" y="94068"/>
                  <a:pt x="2708371" y="97642"/>
                  <a:pt x="2705382" y="100063"/>
                </a:cubicBezTo>
                <a:cubicBezTo>
                  <a:pt x="2702392" y="102483"/>
                  <a:pt x="2699310" y="103693"/>
                  <a:pt x="2696133" y="103693"/>
                </a:cubicBezTo>
                <a:cubicBezTo>
                  <a:pt x="2693985" y="103693"/>
                  <a:pt x="2691883" y="103080"/>
                  <a:pt x="2689828" y="101852"/>
                </a:cubicBezTo>
                <a:cubicBezTo>
                  <a:pt x="2687773" y="100625"/>
                  <a:pt x="2686255" y="98869"/>
                  <a:pt x="2685274" y="96584"/>
                </a:cubicBezTo>
                <a:cubicBezTo>
                  <a:pt x="2684293" y="94297"/>
                  <a:pt x="2683802" y="90772"/>
                  <a:pt x="2683802" y="86006"/>
                </a:cubicBezTo>
                <a:lnTo>
                  <a:pt x="2683802" y="41535"/>
                </a:lnTo>
                <a:lnTo>
                  <a:pt x="2673643" y="41535"/>
                </a:lnTo>
                <a:lnTo>
                  <a:pt x="2673643" y="39155"/>
                </a:lnTo>
                <a:cubicBezTo>
                  <a:pt x="2676212" y="38095"/>
                  <a:pt x="2678840" y="36299"/>
                  <a:pt x="2681525" y="33768"/>
                </a:cubicBezTo>
                <a:cubicBezTo>
                  <a:pt x="2684211" y="31236"/>
                  <a:pt x="2686605" y="28235"/>
                  <a:pt x="2688707" y="24763"/>
                </a:cubicBezTo>
                <a:cubicBezTo>
                  <a:pt x="2689781" y="22932"/>
                  <a:pt x="2691276" y="19581"/>
                  <a:pt x="2693191" y="14710"/>
                </a:cubicBezTo>
                <a:lnTo>
                  <a:pt x="2695363" y="14710"/>
                </a:lnTo>
                <a:close/>
                <a:moveTo>
                  <a:pt x="2758566" y="34613"/>
                </a:moveTo>
                <a:lnTo>
                  <a:pt x="2758566" y="56967"/>
                </a:lnTo>
                <a:lnTo>
                  <a:pt x="2756254" y="56967"/>
                </a:lnTo>
                <a:cubicBezTo>
                  <a:pt x="2754479" y="49955"/>
                  <a:pt x="2752202" y="45186"/>
                  <a:pt x="2749423" y="42660"/>
                </a:cubicBezTo>
                <a:cubicBezTo>
                  <a:pt x="2746644" y="40131"/>
                  <a:pt x="2743106" y="38867"/>
                  <a:pt x="2738809" y="38867"/>
                </a:cubicBezTo>
                <a:cubicBezTo>
                  <a:pt x="2735539" y="38867"/>
                  <a:pt x="2732900" y="39756"/>
                  <a:pt x="2730892" y="41533"/>
                </a:cubicBezTo>
                <a:cubicBezTo>
                  <a:pt x="2728883" y="43309"/>
                  <a:pt x="2727879" y="45277"/>
                  <a:pt x="2727879" y="47439"/>
                </a:cubicBezTo>
                <a:cubicBezTo>
                  <a:pt x="2727879" y="50128"/>
                  <a:pt x="2728626" y="52433"/>
                  <a:pt x="2730121" y="54353"/>
                </a:cubicBezTo>
                <a:cubicBezTo>
                  <a:pt x="2731569" y="56322"/>
                  <a:pt x="2734512" y="58411"/>
                  <a:pt x="2738949" y="60619"/>
                </a:cubicBezTo>
                <a:lnTo>
                  <a:pt x="2749178" y="65735"/>
                </a:lnTo>
                <a:cubicBezTo>
                  <a:pt x="2758660" y="70488"/>
                  <a:pt x="2763401" y="76755"/>
                  <a:pt x="2763401" y="84535"/>
                </a:cubicBezTo>
                <a:cubicBezTo>
                  <a:pt x="2763401" y="90536"/>
                  <a:pt x="2761194" y="95375"/>
                  <a:pt x="2756780" y="99049"/>
                </a:cubicBezTo>
                <a:cubicBezTo>
                  <a:pt x="2752366" y="102722"/>
                  <a:pt x="2747426" y="104559"/>
                  <a:pt x="2741962" y="104559"/>
                </a:cubicBezTo>
                <a:cubicBezTo>
                  <a:pt x="2738038" y="104559"/>
                  <a:pt x="2733554" y="103838"/>
                  <a:pt x="2728510" y="102395"/>
                </a:cubicBezTo>
                <a:cubicBezTo>
                  <a:pt x="2726968" y="101915"/>
                  <a:pt x="2725707" y="101674"/>
                  <a:pt x="2724726" y="101674"/>
                </a:cubicBezTo>
                <a:cubicBezTo>
                  <a:pt x="2723652" y="101674"/>
                  <a:pt x="2722811" y="102299"/>
                  <a:pt x="2722204" y="103549"/>
                </a:cubicBezTo>
                <a:lnTo>
                  <a:pt x="2719892" y="103549"/>
                </a:lnTo>
                <a:lnTo>
                  <a:pt x="2719892" y="79897"/>
                </a:lnTo>
                <a:lnTo>
                  <a:pt x="2722204" y="79897"/>
                </a:lnTo>
                <a:cubicBezTo>
                  <a:pt x="2723512" y="86652"/>
                  <a:pt x="2726011" y="91741"/>
                  <a:pt x="2729701" y="95167"/>
                </a:cubicBezTo>
                <a:cubicBezTo>
                  <a:pt x="2733391" y="98592"/>
                  <a:pt x="2737524" y="100304"/>
                  <a:pt x="2742102" y="100304"/>
                </a:cubicBezTo>
                <a:cubicBezTo>
                  <a:pt x="2745325" y="100304"/>
                  <a:pt x="2747952" y="99332"/>
                  <a:pt x="2749984" y="97388"/>
                </a:cubicBezTo>
                <a:cubicBezTo>
                  <a:pt x="2752016" y="95443"/>
                  <a:pt x="2753031" y="93102"/>
                  <a:pt x="2753031" y="90364"/>
                </a:cubicBezTo>
                <a:cubicBezTo>
                  <a:pt x="2753031" y="87050"/>
                  <a:pt x="2751899" y="84265"/>
                  <a:pt x="2749633" y="82009"/>
                </a:cubicBezTo>
                <a:cubicBezTo>
                  <a:pt x="2747368" y="79752"/>
                  <a:pt x="2742849" y="76896"/>
                  <a:pt x="2736076" y="73439"/>
                </a:cubicBezTo>
                <a:cubicBezTo>
                  <a:pt x="2729304" y="69981"/>
                  <a:pt x="2724866" y="66859"/>
                  <a:pt x="2722764" y="64074"/>
                </a:cubicBezTo>
                <a:cubicBezTo>
                  <a:pt x="2720663" y="61337"/>
                  <a:pt x="2719612" y="57879"/>
                  <a:pt x="2719612" y="53701"/>
                </a:cubicBezTo>
                <a:cubicBezTo>
                  <a:pt x="2719612" y="48275"/>
                  <a:pt x="2721422" y="43737"/>
                  <a:pt x="2725042" y="40088"/>
                </a:cubicBezTo>
                <a:cubicBezTo>
                  <a:pt x="2728661" y="36438"/>
                  <a:pt x="2733344" y="34613"/>
                  <a:pt x="2739089" y="34613"/>
                </a:cubicBezTo>
                <a:cubicBezTo>
                  <a:pt x="2741611" y="34613"/>
                  <a:pt x="2744671" y="35165"/>
                  <a:pt x="2748267" y="36271"/>
                </a:cubicBezTo>
                <a:cubicBezTo>
                  <a:pt x="2750649" y="36992"/>
                  <a:pt x="2752237" y="37353"/>
                  <a:pt x="2753031" y="37353"/>
                </a:cubicBezTo>
                <a:cubicBezTo>
                  <a:pt x="2753779" y="37353"/>
                  <a:pt x="2754363" y="37184"/>
                  <a:pt x="2754783" y="36848"/>
                </a:cubicBezTo>
                <a:cubicBezTo>
                  <a:pt x="2755203" y="36511"/>
                  <a:pt x="2755694" y="35766"/>
                  <a:pt x="2756254" y="34613"/>
                </a:cubicBezTo>
                <a:lnTo>
                  <a:pt x="2758566" y="346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b8938ba4e41a1"/>
          <a:stretch xmlns:a="http://schemas.openxmlformats.org/drawingml/2006/main"/>
        </p:blipFill>
        <p:spPr>
          <a:xfrm xmlns:a="http://schemas.openxmlformats.org/drawingml/2006/main">
            <a:off x="242474" y="380001"/>
            <a:ext cx="470686" cy="484949"/>
          </a:xfrm>
          <a:prstGeom xmlns:a="http://schemas.openxmlformats.org/drawingml/2006/main" prst="rect">
            <a:avLst/>
          </a:prstGeom>
        </p:spPr>
      </p:pic>
      <p:sp>
        <p:nvSpPr>
          <p:cNvPr id="18" name="Text Vulnerability">
            <a:extLst xmlns:a="http://schemas.openxmlformats.org/drawingml/2006/main">
              <a:ext uri="{FF2B5EF4-FFF2-40B4-BE49-F238E27FC236}">
                <a16:creationId xmlns:a16="http://schemas.microsoft.com/office/drawing/2014/main" id="{B8935095-DE9D-4408-B5D8-1C3E623D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7" y="1054951"/>
            <a:ext cx="820378" cy="131816"/>
          </a:xfrm>
          <a:custGeom xmlns:a="http://schemas.openxmlformats.org/drawingml/2006/main">
            <a:pathLst>
              <a:path w="820378" h="131816">
                <a:moveTo>
                  <a:pt x="101030" y="2163"/>
                </a:moveTo>
                <a:lnTo>
                  <a:pt x="101030" y="4759"/>
                </a:lnTo>
                <a:cubicBezTo>
                  <a:pt x="97573" y="5336"/>
                  <a:pt x="94491" y="7236"/>
                  <a:pt x="91782" y="10460"/>
                </a:cubicBezTo>
                <a:cubicBezTo>
                  <a:pt x="89820" y="12864"/>
                  <a:pt x="86901" y="18516"/>
                  <a:pt x="83024" y="27415"/>
                </a:cubicBezTo>
                <a:lnTo>
                  <a:pt x="50305" y="102107"/>
                </a:lnTo>
                <a:lnTo>
                  <a:pt x="47993" y="102107"/>
                </a:lnTo>
                <a:lnTo>
                  <a:pt x="15414" y="24402"/>
                </a:lnTo>
                <a:cubicBezTo>
                  <a:pt x="11490" y="15015"/>
                  <a:pt x="8863" y="9502"/>
                  <a:pt x="7532" y="7864"/>
                </a:cubicBezTo>
                <a:cubicBezTo>
                  <a:pt x="6201" y="6227"/>
                  <a:pt x="3690" y="5192"/>
                  <a:pt x="0" y="4759"/>
                </a:cubicBezTo>
                <a:lnTo>
                  <a:pt x="0" y="2163"/>
                </a:lnTo>
                <a:lnTo>
                  <a:pt x="45541" y="2163"/>
                </a:lnTo>
                <a:lnTo>
                  <a:pt x="45541" y="4759"/>
                </a:lnTo>
                <a:lnTo>
                  <a:pt x="43999" y="4759"/>
                </a:lnTo>
                <a:cubicBezTo>
                  <a:pt x="39889" y="4759"/>
                  <a:pt x="37086" y="5292"/>
                  <a:pt x="35592" y="6357"/>
                </a:cubicBezTo>
                <a:cubicBezTo>
                  <a:pt x="34517" y="7082"/>
                  <a:pt x="33980" y="8147"/>
                  <a:pt x="33980" y="9550"/>
                </a:cubicBezTo>
                <a:cubicBezTo>
                  <a:pt x="33980" y="10421"/>
                  <a:pt x="34167" y="11450"/>
                  <a:pt x="34541" y="12635"/>
                </a:cubicBezTo>
                <a:cubicBezTo>
                  <a:pt x="34914" y="13820"/>
                  <a:pt x="36176" y="16989"/>
                  <a:pt x="38324" y="22140"/>
                </a:cubicBezTo>
                <a:lnTo>
                  <a:pt x="58572" y="70762"/>
                </a:lnTo>
                <a:lnTo>
                  <a:pt x="77349" y="27456"/>
                </a:lnTo>
                <a:cubicBezTo>
                  <a:pt x="79591" y="22219"/>
                  <a:pt x="80969" y="18708"/>
                  <a:pt x="81482" y="16923"/>
                </a:cubicBezTo>
                <a:cubicBezTo>
                  <a:pt x="81996" y="15137"/>
                  <a:pt x="82253" y="13616"/>
                  <a:pt x="82253" y="12360"/>
                </a:cubicBezTo>
                <a:cubicBezTo>
                  <a:pt x="82253" y="10913"/>
                  <a:pt x="81879" y="9635"/>
                  <a:pt x="81132" y="8525"/>
                </a:cubicBezTo>
                <a:cubicBezTo>
                  <a:pt x="80385" y="7414"/>
                  <a:pt x="79287" y="6569"/>
                  <a:pt x="77839" y="5990"/>
                </a:cubicBezTo>
                <a:cubicBezTo>
                  <a:pt x="75831" y="5169"/>
                  <a:pt x="73168" y="4759"/>
                  <a:pt x="69852" y="4759"/>
                </a:cubicBezTo>
                <a:lnTo>
                  <a:pt x="69852" y="2163"/>
                </a:lnTo>
                <a:lnTo>
                  <a:pt x="101030" y="2163"/>
                </a:lnTo>
                <a:close/>
                <a:moveTo>
                  <a:pt x="170104" y="32449"/>
                </a:moveTo>
                <a:lnTo>
                  <a:pt x="170104" y="85233"/>
                </a:lnTo>
                <a:cubicBezTo>
                  <a:pt x="170104" y="90409"/>
                  <a:pt x="170571" y="93637"/>
                  <a:pt x="171505" y="94919"/>
                </a:cubicBezTo>
                <a:cubicBezTo>
                  <a:pt x="172440" y="96200"/>
                  <a:pt x="174331" y="97010"/>
                  <a:pt x="177180" y="97348"/>
                </a:cubicBezTo>
                <a:lnTo>
                  <a:pt x="177180" y="99944"/>
                </a:lnTo>
                <a:lnTo>
                  <a:pt x="150487" y="99944"/>
                </a:lnTo>
                <a:lnTo>
                  <a:pt x="150487" y="90930"/>
                </a:lnTo>
                <a:cubicBezTo>
                  <a:pt x="147357" y="94776"/>
                  <a:pt x="144228" y="97576"/>
                  <a:pt x="141098" y="99331"/>
                </a:cubicBezTo>
                <a:cubicBezTo>
                  <a:pt x="137969" y="101085"/>
                  <a:pt x="134466" y="101963"/>
                  <a:pt x="130589" y="101963"/>
                </a:cubicBezTo>
                <a:cubicBezTo>
                  <a:pt x="126899" y="101963"/>
                  <a:pt x="123618" y="100797"/>
                  <a:pt x="120745" y="98465"/>
                </a:cubicBezTo>
                <a:cubicBezTo>
                  <a:pt x="117873" y="96134"/>
                  <a:pt x="115946" y="93406"/>
                  <a:pt x="114965" y="90281"/>
                </a:cubicBezTo>
                <a:cubicBezTo>
                  <a:pt x="113984" y="87156"/>
                  <a:pt x="113494" y="81700"/>
                  <a:pt x="113494" y="73912"/>
                </a:cubicBezTo>
                <a:lnTo>
                  <a:pt x="113494" y="47160"/>
                </a:lnTo>
                <a:cubicBezTo>
                  <a:pt x="113494" y="42002"/>
                  <a:pt x="113038" y="38791"/>
                  <a:pt x="112128" y="37526"/>
                </a:cubicBezTo>
                <a:cubicBezTo>
                  <a:pt x="111217" y="36261"/>
                  <a:pt x="109313" y="35434"/>
                  <a:pt x="106417" y="35045"/>
                </a:cubicBezTo>
                <a:lnTo>
                  <a:pt x="106417" y="32449"/>
                </a:lnTo>
                <a:lnTo>
                  <a:pt x="133111" y="32449"/>
                </a:lnTo>
                <a:lnTo>
                  <a:pt x="133111" y="78584"/>
                </a:lnTo>
                <a:cubicBezTo>
                  <a:pt x="133111" y="83397"/>
                  <a:pt x="133333" y="86501"/>
                  <a:pt x="133777" y="87897"/>
                </a:cubicBezTo>
                <a:cubicBezTo>
                  <a:pt x="134221" y="89293"/>
                  <a:pt x="134921" y="90352"/>
                  <a:pt x="135879" y="91074"/>
                </a:cubicBezTo>
                <a:cubicBezTo>
                  <a:pt x="136836" y="91795"/>
                  <a:pt x="137946" y="92156"/>
                  <a:pt x="139207" y="92156"/>
                </a:cubicBezTo>
                <a:cubicBezTo>
                  <a:pt x="140888" y="92156"/>
                  <a:pt x="142406" y="91699"/>
                  <a:pt x="143761" y="90786"/>
                </a:cubicBezTo>
                <a:cubicBezTo>
                  <a:pt x="145629" y="89536"/>
                  <a:pt x="147871" y="87012"/>
                  <a:pt x="150487" y="83214"/>
                </a:cubicBezTo>
                <a:lnTo>
                  <a:pt x="150487" y="47160"/>
                </a:lnTo>
                <a:cubicBezTo>
                  <a:pt x="150487" y="42002"/>
                  <a:pt x="150031" y="38791"/>
                  <a:pt x="149120" y="37526"/>
                </a:cubicBezTo>
                <a:cubicBezTo>
                  <a:pt x="148210" y="36261"/>
                  <a:pt x="146306" y="35434"/>
                  <a:pt x="143410" y="35045"/>
                </a:cubicBezTo>
                <a:lnTo>
                  <a:pt x="143410" y="32449"/>
                </a:lnTo>
                <a:lnTo>
                  <a:pt x="170104" y="32449"/>
                </a:lnTo>
                <a:close/>
                <a:moveTo>
                  <a:pt x="213192" y="2163"/>
                </a:moveTo>
                <a:lnTo>
                  <a:pt x="213192" y="85954"/>
                </a:lnTo>
                <a:cubicBezTo>
                  <a:pt x="213192" y="90714"/>
                  <a:pt x="213730" y="93754"/>
                  <a:pt x="214804" y="95076"/>
                </a:cubicBezTo>
                <a:cubicBezTo>
                  <a:pt x="215878" y="96398"/>
                  <a:pt x="217980" y="97155"/>
                  <a:pt x="221110" y="97348"/>
                </a:cubicBezTo>
                <a:lnTo>
                  <a:pt x="221110" y="99944"/>
                </a:lnTo>
                <a:lnTo>
                  <a:pt x="185728" y="99944"/>
                </a:lnTo>
                <a:lnTo>
                  <a:pt x="185728" y="97348"/>
                </a:lnTo>
                <a:cubicBezTo>
                  <a:pt x="188624" y="97252"/>
                  <a:pt x="190773" y="96386"/>
                  <a:pt x="192174" y="94752"/>
                </a:cubicBezTo>
                <a:cubicBezTo>
                  <a:pt x="193108" y="93646"/>
                  <a:pt x="193575" y="90714"/>
                  <a:pt x="193575" y="85954"/>
                </a:cubicBezTo>
                <a:lnTo>
                  <a:pt x="193575" y="16153"/>
                </a:lnTo>
                <a:cubicBezTo>
                  <a:pt x="193575" y="11411"/>
                  <a:pt x="193038" y="8376"/>
                  <a:pt x="191964" y="7046"/>
                </a:cubicBezTo>
                <a:cubicBezTo>
                  <a:pt x="190889" y="5715"/>
                  <a:pt x="188811" y="4953"/>
                  <a:pt x="185728" y="4759"/>
                </a:cubicBezTo>
                <a:lnTo>
                  <a:pt x="185728" y="2163"/>
                </a:lnTo>
                <a:lnTo>
                  <a:pt x="213192" y="2163"/>
                </a:lnTo>
                <a:close/>
                <a:moveTo>
                  <a:pt x="254677" y="32449"/>
                </a:moveTo>
                <a:lnTo>
                  <a:pt x="254677" y="41247"/>
                </a:lnTo>
                <a:cubicBezTo>
                  <a:pt x="258040" y="37471"/>
                  <a:pt x="261262" y="34725"/>
                  <a:pt x="264345" y="33008"/>
                </a:cubicBezTo>
                <a:cubicBezTo>
                  <a:pt x="267428" y="31289"/>
                  <a:pt x="270744" y="30430"/>
                  <a:pt x="274294" y="30430"/>
                </a:cubicBezTo>
                <a:cubicBezTo>
                  <a:pt x="278544" y="30430"/>
                  <a:pt x="282071" y="31646"/>
                  <a:pt x="284873" y="34076"/>
                </a:cubicBezTo>
                <a:cubicBezTo>
                  <a:pt x="287676" y="36507"/>
                  <a:pt x="289544" y="39527"/>
                  <a:pt x="290478" y="43137"/>
                </a:cubicBezTo>
                <a:cubicBezTo>
                  <a:pt x="291226" y="45882"/>
                  <a:pt x="291599" y="51153"/>
                  <a:pt x="291599" y="58952"/>
                </a:cubicBezTo>
                <a:lnTo>
                  <a:pt x="291599" y="85233"/>
                </a:lnTo>
                <a:cubicBezTo>
                  <a:pt x="291599" y="90425"/>
                  <a:pt x="292055" y="93658"/>
                  <a:pt x="292966" y="94932"/>
                </a:cubicBezTo>
                <a:cubicBezTo>
                  <a:pt x="293876" y="96206"/>
                  <a:pt x="295780" y="97011"/>
                  <a:pt x="298676" y="97348"/>
                </a:cubicBezTo>
                <a:lnTo>
                  <a:pt x="298676" y="99944"/>
                </a:lnTo>
                <a:lnTo>
                  <a:pt x="265536" y="99944"/>
                </a:lnTo>
                <a:lnTo>
                  <a:pt x="265536" y="97348"/>
                </a:lnTo>
                <a:cubicBezTo>
                  <a:pt x="268012" y="97011"/>
                  <a:pt x="269787" y="95954"/>
                  <a:pt x="270861" y="94175"/>
                </a:cubicBezTo>
                <a:cubicBezTo>
                  <a:pt x="271608" y="92973"/>
                  <a:pt x="271982" y="89993"/>
                  <a:pt x="271982" y="85233"/>
                </a:cubicBezTo>
                <a:lnTo>
                  <a:pt x="271982" y="55236"/>
                </a:lnTo>
                <a:cubicBezTo>
                  <a:pt x="271982" y="49707"/>
                  <a:pt x="271772" y="46222"/>
                  <a:pt x="271351" y="44780"/>
                </a:cubicBezTo>
                <a:cubicBezTo>
                  <a:pt x="270931" y="43338"/>
                  <a:pt x="270219" y="42220"/>
                  <a:pt x="269214" y="41427"/>
                </a:cubicBezTo>
                <a:cubicBezTo>
                  <a:pt x="268210" y="40634"/>
                  <a:pt x="267101" y="40237"/>
                  <a:pt x="265887" y="40237"/>
                </a:cubicBezTo>
                <a:cubicBezTo>
                  <a:pt x="261870" y="40237"/>
                  <a:pt x="258133" y="43218"/>
                  <a:pt x="254677" y="49179"/>
                </a:cubicBezTo>
                <a:lnTo>
                  <a:pt x="254677" y="85233"/>
                </a:lnTo>
                <a:cubicBezTo>
                  <a:pt x="254677" y="90281"/>
                  <a:pt x="255132" y="93478"/>
                  <a:pt x="256043" y="94824"/>
                </a:cubicBezTo>
                <a:cubicBezTo>
                  <a:pt x="256954" y="96170"/>
                  <a:pt x="258647" y="97011"/>
                  <a:pt x="261122" y="97348"/>
                </a:cubicBezTo>
                <a:lnTo>
                  <a:pt x="261122" y="99944"/>
                </a:lnTo>
                <a:lnTo>
                  <a:pt x="227983" y="99944"/>
                </a:lnTo>
                <a:lnTo>
                  <a:pt x="227983" y="97348"/>
                </a:lnTo>
                <a:cubicBezTo>
                  <a:pt x="230739" y="97059"/>
                  <a:pt x="232700" y="96146"/>
                  <a:pt x="233868" y="94608"/>
                </a:cubicBezTo>
                <a:cubicBezTo>
                  <a:pt x="234662" y="93550"/>
                  <a:pt x="235059" y="90425"/>
                  <a:pt x="235059" y="85233"/>
                </a:cubicBezTo>
                <a:lnTo>
                  <a:pt x="235059" y="47160"/>
                </a:lnTo>
                <a:cubicBezTo>
                  <a:pt x="235059" y="42002"/>
                  <a:pt x="234604" y="38791"/>
                  <a:pt x="233693" y="37526"/>
                </a:cubicBezTo>
                <a:cubicBezTo>
                  <a:pt x="232782" y="36261"/>
                  <a:pt x="230879" y="35434"/>
                  <a:pt x="227983" y="35045"/>
                </a:cubicBezTo>
                <a:lnTo>
                  <a:pt x="227983" y="32449"/>
                </a:lnTo>
                <a:lnTo>
                  <a:pt x="254677" y="32449"/>
                </a:lnTo>
                <a:close/>
                <a:moveTo>
                  <a:pt x="364114" y="63745"/>
                </a:moveTo>
                <a:lnTo>
                  <a:pt x="328172" y="63745"/>
                </a:lnTo>
                <a:cubicBezTo>
                  <a:pt x="328592" y="72710"/>
                  <a:pt x="330904" y="79796"/>
                  <a:pt x="335108" y="85001"/>
                </a:cubicBezTo>
                <a:cubicBezTo>
                  <a:pt x="338331" y="89002"/>
                  <a:pt x="342208" y="91002"/>
                  <a:pt x="346738" y="91002"/>
                </a:cubicBezTo>
                <a:cubicBezTo>
                  <a:pt x="349541" y="91002"/>
                  <a:pt x="352087" y="90197"/>
                  <a:pt x="354375" y="88586"/>
                </a:cubicBezTo>
                <a:cubicBezTo>
                  <a:pt x="356664" y="86976"/>
                  <a:pt x="359116" y="84080"/>
                  <a:pt x="361732" y="79897"/>
                </a:cubicBezTo>
                <a:lnTo>
                  <a:pt x="364114" y="81484"/>
                </a:lnTo>
                <a:cubicBezTo>
                  <a:pt x="360564" y="88935"/>
                  <a:pt x="356641" y="94211"/>
                  <a:pt x="352343" y="97312"/>
                </a:cubicBezTo>
                <a:cubicBezTo>
                  <a:pt x="348046" y="100412"/>
                  <a:pt x="343072" y="101963"/>
                  <a:pt x="337420" y="101963"/>
                </a:cubicBezTo>
                <a:cubicBezTo>
                  <a:pt x="327705" y="101963"/>
                  <a:pt x="320348" y="98113"/>
                  <a:pt x="315351" y="90414"/>
                </a:cubicBezTo>
                <a:cubicBezTo>
                  <a:pt x="311334" y="84207"/>
                  <a:pt x="309325" y="76507"/>
                  <a:pt x="309325" y="67316"/>
                </a:cubicBezTo>
                <a:cubicBezTo>
                  <a:pt x="309325" y="56055"/>
                  <a:pt x="312279" y="47093"/>
                  <a:pt x="318188" y="40429"/>
                </a:cubicBezTo>
                <a:cubicBezTo>
                  <a:pt x="324097" y="33763"/>
                  <a:pt x="331021" y="30430"/>
                  <a:pt x="338962" y="30430"/>
                </a:cubicBezTo>
                <a:cubicBezTo>
                  <a:pt x="345594" y="30430"/>
                  <a:pt x="351351" y="33230"/>
                  <a:pt x="356232" y="38831"/>
                </a:cubicBezTo>
                <a:cubicBezTo>
                  <a:pt x="361113" y="44431"/>
                  <a:pt x="363740" y="52736"/>
                  <a:pt x="364114" y="63745"/>
                </a:cubicBezTo>
                <a:moveTo>
                  <a:pt x="346879" y="58986"/>
                </a:moveTo>
                <a:cubicBezTo>
                  <a:pt x="346879" y="51246"/>
                  <a:pt x="346470" y="45934"/>
                  <a:pt x="345653" y="43049"/>
                </a:cubicBezTo>
                <a:cubicBezTo>
                  <a:pt x="344835" y="40165"/>
                  <a:pt x="343562" y="37978"/>
                  <a:pt x="341834" y="36487"/>
                </a:cubicBezTo>
                <a:cubicBezTo>
                  <a:pt x="340853" y="35622"/>
                  <a:pt x="339545" y="35189"/>
                  <a:pt x="337911" y="35189"/>
                </a:cubicBezTo>
                <a:cubicBezTo>
                  <a:pt x="335482" y="35189"/>
                  <a:pt x="333497" y="36415"/>
                  <a:pt x="331955" y="38867"/>
                </a:cubicBezTo>
                <a:cubicBezTo>
                  <a:pt x="329200" y="43145"/>
                  <a:pt x="327822" y="49010"/>
                  <a:pt x="327822" y="56462"/>
                </a:cubicBezTo>
                <a:lnTo>
                  <a:pt x="327822" y="58986"/>
                </a:lnTo>
                <a:lnTo>
                  <a:pt x="346879" y="58986"/>
                </a:lnTo>
                <a:close/>
                <a:moveTo>
                  <a:pt x="398585" y="32449"/>
                </a:moveTo>
                <a:lnTo>
                  <a:pt x="398585" y="47736"/>
                </a:lnTo>
                <a:cubicBezTo>
                  <a:pt x="402928" y="40766"/>
                  <a:pt x="406735" y="36139"/>
                  <a:pt x="410005" y="33855"/>
                </a:cubicBezTo>
                <a:cubicBezTo>
                  <a:pt x="413274" y="31572"/>
                  <a:pt x="416427" y="30430"/>
                  <a:pt x="419463" y="30430"/>
                </a:cubicBezTo>
                <a:cubicBezTo>
                  <a:pt x="422079" y="30430"/>
                  <a:pt x="424169" y="31262"/>
                  <a:pt x="425734" y="32927"/>
                </a:cubicBezTo>
                <a:cubicBezTo>
                  <a:pt x="427298" y="34591"/>
                  <a:pt x="428081" y="36943"/>
                  <a:pt x="428081" y="39982"/>
                </a:cubicBezTo>
                <a:cubicBezTo>
                  <a:pt x="428081" y="43215"/>
                  <a:pt x="427322" y="45725"/>
                  <a:pt x="425804" y="47511"/>
                </a:cubicBezTo>
                <a:cubicBezTo>
                  <a:pt x="424286" y="49296"/>
                  <a:pt x="422452" y="50188"/>
                  <a:pt x="420304" y="50188"/>
                </a:cubicBezTo>
                <a:cubicBezTo>
                  <a:pt x="417828" y="50188"/>
                  <a:pt x="415680" y="49371"/>
                  <a:pt x="413858" y="47736"/>
                </a:cubicBezTo>
                <a:cubicBezTo>
                  <a:pt x="412037" y="46102"/>
                  <a:pt x="410962" y="45189"/>
                  <a:pt x="410635" y="44996"/>
                </a:cubicBezTo>
                <a:cubicBezTo>
                  <a:pt x="410168" y="44708"/>
                  <a:pt x="409631" y="44564"/>
                  <a:pt x="409024" y="44564"/>
                </a:cubicBezTo>
                <a:cubicBezTo>
                  <a:pt x="407669" y="44564"/>
                  <a:pt x="406385" y="45092"/>
                  <a:pt x="405170" y="46150"/>
                </a:cubicBezTo>
                <a:cubicBezTo>
                  <a:pt x="403255" y="47785"/>
                  <a:pt x="401807" y="50116"/>
                  <a:pt x="400827" y="53145"/>
                </a:cubicBezTo>
                <a:cubicBezTo>
                  <a:pt x="399332" y="57808"/>
                  <a:pt x="398585" y="62952"/>
                  <a:pt x="398585" y="68576"/>
                </a:cubicBezTo>
                <a:lnTo>
                  <a:pt x="398585" y="84080"/>
                </a:lnTo>
                <a:lnTo>
                  <a:pt x="398655" y="88118"/>
                </a:lnTo>
                <a:cubicBezTo>
                  <a:pt x="398655" y="90858"/>
                  <a:pt x="398818" y="92613"/>
                  <a:pt x="399145" y="93382"/>
                </a:cubicBezTo>
                <a:cubicBezTo>
                  <a:pt x="399706" y="94680"/>
                  <a:pt x="400535" y="95629"/>
                  <a:pt x="401632" y="96230"/>
                </a:cubicBezTo>
                <a:cubicBezTo>
                  <a:pt x="402730" y="96831"/>
                  <a:pt x="404587" y="97204"/>
                  <a:pt x="407202" y="97348"/>
                </a:cubicBezTo>
                <a:lnTo>
                  <a:pt x="407202" y="99944"/>
                </a:lnTo>
                <a:lnTo>
                  <a:pt x="371821" y="99944"/>
                </a:lnTo>
                <a:lnTo>
                  <a:pt x="371821" y="97348"/>
                </a:lnTo>
                <a:cubicBezTo>
                  <a:pt x="374670" y="97107"/>
                  <a:pt x="376597" y="96302"/>
                  <a:pt x="377601" y="94932"/>
                </a:cubicBezTo>
                <a:cubicBezTo>
                  <a:pt x="378605" y="93562"/>
                  <a:pt x="379107" y="89945"/>
                  <a:pt x="379107" y="84080"/>
                </a:cubicBezTo>
                <a:lnTo>
                  <a:pt x="379107" y="46727"/>
                </a:lnTo>
                <a:cubicBezTo>
                  <a:pt x="379107" y="42857"/>
                  <a:pt x="378920" y="40390"/>
                  <a:pt x="378547" y="39327"/>
                </a:cubicBezTo>
                <a:cubicBezTo>
                  <a:pt x="378080" y="37972"/>
                  <a:pt x="377402" y="36980"/>
                  <a:pt x="376515" y="36352"/>
                </a:cubicBezTo>
                <a:cubicBezTo>
                  <a:pt x="375627" y="35723"/>
                  <a:pt x="374063" y="35287"/>
                  <a:pt x="371821" y="35045"/>
                </a:cubicBezTo>
                <a:lnTo>
                  <a:pt x="371821" y="32449"/>
                </a:lnTo>
                <a:lnTo>
                  <a:pt x="398585" y="32449"/>
                </a:lnTo>
                <a:close/>
                <a:moveTo>
                  <a:pt x="470328" y="89993"/>
                </a:moveTo>
                <a:cubicBezTo>
                  <a:pt x="462341" y="97300"/>
                  <a:pt x="455172" y="100953"/>
                  <a:pt x="448819" y="100953"/>
                </a:cubicBezTo>
                <a:cubicBezTo>
                  <a:pt x="445083" y="100953"/>
                  <a:pt x="441977" y="99688"/>
                  <a:pt x="439501" y="97156"/>
                </a:cubicBezTo>
                <a:cubicBezTo>
                  <a:pt x="437025" y="94623"/>
                  <a:pt x="435788" y="91452"/>
                  <a:pt x="435788" y="87642"/>
                </a:cubicBezTo>
                <a:cubicBezTo>
                  <a:pt x="435788" y="82480"/>
                  <a:pt x="437936" y="77838"/>
                  <a:pt x="442233" y="73714"/>
                </a:cubicBezTo>
                <a:cubicBezTo>
                  <a:pt x="446531" y="69590"/>
                  <a:pt x="455896" y="64104"/>
                  <a:pt x="470328" y="57255"/>
                </a:cubicBezTo>
                <a:lnTo>
                  <a:pt x="470328" y="50477"/>
                </a:lnTo>
                <a:cubicBezTo>
                  <a:pt x="470328" y="45381"/>
                  <a:pt x="470060" y="42172"/>
                  <a:pt x="469523" y="40850"/>
                </a:cubicBezTo>
                <a:cubicBezTo>
                  <a:pt x="468986" y="39528"/>
                  <a:pt x="467970" y="38374"/>
                  <a:pt x="466475" y="37389"/>
                </a:cubicBezTo>
                <a:cubicBezTo>
                  <a:pt x="464980" y="36403"/>
                  <a:pt x="463299" y="35911"/>
                  <a:pt x="461430" y="35911"/>
                </a:cubicBezTo>
                <a:cubicBezTo>
                  <a:pt x="458394" y="35911"/>
                  <a:pt x="455896" y="36608"/>
                  <a:pt x="453934" y="38002"/>
                </a:cubicBezTo>
                <a:cubicBezTo>
                  <a:pt x="452719" y="38867"/>
                  <a:pt x="452112" y="39877"/>
                  <a:pt x="452112" y="41030"/>
                </a:cubicBezTo>
                <a:cubicBezTo>
                  <a:pt x="452112" y="42040"/>
                  <a:pt x="452766" y="43290"/>
                  <a:pt x="454074" y="44780"/>
                </a:cubicBezTo>
                <a:cubicBezTo>
                  <a:pt x="455849" y="46847"/>
                  <a:pt x="456736" y="48842"/>
                  <a:pt x="456736" y="50765"/>
                </a:cubicBezTo>
                <a:cubicBezTo>
                  <a:pt x="456736" y="53121"/>
                  <a:pt x="455884" y="55128"/>
                  <a:pt x="454179" y="56786"/>
                </a:cubicBezTo>
                <a:cubicBezTo>
                  <a:pt x="452474" y="58445"/>
                  <a:pt x="450244" y="59274"/>
                  <a:pt x="447488" y="59274"/>
                </a:cubicBezTo>
                <a:cubicBezTo>
                  <a:pt x="444545" y="59274"/>
                  <a:pt x="442082" y="58361"/>
                  <a:pt x="440096" y="56534"/>
                </a:cubicBezTo>
                <a:cubicBezTo>
                  <a:pt x="438111" y="54707"/>
                  <a:pt x="437119" y="52568"/>
                  <a:pt x="437119" y="50116"/>
                </a:cubicBezTo>
                <a:cubicBezTo>
                  <a:pt x="437119" y="46655"/>
                  <a:pt x="438450" y="43350"/>
                  <a:pt x="441112" y="40201"/>
                </a:cubicBezTo>
                <a:cubicBezTo>
                  <a:pt x="443775" y="37052"/>
                  <a:pt x="447488" y="34637"/>
                  <a:pt x="452252" y="32954"/>
                </a:cubicBezTo>
                <a:cubicBezTo>
                  <a:pt x="457017" y="31271"/>
                  <a:pt x="461968" y="30430"/>
                  <a:pt x="467106" y="30430"/>
                </a:cubicBezTo>
                <a:cubicBezTo>
                  <a:pt x="473318" y="30430"/>
                  <a:pt x="478234" y="31792"/>
                  <a:pt x="481854" y="34516"/>
                </a:cubicBezTo>
                <a:cubicBezTo>
                  <a:pt x="485474" y="37238"/>
                  <a:pt x="487821" y="40189"/>
                  <a:pt x="488895" y="43369"/>
                </a:cubicBezTo>
                <a:cubicBezTo>
                  <a:pt x="489549" y="45393"/>
                  <a:pt x="489876" y="50042"/>
                  <a:pt x="489876" y="57318"/>
                </a:cubicBezTo>
                <a:lnTo>
                  <a:pt x="489876" y="83555"/>
                </a:lnTo>
                <a:cubicBezTo>
                  <a:pt x="489876" y="86639"/>
                  <a:pt x="489993" y="88579"/>
                  <a:pt x="490226" y="89375"/>
                </a:cubicBezTo>
                <a:cubicBezTo>
                  <a:pt x="490460" y="90170"/>
                  <a:pt x="490810" y="90760"/>
                  <a:pt x="491277" y="91146"/>
                </a:cubicBezTo>
                <a:cubicBezTo>
                  <a:pt x="491744" y="91531"/>
                  <a:pt x="492281" y="91723"/>
                  <a:pt x="492888" y="91723"/>
                </a:cubicBezTo>
                <a:cubicBezTo>
                  <a:pt x="494103" y="91723"/>
                  <a:pt x="495341" y="90834"/>
                  <a:pt x="496602" y="89055"/>
                </a:cubicBezTo>
                <a:lnTo>
                  <a:pt x="498704" y="90786"/>
                </a:lnTo>
                <a:cubicBezTo>
                  <a:pt x="496368" y="94343"/>
                  <a:pt x="493951" y="96927"/>
                  <a:pt x="491452" y="98538"/>
                </a:cubicBezTo>
                <a:cubicBezTo>
                  <a:pt x="488953" y="100148"/>
                  <a:pt x="486116" y="100953"/>
                  <a:pt x="482940" y="100953"/>
                </a:cubicBezTo>
                <a:cubicBezTo>
                  <a:pt x="479203" y="100953"/>
                  <a:pt x="476284" y="100046"/>
                  <a:pt x="474182" y="98231"/>
                </a:cubicBezTo>
                <a:cubicBezTo>
                  <a:pt x="472080" y="96416"/>
                  <a:pt x="470795" y="93670"/>
                  <a:pt x="470328" y="89993"/>
                </a:cubicBezTo>
                <a:moveTo>
                  <a:pt x="470328" y="84656"/>
                </a:moveTo>
                <a:lnTo>
                  <a:pt x="470328" y="62100"/>
                </a:lnTo>
                <a:cubicBezTo>
                  <a:pt x="464677" y="65529"/>
                  <a:pt x="460473" y="69201"/>
                  <a:pt x="457717" y="73114"/>
                </a:cubicBezTo>
                <a:cubicBezTo>
                  <a:pt x="455896" y="75722"/>
                  <a:pt x="454985" y="78355"/>
                  <a:pt x="454985" y="81013"/>
                </a:cubicBezTo>
                <a:cubicBezTo>
                  <a:pt x="454985" y="83235"/>
                  <a:pt x="455755" y="85191"/>
                  <a:pt x="457297" y="86883"/>
                </a:cubicBezTo>
                <a:cubicBezTo>
                  <a:pt x="458465" y="88187"/>
                  <a:pt x="460099" y="88839"/>
                  <a:pt x="462201" y="88839"/>
                </a:cubicBezTo>
                <a:cubicBezTo>
                  <a:pt x="464537" y="88839"/>
                  <a:pt x="467246" y="87445"/>
                  <a:pt x="470328" y="84656"/>
                </a:cubicBezTo>
                <a:close/>
                <a:moveTo>
                  <a:pt x="531283" y="2163"/>
                </a:moveTo>
                <a:lnTo>
                  <a:pt x="531283" y="39228"/>
                </a:lnTo>
                <a:cubicBezTo>
                  <a:pt x="536794" y="33363"/>
                  <a:pt x="542820" y="30430"/>
                  <a:pt x="549359" y="30430"/>
                </a:cubicBezTo>
                <a:cubicBezTo>
                  <a:pt x="553843" y="30430"/>
                  <a:pt x="558070" y="31790"/>
                  <a:pt x="562040" y="34509"/>
                </a:cubicBezTo>
                <a:cubicBezTo>
                  <a:pt x="566010" y="37228"/>
                  <a:pt x="569116" y="41090"/>
                  <a:pt x="571358" y="46094"/>
                </a:cubicBezTo>
                <a:cubicBezTo>
                  <a:pt x="573600" y="51098"/>
                  <a:pt x="574721" y="56873"/>
                  <a:pt x="574721" y="63418"/>
                </a:cubicBezTo>
                <a:cubicBezTo>
                  <a:pt x="574721" y="70781"/>
                  <a:pt x="573297" y="77470"/>
                  <a:pt x="570447" y="83485"/>
                </a:cubicBezTo>
                <a:cubicBezTo>
                  <a:pt x="567598" y="89500"/>
                  <a:pt x="563792" y="94083"/>
                  <a:pt x="559027" y="97235"/>
                </a:cubicBezTo>
                <a:cubicBezTo>
                  <a:pt x="554263" y="100387"/>
                  <a:pt x="548822" y="101963"/>
                  <a:pt x="542703" y="101963"/>
                </a:cubicBezTo>
                <a:cubicBezTo>
                  <a:pt x="539153" y="101963"/>
                  <a:pt x="536000" y="101386"/>
                  <a:pt x="533244" y="100232"/>
                </a:cubicBezTo>
                <a:cubicBezTo>
                  <a:pt x="530489" y="99078"/>
                  <a:pt x="527779" y="97204"/>
                  <a:pt x="525117" y="94608"/>
                </a:cubicBezTo>
                <a:lnTo>
                  <a:pt x="514257" y="101963"/>
                </a:lnTo>
                <a:lnTo>
                  <a:pt x="511875" y="101963"/>
                </a:lnTo>
                <a:lnTo>
                  <a:pt x="511875" y="16153"/>
                </a:lnTo>
                <a:cubicBezTo>
                  <a:pt x="511875" y="12233"/>
                  <a:pt x="511712" y="9814"/>
                  <a:pt x="511385" y="8897"/>
                </a:cubicBezTo>
                <a:cubicBezTo>
                  <a:pt x="510918" y="7541"/>
                  <a:pt x="510182" y="6537"/>
                  <a:pt x="509178" y="5884"/>
                </a:cubicBezTo>
                <a:cubicBezTo>
                  <a:pt x="508174" y="5230"/>
                  <a:pt x="506481" y="4855"/>
                  <a:pt x="504098" y="4759"/>
                </a:cubicBezTo>
                <a:lnTo>
                  <a:pt x="504098" y="2163"/>
                </a:lnTo>
                <a:lnTo>
                  <a:pt x="531283" y="2163"/>
                </a:lnTo>
                <a:moveTo>
                  <a:pt x="531283" y="45654"/>
                </a:moveTo>
                <a:lnTo>
                  <a:pt x="531283" y="75688"/>
                </a:lnTo>
                <a:cubicBezTo>
                  <a:pt x="531283" y="81801"/>
                  <a:pt x="531423" y="85700"/>
                  <a:pt x="531703" y="87385"/>
                </a:cubicBezTo>
                <a:cubicBezTo>
                  <a:pt x="532170" y="90225"/>
                  <a:pt x="533291" y="92523"/>
                  <a:pt x="535066" y="94281"/>
                </a:cubicBezTo>
                <a:cubicBezTo>
                  <a:pt x="536841" y="96037"/>
                  <a:pt x="539106" y="96915"/>
                  <a:pt x="541862" y="96915"/>
                </a:cubicBezTo>
                <a:cubicBezTo>
                  <a:pt x="544244" y="96915"/>
                  <a:pt x="546288" y="96217"/>
                  <a:pt x="547992" y="94822"/>
                </a:cubicBezTo>
                <a:cubicBezTo>
                  <a:pt x="549697" y="93426"/>
                  <a:pt x="551122" y="90659"/>
                  <a:pt x="552266" y="86520"/>
                </a:cubicBezTo>
                <a:cubicBezTo>
                  <a:pt x="553411" y="82380"/>
                  <a:pt x="553983" y="74919"/>
                  <a:pt x="553983" y="64137"/>
                </a:cubicBezTo>
                <a:cubicBezTo>
                  <a:pt x="553983" y="53788"/>
                  <a:pt x="552722" y="46688"/>
                  <a:pt x="550199" y="42838"/>
                </a:cubicBezTo>
                <a:cubicBezTo>
                  <a:pt x="548378" y="40046"/>
                  <a:pt x="545926" y="38651"/>
                  <a:pt x="542843" y="38651"/>
                </a:cubicBezTo>
                <a:cubicBezTo>
                  <a:pt x="538826" y="38651"/>
                  <a:pt x="534973" y="40985"/>
                  <a:pt x="531283" y="45654"/>
                </a:cubicBezTo>
                <a:close/>
                <a:moveTo>
                  <a:pt x="602396" y="0"/>
                </a:moveTo>
                <a:cubicBezTo>
                  <a:pt x="605432" y="0"/>
                  <a:pt x="608001" y="1097"/>
                  <a:pt x="610103" y="3292"/>
                </a:cubicBezTo>
                <a:cubicBezTo>
                  <a:pt x="612204" y="5486"/>
                  <a:pt x="613255" y="8126"/>
                  <a:pt x="613255" y="11213"/>
                </a:cubicBezTo>
                <a:cubicBezTo>
                  <a:pt x="613255" y="14300"/>
                  <a:pt x="612193" y="16929"/>
                  <a:pt x="610068" y="19100"/>
                </a:cubicBezTo>
                <a:cubicBezTo>
                  <a:pt x="607942" y="21269"/>
                  <a:pt x="605385" y="22354"/>
                  <a:pt x="602396" y="22354"/>
                </a:cubicBezTo>
                <a:cubicBezTo>
                  <a:pt x="599406" y="22354"/>
                  <a:pt x="596861" y="21269"/>
                  <a:pt x="594759" y="19100"/>
                </a:cubicBezTo>
                <a:cubicBezTo>
                  <a:pt x="592657" y="16929"/>
                  <a:pt x="591606" y="14300"/>
                  <a:pt x="591606" y="11213"/>
                </a:cubicBezTo>
                <a:cubicBezTo>
                  <a:pt x="591606" y="8126"/>
                  <a:pt x="592657" y="5486"/>
                  <a:pt x="594759" y="3292"/>
                </a:cubicBezTo>
                <a:cubicBezTo>
                  <a:pt x="596861" y="1097"/>
                  <a:pt x="599406" y="0"/>
                  <a:pt x="602396" y="0"/>
                </a:cubicBezTo>
                <a:moveTo>
                  <a:pt x="612204" y="32449"/>
                </a:moveTo>
                <a:lnTo>
                  <a:pt x="612204" y="85954"/>
                </a:lnTo>
                <a:cubicBezTo>
                  <a:pt x="612204" y="90714"/>
                  <a:pt x="612742" y="93754"/>
                  <a:pt x="613816" y="95076"/>
                </a:cubicBezTo>
                <a:cubicBezTo>
                  <a:pt x="614890" y="96398"/>
                  <a:pt x="616992" y="97155"/>
                  <a:pt x="620122" y="97348"/>
                </a:cubicBezTo>
                <a:lnTo>
                  <a:pt x="620122" y="99944"/>
                </a:lnTo>
                <a:lnTo>
                  <a:pt x="584740" y="99944"/>
                </a:lnTo>
                <a:lnTo>
                  <a:pt x="584740" y="97348"/>
                </a:lnTo>
                <a:cubicBezTo>
                  <a:pt x="587636" y="97252"/>
                  <a:pt x="589785" y="96386"/>
                  <a:pt x="591186" y="94752"/>
                </a:cubicBezTo>
                <a:cubicBezTo>
                  <a:pt x="592120" y="93646"/>
                  <a:pt x="592587" y="90714"/>
                  <a:pt x="592587" y="85954"/>
                </a:cubicBezTo>
                <a:lnTo>
                  <a:pt x="592587" y="46583"/>
                </a:lnTo>
                <a:cubicBezTo>
                  <a:pt x="592587" y="41763"/>
                  <a:pt x="592050" y="38684"/>
                  <a:pt x="590976" y="37346"/>
                </a:cubicBezTo>
                <a:cubicBezTo>
                  <a:pt x="589901" y="36007"/>
                  <a:pt x="587823" y="35240"/>
                  <a:pt x="584740" y="35045"/>
                </a:cubicBezTo>
                <a:lnTo>
                  <a:pt x="584740" y="32449"/>
                </a:lnTo>
                <a:lnTo>
                  <a:pt x="612204" y="32449"/>
                </a:lnTo>
                <a:close/>
                <a:moveTo>
                  <a:pt x="652638" y="2163"/>
                </a:moveTo>
                <a:lnTo>
                  <a:pt x="652638" y="85954"/>
                </a:lnTo>
                <a:cubicBezTo>
                  <a:pt x="652638" y="90714"/>
                  <a:pt x="653175" y="93754"/>
                  <a:pt x="654249" y="95076"/>
                </a:cubicBezTo>
                <a:cubicBezTo>
                  <a:pt x="655323" y="96398"/>
                  <a:pt x="657425" y="97155"/>
                  <a:pt x="660555" y="97348"/>
                </a:cubicBezTo>
                <a:lnTo>
                  <a:pt x="660555" y="99944"/>
                </a:lnTo>
                <a:lnTo>
                  <a:pt x="625173" y="99944"/>
                </a:lnTo>
                <a:lnTo>
                  <a:pt x="625173" y="97348"/>
                </a:lnTo>
                <a:cubicBezTo>
                  <a:pt x="628069" y="97252"/>
                  <a:pt x="630218" y="96386"/>
                  <a:pt x="631619" y="94752"/>
                </a:cubicBezTo>
                <a:cubicBezTo>
                  <a:pt x="632553" y="93646"/>
                  <a:pt x="633020" y="90714"/>
                  <a:pt x="633020" y="85954"/>
                </a:cubicBezTo>
                <a:lnTo>
                  <a:pt x="633020" y="16153"/>
                </a:lnTo>
                <a:cubicBezTo>
                  <a:pt x="633020" y="11411"/>
                  <a:pt x="632483" y="8376"/>
                  <a:pt x="631409" y="7046"/>
                </a:cubicBezTo>
                <a:cubicBezTo>
                  <a:pt x="630334" y="5715"/>
                  <a:pt x="628256" y="4953"/>
                  <a:pt x="625173" y="4759"/>
                </a:cubicBezTo>
                <a:lnTo>
                  <a:pt x="625173" y="2163"/>
                </a:lnTo>
                <a:lnTo>
                  <a:pt x="652638" y="2163"/>
                </a:lnTo>
                <a:close/>
                <a:moveTo>
                  <a:pt x="683122" y="0"/>
                </a:moveTo>
                <a:cubicBezTo>
                  <a:pt x="686158" y="0"/>
                  <a:pt x="688727" y="1097"/>
                  <a:pt x="690829" y="3292"/>
                </a:cubicBezTo>
                <a:cubicBezTo>
                  <a:pt x="692931" y="5486"/>
                  <a:pt x="693982" y="8126"/>
                  <a:pt x="693982" y="11213"/>
                </a:cubicBezTo>
                <a:cubicBezTo>
                  <a:pt x="693982" y="14300"/>
                  <a:pt x="692919" y="16929"/>
                  <a:pt x="690794" y="19100"/>
                </a:cubicBezTo>
                <a:cubicBezTo>
                  <a:pt x="688668" y="21269"/>
                  <a:pt x="686111" y="22354"/>
                  <a:pt x="683122" y="22354"/>
                </a:cubicBezTo>
                <a:cubicBezTo>
                  <a:pt x="680133" y="22354"/>
                  <a:pt x="677587" y="21269"/>
                  <a:pt x="675485" y="19100"/>
                </a:cubicBezTo>
                <a:cubicBezTo>
                  <a:pt x="673383" y="16929"/>
                  <a:pt x="672332" y="14300"/>
                  <a:pt x="672332" y="11213"/>
                </a:cubicBezTo>
                <a:cubicBezTo>
                  <a:pt x="672332" y="8126"/>
                  <a:pt x="673383" y="5486"/>
                  <a:pt x="675485" y="3292"/>
                </a:cubicBezTo>
                <a:cubicBezTo>
                  <a:pt x="677587" y="1097"/>
                  <a:pt x="680133" y="0"/>
                  <a:pt x="683122" y="0"/>
                </a:cubicBezTo>
                <a:moveTo>
                  <a:pt x="692931" y="32449"/>
                </a:moveTo>
                <a:lnTo>
                  <a:pt x="692931" y="85954"/>
                </a:lnTo>
                <a:cubicBezTo>
                  <a:pt x="692931" y="90714"/>
                  <a:pt x="693468" y="93754"/>
                  <a:pt x="694542" y="95076"/>
                </a:cubicBezTo>
                <a:cubicBezTo>
                  <a:pt x="695616" y="96398"/>
                  <a:pt x="697718" y="97155"/>
                  <a:pt x="700848" y="97348"/>
                </a:cubicBezTo>
                <a:lnTo>
                  <a:pt x="700848" y="99944"/>
                </a:lnTo>
                <a:lnTo>
                  <a:pt x="665466" y="99944"/>
                </a:lnTo>
                <a:lnTo>
                  <a:pt x="665466" y="97348"/>
                </a:lnTo>
                <a:cubicBezTo>
                  <a:pt x="668362" y="97252"/>
                  <a:pt x="670511" y="96386"/>
                  <a:pt x="671912" y="94752"/>
                </a:cubicBezTo>
                <a:cubicBezTo>
                  <a:pt x="672846" y="93646"/>
                  <a:pt x="673313" y="90714"/>
                  <a:pt x="673313" y="85954"/>
                </a:cubicBezTo>
                <a:lnTo>
                  <a:pt x="673313" y="46583"/>
                </a:lnTo>
                <a:cubicBezTo>
                  <a:pt x="673313" y="41763"/>
                  <a:pt x="672776" y="38684"/>
                  <a:pt x="671702" y="37346"/>
                </a:cubicBezTo>
                <a:cubicBezTo>
                  <a:pt x="670627" y="36007"/>
                  <a:pt x="668549" y="35240"/>
                  <a:pt x="665466" y="35045"/>
                </a:cubicBezTo>
                <a:lnTo>
                  <a:pt x="665466" y="32449"/>
                </a:lnTo>
                <a:lnTo>
                  <a:pt x="692931" y="32449"/>
                </a:lnTo>
                <a:close/>
                <a:moveTo>
                  <a:pt x="733714" y="7644"/>
                </a:moveTo>
                <a:lnTo>
                  <a:pt x="733714" y="32449"/>
                </a:lnTo>
                <a:lnTo>
                  <a:pt x="749268" y="32449"/>
                </a:lnTo>
                <a:lnTo>
                  <a:pt x="749268" y="39516"/>
                </a:lnTo>
                <a:lnTo>
                  <a:pt x="733714" y="39516"/>
                </a:lnTo>
                <a:lnTo>
                  <a:pt x="733714" y="81236"/>
                </a:lnTo>
                <a:cubicBezTo>
                  <a:pt x="733714" y="85140"/>
                  <a:pt x="733889" y="87659"/>
                  <a:pt x="734240" y="88792"/>
                </a:cubicBezTo>
                <a:cubicBezTo>
                  <a:pt x="734590" y="89924"/>
                  <a:pt x="735209" y="90841"/>
                  <a:pt x="736096" y="91541"/>
                </a:cubicBezTo>
                <a:cubicBezTo>
                  <a:pt x="736984" y="92239"/>
                  <a:pt x="737801" y="92589"/>
                  <a:pt x="738548" y="92589"/>
                </a:cubicBezTo>
                <a:cubicBezTo>
                  <a:pt x="741584" y="92589"/>
                  <a:pt x="744457" y="90185"/>
                  <a:pt x="747166" y="85378"/>
                </a:cubicBezTo>
                <a:lnTo>
                  <a:pt x="749268" y="86980"/>
                </a:lnTo>
                <a:cubicBezTo>
                  <a:pt x="745485" y="96295"/>
                  <a:pt x="739342" y="100953"/>
                  <a:pt x="730842" y="100953"/>
                </a:cubicBezTo>
                <a:cubicBezTo>
                  <a:pt x="726684" y="100953"/>
                  <a:pt x="723170" y="99760"/>
                  <a:pt x="720297" y="97373"/>
                </a:cubicBezTo>
                <a:cubicBezTo>
                  <a:pt x="717425" y="94984"/>
                  <a:pt x="715591" y="92318"/>
                  <a:pt x="714797" y="89375"/>
                </a:cubicBezTo>
                <a:cubicBezTo>
                  <a:pt x="714330" y="87735"/>
                  <a:pt x="714097" y="83296"/>
                  <a:pt x="714097" y="76060"/>
                </a:cubicBezTo>
                <a:lnTo>
                  <a:pt x="714097" y="39516"/>
                </a:lnTo>
                <a:lnTo>
                  <a:pt x="705549" y="39516"/>
                </a:lnTo>
                <a:lnTo>
                  <a:pt x="705549" y="36985"/>
                </a:lnTo>
                <a:cubicBezTo>
                  <a:pt x="711434" y="32698"/>
                  <a:pt x="716444" y="28193"/>
                  <a:pt x="720577" y="23472"/>
                </a:cubicBezTo>
                <a:cubicBezTo>
                  <a:pt x="724711" y="18750"/>
                  <a:pt x="728319" y="13474"/>
                  <a:pt x="731402" y="7644"/>
                </a:cubicBezTo>
                <a:lnTo>
                  <a:pt x="733714" y="7644"/>
                </a:lnTo>
                <a:close/>
                <a:moveTo>
                  <a:pt x="784856" y="102749"/>
                </a:moveTo>
                <a:lnTo>
                  <a:pt x="763697" y="52660"/>
                </a:lnTo>
                <a:cubicBezTo>
                  <a:pt x="760521" y="45074"/>
                  <a:pt x="758174" y="40411"/>
                  <a:pt x="756656" y="38671"/>
                </a:cubicBezTo>
                <a:cubicBezTo>
                  <a:pt x="755138" y="36930"/>
                  <a:pt x="753305" y="35721"/>
                  <a:pt x="751156" y="35045"/>
                </a:cubicBezTo>
                <a:lnTo>
                  <a:pt x="751156" y="32449"/>
                </a:lnTo>
                <a:lnTo>
                  <a:pt x="785977" y="32449"/>
                </a:lnTo>
                <a:lnTo>
                  <a:pt x="785977" y="35045"/>
                </a:lnTo>
                <a:cubicBezTo>
                  <a:pt x="783688" y="35141"/>
                  <a:pt x="782077" y="35600"/>
                  <a:pt x="781143" y="36422"/>
                </a:cubicBezTo>
                <a:cubicBezTo>
                  <a:pt x="780209" y="37242"/>
                  <a:pt x="779741" y="38232"/>
                  <a:pt x="779741" y="39392"/>
                </a:cubicBezTo>
                <a:cubicBezTo>
                  <a:pt x="779741" y="41226"/>
                  <a:pt x="780909" y="44848"/>
                  <a:pt x="783245" y="50258"/>
                </a:cubicBezTo>
                <a:lnTo>
                  <a:pt x="794455" y="76774"/>
                </a:lnTo>
                <a:lnTo>
                  <a:pt x="802091" y="56284"/>
                </a:lnTo>
                <a:cubicBezTo>
                  <a:pt x="804847" y="48987"/>
                  <a:pt x="806225" y="43913"/>
                  <a:pt x="806225" y="41062"/>
                </a:cubicBezTo>
                <a:cubicBezTo>
                  <a:pt x="806225" y="39274"/>
                  <a:pt x="805653" y="37848"/>
                  <a:pt x="804508" y="36785"/>
                </a:cubicBezTo>
                <a:cubicBezTo>
                  <a:pt x="803364" y="35721"/>
                  <a:pt x="801344" y="35141"/>
                  <a:pt x="798448" y="35045"/>
                </a:cubicBezTo>
                <a:lnTo>
                  <a:pt x="798448" y="32449"/>
                </a:lnTo>
                <a:lnTo>
                  <a:pt x="820378" y="32449"/>
                </a:lnTo>
                <a:lnTo>
                  <a:pt x="820378" y="35045"/>
                </a:lnTo>
                <a:cubicBezTo>
                  <a:pt x="818229" y="35287"/>
                  <a:pt x="816477" y="36145"/>
                  <a:pt x="815123" y="37619"/>
                </a:cubicBezTo>
                <a:cubicBezTo>
                  <a:pt x="813768" y="39092"/>
                  <a:pt x="811503" y="44106"/>
                  <a:pt x="808327" y="52660"/>
                </a:cubicBezTo>
                <a:lnTo>
                  <a:pt x="789620" y="102684"/>
                </a:lnTo>
                <a:cubicBezTo>
                  <a:pt x="784903" y="115183"/>
                  <a:pt x="781400" y="122874"/>
                  <a:pt x="779111" y="125759"/>
                </a:cubicBezTo>
                <a:cubicBezTo>
                  <a:pt x="775888" y="129797"/>
                  <a:pt x="771848" y="131816"/>
                  <a:pt x="766990" y="131816"/>
                </a:cubicBezTo>
                <a:cubicBezTo>
                  <a:pt x="763113" y="131816"/>
                  <a:pt x="759972" y="130674"/>
                  <a:pt x="757567" y="128391"/>
                </a:cubicBezTo>
                <a:cubicBezTo>
                  <a:pt x="755161" y="126107"/>
                  <a:pt x="753959" y="123355"/>
                  <a:pt x="753959" y="120134"/>
                </a:cubicBezTo>
                <a:cubicBezTo>
                  <a:pt x="753959" y="117346"/>
                  <a:pt x="754788" y="115039"/>
                  <a:pt x="756446" y="113212"/>
                </a:cubicBezTo>
                <a:cubicBezTo>
                  <a:pt x="758104" y="111385"/>
                  <a:pt x="760147" y="110472"/>
                  <a:pt x="762576" y="110472"/>
                </a:cubicBezTo>
                <a:cubicBezTo>
                  <a:pt x="764912" y="110472"/>
                  <a:pt x="766792" y="111236"/>
                  <a:pt x="768216" y="112766"/>
                </a:cubicBezTo>
                <a:cubicBezTo>
                  <a:pt x="769641" y="114296"/>
                  <a:pt x="770376" y="116664"/>
                  <a:pt x="770423" y="119868"/>
                </a:cubicBezTo>
                <a:cubicBezTo>
                  <a:pt x="770470" y="121686"/>
                  <a:pt x="770680" y="122858"/>
                  <a:pt x="771054" y="123384"/>
                </a:cubicBezTo>
                <a:cubicBezTo>
                  <a:pt x="771427" y="123910"/>
                  <a:pt x="771965" y="124172"/>
                  <a:pt x="772665" y="124172"/>
                </a:cubicBezTo>
                <a:cubicBezTo>
                  <a:pt x="773786" y="124172"/>
                  <a:pt x="774977" y="123478"/>
                  <a:pt x="776238" y="122090"/>
                </a:cubicBezTo>
                <a:cubicBezTo>
                  <a:pt x="778107" y="120080"/>
                  <a:pt x="780302" y="115486"/>
                  <a:pt x="782824" y="108308"/>
                </a:cubicBezTo>
                <a:lnTo>
                  <a:pt x="784856" y="102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(CVE/NVD">
            <a:extLst xmlns:a="http://schemas.openxmlformats.org/drawingml/2006/main">
              <a:ext uri="{FF2B5EF4-FFF2-40B4-BE49-F238E27FC236}">
                <a16:creationId xmlns:a16="http://schemas.microsoft.com/office/drawing/2014/main" id="{58BF5725-85B5-4913-AB15-803F093B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2" y="1273875"/>
            <a:ext cx="744678" cy="134124"/>
          </a:xfrm>
          <a:custGeom xmlns:a="http://schemas.openxmlformats.org/drawingml/2006/main">
            <a:pathLst>
              <a:path w="744678" h="134124">
                <a:moveTo>
                  <a:pt x="38674" y="131456"/>
                </a:moveTo>
                <a:lnTo>
                  <a:pt x="38674" y="134124"/>
                </a:lnTo>
                <a:cubicBezTo>
                  <a:pt x="31621" y="130470"/>
                  <a:pt x="25736" y="126192"/>
                  <a:pt x="21019" y="121288"/>
                </a:cubicBezTo>
                <a:cubicBezTo>
                  <a:pt x="14293" y="114318"/>
                  <a:pt x="9108" y="106097"/>
                  <a:pt x="5465" y="96627"/>
                </a:cubicBezTo>
                <a:cubicBezTo>
                  <a:pt x="1822" y="87156"/>
                  <a:pt x="0" y="77325"/>
                  <a:pt x="0" y="67134"/>
                </a:cubicBezTo>
                <a:cubicBezTo>
                  <a:pt x="0" y="52231"/>
                  <a:pt x="3573" y="38639"/>
                  <a:pt x="10720" y="26356"/>
                </a:cubicBezTo>
                <a:cubicBezTo>
                  <a:pt x="17866" y="14073"/>
                  <a:pt x="27184" y="5288"/>
                  <a:pt x="38674" y="0"/>
                </a:cubicBezTo>
                <a:lnTo>
                  <a:pt x="38674" y="3029"/>
                </a:lnTo>
                <a:cubicBezTo>
                  <a:pt x="32929" y="6298"/>
                  <a:pt x="28212" y="10768"/>
                  <a:pt x="24522" y="16441"/>
                </a:cubicBezTo>
                <a:cubicBezTo>
                  <a:pt x="20832" y="22114"/>
                  <a:pt x="18076" y="29300"/>
                  <a:pt x="16254" y="38002"/>
                </a:cubicBezTo>
                <a:cubicBezTo>
                  <a:pt x="14433" y="46703"/>
                  <a:pt x="13522" y="55789"/>
                  <a:pt x="13522" y="65259"/>
                </a:cubicBezTo>
                <a:cubicBezTo>
                  <a:pt x="13522" y="75547"/>
                  <a:pt x="14293" y="84897"/>
                  <a:pt x="15834" y="93310"/>
                </a:cubicBezTo>
                <a:cubicBezTo>
                  <a:pt x="17048" y="99944"/>
                  <a:pt x="18520" y="105268"/>
                  <a:pt x="20248" y="109282"/>
                </a:cubicBezTo>
                <a:cubicBezTo>
                  <a:pt x="21976" y="113296"/>
                  <a:pt x="24300" y="117154"/>
                  <a:pt x="27219" y="120855"/>
                </a:cubicBezTo>
                <a:cubicBezTo>
                  <a:pt x="30138" y="124557"/>
                  <a:pt x="33957" y="128090"/>
                  <a:pt x="38674" y="131456"/>
                </a:cubicBezTo>
                <a:close/>
                <a:moveTo>
                  <a:pt x="127580" y="2596"/>
                </a:moveTo>
                <a:lnTo>
                  <a:pt x="129752" y="35766"/>
                </a:lnTo>
                <a:lnTo>
                  <a:pt x="127580" y="35766"/>
                </a:lnTo>
                <a:cubicBezTo>
                  <a:pt x="124684" y="25790"/>
                  <a:pt x="120550" y="18609"/>
                  <a:pt x="115179" y="14224"/>
                </a:cubicBezTo>
                <a:cubicBezTo>
                  <a:pt x="109807" y="9837"/>
                  <a:pt x="103362" y="7644"/>
                  <a:pt x="95842" y="7644"/>
                </a:cubicBezTo>
                <a:cubicBezTo>
                  <a:pt x="89536" y="7644"/>
                  <a:pt x="83838" y="9292"/>
                  <a:pt x="78746" y="12588"/>
                </a:cubicBezTo>
                <a:cubicBezTo>
                  <a:pt x="73655" y="15882"/>
                  <a:pt x="69650" y="21138"/>
                  <a:pt x="66731" y="28355"/>
                </a:cubicBezTo>
                <a:cubicBezTo>
                  <a:pt x="63812" y="35572"/>
                  <a:pt x="62352" y="44545"/>
                  <a:pt x="62352" y="55274"/>
                </a:cubicBezTo>
                <a:cubicBezTo>
                  <a:pt x="62352" y="64126"/>
                  <a:pt x="63730" y="71799"/>
                  <a:pt x="66486" y="78295"/>
                </a:cubicBezTo>
                <a:cubicBezTo>
                  <a:pt x="69241" y="84789"/>
                  <a:pt x="73387" y="89769"/>
                  <a:pt x="78922" y="93233"/>
                </a:cubicBezTo>
                <a:cubicBezTo>
                  <a:pt x="84457" y="96697"/>
                  <a:pt x="90774" y="98429"/>
                  <a:pt x="97873" y="98429"/>
                </a:cubicBezTo>
                <a:cubicBezTo>
                  <a:pt x="104039" y="98429"/>
                  <a:pt x="109480" y="97071"/>
                  <a:pt x="114198" y="94355"/>
                </a:cubicBezTo>
                <a:cubicBezTo>
                  <a:pt x="118916" y="91639"/>
                  <a:pt x="124100" y="86243"/>
                  <a:pt x="129752" y="78167"/>
                </a:cubicBezTo>
                <a:lnTo>
                  <a:pt x="131924" y="79604"/>
                </a:lnTo>
                <a:cubicBezTo>
                  <a:pt x="127160" y="88283"/>
                  <a:pt x="121601" y="94636"/>
                  <a:pt x="115249" y="98664"/>
                </a:cubicBezTo>
                <a:cubicBezTo>
                  <a:pt x="108897" y="102690"/>
                  <a:pt x="101353" y="104703"/>
                  <a:pt x="92619" y="104703"/>
                </a:cubicBezTo>
                <a:cubicBezTo>
                  <a:pt x="76878" y="104703"/>
                  <a:pt x="64687" y="98702"/>
                  <a:pt x="56046" y="86700"/>
                </a:cubicBezTo>
                <a:cubicBezTo>
                  <a:pt x="49601" y="77772"/>
                  <a:pt x="46378" y="67259"/>
                  <a:pt x="46378" y="55161"/>
                </a:cubicBezTo>
                <a:cubicBezTo>
                  <a:pt x="46378" y="45416"/>
                  <a:pt x="48503" y="36463"/>
                  <a:pt x="52753" y="28303"/>
                </a:cubicBezTo>
                <a:cubicBezTo>
                  <a:pt x="57004" y="20143"/>
                  <a:pt x="62854" y="13818"/>
                  <a:pt x="70304" y="9329"/>
                </a:cubicBezTo>
                <a:cubicBezTo>
                  <a:pt x="77754" y="4840"/>
                  <a:pt x="85893" y="2596"/>
                  <a:pt x="94721" y="2596"/>
                </a:cubicBezTo>
                <a:cubicBezTo>
                  <a:pt x="101587" y="2596"/>
                  <a:pt x="108359" y="4327"/>
                  <a:pt x="115039" y="7788"/>
                </a:cubicBezTo>
                <a:cubicBezTo>
                  <a:pt x="117000" y="8845"/>
                  <a:pt x="118402" y="9374"/>
                  <a:pt x="119242" y="9374"/>
                </a:cubicBezTo>
                <a:cubicBezTo>
                  <a:pt x="120504" y="9374"/>
                  <a:pt x="121601" y="8918"/>
                  <a:pt x="122535" y="8004"/>
                </a:cubicBezTo>
                <a:cubicBezTo>
                  <a:pt x="123750" y="6706"/>
                  <a:pt x="124614" y="4903"/>
                  <a:pt x="125128" y="2596"/>
                </a:cubicBezTo>
                <a:lnTo>
                  <a:pt x="127580" y="2596"/>
                </a:lnTo>
                <a:close/>
                <a:moveTo>
                  <a:pt x="239502" y="4759"/>
                </a:moveTo>
                <a:lnTo>
                  <a:pt x="239502" y="7427"/>
                </a:lnTo>
                <a:cubicBezTo>
                  <a:pt x="236139" y="8052"/>
                  <a:pt x="233593" y="9157"/>
                  <a:pt x="231865" y="10742"/>
                </a:cubicBezTo>
                <a:cubicBezTo>
                  <a:pt x="229389" y="13096"/>
                  <a:pt x="227194" y="16699"/>
                  <a:pt x="225279" y="21549"/>
                </a:cubicBezTo>
                <a:lnTo>
                  <a:pt x="192140" y="104703"/>
                </a:lnTo>
                <a:lnTo>
                  <a:pt x="189547" y="104703"/>
                </a:lnTo>
                <a:lnTo>
                  <a:pt x="153956" y="20470"/>
                </a:lnTo>
                <a:cubicBezTo>
                  <a:pt x="152134" y="16147"/>
                  <a:pt x="150850" y="13504"/>
                  <a:pt x="150102" y="12543"/>
                </a:cubicBezTo>
                <a:cubicBezTo>
                  <a:pt x="148934" y="11054"/>
                  <a:pt x="147498" y="9890"/>
                  <a:pt x="145793" y="9050"/>
                </a:cubicBezTo>
                <a:cubicBezTo>
                  <a:pt x="144088" y="8208"/>
                  <a:pt x="141788" y="7668"/>
                  <a:pt x="138892" y="7427"/>
                </a:cubicBezTo>
                <a:lnTo>
                  <a:pt x="138892" y="4759"/>
                </a:lnTo>
                <a:lnTo>
                  <a:pt x="177707" y="4759"/>
                </a:lnTo>
                <a:lnTo>
                  <a:pt x="177707" y="7427"/>
                </a:lnTo>
                <a:cubicBezTo>
                  <a:pt x="173316" y="7860"/>
                  <a:pt x="170467" y="8629"/>
                  <a:pt x="169159" y="9735"/>
                </a:cubicBezTo>
                <a:cubicBezTo>
                  <a:pt x="167851" y="10839"/>
                  <a:pt x="167197" y="12256"/>
                  <a:pt x="167197" y="13985"/>
                </a:cubicBezTo>
                <a:cubicBezTo>
                  <a:pt x="167197" y="16387"/>
                  <a:pt x="168272" y="20134"/>
                  <a:pt x="170420" y="25225"/>
                </a:cubicBezTo>
                <a:lnTo>
                  <a:pt x="194592" y="82509"/>
                </a:lnTo>
                <a:lnTo>
                  <a:pt x="217012" y="25946"/>
                </a:lnTo>
                <a:cubicBezTo>
                  <a:pt x="219207" y="20374"/>
                  <a:pt x="220305" y="16507"/>
                  <a:pt x="220305" y="14345"/>
                </a:cubicBezTo>
                <a:cubicBezTo>
                  <a:pt x="220305" y="12951"/>
                  <a:pt x="219627" y="11618"/>
                  <a:pt x="218273" y="10345"/>
                </a:cubicBezTo>
                <a:cubicBezTo>
                  <a:pt x="216918" y="9073"/>
                  <a:pt x="214630" y="8172"/>
                  <a:pt x="211407" y="7644"/>
                </a:cubicBezTo>
                <a:cubicBezTo>
                  <a:pt x="211173" y="7596"/>
                  <a:pt x="210776" y="7523"/>
                  <a:pt x="210216" y="7427"/>
                </a:cubicBezTo>
                <a:lnTo>
                  <a:pt x="210216" y="4759"/>
                </a:lnTo>
                <a:lnTo>
                  <a:pt x="239502" y="4759"/>
                </a:lnTo>
                <a:close/>
                <a:moveTo>
                  <a:pt x="270800" y="10095"/>
                </a:moveTo>
                <a:lnTo>
                  <a:pt x="270800" y="48746"/>
                </a:lnTo>
                <a:lnTo>
                  <a:pt x="291678" y="48746"/>
                </a:lnTo>
                <a:cubicBezTo>
                  <a:pt x="297096" y="48746"/>
                  <a:pt x="300716" y="47900"/>
                  <a:pt x="302538" y="46209"/>
                </a:cubicBezTo>
                <a:cubicBezTo>
                  <a:pt x="304967" y="43987"/>
                  <a:pt x="306321" y="40073"/>
                  <a:pt x="306602" y="34468"/>
                </a:cubicBezTo>
                <a:lnTo>
                  <a:pt x="309194" y="34468"/>
                </a:lnTo>
                <a:lnTo>
                  <a:pt x="309194" y="68504"/>
                </a:lnTo>
                <a:lnTo>
                  <a:pt x="306602" y="68504"/>
                </a:lnTo>
                <a:cubicBezTo>
                  <a:pt x="305948" y="63791"/>
                  <a:pt x="305294" y="60769"/>
                  <a:pt x="304640" y="59436"/>
                </a:cubicBezTo>
                <a:cubicBezTo>
                  <a:pt x="303799" y="57770"/>
                  <a:pt x="302421" y="56462"/>
                  <a:pt x="300506" y="55511"/>
                </a:cubicBezTo>
                <a:cubicBezTo>
                  <a:pt x="298591" y="54558"/>
                  <a:pt x="295648" y="54082"/>
                  <a:pt x="291678" y="54082"/>
                </a:cubicBezTo>
                <a:lnTo>
                  <a:pt x="270800" y="54082"/>
                </a:lnTo>
                <a:lnTo>
                  <a:pt x="270800" y="86261"/>
                </a:lnTo>
                <a:cubicBezTo>
                  <a:pt x="270800" y="90580"/>
                  <a:pt x="270987" y="93207"/>
                  <a:pt x="271360" y="94143"/>
                </a:cubicBezTo>
                <a:cubicBezTo>
                  <a:pt x="271734" y="95079"/>
                  <a:pt x="272388" y="95824"/>
                  <a:pt x="273322" y="96377"/>
                </a:cubicBezTo>
                <a:cubicBezTo>
                  <a:pt x="274256" y="96928"/>
                  <a:pt x="276031" y="97204"/>
                  <a:pt x="278647" y="97204"/>
                </a:cubicBezTo>
                <a:lnTo>
                  <a:pt x="294761" y="97204"/>
                </a:lnTo>
                <a:cubicBezTo>
                  <a:pt x="300132" y="97204"/>
                  <a:pt x="304033" y="96819"/>
                  <a:pt x="306461" y="96050"/>
                </a:cubicBezTo>
                <a:cubicBezTo>
                  <a:pt x="308890" y="95281"/>
                  <a:pt x="311226" y="93766"/>
                  <a:pt x="313468" y="91507"/>
                </a:cubicBezTo>
                <a:cubicBezTo>
                  <a:pt x="316364" y="88526"/>
                  <a:pt x="319330" y="84032"/>
                  <a:pt x="322366" y="78022"/>
                </a:cubicBezTo>
                <a:lnTo>
                  <a:pt x="325168" y="78022"/>
                </a:lnTo>
                <a:lnTo>
                  <a:pt x="316971" y="102540"/>
                </a:lnTo>
                <a:lnTo>
                  <a:pt x="243756" y="102540"/>
                </a:lnTo>
                <a:lnTo>
                  <a:pt x="243756" y="99872"/>
                </a:lnTo>
                <a:lnTo>
                  <a:pt x="247119" y="99872"/>
                </a:lnTo>
                <a:cubicBezTo>
                  <a:pt x="249361" y="99872"/>
                  <a:pt x="251486" y="99319"/>
                  <a:pt x="253494" y="98213"/>
                </a:cubicBezTo>
                <a:cubicBezTo>
                  <a:pt x="254989" y="97444"/>
                  <a:pt x="256005" y="96290"/>
                  <a:pt x="256542" y="94752"/>
                </a:cubicBezTo>
                <a:cubicBezTo>
                  <a:pt x="257079" y="93213"/>
                  <a:pt x="257348" y="90065"/>
                  <a:pt x="257348" y="85305"/>
                </a:cubicBezTo>
                <a:lnTo>
                  <a:pt x="257348" y="21777"/>
                </a:lnTo>
                <a:cubicBezTo>
                  <a:pt x="257348" y="15576"/>
                  <a:pt x="256741" y="11754"/>
                  <a:pt x="255526" y="10312"/>
                </a:cubicBezTo>
                <a:cubicBezTo>
                  <a:pt x="253845" y="8389"/>
                  <a:pt x="251042" y="7427"/>
                  <a:pt x="247119" y="7427"/>
                </a:cubicBezTo>
                <a:lnTo>
                  <a:pt x="243756" y="7427"/>
                </a:lnTo>
                <a:lnTo>
                  <a:pt x="243756" y="4759"/>
                </a:lnTo>
                <a:lnTo>
                  <a:pt x="316971" y="4759"/>
                </a:lnTo>
                <a:lnTo>
                  <a:pt x="318022" y="26104"/>
                </a:lnTo>
                <a:lnTo>
                  <a:pt x="315289" y="26104"/>
                </a:lnTo>
                <a:cubicBezTo>
                  <a:pt x="314308" y="20982"/>
                  <a:pt x="313222" y="17465"/>
                  <a:pt x="312031" y="15551"/>
                </a:cubicBezTo>
                <a:cubicBezTo>
                  <a:pt x="310840" y="13637"/>
                  <a:pt x="309077" y="12177"/>
                  <a:pt x="306742" y="11172"/>
                </a:cubicBezTo>
                <a:cubicBezTo>
                  <a:pt x="304873" y="10454"/>
                  <a:pt x="301580" y="10095"/>
                  <a:pt x="296863" y="10095"/>
                </a:cubicBezTo>
                <a:lnTo>
                  <a:pt x="270800" y="10095"/>
                </a:lnTo>
                <a:close/>
                <a:moveTo>
                  <a:pt x="404259" y="0"/>
                </a:moveTo>
                <a:lnTo>
                  <a:pt x="369859" y="104559"/>
                </a:lnTo>
                <a:lnTo>
                  <a:pt x="364254" y="104559"/>
                </a:lnTo>
                <a:lnTo>
                  <a:pt x="398654" y="0"/>
                </a:lnTo>
                <a:lnTo>
                  <a:pt x="404259" y="0"/>
                </a:lnTo>
                <a:close/>
                <a:moveTo>
                  <a:pt x="438380" y="4759"/>
                </a:moveTo>
                <a:lnTo>
                  <a:pt x="464163" y="4759"/>
                </a:lnTo>
                <a:lnTo>
                  <a:pt x="522244" y="78095"/>
                </a:lnTo>
                <a:lnTo>
                  <a:pt x="522244" y="21705"/>
                </a:lnTo>
                <a:cubicBezTo>
                  <a:pt x="522244" y="15696"/>
                  <a:pt x="521590" y="11946"/>
                  <a:pt x="520282" y="10456"/>
                </a:cubicBezTo>
                <a:cubicBezTo>
                  <a:pt x="518554" y="8437"/>
                  <a:pt x="515822" y="7427"/>
                  <a:pt x="512085" y="7427"/>
                </a:cubicBezTo>
                <a:lnTo>
                  <a:pt x="508792" y="7427"/>
                </a:lnTo>
                <a:lnTo>
                  <a:pt x="508792" y="4759"/>
                </a:lnTo>
                <a:lnTo>
                  <a:pt x="541862" y="4759"/>
                </a:lnTo>
                <a:lnTo>
                  <a:pt x="541862" y="7427"/>
                </a:lnTo>
                <a:lnTo>
                  <a:pt x="538499" y="7427"/>
                </a:lnTo>
                <a:cubicBezTo>
                  <a:pt x="534482" y="7427"/>
                  <a:pt x="531633" y="8677"/>
                  <a:pt x="529951" y="11177"/>
                </a:cubicBezTo>
                <a:cubicBezTo>
                  <a:pt x="528923" y="12715"/>
                  <a:pt x="528410" y="16225"/>
                  <a:pt x="528410" y="21705"/>
                </a:cubicBezTo>
                <a:lnTo>
                  <a:pt x="528410" y="104126"/>
                </a:lnTo>
                <a:lnTo>
                  <a:pt x="525887" y="104126"/>
                </a:lnTo>
                <a:lnTo>
                  <a:pt x="463252" y="25383"/>
                </a:lnTo>
                <a:lnTo>
                  <a:pt x="463252" y="85594"/>
                </a:lnTo>
                <a:cubicBezTo>
                  <a:pt x="463252" y="91603"/>
                  <a:pt x="463882" y="95353"/>
                  <a:pt x="465143" y="96843"/>
                </a:cubicBezTo>
                <a:cubicBezTo>
                  <a:pt x="466918" y="98862"/>
                  <a:pt x="469651" y="99872"/>
                  <a:pt x="473341" y="99872"/>
                </a:cubicBezTo>
                <a:lnTo>
                  <a:pt x="476704" y="99872"/>
                </a:lnTo>
                <a:lnTo>
                  <a:pt x="476704" y="102540"/>
                </a:lnTo>
                <a:lnTo>
                  <a:pt x="443634" y="102540"/>
                </a:lnTo>
                <a:lnTo>
                  <a:pt x="443634" y="99872"/>
                </a:lnTo>
                <a:lnTo>
                  <a:pt x="446927" y="99872"/>
                </a:lnTo>
                <a:cubicBezTo>
                  <a:pt x="450991" y="99872"/>
                  <a:pt x="453863" y="98622"/>
                  <a:pt x="455545" y="96122"/>
                </a:cubicBezTo>
                <a:cubicBezTo>
                  <a:pt x="456572" y="94584"/>
                  <a:pt x="457086" y="91074"/>
                  <a:pt x="457086" y="85594"/>
                </a:cubicBezTo>
                <a:lnTo>
                  <a:pt x="457086" y="17595"/>
                </a:lnTo>
                <a:cubicBezTo>
                  <a:pt x="454330" y="14278"/>
                  <a:pt x="452240" y="12090"/>
                  <a:pt x="450816" y="11033"/>
                </a:cubicBezTo>
                <a:cubicBezTo>
                  <a:pt x="449391" y="9975"/>
                  <a:pt x="447301" y="8990"/>
                  <a:pt x="444545" y="8076"/>
                </a:cubicBezTo>
                <a:cubicBezTo>
                  <a:pt x="443191" y="7644"/>
                  <a:pt x="441135" y="7427"/>
                  <a:pt x="438380" y="7427"/>
                </a:cubicBezTo>
                <a:lnTo>
                  <a:pt x="438380" y="4759"/>
                </a:lnTo>
                <a:close/>
                <a:moveTo>
                  <a:pt x="645266" y="4759"/>
                </a:moveTo>
                <a:lnTo>
                  <a:pt x="645266" y="7427"/>
                </a:lnTo>
                <a:cubicBezTo>
                  <a:pt x="641903" y="8052"/>
                  <a:pt x="639358" y="9157"/>
                  <a:pt x="637630" y="10742"/>
                </a:cubicBezTo>
                <a:cubicBezTo>
                  <a:pt x="635154" y="13096"/>
                  <a:pt x="632959" y="16699"/>
                  <a:pt x="631044" y="21549"/>
                </a:cubicBezTo>
                <a:lnTo>
                  <a:pt x="597904" y="104703"/>
                </a:lnTo>
                <a:lnTo>
                  <a:pt x="595312" y="104703"/>
                </a:lnTo>
                <a:lnTo>
                  <a:pt x="559720" y="20470"/>
                </a:lnTo>
                <a:cubicBezTo>
                  <a:pt x="557899" y="16147"/>
                  <a:pt x="556614" y="13504"/>
                  <a:pt x="555867" y="12543"/>
                </a:cubicBezTo>
                <a:cubicBezTo>
                  <a:pt x="554699" y="11054"/>
                  <a:pt x="553263" y="9890"/>
                  <a:pt x="551558" y="9050"/>
                </a:cubicBezTo>
                <a:cubicBezTo>
                  <a:pt x="549853" y="8208"/>
                  <a:pt x="547553" y="7668"/>
                  <a:pt x="544657" y="7427"/>
                </a:cubicBezTo>
                <a:lnTo>
                  <a:pt x="544657" y="4759"/>
                </a:lnTo>
                <a:lnTo>
                  <a:pt x="583472" y="4759"/>
                </a:lnTo>
                <a:lnTo>
                  <a:pt x="583472" y="7427"/>
                </a:lnTo>
                <a:cubicBezTo>
                  <a:pt x="579081" y="7860"/>
                  <a:pt x="576232" y="8629"/>
                  <a:pt x="574924" y="9735"/>
                </a:cubicBezTo>
                <a:cubicBezTo>
                  <a:pt x="573616" y="10839"/>
                  <a:pt x="572962" y="12256"/>
                  <a:pt x="572962" y="13985"/>
                </a:cubicBezTo>
                <a:cubicBezTo>
                  <a:pt x="572962" y="16387"/>
                  <a:pt x="574036" y="20134"/>
                  <a:pt x="576185" y="25225"/>
                </a:cubicBezTo>
                <a:lnTo>
                  <a:pt x="600357" y="82509"/>
                </a:lnTo>
                <a:lnTo>
                  <a:pt x="622776" y="25946"/>
                </a:lnTo>
                <a:cubicBezTo>
                  <a:pt x="624972" y="20374"/>
                  <a:pt x="626069" y="16507"/>
                  <a:pt x="626069" y="14345"/>
                </a:cubicBezTo>
                <a:cubicBezTo>
                  <a:pt x="626069" y="12951"/>
                  <a:pt x="625392" y="11618"/>
                  <a:pt x="624038" y="10345"/>
                </a:cubicBezTo>
                <a:cubicBezTo>
                  <a:pt x="622683" y="9073"/>
                  <a:pt x="620394" y="8172"/>
                  <a:pt x="617171" y="7644"/>
                </a:cubicBezTo>
                <a:cubicBezTo>
                  <a:pt x="616938" y="7596"/>
                  <a:pt x="616541" y="7523"/>
                  <a:pt x="615980" y="7427"/>
                </a:cubicBezTo>
                <a:lnTo>
                  <a:pt x="615980" y="4759"/>
                </a:lnTo>
                <a:lnTo>
                  <a:pt x="645266" y="4759"/>
                </a:lnTo>
                <a:close/>
                <a:moveTo>
                  <a:pt x="648973" y="102540"/>
                </a:moveTo>
                <a:lnTo>
                  <a:pt x="648973" y="99872"/>
                </a:lnTo>
                <a:lnTo>
                  <a:pt x="652546" y="99872"/>
                </a:lnTo>
                <a:cubicBezTo>
                  <a:pt x="656563" y="99872"/>
                  <a:pt x="659412" y="98550"/>
                  <a:pt x="661093" y="95906"/>
                </a:cubicBezTo>
                <a:cubicBezTo>
                  <a:pt x="662121" y="94319"/>
                  <a:pt x="662635" y="90762"/>
                  <a:pt x="662635" y="85233"/>
                </a:cubicBezTo>
                <a:lnTo>
                  <a:pt x="662635" y="22065"/>
                </a:lnTo>
                <a:cubicBezTo>
                  <a:pt x="662635" y="15960"/>
                  <a:pt x="661981" y="12138"/>
                  <a:pt x="660673" y="10600"/>
                </a:cubicBezTo>
                <a:cubicBezTo>
                  <a:pt x="658851" y="8485"/>
                  <a:pt x="656142" y="7427"/>
                  <a:pt x="652546" y="7427"/>
                </a:cubicBezTo>
                <a:lnTo>
                  <a:pt x="648973" y="7427"/>
                </a:lnTo>
                <a:lnTo>
                  <a:pt x="648973" y="4759"/>
                </a:lnTo>
                <a:lnTo>
                  <a:pt x="687647" y="4759"/>
                </a:lnTo>
                <a:cubicBezTo>
                  <a:pt x="701846" y="4759"/>
                  <a:pt x="712648" y="6418"/>
                  <a:pt x="720051" y="9735"/>
                </a:cubicBezTo>
                <a:cubicBezTo>
                  <a:pt x="727454" y="13052"/>
                  <a:pt x="733409" y="18580"/>
                  <a:pt x="737917" y="26320"/>
                </a:cubicBezTo>
                <a:cubicBezTo>
                  <a:pt x="742424" y="34060"/>
                  <a:pt x="744678" y="43001"/>
                  <a:pt x="744678" y="53145"/>
                </a:cubicBezTo>
                <a:cubicBezTo>
                  <a:pt x="744678" y="66749"/>
                  <a:pt x="740661" y="78119"/>
                  <a:pt x="732627" y="87252"/>
                </a:cubicBezTo>
                <a:cubicBezTo>
                  <a:pt x="723612" y="97444"/>
                  <a:pt x="709880" y="102540"/>
                  <a:pt x="691430" y="102540"/>
                </a:cubicBezTo>
                <a:lnTo>
                  <a:pt x="648973" y="102540"/>
                </a:lnTo>
                <a:moveTo>
                  <a:pt x="676087" y="95545"/>
                </a:moveTo>
                <a:cubicBezTo>
                  <a:pt x="682019" y="96843"/>
                  <a:pt x="686993" y="97492"/>
                  <a:pt x="691010" y="97492"/>
                </a:cubicBezTo>
                <a:cubicBezTo>
                  <a:pt x="701846" y="97492"/>
                  <a:pt x="710838" y="93574"/>
                  <a:pt x="717984" y="85738"/>
                </a:cubicBezTo>
                <a:cubicBezTo>
                  <a:pt x="725130" y="77902"/>
                  <a:pt x="728704" y="67278"/>
                  <a:pt x="728704" y="53866"/>
                </a:cubicBezTo>
                <a:cubicBezTo>
                  <a:pt x="728704" y="40357"/>
                  <a:pt x="725130" y="29709"/>
                  <a:pt x="717984" y="21921"/>
                </a:cubicBezTo>
                <a:cubicBezTo>
                  <a:pt x="710838" y="14133"/>
                  <a:pt x="701659" y="10240"/>
                  <a:pt x="690450" y="10240"/>
                </a:cubicBezTo>
                <a:cubicBezTo>
                  <a:pt x="686246" y="10240"/>
                  <a:pt x="681458" y="10937"/>
                  <a:pt x="676087" y="12331"/>
                </a:cubicBezTo>
                <a:lnTo>
                  <a:pt x="676087" y="955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)">
            <a:extLst xmlns:a="http://schemas.openxmlformats.org/drawingml/2006/main">
              <a:ext uri="{FF2B5EF4-FFF2-40B4-BE49-F238E27FC236}">
                <a16:creationId xmlns:a16="http://schemas.microsoft.com/office/drawing/2014/main" id="{12624951-6E04-40E3-8890-A439B850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10" y="1235423"/>
            <a:ext cx="53177" cy="184420"/>
          </a:xfrm>
          <a:custGeom xmlns:a="http://schemas.openxmlformats.org/drawingml/2006/main">
            <a:pathLst>
              <a:path w="53177" h="184420">
                <a:moveTo>
                  <a:pt x="0" y="4164"/>
                </a:moveTo>
                <a:lnTo>
                  <a:pt x="0" y="0"/>
                </a:lnTo>
                <a:cubicBezTo>
                  <a:pt x="9762" y="4958"/>
                  <a:pt x="17886" y="10807"/>
                  <a:pt x="24373" y="17550"/>
                </a:cubicBezTo>
                <a:cubicBezTo>
                  <a:pt x="33557" y="27200"/>
                  <a:pt x="40654" y="38520"/>
                  <a:pt x="45663" y="51509"/>
                </a:cubicBezTo>
                <a:cubicBezTo>
                  <a:pt x="50673" y="64497"/>
                  <a:pt x="53177" y="78031"/>
                  <a:pt x="53177" y="92111"/>
                </a:cubicBezTo>
                <a:cubicBezTo>
                  <a:pt x="53177" y="112602"/>
                  <a:pt x="48280" y="131292"/>
                  <a:pt x="38486" y="148180"/>
                </a:cubicBezTo>
                <a:cubicBezTo>
                  <a:pt x="28692" y="165069"/>
                  <a:pt x="15863" y="177149"/>
                  <a:pt x="0" y="184420"/>
                </a:cubicBezTo>
                <a:lnTo>
                  <a:pt x="0" y="180751"/>
                </a:lnTo>
                <a:cubicBezTo>
                  <a:pt x="7900" y="176190"/>
                  <a:pt x="14402" y="170027"/>
                  <a:pt x="19508" y="162260"/>
                </a:cubicBezTo>
                <a:cubicBezTo>
                  <a:pt x="24614" y="154493"/>
                  <a:pt x="28403" y="144611"/>
                  <a:pt x="30876" y="132614"/>
                </a:cubicBezTo>
                <a:cubicBezTo>
                  <a:pt x="33348" y="120617"/>
                  <a:pt x="34585" y="108107"/>
                  <a:pt x="34585" y="95085"/>
                </a:cubicBezTo>
                <a:cubicBezTo>
                  <a:pt x="34585" y="81006"/>
                  <a:pt x="33525" y="68149"/>
                  <a:pt x="31405" y="56516"/>
                </a:cubicBezTo>
                <a:cubicBezTo>
                  <a:pt x="29800" y="47394"/>
                  <a:pt x="27793" y="40090"/>
                  <a:pt x="25384" y="34604"/>
                </a:cubicBezTo>
                <a:cubicBezTo>
                  <a:pt x="22976" y="29117"/>
                  <a:pt x="19781" y="23829"/>
                  <a:pt x="15799" y="18739"/>
                </a:cubicBezTo>
                <a:cubicBezTo>
                  <a:pt x="11817" y="13650"/>
                  <a:pt x="6551" y="8791"/>
                  <a:pt x="0" y="41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8027078ed430b"/>
          <a:stretch xmlns:a="http://schemas.openxmlformats.org/drawingml/2006/main"/>
        </p:blipFill>
        <p:spPr>
          <a:xfrm xmlns:a="http://schemas.openxmlformats.org/drawingml/2006/main">
            <a:off x="235408" y="1973709"/>
            <a:ext cx="497890" cy="512166"/>
          </a:xfrm>
          <a:prstGeom xmlns:a="http://schemas.openxmlformats.org/drawingml/2006/main" prst="rect">
            <a:avLst/>
          </a:prstGeom>
        </p:spPr>
      </p:pic>
      <p:sp>
        <p:nvSpPr>
          <p:cNvPr id="22" name="Text Open-Source">
            <a:extLst xmlns:a="http://schemas.openxmlformats.org/drawingml/2006/main">
              <a:ext uri="{FF2B5EF4-FFF2-40B4-BE49-F238E27FC236}">
                <a16:creationId xmlns:a16="http://schemas.microsoft.com/office/drawing/2014/main" id="{6876237F-ACD8-4644-AB86-DF71CEE3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6" y="2707492"/>
            <a:ext cx="796819" cy="131528"/>
          </a:xfrm>
          <a:custGeom xmlns:a="http://schemas.openxmlformats.org/drawingml/2006/main">
            <a:pathLst>
              <a:path w="796819" h="131528">
                <a:moveTo>
                  <a:pt x="49814" y="721"/>
                </a:moveTo>
                <a:cubicBezTo>
                  <a:pt x="64948" y="144"/>
                  <a:pt x="77244" y="4687"/>
                  <a:pt x="86702" y="14350"/>
                </a:cubicBezTo>
                <a:cubicBezTo>
                  <a:pt x="96161" y="24012"/>
                  <a:pt x="100890" y="36103"/>
                  <a:pt x="100890" y="50621"/>
                </a:cubicBezTo>
                <a:cubicBezTo>
                  <a:pt x="100890" y="63024"/>
                  <a:pt x="97363" y="73936"/>
                  <a:pt x="90310" y="83359"/>
                </a:cubicBezTo>
                <a:cubicBezTo>
                  <a:pt x="80969" y="95857"/>
                  <a:pt x="67774" y="102107"/>
                  <a:pt x="50725" y="102107"/>
                </a:cubicBezTo>
                <a:cubicBezTo>
                  <a:pt x="33630" y="102107"/>
                  <a:pt x="20411" y="96146"/>
                  <a:pt x="11070" y="84224"/>
                </a:cubicBezTo>
                <a:cubicBezTo>
                  <a:pt x="3690" y="74802"/>
                  <a:pt x="0" y="63625"/>
                  <a:pt x="0" y="50693"/>
                </a:cubicBezTo>
                <a:cubicBezTo>
                  <a:pt x="0" y="36175"/>
                  <a:pt x="4799" y="24073"/>
                  <a:pt x="14398" y="14386"/>
                </a:cubicBezTo>
                <a:cubicBezTo>
                  <a:pt x="23996" y="4699"/>
                  <a:pt x="35802" y="144"/>
                  <a:pt x="49814" y="721"/>
                </a:cubicBezTo>
                <a:moveTo>
                  <a:pt x="50655" y="5336"/>
                </a:moveTo>
                <a:cubicBezTo>
                  <a:pt x="41967" y="5336"/>
                  <a:pt x="35358" y="9899"/>
                  <a:pt x="30827" y="19026"/>
                </a:cubicBezTo>
                <a:cubicBezTo>
                  <a:pt x="27137" y="26519"/>
                  <a:pt x="25292" y="37279"/>
                  <a:pt x="25292" y="51306"/>
                </a:cubicBezTo>
                <a:cubicBezTo>
                  <a:pt x="25292" y="67974"/>
                  <a:pt x="28142" y="80295"/>
                  <a:pt x="33840" y="88269"/>
                </a:cubicBezTo>
                <a:cubicBezTo>
                  <a:pt x="37810" y="93841"/>
                  <a:pt x="43369" y="96627"/>
                  <a:pt x="50515" y="96627"/>
                </a:cubicBezTo>
                <a:cubicBezTo>
                  <a:pt x="55326" y="96627"/>
                  <a:pt x="59343" y="95426"/>
                  <a:pt x="62566" y="93023"/>
                </a:cubicBezTo>
                <a:cubicBezTo>
                  <a:pt x="66676" y="89950"/>
                  <a:pt x="69875" y="85039"/>
                  <a:pt x="72164" y="78291"/>
                </a:cubicBezTo>
                <a:cubicBezTo>
                  <a:pt x="74453" y="71541"/>
                  <a:pt x="75597" y="62738"/>
                  <a:pt x="75597" y="51883"/>
                </a:cubicBezTo>
                <a:cubicBezTo>
                  <a:pt x="75597" y="38960"/>
                  <a:pt x="74430" y="29293"/>
                  <a:pt x="72094" y="22881"/>
                </a:cubicBezTo>
                <a:cubicBezTo>
                  <a:pt x="69759" y="16468"/>
                  <a:pt x="66781" y="11941"/>
                  <a:pt x="63161" y="9300"/>
                </a:cubicBezTo>
                <a:cubicBezTo>
                  <a:pt x="59541" y="6657"/>
                  <a:pt x="55373" y="5336"/>
                  <a:pt x="50655" y="5336"/>
                </a:cubicBezTo>
                <a:close/>
                <a:moveTo>
                  <a:pt x="136699" y="93093"/>
                </a:moveTo>
                <a:lnTo>
                  <a:pt x="136699" y="118115"/>
                </a:lnTo>
                <a:cubicBezTo>
                  <a:pt x="136699" y="121623"/>
                  <a:pt x="136967" y="124010"/>
                  <a:pt x="137504" y="125277"/>
                </a:cubicBezTo>
                <a:cubicBezTo>
                  <a:pt x="138042" y="126545"/>
                  <a:pt x="138871" y="127471"/>
                  <a:pt x="139992" y="128055"/>
                </a:cubicBezTo>
                <a:cubicBezTo>
                  <a:pt x="141113" y="128639"/>
                  <a:pt x="143308" y="128932"/>
                  <a:pt x="146578" y="128932"/>
                </a:cubicBezTo>
                <a:lnTo>
                  <a:pt x="146578" y="131528"/>
                </a:lnTo>
                <a:lnTo>
                  <a:pt x="109234" y="131528"/>
                </a:lnTo>
                <a:lnTo>
                  <a:pt x="109234" y="128932"/>
                </a:lnTo>
                <a:cubicBezTo>
                  <a:pt x="112130" y="128834"/>
                  <a:pt x="114279" y="127981"/>
                  <a:pt x="115680" y="126374"/>
                </a:cubicBezTo>
                <a:cubicBezTo>
                  <a:pt x="116614" y="125255"/>
                  <a:pt x="117081" y="122358"/>
                  <a:pt x="117081" y="117683"/>
                </a:cubicBezTo>
                <a:lnTo>
                  <a:pt x="117081" y="46583"/>
                </a:lnTo>
                <a:cubicBezTo>
                  <a:pt x="117081" y="41763"/>
                  <a:pt x="116544" y="38684"/>
                  <a:pt x="115470" y="37346"/>
                </a:cubicBezTo>
                <a:cubicBezTo>
                  <a:pt x="114396" y="36007"/>
                  <a:pt x="112317" y="35240"/>
                  <a:pt x="109234" y="35045"/>
                </a:cubicBezTo>
                <a:lnTo>
                  <a:pt x="109234" y="32449"/>
                </a:lnTo>
                <a:lnTo>
                  <a:pt x="136699" y="32449"/>
                </a:lnTo>
                <a:lnTo>
                  <a:pt x="136699" y="41319"/>
                </a:lnTo>
                <a:cubicBezTo>
                  <a:pt x="138987" y="37857"/>
                  <a:pt x="141323" y="35358"/>
                  <a:pt x="143705" y="33819"/>
                </a:cubicBezTo>
                <a:cubicBezTo>
                  <a:pt x="147115" y="31560"/>
                  <a:pt x="150828" y="30430"/>
                  <a:pt x="154845" y="30430"/>
                </a:cubicBezTo>
                <a:cubicBezTo>
                  <a:pt x="159656" y="30430"/>
                  <a:pt x="164035" y="31994"/>
                  <a:pt x="167982" y="35122"/>
                </a:cubicBezTo>
                <a:cubicBezTo>
                  <a:pt x="171928" y="38250"/>
                  <a:pt x="174929" y="42569"/>
                  <a:pt x="176985" y="48079"/>
                </a:cubicBezTo>
                <a:cubicBezTo>
                  <a:pt x="179040" y="53589"/>
                  <a:pt x="180067" y="59520"/>
                  <a:pt x="180067" y="65872"/>
                </a:cubicBezTo>
                <a:cubicBezTo>
                  <a:pt x="180067" y="72704"/>
                  <a:pt x="179005" y="78948"/>
                  <a:pt x="176879" y="84602"/>
                </a:cubicBezTo>
                <a:cubicBezTo>
                  <a:pt x="174754" y="90257"/>
                  <a:pt x="171672" y="94564"/>
                  <a:pt x="167631" y="97524"/>
                </a:cubicBezTo>
                <a:cubicBezTo>
                  <a:pt x="163591" y="100483"/>
                  <a:pt x="159095" y="101963"/>
                  <a:pt x="154144" y="101963"/>
                </a:cubicBezTo>
                <a:cubicBezTo>
                  <a:pt x="150548" y="101963"/>
                  <a:pt x="147185" y="101146"/>
                  <a:pt x="144055" y="99511"/>
                </a:cubicBezTo>
                <a:cubicBezTo>
                  <a:pt x="141720" y="98261"/>
                  <a:pt x="139268" y="96122"/>
                  <a:pt x="136699" y="93093"/>
                </a:cubicBezTo>
                <a:moveTo>
                  <a:pt x="136699" y="85799"/>
                </a:moveTo>
                <a:cubicBezTo>
                  <a:pt x="140716" y="91671"/>
                  <a:pt x="145013" y="94608"/>
                  <a:pt x="149590" y="94608"/>
                </a:cubicBezTo>
                <a:cubicBezTo>
                  <a:pt x="152112" y="94608"/>
                  <a:pt x="154191" y="93236"/>
                  <a:pt x="155826" y="90493"/>
                </a:cubicBezTo>
                <a:cubicBezTo>
                  <a:pt x="158255" y="86449"/>
                  <a:pt x="159469" y="78747"/>
                  <a:pt x="159469" y="67386"/>
                </a:cubicBezTo>
                <a:cubicBezTo>
                  <a:pt x="159469" y="55738"/>
                  <a:pt x="158138" y="47771"/>
                  <a:pt x="155475" y="43487"/>
                </a:cubicBezTo>
                <a:cubicBezTo>
                  <a:pt x="153701" y="40647"/>
                  <a:pt x="151318" y="39228"/>
                  <a:pt x="148329" y="39228"/>
                </a:cubicBezTo>
                <a:cubicBezTo>
                  <a:pt x="143612" y="39228"/>
                  <a:pt x="139735" y="42741"/>
                  <a:pt x="136699" y="49769"/>
                </a:cubicBezTo>
                <a:lnTo>
                  <a:pt x="136699" y="85799"/>
                </a:lnTo>
                <a:close/>
                <a:moveTo>
                  <a:pt x="247509" y="63745"/>
                </a:moveTo>
                <a:lnTo>
                  <a:pt x="211567" y="63745"/>
                </a:lnTo>
                <a:cubicBezTo>
                  <a:pt x="211987" y="72710"/>
                  <a:pt x="214299" y="79796"/>
                  <a:pt x="218503" y="85001"/>
                </a:cubicBezTo>
                <a:cubicBezTo>
                  <a:pt x="221726" y="89002"/>
                  <a:pt x="225602" y="91002"/>
                  <a:pt x="230133" y="91002"/>
                </a:cubicBezTo>
                <a:cubicBezTo>
                  <a:pt x="232936" y="91002"/>
                  <a:pt x="235481" y="90197"/>
                  <a:pt x="237770" y="88586"/>
                </a:cubicBezTo>
                <a:cubicBezTo>
                  <a:pt x="240059" y="86976"/>
                  <a:pt x="242511" y="84080"/>
                  <a:pt x="245127" y="79897"/>
                </a:cubicBezTo>
                <a:lnTo>
                  <a:pt x="247509" y="81484"/>
                </a:lnTo>
                <a:cubicBezTo>
                  <a:pt x="243959" y="88935"/>
                  <a:pt x="240035" y="94211"/>
                  <a:pt x="235738" y="97312"/>
                </a:cubicBezTo>
                <a:cubicBezTo>
                  <a:pt x="231441" y="100412"/>
                  <a:pt x="226467" y="101963"/>
                  <a:pt x="220815" y="101963"/>
                </a:cubicBezTo>
                <a:cubicBezTo>
                  <a:pt x="211100" y="101963"/>
                  <a:pt x="203743" y="98113"/>
                  <a:pt x="198745" y="90414"/>
                </a:cubicBezTo>
                <a:cubicBezTo>
                  <a:pt x="194728" y="84207"/>
                  <a:pt x="192720" y="76507"/>
                  <a:pt x="192720" y="67316"/>
                </a:cubicBezTo>
                <a:cubicBezTo>
                  <a:pt x="192720" y="56055"/>
                  <a:pt x="195674" y="47093"/>
                  <a:pt x="201583" y="40429"/>
                </a:cubicBezTo>
                <a:cubicBezTo>
                  <a:pt x="207491" y="33763"/>
                  <a:pt x="214416" y="30430"/>
                  <a:pt x="222356" y="30430"/>
                </a:cubicBezTo>
                <a:cubicBezTo>
                  <a:pt x="228989" y="30430"/>
                  <a:pt x="234746" y="33230"/>
                  <a:pt x="239627" y="38831"/>
                </a:cubicBezTo>
                <a:cubicBezTo>
                  <a:pt x="244508" y="44431"/>
                  <a:pt x="247135" y="52736"/>
                  <a:pt x="247509" y="63745"/>
                </a:cubicBezTo>
                <a:moveTo>
                  <a:pt x="230273" y="58986"/>
                </a:moveTo>
                <a:cubicBezTo>
                  <a:pt x="230273" y="51246"/>
                  <a:pt x="229865" y="45934"/>
                  <a:pt x="229047" y="43049"/>
                </a:cubicBezTo>
                <a:cubicBezTo>
                  <a:pt x="228230" y="40165"/>
                  <a:pt x="226957" y="37978"/>
                  <a:pt x="225229" y="36487"/>
                </a:cubicBezTo>
                <a:cubicBezTo>
                  <a:pt x="224248" y="35622"/>
                  <a:pt x="222940" y="35189"/>
                  <a:pt x="221305" y="35189"/>
                </a:cubicBezTo>
                <a:cubicBezTo>
                  <a:pt x="218877" y="35189"/>
                  <a:pt x="216891" y="36415"/>
                  <a:pt x="215350" y="38867"/>
                </a:cubicBezTo>
                <a:cubicBezTo>
                  <a:pt x="212594" y="43145"/>
                  <a:pt x="211216" y="49010"/>
                  <a:pt x="211216" y="56462"/>
                </a:cubicBezTo>
                <a:lnTo>
                  <a:pt x="211216" y="58986"/>
                </a:lnTo>
                <a:lnTo>
                  <a:pt x="230273" y="58986"/>
                </a:lnTo>
                <a:close/>
                <a:moveTo>
                  <a:pt x="281530" y="32449"/>
                </a:moveTo>
                <a:lnTo>
                  <a:pt x="281530" y="41247"/>
                </a:lnTo>
                <a:cubicBezTo>
                  <a:pt x="284893" y="37471"/>
                  <a:pt x="288116" y="34725"/>
                  <a:pt x="291199" y="33008"/>
                </a:cubicBezTo>
                <a:cubicBezTo>
                  <a:pt x="294282" y="31289"/>
                  <a:pt x="297598" y="30430"/>
                  <a:pt x="301148" y="30430"/>
                </a:cubicBezTo>
                <a:cubicBezTo>
                  <a:pt x="305398" y="30430"/>
                  <a:pt x="308925" y="31646"/>
                  <a:pt x="311727" y="34076"/>
                </a:cubicBezTo>
                <a:cubicBezTo>
                  <a:pt x="314530" y="36507"/>
                  <a:pt x="316398" y="39527"/>
                  <a:pt x="317332" y="43137"/>
                </a:cubicBezTo>
                <a:cubicBezTo>
                  <a:pt x="318079" y="45882"/>
                  <a:pt x="318453" y="51153"/>
                  <a:pt x="318453" y="58952"/>
                </a:cubicBezTo>
                <a:lnTo>
                  <a:pt x="318453" y="85233"/>
                </a:lnTo>
                <a:cubicBezTo>
                  <a:pt x="318453" y="90425"/>
                  <a:pt x="318909" y="93658"/>
                  <a:pt x="319819" y="94932"/>
                </a:cubicBezTo>
                <a:cubicBezTo>
                  <a:pt x="320730" y="96206"/>
                  <a:pt x="322633" y="97011"/>
                  <a:pt x="325529" y="97348"/>
                </a:cubicBezTo>
                <a:lnTo>
                  <a:pt x="325529" y="99944"/>
                </a:lnTo>
                <a:lnTo>
                  <a:pt x="292390" y="99944"/>
                </a:lnTo>
                <a:lnTo>
                  <a:pt x="292390" y="97348"/>
                </a:lnTo>
                <a:cubicBezTo>
                  <a:pt x="294865" y="97011"/>
                  <a:pt x="296640" y="95954"/>
                  <a:pt x="297715" y="94175"/>
                </a:cubicBezTo>
                <a:cubicBezTo>
                  <a:pt x="298462" y="92973"/>
                  <a:pt x="298836" y="89993"/>
                  <a:pt x="298836" y="85233"/>
                </a:cubicBezTo>
                <a:lnTo>
                  <a:pt x="298836" y="55236"/>
                </a:lnTo>
                <a:cubicBezTo>
                  <a:pt x="298836" y="49707"/>
                  <a:pt x="298625" y="46222"/>
                  <a:pt x="298205" y="44780"/>
                </a:cubicBezTo>
                <a:cubicBezTo>
                  <a:pt x="297785" y="43338"/>
                  <a:pt x="297072" y="42220"/>
                  <a:pt x="296068" y="41427"/>
                </a:cubicBezTo>
                <a:cubicBezTo>
                  <a:pt x="295064" y="40634"/>
                  <a:pt x="293955" y="40237"/>
                  <a:pt x="292740" y="40237"/>
                </a:cubicBezTo>
                <a:cubicBezTo>
                  <a:pt x="288723" y="40237"/>
                  <a:pt x="284987" y="43218"/>
                  <a:pt x="281530" y="49179"/>
                </a:cubicBezTo>
                <a:lnTo>
                  <a:pt x="281530" y="85233"/>
                </a:lnTo>
                <a:cubicBezTo>
                  <a:pt x="281530" y="90281"/>
                  <a:pt x="281986" y="93478"/>
                  <a:pt x="282896" y="94824"/>
                </a:cubicBezTo>
                <a:cubicBezTo>
                  <a:pt x="283807" y="96170"/>
                  <a:pt x="285500" y="97011"/>
                  <a:pt x="287976" y="97348"/>
                </a:cubicBezTo>
                <a:lnTo>
                  <a:pt x="287976" y="99944"/>
                </a:lnTo>
                <a:lnTo>
                  <a:pt x="254837" y="99944"/>
                </a:lnTo>
                <a:lnTo>
                  <a:pt x="254837" y="97348"/>
                </a:lnTo>
                <a:cubicBezTo>
                  <a:pt x="257592" y="97059"/>
                  <a:pt x="259554" y="96146"/>
                  <a:pt x="260722" y="94608"/>
                </a:cubicBezTo>
                <a:cubicBezTo>
                  <a:pt x="261516" y="93550"/>
                  <a:pt x="261913" y="90425"/>
                  <a:pt x="261913" y="85233"/>
                </a:cubicBezTo>
                <a:lnTo>
                  <a:pt x="261913" y="47160"/>
                </a:lnTo>
                <a:cubicBezTo>
                  <a:pt x="261913" y="42002"/>
                  <a:pt x="261457" y="38791"/>
                  <a:pt x="260547" y="37526"/>
                </a:cubicBezTo>
                <a:cubicBezTo>
                  <a:pt x="259636" y="36261"/>
                  <a:pt x="257732" y="35434"/>
                  <a:pt x="254837" y="35045"/>
                </a:cubicBezTo>
                <a:lnTo>
                  <a:pt x="254837" y="32449"/>
                </a:lnTo>
                <a:lnTo>
                  <a:pt x="281530" y="32449"/>
                </a:lnTo>
                <a:close/>
                <a:moveTo>
                  <a:pt x="375043" y="73407"/>
                </a:moveTo>
                <a:lnTo>
                  <a:pt x="334197" y="73407"/>
                </a:lnTo>
                <a:lnTo>
                  <a:pt x="334197" y="58409"/>
                </a:lnTo>
                <a:lnTo>
                  <a:pt x="375043" y="58409"/>
                </a:lnTo>
                <a:lnTo>
                  <a:pt x="375043" y="73407"/>
                </a:lnTo>
                <a:close/>
                <a:moveTo>
                  <a:pt x="445176" y="0"/>
                </a:moveTo>
                <a:lnTo>
                  <a:pt x="445947" y="32593"/>
                </a:lnTo>
                <a:lnTo>
                  <a:pt x="443074" y="32593"/>
                </a:lnTo>
                <a:cubicBezTo>
                  <a:pt x="441719" y="24442"/>
                  <a:pt x="438391" y="17885"/>
                  <a:pt x="433090" y="12923"/>
                </a:cubicBezTo>
                <a:cubicBezTo>
                  <a:pt x="427789" y="7961"/>
                  <a:pt x="422055" y="5480"/>
                  <a:pt x="415890" y="5480"/>
                </a:cubicBezTo>
                <a:cubicBezTo>
                  <a:pt x="411126" y="5480"/>
                  <a:pt x="407354" y="6787"/>
                  <a:pt x="404575" y="9399"/>
                </a:cubicBezTo>
                <a:cubicBezTo>
                  <a:pt x="401796" y="12010"/>
                  <a:pt x="400406" y="15017"/>
                  <a:pt x="400406" y="18419"/>
                </a:cubicBezTo>
                <a:cubicBezTo>
                  <a:pt x="400406" y="20575"/>
                  <a:pt x="400896" y="22492"/>
                  <a:pt x="401877" y="24170"/>
                </a:cubicBezTo>
                <a:cubicBezTo>
                  <a:pt x="403232" y="26422"/>
                  <a:pt x="405404" y="28650"/>
                  <a:pt x="408393" y="30854"/>
                </a:cubicBezTo>
                <a:cubicBezTo>
                  <a:pt x="410588" y="32436"/>
                  <a:pt x="415656" y="35240"/>
                  <a:pt x="423597" y="39266"/>
                </a:cubicBezTo>
                <a:cubicBezTo>
                  <a:pt x="434713" y="44872"/>
                  <a:pt x="442210" y="50169"/>
                  <a:pt x="446087" y="55155"/>
                </a:cubicBezTo>
                <a:cubicBezTo>
                  <a:pt x="449917" y="60139"/>
                  <a:pt x="451832" y="65843"/>
                  <a:pt x="451832" y="72267"/>
                </a:cubicBezTo>
                <a:cubicBezTo>
                  <a:pt x="451832" y="80416"/>
                  <a:pt x="448737" y="87426"/>
                  <a:pt x="442549" y="93298"/>
                </a:cubicBezTo>
                <a:cubicBezTo>
                  <a:pt x="436360" y="99171"/>
                  <a:pt x="428501" y="102107"/>
                  <a:pt x="418973" y="102107"/>
                </a:cubicBezTo>
                <a:cubicBezTo>
                  <a:pt x="415983" y="102107"/>
                  <a:pt x="413157" y="101794"/>
                  <a:pt x="410495" y="101170"/>
                </a:cubicBezTo>
                <a:cubicBezTo>
                  <a:pt x="407833" y="100545"/>
                  <a:pt x="404493" y="99367"/>
                  <a:pt x="400476" y="97636"/>
                </a:cubicBezTo>
                <a:cubicBezTo>
                  <a:pt x="398234" y="96675"/>
                  <a:pt x="396389" y="96194"/>
                  <a:pt x="394941" y="96194"/>
                </a:cubicBezTo>
                <a:cubicBezTo>
                  <a:pt x="393727" y="96194"/>
                  <a:pt x="392442" y="96681"/>
                  <a:pt x="391088" y="97654"/>
                </a:cubicBezTo>
                <a:cubicBezTo>
                  <a:pt x="389733" y="98628"/>
                  <a:pt x="388636" y="100112"/>
                  <a:pt x="387795" y="102107"/>
                </a:cubicBezTo>
                <a:lnTo>
                  <a:pt x="385203" y="102107"/>
                </a:lnTo>
                <a:lnTo>
                  <a:pt x="385203" y="65187"/>
                </a:lnTo>
                <a:lnTo>
                  <a:pt x="387795" y="65187"/>
                </a:lnTo>
                <a:cubicBezTo>
                  <a:pt x="389850" y="75547"/>
                  <a:pt x="393808" y="83449"/>
                  <a:pt x="399670" y="88893"/>
                </a:cubicBezTo>
                <a:cubicBezTo>
                  <a:pt x="405532" y="94337"/>
                  <a:pt x="411850" y="97059"/>
                  <a:pt x="418622" y="97059"/>
                </a:cubicBezTo>
                <a:cubicBezTo>
                  <a:pt x="423854" y="97059"/>
                  <a:pt x="428022" y="95598"/>
                  <a:pt x="431128" y="92674"/>
                </a:cubicBezTo>
                <a:cubicBezTo>
                  <a:pt x="434234" y="89751"/>
                  <a:pt x="435787" y="86348"/>
                  <a:pt x="435787" y="82466"/>
                </a:cubicBezTo>
                <a:cubicBezTo>
                  <a:pt x="435787" y="80166"/>
                  <a:pt x="435192" y="77938"/>
                  <a:pt x="434001" y="75783"/>
                </a:cubicBezTo>
                <a:cubicBezTo>
                  <a:pt x="432810" y="73625"/>
                  <a:pt x="431000" y="71576"/>
                  <a:pt x="428571" y="69635"/>
                </a:cubicBezTo>
                <a:cubicBezTo>
                  <a:pt x="426142" y="67694"/>
                  <a:pt x="421845" y="65167"/>
                  <a:pt x="415680" y="62052"/>
                </a:cubicBezTo>
                <a:cubicBezTo>
                  <a:pt x="407039" y="57691"/>
                  <a:pt x="400826" y="53975"/>
                  <a:pt x="397043" y="50903"/>
                </a:cubicBezTo>
                <a:cubicBezTo>
                  <a:pt x="393260" y="47830"/>
                  <a:pt x="390352" y="44398"/>
                  <a:pt x="388320" y="40607"/>
                </a:cubicBezTo>
                <a:cubicBezTo>
                  <a:pt x="386288" y="36815"/>
                  <a:pt x="385273" y="32639"/>
                  <a:pt x="385273" y="28080"/>
                </a:cubicBezTo>
                <a:cubicBezTo>
                  <a:pt x="385273" y="20304"/>
                  <a:pt x="388052" y="13681"/>
                  <a:pt x="393610" y="8209"/>
                </a:cubicBezTo>
                <a:cubicBezTo>
                  <a:pt x="399168" y="2736"/>
                  <a:pt x="406174" y="0"/>
                  <a:pt x="414629" y="0"/>
                </a:cubicBezTo>
                <a:cubicBezTo>
                  <a:pt x="417711" y="0"/>
                  <a:pt x="420701" y="389"/>
                  <a:pt x="423597" y="1167"/>
                </a:cubicBezTo>
                <a:cubicBezTo>
                  <a:pt x="425792" y="1750"/>
                  <a:pt x="428466" y="2831"/>
                  <a:pt x="431619" y="4410"/>
                </a:cubicBezTo>
                <a:cubicBezTo>
                  <a:pt x="434772" y="5989"/>
                  <a:pt x="436979" y="6778"/>
                  <a:pt x="438240" y="6778"/>
                </a:cubicBezTo>
                <a:cubicBezTo>
                  <a:pt x="439454" y="6778"/>
                  <a:pt x="440412" y="6390"/>
                  <a:pt x="441112" y="5613"/>
                </a:cubicBezTo>
                <a:cubicBezTo>
                  <a:pt x="441813" y="4835"/>
                  <a:pt x="442467" y="2964"/>
                  <a:pt x="443074" y="0"/>
                </a:cubicBezTo>
                <a:lnTo>
                  <a:pt x="445176" y="0"/>
                </a:lnTo>
                <a:close/>
                <a:moveTo>
                  <a:pt x="494219" y="30430"/>
                </a:moveTo>
                <a:cubicBezTo>
                  <a:pt x="499918" y="30430"/>
                  <a:pt x="505219" y="31946"/>
                  <a:pt x="510124" y="34978"/>
                </a:cubicBezTo>
                <a:cubicBezTo>
                  <a:pt x="515028" y="38009"/>
                  <a:pt x="518753" y="42316"/>
                  <a:pt x="521299" y="47899"/>
                </a:cubicBezTo>
                <a:cubicBezTo>
                  <a:pt x="523844" y="53481"/>
                  <a:pt x="525117" y="59592"/>
                  <a:pt x="525117" y="66233"/>
                </a:cubicBezTo>
                <a:cubicBezTo>
                  <a:pt x="525117" y="75808"/>
                  <a:pt x="522758" y="83820"/>
                  <a:pt x="518041" y="90270"/>
                </a:cubicBezTo>
                <a:cubicBezTo>
                  <a:pt x="512342" y="98065"/>
                  <a:pt x="504472" y="101963"/>
                  <a:pt x="494430" y="101963"/>
                </a:cubicBezTo>
                <a:cubicBezTo>
                  <a:pt x="484574" y="101963"/>
                  <a:pt x="476984" y="98402"/>
                  <a:pt x="471659" y="91279"/>
                </a:cubicBezTo>
                <a:cubicBezTo>
                  <a:pt x="466335" y="84157"/>
                  <a:pt x="463672" y="75904"/>
                  <a:pt x="463672" y="66521"/>
                </a:cubicBezTo>
                <a:cubicBezTo>
                  <a:pt x="463672" y="56849"/>
                  <a:pt x="466393" y="48416"/>
                  <a:pt x="471835" y="41222"/>
                </a:cubicBezTo>
                <a:cubicBezTo>
                  <a:pt x="477276" y="34027"/>
                  <a:pt x="484738" y="30430"/>
                  <a:pt x="494219" y="30430"/>
                </a:cubicBezTo>
                <a:moveTo>
                  <a:pt x="494500" y="35478"/>
                </a:moveTo>
                <a:cubicBezTo>
                  <a:pt x="492118" y="35478"/>
                  <a:pt x="490074" y="36405"/>
                  <a:pt x="488369" y="38259"/>
                </a:cubicBezTo>
                <a:cubicBezTo>
                  <a:pt x="486664" y="40111"/>
                  <a:pt x="485543" y="43768"/>
                  <a:pt x="485006" y="49230"/>
                </a:cubicBezTo>
                <a:cubicBezTo>
                  <a:pt x="484469" y="54693"/>
                  <a:pt x="484201" y="62285"/>
                  <a:pt x="484201" y="72008"/>
                </a:cubicBezTo>
                <a:cubicBezTo>
                  <a:pt x="484201" y="77158"/>
                  <a:pt x="484528" y="81971"/>
                  <a:pt x="485181" y="86448"/>
                </a:cubicBezTo>
                <a:cubicBezTo>
                  <a:pt x="485695" y="89864"/>
                  <a:pt x="486793" y="92463"/>
                  <a:pt x="488474" y="94245"/>
                </a:cubicBezTo>
                <a:cubicBezTo>
                  <a:pt x="490156" y="96025"/>
                  <a:pt x="492071" y="96915"/>
                  <a:pt x="494219" y="96915"/>
                </a:cubicBezTo>
                <a:cubicBezTo>
                  <a:pt x="496321" y="96915"/>
                  <a:pt x="498073" y="96313"/>
                  <a:pt x="499474" y="95110"/>
                </a:cubicBezTo>
                <a:cubicBezTo>
                  <a:pt x="501296" y="93474"/>
                  <a:pt x="502510" y="91188"/>
                  <a:pt x="503117" y="88251"/>
                </a:cubicBezTo>
                <a:cubicBezTo>
                  <a:pt x="504052" y="83679"/>
                  <a:pt x="504519" y="74439"/>
                  <a:pt x="504519" y="60529"/>
                </a:cubicBezTo>
                <a:cubicBezTo>
                  <a:pt x="504519" y="52348"/>
                  <a:pt x="504075" y="46729"/>
                  <a:pt x="503187" y="43674"/>
                </a:cubicBezTo>
                <a:cubicBezTo>
                  <a:pt x="502300" y="40616"/>
                  <a:pt x="500992" y="38390"/>
                  <a:pt x="499264" y="36994"/>
                </a:cubicBezTo>
                <a:cubicBezTo>
                  <a:pt x="498050" y="35983"/>
                  <a:pt x="496461" y="35478"/>
                  <a:pt x="494500" y="35478"/>
                </a:cubicBezTo>
                <a:close/>
                <a:moveTo>
                  <a:pt x="598332" y="32449"/>
                </a:moveTo>
                <a:lnTo>
                  <a:pt x="598332" y="85233"/>
                </a:lnTo>
                <a:cubicBezTo>
                  <a:pt x="598332" y="90409"/>
                  <a:pt x="598799" y="93637"/>
                  <a:pt x="599733" y="94919"/>
                </a:cubicBezTo>
                <a:cubicBezTo>
                  <a:pt x="600668" y="96200"/>
                  <a:pt x="602559" y="97010"/>
                  <a:pt x="605408" y="97348"/>
                </a:cubicBezTo>
                <a:lnTo>
                  <a:pt x="605408" y="99944"/>
                </a:lnTo>
                <a:lnTo>
                  <a:pt x="578715" y="99944"/>
                </a:lnTo>
                <a:lnTo>
                  <a:pt x="578715" y="90930"/>
                </a:lnTo>
                <a:cubicBezTo>
                  <a:pt x="575585" y="94776"/>
                  <a:pt x="572456" y="97576"/>
                  <a:pt x="569326" y="99331"/>
                </a:cubicBezTo>
                <a:cubicBezTo>
                  <a:pt x="566197" y="101085"/>
                  <a:pt x="562694" y="101963"/>
                  <a:pt x="558817" y="101963"/>
                </a:cubicBezTo>
                <a:cubicBezTo>
                  <a:pt x="555127" y="101963"/>
                  <a:pt x="551846" y="100797"/>
                  <a:pt x="548973" y="98465"/>
                </a:cubicBezTo>
                <a:cubicBezTo>
                  <a:pt x="546101" y="96134"/>
                  <a:pt x="544174" y="93406"/>
                  <a:pt x="543193" y="90281"/>
                </a:cubicBezTo>
                <a:cubicBezTo>
                  <a:pt x="542212" y="87156"/>
                  <a:pt x="541722" y="81700"/>
                  <a:pt x="541722" y="73912"/>
                </a:cubicBezTo>
                <a:lnTo>
                  <a:pt x="541722" y="47160"/>
                </a:lnTo>
                <a:cubicBezTo>
                  <a:pt x="541722" y="42002"/>
                  <a:pt x="541266" y="38791"/>
                  <a:pt x="540356" y="37526"/>
                </a:cubicBezTo>
                <a:cubicBezTo>
                  <a:pt x="539445" y="36261"/>
                  <a:pt x="537541" y="35434"/>
                  <a:pt x="534645" y="35045"/>
                </a:cubicBezTo>
                <a:lnTo>
                  <a:pt x="534645" y="32449"/>
                </a:lnTo>
                <a:lnTo>
                  <a:pt x="561339" y="32449"/>
                </a:lnTo>
                <a:lnTo>
                  <a:pt x="561339" y="78584"/>
                </a:lnTo>
                <a:cubicBezTo>
                  <a:pt x="561339" y="83397"/>
                  <a:pt x="561561" y="86501"/>
                  <a:pt x="562005" y="87897"/>
                </a:cubicBezTo>
                <a:cubicBezTo>
                  <a:pt x="562449" y="89293"/>
                  <a:pt x="563149" y="90352"/>
                  <a:pt x="564107" y="91074"/>
                </a:cubicBezTo>
                <a:cubicBezTo>
                  <a:pt x="565064" y="91795"/>
                  <a:pt x="566173" y="92156"/>
                  <a:pt x="567435" y="92156"/>
                </a:cubicBezTo>
                <a:cubicBezTo>
                  <a:pt x="569116" y="92156"/>
                  <a:pt x="570634" y="91699"/>
                  <a:pt x="571989" y="90786"/>
                </a:cubicBezTo>
                <a:cubicBezTo>
                  <a:pt x="573857" y="89536"/>
                  <a:pt x="576099" y="87012"/>
                  <a:pt x="578715" y="83214"/>
                </a:cubicBezTo>
                <a:lnTo>
                  <a:pt x="578715" y="47160"/>
                </a:lnTo>
                <a:cubicBezTo>
                  <a:pt x="578715" y="42002"/>
                  <a:pt x="578259" y="38791"/>
                  <a:pt x="577348" y="37526"/>
                </a:cubicBezTo>
                <a:cubicBezTo>
                  <a:pt x="576438" y="36261"/>
                  <a:pt x="574534" y="35434"/>
                  <a:pt x="571638" y="35045"/>
                </a:cubicBezTo>
                <a:lnTo>
                  <a:pt x="571638" y="32449"/>
                </a:lnTo>
                <a:lnTo>
                  <a:pt x="598332" y="32449"/>
                </a:lnTo>
                <a:close/>
                <a:moveTo>
                  <a:pt x="642962" y="32449"/>
                </a:moveTo>
                <a:lnTo>
                  <a:pt x="642962" y="47736"/>
                </a:lnTo>
                <a:cubicBezTo>
                  <a:pt x="647306" y="40766"/>
                  <a:pt x="651112" y="36139"/>
                  <a:pt x="654382" y="33855"/>
                </a:cubicBezTo>
                <a:cubicBezTo>
                  <a:pt x="657652" y="31572"/>
                  <a:pt x="660804" y="30430"/>
                  <a:pt x="663840" y="30430"/>
                </a:cubicBezTo>
                <a:cubicBezTo>
                  <a:pt x="666456" y="30430"/>
                  <a:pt x="668546" y="31262"/>
                  <a:pt x="670111" y="32927"/>
                </a:cubicBezTo>
                <a:cubicBezTo>
                  <a:pt x="671676" y="34591"/>
                  <a:pt x="672458" y="36943"/>
                  <a:pt x="672458" y="39982"/>
                </a:cubicBezTo>
                <a:cubicBezTo>
                  <a:pt x="672458" y="43215"/>
                  <a:pt x="671699" y="45725"/>
                  <a:pt x="670181" y="47511"/>
                </a:cubicBezTo>
                <a:cubicBezTo>
                  <a:pt x="668663" y="49296"/>
                  <a:pt x="666830" y="50188"/>
                  <a:pt x="664681" y="50188"/>
                </a:cubicBezTo>
                <a:cubicBezTo>
                  <a:pt x="662206" y="50188"/>
                  <a:pt x="660057" y="49371"/>
                  <a:pt x="658235" y="47736"/>
                </a:cubicBezTo>
                <a:cubicBezTo>
                  <a:pt x="656414" y="46102"/>
                  <a:pt x="655339" y="45189"/>
                  <a:pt x="655013" y="44996"/>
                </a:cubicBezTo>
                <a:cubicBezTo>
                  <a:pt x="654545" y="44708"/>
                  <a:pt x="654008" y="44564"/>
                  <a:pt x="653401" y="44564"/>
                </a:cubicBezTo>
                <a:cubicBezTo>
                  <a:pt x="652047" y="44564"/>
                  <a:pt x="650762" y="45092"/>
                  <a:pt x="649548" y="46150"/>
                </a:cubicBezTo>
                <a:cubicBezTo>
                  <a:pt x="647633" y="47785"/>
                  <a:pt x="646185" y="50116"/>
                  <a:pt x="645204" y="53145"/>
                </a:cubicBezTo>
                <a:cubicBezTo>
                  <a:pt x="643709" y="57808"/>
                  <a:pt x="642962" y="62952"/>
                  <a:pt x="642962" y="68576"/>
                </a:cubicBezTo>
                <a:lnTo>
                  <a:pt x="642962" y="84080"/>
                </a:lnTo>
                <a:lnTo>
                  <a:pt x="643032" y="88118"/>
                </a:lnTo>
                <a:cubicBezTo>
                  <a:pt x="643032" y="90858"/>
                  <a:pt x="643195" y="92613"/>
                  <a:pt x="643522" y="93382"/>
                </a:cubicBezTo>
                <a:cubicBezTo>
                  <a:pt x="644083" y="94680"/>
                  <a:pt x="644912" y="95629"/>
                  <a:pt x="646010" y="96230"/>
                </a:cubicBezTo>
                <a:cubicBezTo>
                  <a:pt x="647107" y="96831"/>
                  <a:pt x="648964" y="97204"/>
                  <a:pt x="651579" y="97348"/>
                </a:cubicBezTo>
                <a:lnTo>
                  <a:pt x="651579" y="99944"/>
                </a:lnTo>
                <a:lnTo>
                  <a:pt x="616198" y="99944"/>
                </a:lnTo>
                <a:lnTo>
                  <a:pt x="616198" y="97348"/>
                </a:lnTo>
                <a:cubicBezTo>
                  <a:pt x="619047" y="97107"/>
                  <a:pt x="620974" y="96302"/>
                  <a:pt x="621978" y="94932"/>
                </a:cubicBezTo>
                <a:cubicBezTo>
                  <a:pt x="622982" y="93562"/>
                  <a:pt x="623484" y="89945"/>
                  <a:pt x="623484" y="84080"/>
                </a:cubicBezTo>
                <a:lnTo>
                  <a:pt x="623484" y="46727"/>
                </a:lnTo>
                <a:cubicBezTo>
                  <a:pt x="623484" y="42857"/>
                  <a:pt x="623298" y="40390"/>
                  <a:pt x="622924" y="39327"/>
                </a:cubicBezTo>
                <a:cubicBezTo>
                  <a:pt x="622457" y="37972"/>
                  <a:pt x="621780" y="36980"/>
                  <a:pt x="620892" y="36352"/>
                </a:cubicBezTo>
                <a:cubicBezTo>
                  <a:pt x="620005" y="35723"/>
                  <a:pt x="618440" y="35287"/>
                  <a:pt x="616198" y="35045"/>
                </a:cubicBezTo>
                <a:lnTo>
                  <a:pt x="616198" y="32449"/>
                </a:lnTo>
                <a:lnTo>
                  <a:pt x="642962" y="32449"/>
                </a:lnTo>
                <a:close/>
                <a:moveTo>
                  <a:pt x="732011" y="82509"/>
                </a:moveTo>
                <a:lnTo>
                  <a:pt x="734183" y="84237"/>
                </a:lnTo>
                <a:cubicBezTo>
                  <a:pt x="731100" y="90218"/>
                  <a:pt x="727258" y="94668"/>
                  <a:pt x="722658" y="97587"/>
                </a:cubicBezTo>
                <a:cubicBezTo>
                  <a:pt x="718057" y="100504"/>
                  <a:pt x="713164" y="101963"/>
                  <a:pt x="707980" y="101963"/>
                </a:cubicBezTo>
                <a:cubicBezTo>
                  <a:pt x="699245" y="101963"/>
                  <a:pt x="692262" y="98571"/>
                  <a:pt x="687031" y="91786"/>
                </a:cubicBezTo>
                <a:cubicBezTo>
                  <a:pt x="681800" y="85001"/>
                  <a:pt x="679184" y="76844"/>
                  <a:pt x="679184" y="67316"/>
                </a:cubicBezTo>
                <a:cubicBezTo>
                  <a:pt x="679184" y="58124"/>
                  <a:pt x="681566" y="50039"/>
                  <a:pt x="686330" y="43063"/>
                </a:cubicBezTo>
                <a:cubicBezTo>
                  <a:pt x="692075" y="34641"/>
                  <a:pt x="699992" y="30430"/>
                  <a:pt x="710081" y="30430"/>
                </a:cubicBezTo>
                <a:cubicBezTo>
                  <a:pt x="716854" y="30430"/>
                  <a:pt x="722237" y="32190"/>
                  <a:pt x="726231" y="35710"/>
                </a:cubicBezTo>
                <a:cubicBezTo>
                  <a:pt x="730224" y="39228"/>
                  <a:pt x="732221" y="43157"/>
                  <a:pt x="732221" y="47495"/>
                </a:cubicBezTo>
                <a:cubicBezTo>
                  <a:pt x="732221" y="50243"/>
                  <a:pt x="731415" y="52436"/>
                  <a:pt x="729804" y="54075"/>
                </a:cubicBezTo>
                <a:cubicBezTo>
                  <a:pt x="728193" y="55714"/>
                  <a:pt x="726079" y="56534"/>
                  <a:pt x="723463" y="56534"/>
                </a:cubicBezTo>
                <a:cubicBezTo>
                  <a:pt x="720708" y="56534"/>
                  <a:pt x="718431" y="55593"/>
                  <a:pt x="716632" y="53713"/>
                </a:cubicBezTo>
                <a:cubicBezTo>
                  <a:pt x="714834" y="51830"/>
                  <a:pt x="713725" y="48477"/>
                  <a:pt x="713304" y="43653"/>
                </a:cubicBezTo>
                <a:cubicBezTo>
                  <a:pt x="713024" y="40614"/>
                  <a:pt x="712347" y="38491"/>
                  <a:pt x="711273" y="37285"/>
                </a:cubicBezTo>
                <a:cubicBezTo>
                  <a:pt x="710198" y="36080"/>
                  <a:pt x="708937" y="35478"/>
                  <a:pt x="707489" y="35478"/>
                </a:cubicBezTo>
                <a:cubicBezTo>
                  <a:pt x="705247" y="35478"/>
                  <a:pt x="703332" y="36704"/>
                  <a:pt x="701744" y="39155"/>
                </a:cubicBezTo>
                <a:cubicBezTo>
                  <a:pt x="699315" y="42857"/>
                  <a:pt x="698101" y="48530"/>
                  <a:pt x="698101" y="56173"/>
                </a:cubicBezTo>
                <a:cubicBezTo>
                  <a:pt x="698101" y="62519"/>
                  <a:pt x="699082" y="68588"/>
                  <a:pt x="701043" y="74381"/>
                </a:cubicBezTo>
                <a:cubicBezTo>
                  <a:pt x="703005" y="80174"/>
                  <a:pt x="705691" y="84488"/>
                  <a:pt x="709101" y="87325"/>
                </a:cubicBezTo>
                <a:cubicBezTo>
                  <a:pt x="711670" y="89392"/>
                  <a:pt x="714706" y="90425"/>
                  <a:pt x="718209" y="90425"/>
                </a:cubicBezTo>
                <a:cubicBezTo>
                  <a:pt x="720497" y="90425"/>
                  <a:pt x="722669" y="89874"/>
                  <a:pt x="724724" y="88771"/>
                </a:cubicBezTo>
                <a:cubicBezTo>
                  <a:pt x="726780" y="87667"/>
                  <a:pt x="729208" y="85580"/>
                  <a:pt x="732011" y="82509"/>
                </a:cubicBezTo>
                <a:close/>
                <a:moveTo>
                  <a:pt x="796819" y="63745"/>
                </a:moveTo>
                <a:lnTo>
                  <a:pt x="760877" y="63745"/>
                </a:lnTo>
                <a:cubicBezTo>
                  <a:pt x="761297" y="72710"/>
                  <a:pt x="763609" y="79796"/>
                  <a:pt x="767813" y="85001"/>
                </a:cubicBezTo>
                <a:cubicBezTo>
                  <a:pt x="771036" y="89002"/>
                  <a:pt x="774912" y="91002"/>
                  <a:pt x="779443" y="91002"/>
                </a:cubicBezTo>
                <a:cubicBezTo>
                  <a:pt x="782246" y="91002"/>
                  <a:pt x="784791" y="90197"/>
                  <a:pt x="787080" y="88586"/>
                </a:cubicBezTo>
                <a:cubicBezTo>
                  <a:pt x="789369" y="86976"/>
                  <a:pt x="791821" y="84080"/>
                  <a:pt x="794437" y="79897"/>
                </a:cubicBezTo>
                <a:lnTo>
                  <a:pt x="796819" y="81484"/>
                </a:lnTo>
                <a:cubicBezTo>
                  <a:pt x="793269" y="88935"/>
                  <a:pt x="789345" y="94211"/>
                  <a:pt x="785048" y="97312"/>
                </a:cubicBezTo>
                <a:cubicBezTo>
                  <a:pt x="780751" y="100412"/>
                  <a:pt x="775777" y="101963"/>
                  <a:pt x="770125" y="101963"/>
                </a:cubicBezTo>
                <a:cubicBezTo>
                  <a:pt x="760410" y="101963"/>
                  <a:pt x="753053" y="98113"/>
                  <a:pt x="748055" y="90414"/>
                </a:cubicBezTo>
                <a:cubicBezTo>
                  <a:pt x="744038" y="84207"/>
                  <a:pt x="742030" y="76507"/>
                  <a:pt x="742030" y="67316"/>
                </a:cubicBezTo>
                <a:cubicBezTo>
                  <a:pt x="742030" y="56055"/>
                  <a:pt x="744984" y="47093"/>
                  <a:pt x="750893" y="40429"/>
                </a:cubicBezTo>
                <a:cubicBezTo>
                  <a:pt x="756801" y="33763"/>
                  <a:pt x="763726" y="30430"/>
                  <a:pt x="771666" y="30430"/>
                </a:cubicBezTo>
                <a:cubicBezTo>
                  <a:pt x="778299" y="30430"/>
                  <a:pt x="784056" y="33230"/>
                  <a:pt x="788937" y="38831"/>
                </a:cubicBezTo>
                <a:cubicBezTo>
                  <a:pt x="793818" y="44431"/>
                  <a:pt x="796445" y="52736"/>
                  <a:pt x="796819" y="63745"/>
                </a:cubicBezTo>
                <a:moveTo>
                  <a:pt x="779583" y="58986"/>
                </a:moveTo>
                <a:cubicBezTo>
                  <a:pt x="779583" y="51246"/>
                  <a:pt x="779175" y="45934"/>
                  <a:pt x="778357" y="43049"/>
                </a:cubicBezTo>
                <a:cubicBezTo>
                  <a:pt x="777540" y="40165"/>
                  <a:pt x="776267" y="37978"/>
                  <a:pt x="774539" y="36487"/>
                </a:cubicBezTo>
                <a:cubicBezTo>
                  <a:pt x="773558" y="35622"/>
                  <a:pt x="772250" y="35189"/>
                  <a:pt x="770615" y="35189"/>
                </a:cubicBezTo>
                <a:cubicBezTo>
                  <a:pt x="768187" y="35189"/>
                  <a:pt x="766201" y="36415"/>
                  <a:pt x="764660" y="38867"/>
                </a:cubicBezTo>
                <a:cubicBezTo>
                  <a:pt x="761904" y="43145"/>
                  <a:pt x="760526" y="49010"/>
                  <a:pt x="760526" y="56462"/>
                </a:cubicBezTo>
                <a:lnTo>
                  <a:pt x="760526" y="58986"/>
                </a:lnTo>
                <a:lnTo>
                  <a:pt x="779583" y="589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Repository">
            <a:extLst xmlns:a="http://schemas.openxmlformats.org/drawingml/2006/main">
              <a:ext uri="{FF2B5EF4-FFF2-40B4-BE49-F238E27FC236}">
                <a16:creationId xmlns:a16="http://schemas.microsoft.com/office/drawing/2014/main" id="{A36CFEFC-247F-48B1-B70A-D901ADFA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69" y="2875847"/>
            <a:ext cx="664114" cy="131816"/>
          </a:xfrm>
          <a:custGeom xmlns:a="http://schemas.openxmlformats.org/drawingml/2006/main">
            <a:pathLst>
              <a:path w="664114" h="131816">
                <a:moveTo>
                  <a:pt x="35452" y="55380"/>
                </a:moveTo>
                <a:lnTo>
                  <a:pt x="35452" y="82926"/>
                </a:lnTo>
                <a:cubicBezTo>
                  <a:pt x="35452" y="88187"/>
                  <a:pt x="35767" y="91499"/>
                  <a:pt x="36397" y="92863"/>
                </a:cubicBezTo>
                <a:cubicBezTo>
                  <a:pt x="37028" y="94226"/>
                  <a:pt x="38137" y="95314"/>
                  <a:pt x="39725" y="96129"/>
                </a:cubicBezTo>
                <a:cubicBezTo>
                  <a:pt x="41313" y="96941"/>
                  <a:pt x="44279" y="97348"/>
                  <a:pt x="48623" y="97348"/>
                </a:cubicBezTo>
                <a:lnTo>
                  <a:pt x="48623" y="99944"/>
                </a:lnTo>
                <a:lnTo>
                  <a:pt x="0" y="99944"/>
                </a:lnTo>
                <a:lnTo>
                  <a:pt x="0" y="97348"/>
                </a:lnTo>
                <a:cubicBezTo>
                  <a:pt x="4391" y="97348"/>
                  <a:pt x="7368" y="96929"/>
                  <a:pt x="8933" y="96093"/>
                </a:cubicBezTo>
                <a:cubicBezTo>
                  <a:pt x="10498" y="95256"/>
                  <a:pt x="11595" y="94167"/>
                  <a:pt x="12226" y="92827"/>
                </a:cubicBezTo>
                <a:cubicBezTo>
                  <a:pt x="12856" y="91487"/>
                  <a:pt x="13172" y="88187"/>
                  <a:pt x="13172" y="82926"/>
                </a:cubicBezTo>
                <a:lnTo>
                  <a:pt x="13172" y="19181"/>
                </a:lnTo>
                <a:cubicBezTo>
                  <a:pt x="13172" y="13920"/>
                  <a:pt x="12856" y="10608"/>
                  <a:pt x="12226" y="9246"/>
                </a:cubicBezTo>
                <a:cubicBezTo>
                  <a:pt x="11595" y="7882"/>
                  <a:pt x="10486" y="6793"/>
                  <a:pt x="8898" y="5981"/>
                </a:cubicBezTo>
                <a:cubicBezTo>
                  <a:pt x="7310" y="5166"/>
                  <a:pt x="4344" y="4759"/>
                  <a:pt x="0" y="4759"/>
                </a:cubicBezTo>
                <a:lnTo>
                  <a:pt x="0" y="2163"/>
                </a:lnTo>
                <a:lnTo>
                  <a:pt x="44139" y="2163"/>
                </a:lnTo>
                <a:cubicBezTo>
                  <a:pt x="55629" y="2163"/>
                  <a:pt x="64037" y="2980"/>
                  <a:pt x="69362" y="4613"/>
                </a:cubicBezTo>
                <a:cubicBezTo>
                  <a:pt x="74686" y="6246"/>
                  <a:pt x="79030" y="9259"/>
                  <a:pt x="82393" y="13653"/>
                </a:cubicBezTo>
                <a:cubicBezTo>
                  <a:pt x="85756" y="18048"/>
                  <a:pt x="87438" y="23198"/>
                  <a:pt x="87438" y="29105"/>
                </a:cubicBezTo>
                <a:cubicBezTo>
                  <a:pt x="87438" y="36310"/>
                  <a:pt x="84916" y="42266"/>
                  <a:pt x="79871" y="46973"/>
                </a:cubicBezTo>
                <a:cubicBezTo>
                  <a:pt x="76648" y="49950"/>
                  <a:pt x="72141" y="52183"/>
                  <a:pt x="66349" y="53672"/>
                </a:cubicBezTo>
                <a:lnTo>
                  <a:pt x="89189" y="86851"/>
                </a:lnTo>
                <a:cubicBezTo>
                  <a:pt x="92179" y="91088"/>
                  <a:pt x="94304" y="93730"/>
                  <a:pt x="95565" y="94777"/>
                </a:cubicBezTo>
                <a:cubicBezTo>
                  <a:pt x="97480" y="96252"/>
                  <a:pt x="99699" y="97061"/>
                  <a:pt x="102221" y="97204"/>
                </a:cubicBezTo>
                <a:lnTo>
                  <a:pt x="102221" y="99944"/>
                </a:lnTo>
                <a:lnTo>
                  <a:pt x="72304" y="99944"/>
                </a:lnTo>
                <a:lnTo>
                  <a:pt x="41687" y="55380"/>
                </a:lnTo>
                <a:lnTo>
                  <a:pt x="35452" y="55380"/>
                </a:lnTo>
                <a:moveTo>
                  <a:pt x="35452" y="7644"/>
                </a:moveTo>
                <a:lnTo>
                  <a:pt x="35452" y="50188"/>
                </a:lnTo>
                <a:lnTo>
                  <a:pt x="39445" y="50188"/>
                </a:lnTo>
                <a:cubicBezTo>
                  <a:pt x="45938" y="50188"/>
                  <a:pt x="50795" y="49580"/>
                  <a:pt x="54018" y="48363"/>
                </a:cubicBezTo>
                <a:cubicBezTo>
                  <a:pt x="57241" y="47145"/>
                  <a:pt x="59775" y="44948"/>
                  <a:pt x="61620" y="41774"/>
                </a:cubicBezTo>
                <a:cubicBezTo>
                  <a:pt x="63465" y="38598"/>
                  <a:pt x="64387" y="34456"/>
                  <a:pt x="64387" y="29346"/>
                </a:cubicBezTo>
                <a:cubicBezTo>
                  <a:pt x="64387" y="21945"/>
                  <a:pt x="62694" y="16477"/>
                  <a:pt x="59308" y="12944"/>
                </a:cubicBezTo>
                <a:cubicBezTo>
                  <a:pt x="55921" y="9410"/>
                  <a:pt x="50468" y="7644"/>
                  <a:pt x="42948" y="7644"/>
                </a:cubicBezTo>
                <a:lnTo>
                  <a:pt x="35452" y="7644"/>
                </a:lnTo>
                <a:close/>
                <a:moveTo>
                  <a:pt x="160786" y="63745"/>
                </a:moveTo>
                <a:lnTo>
                  <a:pt x="124844" y="63745"/>
                </a:lnTo>
                <a:cubicBezTo>
                  <a:pt x="125264" y="72710"/>
                  <a:pt x="127576" y="79796"/>
                  <a:pt x="131780" y="85001"/>
                </a:cubicBezTo>
                <a:cubicBezTo>
                  <a:pt x="135003" y="89002"/>
                  <a:pt x="138880" y="91002"/>
                  <a:pt x="143410" y="91002"/>
                </a:cubicBezTo>
                <a:cubicBezTo>
                  <a:pt x="146213" y="91002"/>
                  <a:pt x="148758" y="90197"/>
                  <a:pt x="151047" y="88586"/>
                </a:cubicBezTo>
                <a:cubicBezTo>
                  <a:pt x="153336" y="86976"/>
                  <a:pt x="155788" y="84080"/>
                  <a:pt x="158404" y="79897"/>
                </a:cubicBezTo>
                <a:lnTo>
                  <a:pt x="160786" y="81484"/>
                </a:lnTo>
                <a:cubicBezTo>
                  <a:pt x="157236" y="88935"/>
                  <a:pt x="153313" y="94211"/>
                  <a:pt x="149015" y="97312"/>
                </a:cubicBezTo>
                <a:cubicBezTo>
                  <a:pt x="144718" y="100412"/>
                  <a:pt x="139744" y="101963"/>
                  <a:pt x="134092" y="101963"/>
                </a:cubicBezTo>
                <a:cubicBezTo>
                  <a:pt x="124377" y="101963"/>
                  <a:pt x="117020" y="98113"/>
                  <a:pt x="112022" y="90414"/>
                </a:cubicBezTo>
                <a:cubicBezTo>
                  <a:pt x="108006" y="84207"/>
                  <a:pt x="105997" y="76507"/>
                  <a:pt x="105997" y="67316"/>
                </a:cubicBezTo>
                <a:cubicBezTo>
                  <a:pt x="105997" y="56055"/>
                  <a:pt x="108951" y="47093"/>
                  <a:pt x="114860" y="40429"/>
                </a:cubicBezTo>
                <a:cubicBezTo>
                  <a:pt x="120769" y="33763"/>
                  <a:pt x="127693" y="30430"/>
                  <a:pt x="135633" y="30430"/>
                </a:cubicBezTo>
                <a:cubicBezTo>
                  <a:pt x="142266" y="30430"/>
                  <a:pt x="148023" y="33230"/>
                  <a:pt x="152904" y="38831"/>
                </a:cubicBezTo>
                <a:cubicBezTo>
                  <a:pt x="157785" y="44431"/>
                  <a:pt x="160412" y="52736"/>
                  <a:pt x="160786" y="63745"/>
                </a:cubicBezTo>
                <a:moveTo>
                  <a:pt x="143551" y="58986"/>
                </a:moveTo>
                <a:cubicBezTo>
                  <a:pt x="143551" y="51246"/>
                  <a:pt x="143142" y="45934"/>
                  <a:pt x="142324" y="43049"/>
                </a:cubicBezTo>
                <a:cubicBezTo>
                  <a:pt x="141507" y="40165"/>
                  <a:pt x="140234" y="37978"/>
                  <a:pt x="138506" y="36487"/>
                </a:cubicBezTo>
                <a:cubicBezTo>
                  <a:pt x="137525" y="35622"/>
                  <a:pt x="136217" y="35189"/>
                  <a:pt x="134583" y="35189"/>
                </a:cubicBezTo>
                <a:cubicBezTo>
                  <a:pt x="132154" y="35189"/>
                  <a:pt x="130169" y="36415"/>
                  <a:pt x="128627" y="38867"/>
                </a:cubicBezTo>
                <a:cubicBezTo>
                  <a:pt x="125871" y="43145"/>
                  <a:pt x="124494" y="49010"/>
                  <a:pt x="124494" y="56462"/>
                </a:cubicBezTo>
                <a:lnTo>
                  <a:pt x="124494" y="58986"/>
                </a:lnTo>
                <a:lnTo>
                  <a:pt x="143551" y="58986"/>
                </a:lnTo>
                <a:close/>
                <a:moveTo>
                  <a:pt x="193435" y="93093"/>
                </a:moveTo>
                <a:lnTo>
                  <a:pt x="193435" y="118115"/>
                </a:lnTo>
                <a:cubicBezTo>
                  <a:pt x="193435" y="121623"/>
                  <a:pt x="193703" y="124010"/>
                  <a:pt x="194241" y="125277"/>
                </a:cubicBezTo>
                <a:cubicBezTo>
                  <a:pt x="194778" y="126545"/>
                  <a:pt x="195607" y="127471"/>
                  <a:pt x="196728" y="128055"/>
                </a:cubicBezTo>
                <a:cubicBezTo>
                  <a:pt x="197849" y="128639"/>
                  <a:pt x="200044" y="128932"/>
                  <a:pt x="203314" y="128932"/>
                </a:cubicBezTo>
                <a:lnTo>
                  <a:pt x="203314" y="131528"/>
                </a:lnTo>
                <a:lnTo>
                  <a:pt x="165970" y="131528"/>
                </a:lnTo>
                <a:lnTo>
                  <a:pt x="165970" y="128932"/>
                </a:lnTo>
                <a:cubicBezTo>
                  <a:pt x="168866" y="128834"/>
                  <a:pt x="171015" y="127981"/>
                  <a:pt x="172416" y="126374"/>
                </a:cubicBezTo>
                <a:cubicBezTo>
                  <a:pt x="173350" y="125255"/>
                  <a:pt x="173817" y="122358"/>
                  <a:pt x="173817" y="117683"/>
                </a:cubicBezTo>
                <a:lnTo>
                  <a:pt x="173817" y="46583"/>
                </a:lnTo>
                <a:cubicBezTo>
                  <a:pt x="173817" y="41763"/>
                  <a:pt x="173280" y="38684"/>
                  <a:pt x="172206" y="37346"/>
                </a:cubicBezTo>
                <a:cubicBezTo>
                  <a:pt x="171132" y="36007"/>
                  <a:pt x="169053" y="35240"/>
                  <a:pt x="165970" y="35045"/>
                </a:cubicBezTo>
                <a:lnTo>
                  <a:pt x="165970" y="32449"/>
                </a:lnTo>
                <a:lnTo>
                  <a:pt x="193435" y="32449"/>
                </a:lnTo>
                <a:lnTo>
                  <a:pt x="193435" y="41319"/>
                </a:lnTo>
                <a:cubicBezTo>
                  <a:pt x="195724" y="37857"/>
                  <a:pt x="198059" y="35358"/>
                  <a:pt x="200441" y="33819"/>
                </a:cubicBezTo>
                <a:cubicBezTo>
                  <a:pt x="203851" y="31560"/>
                  <a:pt x="207564" y="30430"/>
                  <a:pt x="211581" y="30430"/>
                </a:cubicBezTo>
                <a:cubicBezTo>
                  <a:pt x="216392" y="30430"/>
                  <a:pt x="220771" y="31994"/>
                  <a:pt x="224718" y="35122"/>
                </a:cubicBezTo>
                <a:cubicBezTo>
                  <a:pt x="228665" y="38250"/>
                  <a:pt x="231666" y="42569"/>
                  <a:pt x="233721" y="48079"/>
                </a:cubicBezTo>
                <a:cubicBezTo>
                  <a:pt x="235776" y="53589"/>
                  <a:pt x="236803" y="59520"/>
                  <a:pt x="236803" y="65872"/>
                </a:cubicBezTo>
                <a:cubicBezTo>
                  <a:pt x="236803" y="72704"/>
                  <a:pt x="235741" y="78948"/>
                  <a:pt x="233616" y="84602"/>
                </a:cubicBezTo>
                <a:cubicBezTo>
                  <a:pt x="231490" y="90257"/>
                  <a:pt x="228408" y="94564"/>
                  <a:pt x="224367" y="97524"/>
                </a:cubicBezTo>
                <a:cubicBezTo>
                  <a:pt x="220327" y="100483"/>
                  <a:pt x="215831" y="101963"/>
                  <a:pt x="210880" y="101963"/>
                </a:cubicBezTo>
                <a:cubicBezTo>
                  <a:pt x="207284" y="101963"/>
                  <a:pt x="203921" y="101146"/>
                  <a:pt x="200791" y="99511"/>
                </a:cubicBezTo>
                <a:cubicBezTo>
                  <a:pt x="198456" y="98261"/>
                  <a:pt x="196004" y="96122"/>
                  <a:pt x="193435" y="93093"/>
                </a:cubicBezTo>
                <a:moveTo>
                  <a:pt x="193435" y="85799"/>
                </a:moveTo>
                <a:cubicBezTo>
                  <a:pt x="197452" y="91671"/>
                  <a:pt x="201749" y="94608"/>
                  <a:pt x="206326" y="94608"/>
                </a:cubicBezTo>
                <a:cubicBezTo>
                  <a:pt x="208849" y="94608"/>
                  <a:pt x="210927" y="93236"/>
                  <a:pt x="212562" y="90493"/>
                </a:cubicBezTo>
                <a:cubicBezTo>
                  <a:pt x="214991" y="86449"/>
                  <a:pt x="216205" y="78747"/>
                  <a:pt x="216205" y="67386"/>
                </a:cubicBezTo>
                <a:cubicBezTo>
                  <a:pt x="216205" y="55738"/>
                  <a:pt x="214874" y="47771"/>
                  <a:pt x="212212" y="43487"/>
                </a:cubicBezTo>
                <a:cubicBezTo>
                  <a:pt x="210437" y="40647"/>
                  <a:pt x="208055" y="39228"/>
                  <a:pt x="205065" y="39228"/>
                </a:cubicBezTo>
                <a:cubicBezTo>
                  <a:pt x="200348" y="39228"/>
                  <a:pt x="196471" y="42741"/>
                  <a:pt x="193435" y="49769"/>
                </a:cubicBezTo>
                <a:lnTo>
                  <a:pt x="193435" y="85799"/>
                </a:lnTo>
                <a:close/>
                <a:moveTo>
                  <a:pt x="279682" y="30430"/>
                </a:moveTo>
                <a:cubicBezTo>
                  <a:pt x="285380" y="30430"/>
                  <a:pt x="290681" y="31946"/>
                  <a:pt x="295586" y="34978"/>
                </a:cubicBezTo>
                <a:cubicBezTo>
                  <a:pt x="300490" y="38009"/>
                  <a:pt x="304215" y="42316"/>
                  <a:pt x="306761" y="47899"/>
                </a:cubicBezTo>
                <a:cubicBezTo>
                  <a:pt x="309306" y="53481"/>
                  <a:pt x="310579" y="59592"/>
                  <a:pt x="310579" y="66233"/>
                </a:cubicBezTo>
                <a:cubicBezTo>
                  <a:pt x="310579" y="75808"/>
                  <a:pt x="308220" y="83820"/>
                  <a:pt x="303503" y="90270"/>
                </a:cubicBezTo>
                <a:cubicBezTo>
                  <a:pt x="297804" y="98065"/>
                  <a:pt x="289934" y="101963"/>
                  <a:pt x="279892" y="101963"/>
                </a:cubicBezTo>
                <a:cubicBezTo>
                  <a:pt x="270036" y="101963"/>
                  <a:pt x="262446" y="98402"/>
                  <a:pt x="257122" y="91279"/>
                </a:cubicBezTo>
                <a:cubicBezTo>
                  <a:pt x="251797" y="84157"/>
                  <a:pt x="249134" y="75904"/>
                  <a:pt x="249134" y="66521"/>
                </a:cubicBezTo>
                <a:cubicBezTo>
                  <a:pt x="249134" y="56849"/>
                  <a:pt x="251855" y="48416"/>
                  <a:pt x="257297" y="41222"/>
                </a:cubicBezTo>
                <a:cubicBezTo>
                  <a:pt x="262738" y="34027"/>
                  <a:pt x="270200" y="30430"/>
                  <a:pt x="279682" y="30430"/>
                </a:cubicBezTo>
                <a:moveTo>
                  <a:pt x="279962" y="35478"/>
                </a:moveTo>
                <a:cubicBezTo>
                  <a:pt x="277580" y="35478"/>
                  <a:pt x="275536" y="36405"/>
                  <a:pt x="273831" y="38259"/>
                </a:cubicBezTo>
                <a:cubicBezTo>
                  <a:pt x="272127" y="40111"/>
                  <a:pt x="271006" y="43768"/>
                  <a:pt x="270468" y="49230"/>
                </a:cubicBezTo>
                <a:cubicBezTo>
                  <a:pt x="269931" y="54693"/>
                  <a:pt x="269663" y="62285"/>
                  <a:pt x="269663" y="72008"/>
                </a:cubicBezTo>
                <a:cubicBezTo>
                  <a:pt x="269663" y="77158"/>
                  <a:pt x="269990" y="81971"/>
                  <a:pt x="270644" y="86448"/>
                </a:cubicBezTo>
                <a:cubicBezTo>
                  <a:pt x="271157" y="89864"/>
                  <a:pt x="272255" y="92463"/>
                  <a:pt x="273936" y="94245"/>
                </a:cubicBezTo>
                <a:cubicBezTo>
                  <a:pt x="275618" y="96025"/>
                  <a:pt x="277533" y="96915"/>
                  <a:pt x="279682" y="96915"/>
                </a:cubicBezTo>
                <a:cubicBezTo>
                  <a:pt x="281783" y="96915"/>
                  <a:pt x="283535" y="96313"/>
                  <a:pt x="284936" y="95110"/>
                </a:cubicBezTo>
                <a:cubicBezTo>
                  <a:pt x="286758" y="93474"/>
                  <a:pt x="287972" y="91188"/>
                  <a:pt x="288580" y="88251"/>
                </a:cubicBezTo>
                <a:cubicBezTo>
                  <a:pt x="289514" y="83679"/>
                  <a:pt x="289981" y="74439"/>
                  <a:pt x="289981" y="60529"/>
                </a:cubicBezTo>
                <a:cubicBezTo>
                  <a:pt x="289981" y="52348"/>
                  <a:pt x="289537" y="46729"/>
                  <a:pt x="288650" y="43674"/>
                </a:cubicBezTo>
                <a:cubicBezTo>
                  <a:pt x="287762" y="40616"/>
                  <a:pt x="286454" y="38390"/>
                  <a:pt x="284726" y="36994"/>
                </a:cubicBezTo>
                <a:cubicBezTo>
                  <a:pt x="283512" y="35983"/>
                  <a:pt x="281924" y="35478"/>
                  <a:pt x="279962" y="35478"/>
                </a:cubicBezTo>
                <a:close/>
                <a:moveTo>
                  <a:pt x="361935" y="30719"/>
                </a:moveTo>
                <a:lnTo>
                  <a:pt x="362986" y="53794"/>
                </a:lnTo>
                <a:lnTo>
                  <a:pt x="360604" y="53794"/>
                </a:lnTo>
                <a:cubicBezTo>
                  <a:pt x="357754" y="46912"/>
                  <a:pt x="354800" y="42211"/>
                  <a:pt x="351741" y="39692"/>
                </a:cubicBezTo>
                <a:cubicBezTo>
                  <a:pt x="348681" y="37171"/>
                  <a:pt x="345634" y="35911"/>
                  <a:pt x="342598" y="35911"/>
                </a:cubicBezTo>
                <a:cubicBezTo>
                  <a:pt x="340683" y="35911"/>
                  <a:pt x="339048" y="36572"/>
                  <a:pt x="337693" y="37894"/>
                </a:cubicBezTo>
                <a:cubicBezTo>
                  <a:pt x="336339" y="39216"/>
                  <a:pt x="335661" y="40742"/>
                  <a:pt x="335661" y="42472"/>
                </a:cubicBezTo>
                <a:cubicBezTo>
                  <a:pt x="335661" y="43770"/>
                  <a:pt x="336129" y="45020"/>
                  <a:pt x="337063" y="46222"/>
                </a:cubicBezTo>
                <a:cubicBezTo>
                  <a:pt x="338557" y="48193"/>
                  <a:pt x="342738" y="51570"/>
                  <a:pt x="349604" y="56354"/>
                </a:cubicBezTo>
                <a:cubicBezTo>
                  <a:pt x="356470" y="61137"/>
                  <a:pt x="360989" y="65199"/>
                  <a:pt x="363161" y="68540"/>
                </a:cubicBezTo>
                <a:cubicBezTo>
                  <a:pt x="365333" y="71881"/>
                  <a:pt x="366419" y="75619"/>
                  <a:pt x="366419" y="79753"/>
                </a:cubicBezTo>
                <a:cubicBezTo>
                  <a:pt x="366419" y="83503"/>
                  <a:pt x="365508" y="87180"/>
                  <a:pt x="363686" y="90786"/>
                </a:cubicBezTo>
                <a:cubicBezTo>
                  <a:pt x="361865" y="94391"/>
                  <a:pt x="359296" y="97155"/>
                  <a:pt x="355980" y="99078"/>
                </a:cubicBezTo>
                <a:cubicBezTo>
                  <a:pt x="352663" y="101001"/>
                  <a:pt x="348997" y="101963"/>
                  <a:pt x="344980" y="101963"/>
                </a:cubicBezTo>
                <a:cubicBezTo>
                  <a:pt x="341850" y="101963"/>
                  <a:pt x="337670" y="100934"/>
                  <a:pt x="332439" y="98878"/>
                </a:cubicBezTo>
                <a:cubicBezTo>
                  <a:pt x="331037" y="98339"/>
                  <a:pt x="330080" y="98069"/>
                  <a:pt x="329566" y="98069"/>
                </a:cubicBezTo>
                <a:cubicBezTo>
                  <a:pt x="328025" y="98069"/>
                  <a:pt x="326740" y="99271"/>
                  <a:pt x="325713" y="101674"/>
                </a:cubicBezTo>
                <a:lnTo>
                  <a:pt x="323401" y="101674"/>
                </a:lnTo>
                <a:lnTo>
                  <a:pt x="322280" y="77446"/>
                </a:lnTo>
                <a:lnTo>
                  <a:pt x="324662" y="77446"/>
                </a:lnTo>
                <a:cubicBezTo>
                  <a:pt x="326764" y="83791"/>
                  <a:pt x="329648" y="88550"/>
                  <a:pt x="333314" y="91723"/>
                </a:cubicBezTo>
                <a:cubicBezTo>
                  <a:pt x="336981" y="94896"/>
                  <a:pt x="340449" y="96482"/>
                  <a:pt x="343719" y="96482"/>
                </a:cubicBezTo>
                <a:cubicBezTo>
                  <a:pt x="345961" y="96482"/>
                  <a:pt x="347794" y="95773"/>
                  <a:pt x="349218" y="94355"/>
                </a:cubicBezTo>
                <a:cubicBezTo>
                  <a:pt x="350643" y="92937"/>
                  <a:pt x="351355" y="91218"/>
                  <a:pt x="351355" y="89199"/>
                </a:cubicBezTo>
                <a:cubicBezTo>
                  <a:pt x="351355" y="86892"/>
                  <a:pt x="350655" y="84897"/>
                  <a:pt x="349254" y="83214"/>
                </a:cubicBezTo>
                <a:cubicBezTo>
                  <a:pt x="347852" y="81532"/>
                  <a:pt x="344723" y="78984"/>
                  <a:pt x="339865" y="75571"/>
                </a:cubicBezTo>
                <a:cubicBezTo>
                  <a:pt x="332719" y="70475"/>
                  <a:pt x="328095" y="66581"/>
                  <a:pt x="325993" y="63889"/>
                </a:cubicBezTo>
                <a:cubicBezTo>
                  <a:pt x="322910" y="59947"/>
                  <a:pt x="321369" y="55596"/>
                  <a:pt x="321369" y="50837"/>
                </a:cubicBezTo>
                <a:cubicBezTo>
                  <a:pt x="321369" y="45645"/>
                  <a:pt x="323109" y="40946"/>
                  <a:pt x="326588" y="36740"/>
                </a:cubicBezTo>
                <a:cubicBezTo>
                  <a:pt x="330068" y="32533"/>
                  <a:pt x="335101" y="30430"/>
                  <a:pt x="341687" y="30430"/>
                </a:cubicBezTo>
                <a:cubicBezTo>
                  <a:pt x="345237" y="30430"/>
                  <a:pt x="348670" y="31354"/>
                  <a:pt x="351986" y="33202"/>
                </a:cubicBezTo>
                <a:cubicBezTo>
                  <a:pt x="353247" y="33950"/>
                  <a:pt x="354275" y="34324"/>
                  <a:pt x="355069" y="34324"/>
                </a:cubicBezTo>
                <a:cubicBezTo>
                  <a:pt x="355909" y="34324"/>
                  <a:pt x="356587" y="34144"/>
                  <a:pt x="357101" y="33783"/>
                </a:cubicBezTo>
                <a:cubicBezTo>
                  <a:pt x="357614" y="33423"/>
                  <a:pt x="358432" y="32401"/>
                  <a:pt x="359553" y="30719"/>
                </a:cubicBezTo>
                <a:lnTo>
                  <a:pt x="361935" y="30719"/>
                </a:lnTo>
                <a:close/>
                <a:moveTo>
                  <a:pt x="392338" y="0"/>
                </a:moveTo>
                <a:cubicBezTo>
                  <a:pt x="395374" y="0"/>
                  <a:pt x="397943" y="1097"/>
                  <a:pt x="400045" y="3292"/>
                </a:cubicBezTo>
                <a:cubicBezTo>
                  <a:pt x="402147" y="5486"/>
                  <a:pt x="403198" y="8126"/>
                  <a:pt x="403198" y="11213"/>
                </a:cubicBezTo>
                <a:cubicBezTo>
                  <a:pt x="403198" y="14300"/>
                  <a:pt x="402135" y="16929"/>
                  <a:pt x="400010" y="19100"/>
                </a:cubicBezTo>
                <a:cubicBezTo>
                  <a:pt x="397885" y="21269"/>
                  <a:pt x="395328" y="22354"/>
                  <a:pt x="392338" y="22354"/>
                </a:cubicBezTo>
                <a:cubicBezTo>
                  <a:pt x="389349" y="22354"/>
                  <a:pt x="386803" y="21269"/>
                  <a:pt x="384701" y="19100"/>
                </a:cubicBezTo>
                <a:cubicBezTo>
                  <a:pt x="382600" y="16929"/>
                  <a:pt x="381549" y="14300"/>
                  <a:pt x="381549" y="11213"/>
                </a:cubicBezTo>
                <a:cubicBezTo>
                  <a:pt x="381549" y="8126"/>
                  <a:pt x="382600" y="5486"/>
                  <a:pt x="384701" y="3292"/>
                </a:cubicBezTo>
                <a:cubicBezTo>
                  <a:pt x="386803" y="1097"/>
                  <a:pt x="389349" y="0"/>
                  <a:pt x="392338" y="0"/>
                </a:cubicBezTo>
                <a:moveTo>
                  <a:pt x="402147" y="32449"/>
                </a:moveTo>
                <a:lnTo>
                  <a:pt x="402147" y="85954"/>
                </a:lnTo>
                <a:cubicBezTo>
                  <a:pt x="402147" y="90714"/>
                  <a:pt x="402684" y="93754"/>
                  <a:pt x="403758" y="95076"/>
                </a:cubicBezTo>
                <a:cubicBezTo>
                  <a:pt x="404833" y="96398"/>
                  <a:pt x="406935" y="97155"/>
                  <a:pt x="410064" y="97348"/>
                </a:cubicBezTo>
                <a:lnTo>
                  <a:pt x="410064" y="99944"/>
                </a:lnTo>
                <a:lnTo>
                  <a:pt x="374683" y="99944"/>
                </a:lnTo>
                <a:lnTo>
                  <a:pt x="374683" y="97348"/>
                </a:lnTo>
                <a:cubicBezTo>
                  <a:pt x="377578" y="97252"/>
                  <a:pt x="379727" y="96386"/>
                  <a:pt x="381128" y="94752"/>
                </a:cubicBezTo>
                <a:cubicBezTo>
                  <a:pt x="382062" y="93646"/>
                  <a:pt x="382530" y="90714"/>
                  <a:pt x="382530" y="85954"/>
                </a:cubicBezTo>
                <a:lnTo>
                  <a:pt x="382530" y="46583"/>
                </a:lnTo>
                <a:cubicBezTo>
                  <a:pt x="382530" y="41763"/>
                  <a:pt x="381992" y="38684"/>
                  <a:pt x="380918" y="37346"/>
                </a:cubicBezTo>
                <a:cubicBezTo>
                  <a:pt x="379844" y="36007"/>
                  <a:pt x="377765" y="35240"/>
                  <a:pt x="374683" y="35045"/>
                </a:cubicBezTo>
                <a:lnTo>
                  <a:pt x="374683" y="32449"/>
                </a:lnTo>
                <a:lnTo>
                  <a:pt x="402147" y="32449"/>
                </a:lnTo>
                <a:close/>
                <a:moveTo>
                  <a:pt x="442930" y="7644"/>
                </a:moveTo>
                <a:lnTo>
                  <a:pt x="442930" y="32449"/>
                </a:lnTo>
                <a:lnTo>
                  <a:pt x="458484" y="32449"/>
                </a:lnTo>
                <a:lnTo>
                  <a:pt x="458484" y="39516"/>
                </a:lnTo>
                <a:lnTo>
                  <a:pt x="442930" y="39516"/>
                </a:lnTo>
                <a:lnTo>
                  <a:pt x="442930" y="81236"/>
                </a:lnTo>
                <a:cubicBezTo>
                  <a:pt x="442930" y="85140"/>
                  <a:pt x="443106" y="87659"/>
                  <a:pt x="443456" y="88792"/>
                </a:cubicBezTo>
                <a:cubicBezTo>
                  <a:pt x="443806" y="89924"/>
                  <a:pt x="444425" y="90841"/>
                  <a:pt x="445313" y="91541"/>
                </a:cubicBezTo>
                <a:cubicBezTo>
                  <a:pt x="446200" y="92239"/>
                  <a:pt x="447017" y="92589"/>
                  <a:pt x="447765" y="92589"/>
                </a:cubicBezTo>
                <a:cubicBezTo>
                  <a:pt x="450801" y="92589"/>
                  <a:pt x="453673" y="90185"/>
                  <a:pt x="456382" y="85378"/>
                </a:cubicBezTo>
                <a:lnTo>
                  <a:pt x="458484" y="86980"/>
                </a:lnTo>
                <a:cubicBezTo>
                  <a:pt x="454701" y="96295"/>
                  <a:pt x="448559" y="100953"/>
                  <a:pt x="440058" y="100953"/>
                </a:cubicBezTo>
                <a:cubicBezTo>
                  <a:pt x="435901" y="100953"/>
                  <a:pt x="432386" y="99760"/>
                  <a:pt x="429513" y="97373"/>
                </a:cubicBezTo>
                <a:cubicBezTo>
                  <a:pt x="426641" y="94984"/>
                  <a:pt x="424808" y="92318"/>
                  <a:pt x="424014" y="89375"/>
                </a:cubicBezTo>
                <a:cubicBezTo>
                  <a:pt x="423547" y="87735"/>
                  <a:pt x="423313" y="83296"/>
                  <a:pt x="423313" y="76060"/>
                </a:cubicBezTo>
                <a:lnTo>
                  <a:pt x="423313" y="39516"/>
                </a:lnTo>
                <a:lnTo>
                  <a:pt x="414765" y="39516"/>
                </a:lnTo>
                <a:lnTo>
                  <a:pt x="414765" y="36985"/>
                </a:lnTo>
                <a:cubicBezTo>
                  <a:pt x="420651" y="32698"/>
                  <a:pt x="425660" y="28193"/>
                  <a:pt x="429794" y="23472"/>
                </a:cubicBezTo>
                <a:cubicBezTo>
                  <a:pt x="433927" y="18750"/>
                  <a:pt x="437536" y="13474"/>
                  <a:pt x="440618" y="7644"/>
                </a:cubicBezTo>
                <a:lnTo>
                  <a:pt x="442930" y="7644"/>
                </a:lnTo>
                <a:close/>
                <a:moveTo>
                  <a:pt x="494913" y="30430"/>
                </a:moveTo>
                <a:cubicBezTo>
                  <a:pt x="500612" y="30430"/>
                  <a:pt x="505913" y="31946"/>
                  <a:pt x="510817" y="34978"/>
                </a:cubicBezTo>
                <a:cubicBezTo>
                  <a:pt x="515722" y="38009"/>
                  <a:pt x="519447" y="42316"/>
                  <a:pt x="521992" y="47899"/>
                </a:cubicBezTo>
                <a:cubicBezTo>
                  <a:pt x="524538" y="53481"/>
                  <a:pt x="525811" y="59592"/>
                  <a:pt x="525811" y="66233"/>
                </a:cubicBezTo>
                <a:cubicBezTo>
                  <a:pt x="525811" y="75808"/>
                  <a:pt x="523452" y="83820"/>
                  <a:pt x="518734" y="90270"/>
                </a:cubicBezTo>
                <a:cubicBezTo>
                  <a:pt x="513036" y="98065"/>
                  <a:pt x="505166" y="101963"/>
                  <a:pt x="495123" y="101963"/>
                </a:cubicBezTo>
                <a:cubicBezTo>
                  <a:pt x="485268" y="101963"/>
                  <a:pt x="477678" y="98402"/>
                  <a:pt x="472353" y="91279"/>
                </a:cubicBezTo>
                <a:cubicBezTo>
                  <a:pt x="467028" y="84157"/>
                  <a:pt x="464366" y="75904"/>
                  <a:pt x="464366" y="66521"/>
                </a:cubicBezTo>
                <a:cubicBezTo>
                  <a:pt x="464366" y="56849"/>
                  <a:pt x="467087" y="48416"/>
                  <a:pt x="472528" y="41222"/>
                </a:cubicBezTo>
                <a:cubicBezTo>
                  <a:pt x="477970" y="34027"/>
                  <a:pt x="485431" y="30430"/>
                  <a:pt x="494913" y="30430"/>
                </a:cubicBezTo>
                <a:moveTo>
                  <a:pt x="495193" y="35478"/>
                </a:moveTo>
                <a:cubicBezTo>
                  <a:pt x="492811" y="35478"/>
                  <a:pt x="490768" y="36405"/>
                  <a:pt x="489063" y="38259"/>
                </a:cubicBezTo>
                <a:cubicBezTo>
                  <a:pt x="487358" y="40111"/>
                  <a:pt x="486237" y="43768"/>
                  <a:pt x="485700" y="49230"/>
                </a:cubicBezTo>
                <a:cubicBezTo>
                  <a:pt x="485163" y="54693"/>
                  <a:pt x="484894" y="62285"/>
                  <a:pt x="484894" y="72008"/>
                </a:cubicBezTo>
                <a:cubicBezTo>
                  <a:pt x="484894" y="77158"/>
                  <a:pt x="485221" y="81971"/>
                  <a:pt x="485875" y="86448"/>
                </a:cubicBezTo>
                <a:cubicBezTo>
                  <a:pt x="486389" y="89864"/>
                  <a:pt x="487487" y="92463"/>
                  <a:pt x="489168" y="94245"/>
                </a:cubicBezTo>
                <a:cubicBezTo>
                  <a:pt x="490850" y="96025"/>
                  <a:pt x="492765" y="96915"/>
                  <a:pt x="494913" y="96915"/>
                </a:cubicBezTo>
                <a:cubicBezTo>
                  <a:pt x="497015" y="96915"/>
                  <a:pt x="498767" y="96313"/>
                  <a:pt x="500168" y="95110"/>
                </a:cubicBezTo>
                <a:cubicBezTo>
                  <a:pt x="501989" y="93474"/>
                  <a:pt x="503204" y="91188"/>
                  <a:pt x="503811" y="88251"/>
                </a:cubicBezTo>
                <a:cubicBezTo>
                  <a:pt x="504745" y="83679"/>
                  <a:pt x="505212" y="74439"/>
                  <a:pt x="505212" y="60529"/>
                </a:cubicBezTo>
                <a:cubicBezTo>
                  <a:pt x="505212" y="52348"/>
                  <a:pt x="504769" y="46729"/>
                  <a:pt x="503881" y="43674"/>
                </a:cubicBezTo>
                <a:cubicBezTo>
                  <a:pt x="502994" y="40616"/>
                  <a:pt x="501686" y="38390"/>
                  <a:pt x="499958" y="36994"/>
                </a:cubicBezTo>
                <a:cubicBezTo>
                  <a:pt x="498743" y="35983"/>
                  <a:pt x="497155" y="35478"/>
                  <a:pt x="495193" y="35478"/>
                </a:cubicBezTo>
                <a:close/>
                <a:moveTo>
                  <a:pt x="562944" y="32449"/>
                </a:moveTo>
                <a:lnTo>
                  <a:pt x="562944" y="47736"/>
                </a:lnTo>
                <a:cubicBezTo>
                  <a:pt x="567288" y="40766"/>
                  <a:pt x="571094" y="36139"/>
                  <a:pt x="574364" y="33855"/>
                </a:cubicBezTo>
                <a:cubicBezTo>
                  <a:pt x="577633" y="31572"/>
                  <a:pt x="580786" y="30430"/>
                  <a:pt x="583822" y="30430"/>
                </a:cubicBezTo>
                <a:cubicBezTo>
                  <a:pt x="586438" y="30430"/>
                  <a:pt x="588528" y="31262"/>
                  <a:pt x="590093" y="32927"/>
                </a:cubicBezTo>
                <a:cubicBezTo>
                  <a:pt x="591658" y="34591"/>
                  <a:pt x="592440" y="36943"/>
                  <a:pt x="592440" y="39982"/>
                </a:cubicBezTo>
                <a:cubicBezTo>
                  <a:pt x="592440" y="43215"/>
                  <a:pt x="591681" y="45725"/>
                  <a:pt x="590163" y="47511"/>
                </a:cubicBezTo>
                <a:cubicBezTo>
                  <a:pt x="588645" y="49296"/>
                  <a:pt x="586812" y="50188"/>
                  <a:pt x="584663" y="50188"/>
                </a:cubicBezTo>
                <a:cubicBezTo>
                  <a:pt x="582187" y="50188"/>
                  <a:pt x="580039" y="49371"/>
                  <a:pt x="578217" y="47736"/>
                </a:cubicBezTo>
                <a:cubicBezTo>
                  <a:pt x="576396" y="46102"/>
                  <a:pt x="575321" y="45189"/>
                  <a:pt x="574994" y="44996"/>
                </a:cubicBezTo>
                <a:cubicBezTo>
                  <a:pt x="574527" y="44708"/>
                  <a:pt x="573990" y="44564"/>
                  <a:pt x="573383" y="44564"/>
                </a:cubicBezTo>
                <a:cubicBezTo>
                  <a:pt x="572028" y="44564"/>
                  <a:pt x="570744" y="45092"/>
                  <a:pt x="569530" y="46150"/>
                </a:cubicBezTo>
                <a:cubicBezTo>
                  <a:pt x="567614" y="47785"/>
                  <a:pt x="566167" y="50116"/>
                  <a:pt x="565186" y="53145"/>
                </a:cubicBezTo>
                <a:cubicBezTo>
                  <a:pt x="563691" y="57808"/>
                  <a:pt x="562944" y="62952"/>
                  <a:pt x="562944" y="68576"/>
                </a:cubicBezTo>
                <a:lnTo>
                  <a:pt x="562944" y="84080"/>
                </a:lnTo>
                <a:lnTo>
                  <a:pt x="563014" y="88118"/>
                </a:lnTo>
                <a:cubicBezTo>
                  <a:pt x="563014" y="90858"/>
                  <a:pt x="563177" y="92613"/>
                  <a:pt x="563504" y="93382"/>
                </a:cubicBezTo>
                <a:cubicBezTo>
                  <a:pt x="564065" y="94680"/>
                  <a:pt x="564894" y="95629"/>
                  <a:pt x="565991" y="96230"/>
                </a:cubicBezTo>
                <a:cubicBezTo>
                  <a:pt x="567089" y="96831"/>
                  <a:pt x="568946" y="97204"/>
                  <a:pt x="571561" y="97348"/>
                </a:cubicBezTo>
                <a:lnTo>
                  <a:pt x="571561" y="99944"/>
                </a:lnTo>
                <a:lnTo>
                  <a:pt x="536180" y="99944"/>
                </a:lnTo>
                <a:lnTo>
                  <a:pt x="536180" y="97348"/>
                </a:lnTo>
                <a:cubicBezTo>
                  <a:pt x="539029" y="97107"/>
                  <a:pt x="540956" y="96302"/>
                  <a:pt x="541960" y="94932"/>
                </a:cubicBezTo>
                <a:cubicBezTo>
                  <a:pt x="542964" y="93562"/>
                  <a:pt x="543466" y="89945"/>
                  <a:pt x="543466" y="84080"/>
                </a:cubicBezTo>
                <a:lnTo>
                  <a:pt x="543466" y="46727"/>
                </a:lnTo>
                <a:cubicBezTo>
                  <a:pt x="543466" y="42857"/>
                  <a:pt x="543280" y="40390"/>
                  <a:pt x="542906" y="39327"/>
                </a:cubicBezTo>
                <a:cubicBezTo>
                  <a:pt x="542439" y="37972"/>
                  <a:pt x="541761" y="36980"/>
                  <a:pt x="540874" y="36352"/>
                </a:cubicBezTo>
                <a:cubicBezTo>
                  <a:pt x="539987" y="35723"/>
                  <a:pt x="538422" y="35287"/>
                  <a:pt x="536180" y="35045"/>
                </a:cubicBezTo>
                <a:lnTo>
                  <a:pt x="536180" y="32449"/>
                </a:lnTo>
                <a:lnTo>
                  <a:pt x="562944" y="32449"/>
                </a:lnTo>
                <a:close/>
                <a:moveTo>
                  <a:pt x="628592" y="102749"/>
                </a:moveTo>
                <a:lnTo>
                  <a:pt x="607433" y="52660"/>
                </a:lnTo>
                <a:cubicBezTo>
                  <a:pt x="604257" y="45074"/>
                  <a:pt x="601910" y="40411"/>
                  <a:pt x="600392" y="38671"/>
                </a:cubicBezTo>
                <a:cubicBezTo>
                  <a:pt x="598874" y="36930"/>
                  <a:pt x="597041" y="35721"/>
                  <a:pt x="594892" y="35045"/>
                </a:cubicBezTo>
                <a:lnTo>
                  <a:pt x="594892" y="32449"/>
                </a:lnTo>
                <a:lnTo>
                  <a:pt x="629713" y="32449"/>
                </a:lnTo>
                <a:lnTo>
                  <a:pt x="629713" y="35045"/>
                </a:lnTo>
                <a:cubicBezTo>
                  <a:pt x="627424" y="35141"/>
                  <a:pt x="625813" y="35600"/>
                  <a:pt x="624879" y="36422"/>
                </a:cubicBezTo>
                <a:cubicBezTo>
                  <a:pt x="623945" y="37242"/>
                  <a:pt x="623478" y="38232"/>
                  <a:pt x="623478" y="39392"/>
                </a:cubicBezTo>
                <a:cubicBezTo>
                  <a:pt x="623478" y="41226"/>
                  <a:pt x="624645" y="44848"/>
                  <a:pt x="626981" y="50258"/>
                </a:cubicBezTo>
                <a:lnTo>
                  <a:pt x="638191" y="76774"/>
                </a:lnTo>
                <a:lnTo>
                  <a:pt x="645827" y="56284"/>
                </a:lnTo>
                <a:cubicBezTo>
                  <a:pt x="648583" y="48987"/>
                  <a:pt x="649961" y="43913"/>
                  <a:pt x="649961" y="41062"/>
                </a:cubicBezTo>
                <a:cubicBezTo>
                  <a:pt x="649961" y="39274"/>
                  <a:pt x="649389" y="37848"/>
                  <a:pt x="648245" y="36785"/>
                </a:cubicBezTo>
                <a:cubicBezTo>
                  <a:pt x="647100" y="35721"/>
                  <a:pt x="645080" y="35141"/>
                  <a:pt x="642184" y="35045"/>
                </a:cubicBezTo>
                <a:lnTo>
                  <a:pt x="642184" y="32449"/>
                </a:lnTo>
                <a:lnTo>
                  <a:pt x="664114" y="32449"/>
                </a:lnTo>
                <a:lnTo>
                  <a:pt x="664114" y="35045"/>
                </a:lnTo>
                <a:cubicBezTo>
                  <a:pt x="661965" y="35287"/>
                  <a:pt x="660214" y="36145"/>
                  <a:pt x="658859" y="37619"/>
                </a:cubicBezTo>
                <a:cubicBezTo>
                  <a:pt x="657504" y="39092"/>
                  <a:pt x="655239" y="44106"/>
                  <a:pt x="652063" y="52660"/>
                </a:cubicBezTo>
                <a:lnTo>
                  <a:pt x="633356" y="102684"/>
                </a:lnTo>
                <a:cubicBezTo>
                  <a:pt x="628639" y="115183"/>
                  <a:pt x="625136" y="122874"/>
                  <a:pt x="622847" y="125759"/>
                </a:cubicBezTo>
                <a:cubicBezTo>
                  <a:pt x="619624" y="129797"/>
                  <a:pt x="615584" y="131816"/>
                  <a:pt x="610726" y="131816"/>
                </a:cubicBezTo>
                <a:cubicBezTo>
                  <a:pt x="606849" y="131816"/>
                  <a:pt x="603708" y="130674"/>
                  <a:pt x="601303" y="128391"/>
                </a:cubicBezTo>
                <a:cubicBezTo>
                  <a:pt x="598897" y="126107"/>
                  <a:pt x="597695" y="123355"/>
                  <a:pt x="597695" y="120134"/>
                </a:cubicBezTo>
                <a:cubicBezTo>
                  <a:pt x="597695" y="117346"/>
                  <a:pt x="598524" y="115039"/>
                  <a:pt x="600182" y="113212"/>
                </a:cubicBezTo>
                <a:cubicBezTo>
                  <a:pt x="601840" y="111385"/>
                  <a:pt x="603883" y="110472"/>
                  <a:pt x="606312" y="110472"/>
                </a:cubicBezTo>
                <a:cubicBezTo>
                  <a:pt x="608648" y="110472"/>
                  <a:pt x="610528" y="111236"/>
                  <a:pt x="611952" y="112766"/>
                </a:cubicBezTo>
                <a:cubicBezTo>
                  <a:pt x="613377" y="114296"/>
                  <a:pt x="614113" y="116664"/>
                  <a:pt x="614159" y="119868"/>
                </a:cubicBezTo>
                <a:cubicBezTo>
                  <a:pt x="614206" y="121686"/>
                  <a:pt x="614416" y="122858"/>
                  <a:pt x="614790" y="123384"/>
                </a:cubicBezTo>
                <a:cubicBezTo>
                  <a:pt x="615163" y="123910"/>
                  <a:pt x="615701" y="124172"/>
                  <a:pt x="616401" y="124172"/>
                </a:cubicBezTo>
                <a:cubicBezTo>
                  <a:pt x="617522" y="124172"/>
                  <a:pt x="618713" y="123478"/>
                  <a:pt x="619974" y="122090"/>
                </a:cubicBezTo>
                <a:cubicBezTo>
                  <a:pt x="621843" y="120080"/>
                  <a:pt x="624038" y="115486"/>
                  <a:pt x="626560" y="108308"/>
                </a:cubicBezTo>
                <a:lnTo>
                  <a:pt x="628592" y="102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(Candidate">
            <a:extLst xmlns:a="http://schemas.openxmlformats.org/drawingml/2006/main">
              <a:ext uri="{FF2B5EF4-FFF2-40B4-BE49-F238E27FC236}">
                <a16:creationId xmlns:a16="http://schemas.microsoft.com/office/drawing/2014/main" id="{3F3C86FF-6575-4F41-9203-FBCD8E6E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70" y="3054898"/>
            <a:ext cx="618735" cy="134124"/>
          </a:xfrm>
          <a:custGeom xmlns:a="http://schemas.openxmlformats.org/drawingml/2006/main">
            <a:pathLst>
              <a:path w="618735" h="134124">
                <a:moveTo>
                  <a:pt x="38674" y="131456"/>
                </a:moveTo>
                <a:lnTo>
                  <a:pt x="38674" y="134124"/>
                </a:lnTo>
                <a:cubicBezTo>
                  <a:pt x="31621" y="130470"/>
                  <a:pt x="25736" y="126192"/>
                  <a:pt x="21019" y="121288"/>
                </a:cubicBezTo>
                <a:cubicBezTo>
                  <a:pt x="14293" y="114318"/>
                  <a:pt x="9108" y="106097"/>
                  <a:pt x="5465" y="96627"/>
                </a:cubicBezTo>
                <a:cubicBezTo>
                  <a:pt x="1822" y="87156"/>
                  <a:pt x="0" y="77325"/>
                  <a:pt x="0" y="67134"/>
                </a:cubicBezTo>
                <a:cubicBezTo>
                  <a:pt x="0" y="52231"/>
                  <a:pt x="3573" y="38639"/>
                  <a:pt x="10720" y="26356"/>
                </a:cubicBezTo>
                <a:cubicBezTo>
                  <a:pt x="17866" y="14073"/>
                  <a:pt x="27184" y="5288"/>
                  <a:pt x="38674" y="0"/>
                </a:cubicBezTo>
                <a:lnTo>
                  <a:pt x="38674" y="3029"/>
                </a:lnTo>
                <a:cubicBezTo>
                  <a:pt x="32929" y="6298"/>
                  <a:pt x="28212" y="10768"/>
                  <a:pt x="24522" y="16441"/>
                </a:cubicBezTo>
                <a:cubicBezTo>
                  <a:pt x="20832" y="22114"/>
                  <a:pt x="18076" y="29300"/>
                  <a:pt x="16254" y="38002"/>
                </a:cubicBezTo>
                <a:cubicBezTo>
                  <a:pt x="14433" y="46703"/>
                  <a:pt x="13522" y="55789"/>
                  <a:pt x="13522" y="65259"/>
                </a:cubicBezTo>
                <a:cubicBezTo>
                  <a:pt x="13522" y="75547"/>
                  <a:pt x="14293" y="84897"/>
                  <a:pt x="15834" y="93310"/>
                </a:cubicBezTo>
                <a:cubicBezTo>
                  <a:pt x="17048" y="99944"/>
                  <a:pt x="18520" y="105268"/>
                  <a:pt x="20248" y="109282"/>
                </a:cubicBezTo>
                <a:cubicBezTo>
                  <a:pt x="21976" y="113296"/>
                  <a:pt x="24300" y="117154"/>
                  <a:pt x="27219" y="120855"/>
                </a:cubicBezTo>
                <a:cubicBezTo>
                  <a:pt x="30138" y="124557"/>
                  <a:pt x="33957" y="128090"/>
                  <a:pt x="38674" y="131456"/>
                </a:cubicBezTo>
                <a:close/>
                <a:moveTo>
                  <a:pt x="127580" y="2596"/>
                </a:moveTo>
                <a:lnTo>
                  <a:pt x="129752" y="35766"/>
                </a:lnTo>
                <a:lnTo>
                  <a:pt x="127580" y="35766"/>
                </a:lnTo>
                <a:cubicBezTo>
                  <a:pt x="124684" y="25790"/>
                  <a:pt x="120550" y="18609"/>
                  <a:pt x="115179" y="14224"/>
                </a:cubicBezTo>
                <a:cubicBezTo>
                  <a:pt x="109807" y="9837"/>
                  <a:pt x="103362" y="7644"/>
                  <a:pt x="95842" y="7644"/>
                </a:cubicBezTo>
                <a:cubicBezTo>
                  <a:pt x="89536" y="7644"/>
                  <a:pt x="83838" y="9292"/>
                  <a:pt x="78746" y="12588"/>
                </a:cubicBezTo>
                <a:cubicBezTo>
                  <a:pt x="73655" y="15882"/>
                  <a:pt x="69650" y="21138"/>
                  <a:pt x="66731" y="28355"/>
                </a:cubicBezTo>
                <a:cubicBezTo>
                  <a:pt x="63812" y="35572"/>
                  <a:pt x="62352" y="44545"/>
                  <a:pt x="62352" y="55274"/>
                </a:cubicBezTo>
                <a:cubicBezTo>
                  <a:pt x="62352" y="64126"/>
                  <a:pt x="63730" y="71799"/>
                  <a:pt x="66486" y="78295"/>
                </a:cubicBezTo>
                <a:cubicBezTo>
                  <a:pt x="69241" y="84789"/>
                  <a:pt x="73387" y="89769"/>
                  <a:pt x="78922" y="93233"/>
                </a:cubicBezTo>
                <a:cubicBezTo>
                  <a:pt x="84457" y="96697"/>
                  <a:pt x="90774" y="98429"/>
                  <a:pt x="97873" y="98429"/>
                </a:cubicBezTo>
                <a:cubicBezTo>
                  <a:pt x="104039" y="98429"/>
                  <a:pt x="109480" y="97071"/>
                  <a:pt x="114198" y="94355"/>
                </a:cubicBezTo>
                <a:cubicBezTo>
                  <a:pt x="118916" y="91639"/>
                  <a:pt x="124100" y="86243"/>
                  <a:pt x="129752" y="78167"/>
                </a:cubicBezTo>
                <a:lnTo>
                  <a:pt x="131924" y="79604"/>
                </a:lnTo>
                <a:cubicBezTo>
                  <a:pt x="127160" y="88283"/>
                  <a:pt x="121601" y="94636"/>
                  <a:pt x="115249" y="98664"/>
                </a:cubicBezTo>
                <a:cubicBezTo>
                  <a:pt x="108897" y="102690"/>
                  <a:pt x="101353" y="104703"/>
                  <a:pt x="92619" y="104703"/>
                </a:cubicBezTo>
                <a:cubicBezTo>
                  <a:pt x="76878" y="104703"/>
                  <a:pt x="64687" y="98702"/>
                  <a:pt x="56046" y="86700"/>
                </a:cubicBezTo>
                <a:cubicBezTo>
                  <a:pt x="49601" y="77772"/>
                  <a:pt x="46378" y="67259"/>
                  <a:pt x="46378" y="55161"/>
                </a:cubicBezTo>
                <a:cubicBezTo>
                  <a:pt x="46378" y="45416"/>
                  <a:pt x="48503" y="36463"/>
                  <a:pt x="52753" y="28303"/>
                </a:cubicBezTo>
                <a:cubicBezTo>
                  <a:pt x="57004" y="20143"/>
                  <a:pt x="62854" y="13818"/>
                  <a:pt x="70304" y="9329"/>
                </a:cubicBezTo>
                <a:cubicBezTo>
                  <a:pt x="77754" y="4840"/>
                  <a:pt x="85893" y="2596"/>
                  <a:pt x="94721" y="2596"/>
                </a:cubicBezTo>
                <a:cubicBezTo>
                  <a:pt x="101587" y="2596"/>
                  <a:pt x="108359" y="4327"/>
                  <a:pt x="115039" y="7788"/>
                </a:cubicBezTo>
                <a:cubicBezTo>
                  <a:pt x="117000" y="8845"/>
                  <a:pt x="118402" y="9374"/>
                  <a:pt x="119242" y="9374"/>
                </a:cubicBezTo>
                <a:cubicBezTo>
                  <a:pt x="120504" y="9374"/>
                  <a:pt x="121601" y="8918"/>
                  <a:pt x="122535" y="8004"/>
                </a:cubicBezTo>
                <a:cubicBezTo>
                  <a:pt x="123750" y="6706"/>
                  <a:pt x="124614" y="4903"/>
                  <a:pt x="125128" y="2596"/>
                </a:cubicBezTo>
                <a:lnTo>
                  <a:pt x="127580" y="2596"/>
                </a:lnTo>
                <a:close/>
                <a:moveTo>
                  <a:pt x="178449" y="93021"/>
                </a:moveTo>
                <a:cubicBezTo>
                  <a:pt x="171863" y="98261"/>
                  <a:pt x="167729" y="101290"/>
                  <a:pt x="166048" y="102107"/>
                </a:cubicBezTo>
                <a:cubicBezTo>
                  <a:pt x="163525" y="103357"/>
                  <a:pt x="160840" y="103982"/>
                  <a:pt x="157991" y="103982"/>
                </a:cubicBezTo>
                <a:cubicBezTo>
                  <a:pt x="153553" y="103982"/>
                  <a:pt x="149898" y="102419"/>
                  <a:pt x="147026" y="99295"/>
                </a:cubicBezTo>
                <a:cubicBezTo>
                  <a:pt x="144153" y="96170"/>
                  <a:pt x="142717" y="92060"/>
                  <a:pt x="142717" y="86964"/>
                </a:cubicBezTo>
                <a:cubicBezTo>
                  <a:pt x="142717" y="83743"/>
                  <a:pt x="143418" y="80955"/>
                  <a:pt x="144819" y="78599"/>
                </a:cubicBezTo>
                <a:cubicBezTo>
                  <a:pt x="146734" y="75330"/>
                  <a:pt x="150062" y="72254"/>
                  <a:pt x="154803" y="69369"/>
                </a:cubicBezTo>
                <a:cubicBezTo>
                  <a:pt x="159544" y="66485"/>
                  <a:pt x="167426" y="62976"/>
                  <a:pt x="178449" y="58841"/>
                </a:cubicBezTo>
                <a:lnTo>
                  <a:pt x="178449" y="56245"/>
                </a:lnTo>
                <a:cubicBezTo>
                  <a:pt x="178449" y="49659"/>
                  <a:pt x="177433" y="45141"/>
                  <a:pt x="175401" y="42689"/>
                </a:cubicBezTo>
                <a:cubicBezTo>
                  <a:pt x="173369" y="40237"/>
                  <a:pt x="170415" y="39011"/>
                  <a:pt x="166538" y="39011"/>
                </a:cubicBezTo>
                <a:cubicBezTo>
                  <a:pt x="163596" y="39011"/>
                  <a:pt x="161260" y="39825"/>
                  <a:pt x="159532" y="41454"/>
                </a:cubicBezTo>
                <a:cubicBezTo>
                  <a:pt x="157757" y="43082"/>
                  <a:pt x="156870" y="44950"/>
                  <a:pt x="156870" y="47058"/>
                </a:cubicBezTo>
                <a:lnTo>
                  <a:pt x="157010" y="51225"/>
                </a:lnTo>
                <a:cubicBezTo>
                  <a:pt x="157010" y="53427"/>
                  <a:pt x="156461" y="55127"/>
                  <a:pt x="155363" y="56324"/>
                </a:cubicBezTo>
                <a:cubicBezTo>
                  <a:pt x="154266" y="57522"/>
                  <a:pt x="152829" y="58120"/>
                  <a:pt x="151054" y="58120"/>
                </a:cubicBezTo>
                <a:cubicBezTo>
                  <a:pt x="149326" y="58120"/>
                  <a:pt x="147913" y="57498"/>
                  <a:pt x="146816" y="56252"/>
                </a:cubicBezTo>
                <a:cubicBezTo>
                  <a:pt x="145718" y="55005"/>
                  <a:pt x="145169" y="53303"/>
                  <a:pt x="145169" y="51146"/>
                </a:cubicBezTo>
                <a:cubicBezTo>
                  <a:pt x="145169" y="47025"/>
                  <a:pt x="147224" y="43239"/>
                  <a:pt x="151335" y="39789"/>
                </a:cubicBezTo>
                <a:cubicBezTo>
                  <a:pt x="155445" y="36338"/>
                  <a:pt x="161213" y="34613"/>
                  <a:pt x="168640" y="34613"/>
                </a:cubicBezTo>
                <a:cubicBezTo>
                  <a:pt x="174338" y="34613"/>
                  <a:pt x="179009" y="35597"/>
                  <a:pt x="182652" y="37565"/>
                </a:cubicBezTo>
                <a:cubicBezTo>
                  <a:pt x="185408" y="39053"/>
                  <a:pt x="187440" y="41383"/>
                  <a:pt x="188748" y="44552"/>
                </a:cubicBezTo>
                <a:cubicBezTo>
                  <a:pt x="189589" y="46617"/>
                  <a:pt x="190009" y="50842"/>
                  <a:pt x="190009" y="57228"/>
                </a:cubicBezTo>
                <a:lnTo>
                  <a:pt x="190009" y="79627"/>
                </a:lnTo>
                <a:cubicBezTo>
                  <a:pt x="190009" y="85917"/>
                  <a:pt x="190126" y="89770"/>
                  <a:pt x="190359" y="91187"/>
                </a:cubicBezTo>
                <a:cubicBezTo>
                  <a:pt x="190593" y="92604"/>
                  <a:pt x="190978" y="93552"/>
                  <a:pt x="191515" y="94033"/>
                </a:cubicBezTo>
                <a:cubicBezTo>
                  <a:pt x="192053" y="94512"/>
                  <a:pt x="192671" y="94752"/>
                  <a:pt x="193372" y="94752"/>
                </a:cubicBezTo>
                <a:cubicBezTo>
                  <a:pt x="194119" y="94752"/>
                  <a:pt x="194773" y="94584"/>
                  <a:pt x="195334" y="94247"/>
                </a:cubicBezTo>
                <a:cubicBezTo>
                  <a:pt x="196315" y="93622"/>
                  <a:pt x="198206" y="91867"/>
                  <a:pt x="201009" y="88983"/>
                </a:cubicBezTo>
                <a:lnTo>
                  <a:pt x="201009" y="93021"/>
                </a:lnTo>
                <a:cubicBezTo>
                  <a:pt x="195778" y="100232"/>
                  <a:pt x="190780" y="103838"/>
                  <a:pt x="186015" y="103838"/>
                </a:cubicBezTo>
                <a:cubicBezTo>
                  <a:pt x="183727" y="103838"/>
                  <a:pt x="181905" y="103020"/>
                  <a:pt x="180551" y="101386"/>
                </a:cubicBezTo>
                <a:cubicBezTo>
                  <a:pt x="179196" y="99751"/>
                  <a:pt x="178495" y="96963"/>
                  <a:pt x="178449" y="93021"/>
                </a:cubicBezTo>
                <a:moveTo>
                  <a:pt x="178449" y="88294"/>
                </a:moveTo>
                <a:lnTo>
                  <a:pt x="178449" y="63240"/>
                </a:lnTo>
                <a:cubicBezTo>
                  <a:pt x="171396" y="66111"/>
                  <a:pt x="166842" y="68145"/>
                  <a:pt x="164787" y="69342"/>
                </a:cubicBezTo>
                <a:cubicBezTo>
                  <a:pt x="161097" y="71448"/>
                  <a:pt x="158458" y="73650"/>
                  <a:pt x="156870" y="75947"/>
                </a:cubicBezTo>
                <a:cubicBezTo>
                  <a:pt x="155281" y="78244"/>
                  <a:pt x="154487" y="80757"/>
                  <a:pt x="154487" y="83485"/>
                </a:cubicBezTo>
                <a:cubicBezTo>
                  <a:pt x="154487" y="86931"/>
                  <a:pt x="155492" y="89791"/>
                  <a:pt x="157500" y="92063"/>
                </a:cubicBezTo>
                <a:cubicBezTo>
                  <a:pt x="159509" y="94336"/>
                  <a:pt x="161821" y="95473"/>
                  <a:pt x="164436" y="95473"/>
                </a:cubicBezTo>
                <a:cubicBezTo>
                  <a:pt x="167986" y="95473"/>
                  <a:pt x="172657" y="93080"/>
                  <a:pt x="178449" y="88294"/>
                </a:cubicBezTo>
                <a:close/>
                <a:moveTo>
                  <a:pt x="223569" y="48602"/>
                </a:moveTo>
                <a:cubicBezTo>
                  <a:pt x="231089" y="39276"/>
                  <a:pt x="238259" y="34613"/>
                  <a:pt x="245078" y="34613"/>
                </a:cubicBezTo>
                <a:cubicBezTo>
                  <a:pt x="248581" y="34613"/>
                  <a:pt x="251594" y="35512"/>
                  <a:pt x="254116" y="37312"/>
                </a:cubicBezTo>
                <a:cubicBezTo>
                  <a:pt x="256638" y="39110"/>
                  <a:pt x="258647" y="42072"/>
                  <a:pt x="260141" y="46197"/>
                </a:cubicBezTo>
                <a:cubicBezTo>
                  <a:pt x="261169" y="49074"/>
                  <a:pt x="261683" y="53487"/>
                  <a:pt x="261683" y="59436"/>
                </a:cubicBezTo>
                <a:lnTo>
                  <a:pt x="261683" y="87568"/>
                </a:lnTo>
                <a:cubicBezTo>
                  <a:pt x="261683" y="91741"/>
                  <a:pt x="262010" y="94572"/>
                  <a:pt x="262664" y="96059"/>
                </a:cubicBezTo>
                <a:cubicBezTo>
                  <a:pt x="263177" y="97258"/>
                  <a:pt x="264006" y="98193"/>
                  <a:pt x="265151" y="98864"/>
                </a:cubicBezTo>
                <a:cubicBezTo>
                  <a:pt x="266295" y="99536"/>
                  <a:pt x="268409" y="99872"/>
                  <a:pt x="271491" y="99872"/>
                </a:cubicBezTo>
                <a:lnTo>
                  <a:pt x="271491" y="102540"/>
                </a:lnTo>
                <a:lnTo>
                  <a:pt x="239753" y="102540"/>
                </a:lnTo>
                <a:lnTo>
                  <a:pt x="239753" y="99872"/>
                </a:lnTo>
                <a:lnTo>
                  <a:pt x="241084" y="99872"/>
                </a:lnTo>
                <a:cubicBezTo>
                  <a:pt x="244074" y="99872"/>
                  <a:pt x="246164" y="99405"/>
                  <a:pt x="247355" y="98472"/>
                </a:cubicBezTo>
                <a:cubicBezTo>
                  <a:pt x="248546" y="97539"/>
                  <a:pt x="249375" y="96165"/>
                  <a:pt x="249842" y="94348"/>
                </a:cubicBezTo>
                <a:cubicBezTo>
                  <a:pt x="250029" y="93630"/>
                  <a:pt x="250122" y="91382"/>
                  <a:pt x="250122" y="87604"/>
                </a:cubicBezTo>
                <a:lnTo>
                  <a:pt x="250122" y="60700"/>
                </a:lnTo>
                <a:cubicBezTo>
                  <a:pt x="250122" y="54723"/>
                  <a:pt x="249363" y="50383"/>
                  <a:pt x="247845" y="47680"/>
                </a:cubicBezTo>
                <a:cubicBezTo>
                  <a:pt x="246327" y="44978"/>
                  <a:pt x="243770" y="43626"/>
                  <a:pt x="240174" y="43626"/>
                </a:cubicBezTo>
                <a:cubicBezTo>
                  <a:pt x="234615" y="43626"/>
                  <a:pt x="229080" y="46735"/>
                  <a:pt x="223569" y="52953"/>
                </a:cubicBezTo>
                <a:lnTo>
                  <a:pt x="223569" y="87604"/>
                </a:lnTo>
                <a:cubicBezTo>
                  <a:pt x="223569" y="92052"/>
                  <a:pt x="223826" y="94802"/>
                  <a:pt x="224340" y="95854"/>
                </a:cubicBezTo>
                <a:cubicBezTo>
                  <a:pt x="224993" y="97240"/>
                  <a:pt x="225893" y="98257"/>
                  <a:pt x="227037" y="98903"/>
                </a:cubicBezTo>
                <a:cubicBezTo>
                  <a:pt x="228181" y="99549"/>
                  <a:pt x="230505" y="99872"/>
                  <a:pt x="234008" y="99872"/>
                </a:cubicBezTo>
                <a:lnTo>
                  <a:pt x="234008" y="102540"/>
                </a:lnTo>
                <a:lnTo>
                  <a:pt x="202270" y="102540"/>
                </a:lnTo>
                <a:lnTo>
                  <a:pt x="202270" y="99872"/>
                </a:lnTo>
                <a:lnTo>
                  <a:pt x="203671" y="99872"/>
                </a:lnTo>
                <a:cubicBezTo>
                  <a:pt x="206941" y="99872"/>
                  <a:pt x="209148" y="99021"/>
                  <a:pt x="210292" y="97318"/>
                </a:cubicBezTo>
                <a:cubicBezTo>
                  <a:pt x="211436" y="95615"/>
                  <a:pt x="212009" y="92365"/>
                  <a:pt x="212009" y="87568"/>
                </a:cubicBezTo>
                <a:lnTo>
                  <a:pt x="212009" y="63105"/>
                </a:lnTo>
                <a:cubicBezTo>
                  <a:pt x="212009" y="55191"/>
                  <a:pt x="211833" y="50371"/>
                  <a:pt x="211483" y="48645"/>
                </a:cubicBezTo>
                <a:cubicBezTo>
                  <a:pt x="211133" y="46917"/>
                  <a:pt x="210596" y="45741"/>
                  <a:pt x="209872" y="45118"/>
                </a:cubicBezTo>
                <a:cubicBezTo>
                  <a:pt x="209148" y="44495"/>
                  <a:pt x="208178" y="44183"/>
                  <a:pt x="206964" y="44183"/>
                </a:cubicBezTo>
                <a:cubicBezTo>
                  <a:pt x="205656" y="44183"/>
                  <a:pt x="204092" y="44543"/>
                  <a:pt x="202270" y="45262"/>
                </a:cubicBezTo>
                <a:lnTo>
                  <a:pt x="201219" y="42671"/>
                </a:lnTo>
                <a:lnTo>
                  <a:pt x="220556" y="34613"/>
                </a:lnTo>
                <a:lnTo>
                  <a:pt x="223569" y="34613"/>
                </a:lnTo>
                <a:lnTo>
                  <a:pt x="223569" y="48602"/>
                </a:lnTo>
                <a:close/>
                <a:moveTo>
                  <a:pt x="321936" y="95112"/>
                </a:moveTo>
                <a:cubicBezTo>
                  <a:pt x="318807" y="98477"/>
                  <a:pt x="315748" y="100893"/>
                  <a:pt x="312758" y="102359"/>
                </a:cubicBezTo>
                <a:cubicBezTo>
                  <a:pt x="309769" y="103826"/>
                  <a:pt x="306546" y="104559"/>
                  <a:pt x="303090" y="104559"/>
                </a:cubicBezTo>
                <a:cubicBezTo>
                  <a:pt x="296083" y="104559"/>
                  <a:pt x="289965" y="101549"/>
                  <a:pt x="284733" y="95529"/>
                </a:cubicBezTo>
                <a:cubicBezTo>
                  <a:pt x="279502" y="89508"/>
                  <a:pt x="276886" y="81771"/>
                  <a:pt x="276886" y="72319"/>
                </a:cubicBezTo>
                <a:cubicBezTo>
                  <a:pt x="276886" y="62868"/>
                  <a:pt x="279782" y="54221"/>
                  <a:pt x="285574" y="46378"/>
                </a:cubicBezTo>
                <a:cubicBezTo>
                  <a:pt x="291366" y="38534"/>
                  <a:pt x="298816" y="34613"/>
                  <a:pt x="307924" y="34613"/>
                </a:cubicBezTo>
                <a:cubicBezTo>
                  <a:pt x="313576" y="34613"/>
                  <a:pt x="318246" y="36463"/>
                  <a:pt x="321936" y="40165"/>
                </a:cubicBezTo>
                <a:lnTo>
                  <a:pt x="321936" y="27951"/>
                </a:lnTo>
                <a:cubicBezTo>
                  <a:pt x="321936" y="20372"/>
                  <a:pt x="321761" y="15714"/>
                  <a:pt x="321411" y="13976"/>
                </a:cubicBezTo>
                <a:cubicBezTo>
                  <a:pt x="321061" y="12238"/>
                  <a:pt x="320512" y="11055"/>
                  <a:pt x="319764" y="10429"/>
                </a:cubicBezTo>
                <a:cubicBezTo>
                  <a:pt x="319017" y="9801"/>
                  <a:pt x="318083" y="9487"/>
                  <a:pt x="316962" y="9487"/>
                </a:cubicBezTo>
                <a:cubicBezTo>
                  <a:pt x="315748" y="9487"/>
                  <a:pt x="314136" y="9873"/>
                  <a:pt x="312128" y="10645"/>
                </a:cubicBezTo>
                <a:lnTo>
                  <a:pt x="311217" y="8110"/>
                </a:lnTo>
                <a:lnTo>
                  <a:pt x="330344" y="0"/>
                </a:lnTo>
                <a:lnTo>
                  <a:pt x="333497" y="0"/>
                </a:lnTo>
                <a:lnTo>
                  <a:pt x="333497" y="76364"/>
                </a:lnTo>
                <a:cubicBezTo>
                  <a:pt x="333497" y="84104"/>
                  <a:pt x="333672" y="88827"/>
                  <a:pt x="334022" y="90533"/>
                </a:cubicBezTo>
                <a:cubicBezTo>
                  <a:pt x="334372" y="92240"/>
                  <a:pt x="334933" y="93430"/>
                  <a:pt x="335704" y="94103"/>
                </a:cubicBezTo>
                <a:cubicBezTo>
                  <a:pt x="336474" y="94776"/>
                  <a:pt x="337373" y="95112"/>
                  <a:pt x="338401" y="95112"/>
                </a:cubicBezTo>
                <a:cubicBezTo>
                  <a:pt x="339662" y="95112"/>
                  <a:pt x="341344" y="94704"/>
                  <a:pt x="343446" y="93887"/>
                </a:cubicBezTo>
                <a:lnTo>
                  <a:pt x="344216" y="96410"/>
                </a:lnTo>
                <a:lnTo>
                  <a:pt x="325159" y="104559"/>
                </a:lnTo>
                <a:lnTo>
                  <a:pt x="321936" y="104559"/>
                </a:lnTo>
                <a:lnTo>
                  <a:pt x="321936" y="95112"/>
                </a:lnTo>
                <a:moveTo>
                  <a:pt x="321936" y="90080"/>
                </a:moveTo>
                <a:lnTo>
                  <a:pt x="321936" y="56130"/>
                </a:lnTo>
                <a:cubicBezTo>
                  <a:pt x="321656" y="52869"/>
                  <a:pt x="320815" y="49896"/>
                  <a:pt x="319414" y="47211"/>
                </a:cubicBezTo>
                <a:cubicBezTo>
                  <a:pt x="318013" y="44525"/>
                  <a:pt x="316156" y="42500"/>
                  <a:pt x="313844" y="41134"/>
                </a:cubicBezTo>
                <a:cubicBezTo>
                  <a:pt x="311532" y="39767"/>
                  <a:pt x="309278" y="39083"/>
                  <a:pt x="307083" y="39083"/>
                </a:cubicBezTo>
                <a:cubicBezTo>
                  <a:pt x="302973" y="39083"/>
                  <a:pt x="299306" y="40978"/>
                  <a:pt x="296083" y="44766"/>
                </a:cubicBezTo>
                <a:cubicBezTo>
                  <a:pt x="291833" y="49753"/>
                  <a:pt x="289708" y="57041"/>
                  <a:pt x="289708" y="66631"/>
                </a:cubicBezTo>
                <a:cubicBezTo>
                  <a:pt x="289708" y="76318"/>
                  <a:pt x="291763" y="83739"/>
                  <a:pt x="295873" y="88895"/>
                </a:cubicBezTo>
                <a:cubicBezTo>
                  <a:pt x="299984" y="94049"/>
                  <a:pt x="304561" y="96627"/>
                  <a:pt x="309605" y="96627"/>
                </a:cubicBezTo>
                <a:cubicBezTo>
                  <a:pt x="313856" y="96627"/>
                  <a:pt x="317966" y="94445"/>
                  <a:pt x="321936" y="90080"/>
                </a:cubicBezTo>
                <a:close/>
                <a:moveTo>
                  <a:pt x="364674" y="0"/>
                </a:moveTo>
                <a:cubicBezTo>
                  <a:pt x="366636" y="0"/>
                  <a:pt x="368306" y="713"/>
                  <a:pt x="369684" y="2138"/>
                </a:cubicBezTo>
                <a:cubicBezTo>
                  <a:pt x="371062" y="3563"/>
                  <a:pt x="371751" y="5290"/>
                  <a:pt x="371751" y="7319"/>
                </a:cubicBezTo>
                <a:cubicBezTo>
                  <a:pt x="371751" y="9349"/>
                  <a:pt x="371062" y="11088"/>
                  <a:pt x="369684" y="12538"/>
                </a:cubicBezTo>
                <a:cubicBezTo>
                  <a:pt x="368306" y="13986"/>
                  <a:pt x="366636" y="14710"/>
                  <a:pt x="364674" y="14710"/>
                </a:cubicBezTo>
                <a:cubicBezTo>
                  <a:pt x="362713" y="14710"/>
                  <a:pt x="361031" y="13986"/>
                  <a:pt x="359630" y="12538"/>
                </a:cubicBezTo>
                <a:cubicBezTo>
                  <a:pt x="358229" y="11088"/>
                  <a:pt x="357528" y="9349"/>
                  <a:pt x="357528" y="7319"/>
                </a:cubicBezTo>
                <a:cubicBezTo>
                  <a:pt x="357528" y="5290"/>
                  <a:pt x="358217" y="3563"/>
                  <a:pt x="359595" y="2138"/>
                </a:cubicBezTo>
                <a:cubicBezTo>
                  <a:pt x="360973" y="713"/>
                  <a:pt x="362666" y="0"/>
                  <a:pt x="364674" y="0"/>
                </a:cubicBezTo>
                <a:moveTo>
                  <a:pt x="370490" y="34613"/>
                </a:moveTo>
                <a:lnTo>
                  <a:pt x="370490" y="87568"/>
                </a:lnTo>
                <a:cubicBezTo>
                  <a:pt x="370490" y="91693"/>
                  <a:pt x="370781" y="94439"/>
                  <a:pt x="371365" y="95806"/>
                </a:cubicBezTo>
                <a:cubicBezTo>
                  <a:pt x="371949" y="97173"/>
                  <a:pt x="372813" y="98193"/>
                  <a:pt x="373958" y="98864"/>
                </a:cubicBezTo>
                <a:cubicBezTo>
                  <a:pt x="375102" y="99536"/>
                  <a:pt x="377192" y="99872"/>
                  <a:pt x="380228" y="99872"/>
                </a:cubicBezTo>
                <a:lnTo>
                  <a:pt x="380228" y="102540"/>
                </a:lnTo>
                <a:lnTo>
                  <a:pt x="349050" y="102540"/>
                </a:lnTo>
                <a:lnTo>
                  <a:pt x="349050" y="99872"/>
                </a:lnTo>
                <a:cubicBezTo>
                  <a:pt x="352180" y="99872"/>
                  <a:pt x="354282" y="99560"/>
                  <a:pt x="355356" y="98936"/>
                </a:cubicBezTo>
                <a:cubicBezTo>
                  <a:pt x="356430" y="98313"/>
                  <a:pt x="357283" y="97282"/>
                  <a:pt x="357913" y="95842"/>
                </a:cubicBezTo>
                <a:cubicBezTo>
                  <a:pt x="358544" y="94403"/>
                  <a:pt x="358859" y="91645"/>
                  <a:pt x="358859" y="87568"/>
                </a:cubicBezTo>
                <a:lnTo>
                  <a:pt x="358859" y="62170"/>
                </a:lnTo>
                <a:cubicBezTo>
                  <a:pt x="358859" y="55022"/>
                  <a:pt x="358649" y="50393"/>
                  <a:pt x="358229" y="48284"/>
                </a:cubicBezTo>
                <a:cubicBezTo>
                  <a:pt x="357902" y="46749"/>
                  <a:pt x="357388" y="45681"/>
                  <a:pt x="356687" y="45082"/>
                </a:cubicBezTo>
                <a:cubicBezTo>
                  <a:pt x="355987" y="44483"/>
                  <a:pt x="355029" y="44183"/>
                  <a:pt x="353815" y="44183"/>
                </a:cubicBezTo>
                <a:cubicBezTo>
                  <a:pt x="352507" y="44183"/>
                  <a:pt x="350919" y="44543"/>
                  <a:pt x="349050" y="45262"/>
                </a:cubicBezTo>
                <a:lnTo>
                  <a:pt x="348070" y="42671"/>
                </a:lnTo>
                <a:lnTo>
                  <a:pt x="367407" y="34613"/>
                </a:lnTo>
                <a:lnTo>
                  <a:pt x="370490" y="34613"/>
                </a:lnTo>
                <a:close/>
                <a:moveTo>
                  <a:pt x="434043" y="95112"/>
                </a:moveTo>
                <a:cubicBezTo>
                  <a:pt x="430914" y="98477"/>
                  <a:pt x="427854" y="100893"/>
                  <a:pt x="424865" y="102359"/>
                </a:cubicBezTo>
                <a:cubicBezTo>
                  <a:pt x="421876" y="103826"/>
                  <a:pt x="418653" y="104559"/>
                  <a:pt x="415197" y="104559"/>
                </a:cubicBezTo>
                <a:cubicBezTo>
                  <a:pt x="408190" y="104559"/>
                  <a:pt x="402071" y="101549"/>
                  <a:pt x="396840" y="95529"/>
                </a:cubicBezTo>
                <a:cubicBezTo>
                  <a:pt x="391609" y="89508"/>
                  <a:pt x="388993" y="81771"/>
                  <a:pt x="388993" y="72319"/>
                </a:cubicBezTo>
                <a:cubicBezTo>
                  <a:pt x="388993" y="62868"/>
                  <a:pt x="391889" y="54221"/>
                  <a:pt x="397681" y="46378"/>
                </a:cubicBezTo>
                <a:cubicBezTo>
                  <a:pt x="403473" y="38534"/>
                  <a:pt x="410923" y="34613"/>
                  <a:pt x="420031" y="34613"/>
                </a:cubicBezTo>
                <a:cubicBezTo>
                  <a:pt x="425683" y="34613"/>
                  <a:pt x="430353" y="36463"/>
                  <a:pt x="434043" y="40165"/>
                </a:cubicBezTo>
                <a:lnTo>
                  <a:pt x="434043" y="27951"/>
                </a:lnTo>
                <a:cubicBezTo>
                  <a:pt x="434043" y="20372"/>
                  <a:pt x="433868" y="15714"/>
                  <a:pt x="433518" y="13976"/>
                </a:cubicBezTo>
                <a:cubicBezTo>
                  <a:pt x="433167" y="12238"/>
                  <a:pt x="432619" y="11055"/>
                  <a:pt x="431871" y="10429"/>
                </a:cubicBezTo>
                <a:cubicBezTo>
                  <a:pt x="431124" y="9801"/>
                  <a:pt x="430190" y="9487"/>
                  <a:pt x="429069" y="9487"/>
                </a:cubicBezTo>
                <a:cubicBezTo>
                  <a:pt x="427854" y="9487"/>
                  <a:pt x="426243" y="9873"/>
                  <a:pt x="424235" y="10645"/>
                </a:cubicBezTo>
                <a:lnTo>
                  <a:pt x="423324" y="8110"/>
                </a:lnTo>
                <a:lnTo>
                  <a:pt x="442451" y="0"/>
                </a:lnTo>
                <a:lnTo>
                  <a:pt x="445604" y="0"/>
                </a:lnTo>
                <a:lnTo>
                  <a:pt x="445604" y="76364"/>
                </a:lnTo>
                <a:cubicBezTo>
                  <a:pt x="445604" y="84104"/>
                  <a:pt x="445779" y="88827"/>
                  <a:pt x="446129" y="90533"/>
                </a:cubicBezTo>
                <a:cubicBezTo>
                  <a:pt x="446479" y="92240"/>
                  <a:pt x="447040" y="93430"/>
                  <a:pt x="447811" y="94103"/>
                </a:cubicBezTo>
                <a:cubicBezTo>
                  <a:pt x="448581" y="94776"/>
                  <a:pt x="449480" y="95112"/>
                  <a:pt x="450508" y="95112"/>
                </a:cubicBezTo>
                <a:cubicBezTo>
                  <a:pt x="451769" y="95112"/>
                  <a:pt x="453451" y="94704"/>
                  <a:pt x="455552" y="93887"/>
                </a:cubicBezTo>
                <a:lnTo>
                  <a:pt x="456323" y="96410"/>
                </a:lnTo>
                <a:lnTo>
                  <a:pt x="437266" y="104559"/>
                </a:lnTo>
                <a:lnTo>
                  <a:pt x="434043" y="104559"/>
                </a:lnTo>
                <a:lnTo>
                  <a:pt x="434043" y="95112"/>
                </a:lnTo>
                <a:moveTo>
                  <a:pt x="434043" y="90080"/>
                </a:moveTo>
                <a:lnTo>
                  <a:pt x="434043" y="56130"/>
                </a:lnTo>
                <a:cubicBezTo>
                  <a:pt x="433763" y="52869"/>
                  <a:pt x="432922" y="49896"/>
                  <a:pt x="431521" y="47211"/>
                </a:cubicBezTo>
                <a:cubicBezTo>
                  <a:pt x="430120" y="44525"/>
                  <a:pt x="428263" y="42500"/>
                  <a:pt x="425951" y="41134"/>
                </a:cubicBezTo>
                <a:cubicBezTo>
                  <a:pt x="423639" y="39767"/>
                  <a:pt x="421385" y="39083"/>
                  <a:pt x="419190" y="39083"/>
                </a:cubicBezTo>
                <a:cubicBezTo>
                  <a:pt x="415080" y="39083"/>
                  <a:pt x="411413" y="40978"/>
                  <a:pt x="408190" y="44766"/>
                </a:cubicBezTo>
                <a:cubicBezTo>
                  <a:pt x="403940" y="49753"/>
                  <a:pt x="401815" y="57041"/>
                  <a:pt x="401815" y="66631"/>
                </a:cubicBezTo>
                <a:cubicBezTo>
                  <a:pt x="401815" y="76318"/>
                  <a:pt x="403870" y="83739"/>
                  <a:pt x="407980" y="88895"/>
                </a:cubicBezTo>
                <a:cubicBezTo>
                  <a:pt x="412090" y="94049"/>
                  <a:pt x="416668" y="96627"/>
                  <a:pt x="421712" y="96627"/>
                </a:cubicBezTo>
                <a:cubicBezTo>
                  <a:pt x="425963" y="96627"/>
                  <a:pt x="430073" y="94445"/>
                  <a:pt x="434043" y="90080"/>
                </a:cubicBezTo>
                <a:close/>
                <a:moveTo>
                  <a:pt x="496819" y="93021"/>
                </a:moveTo>
                <a:cubicBezTo>
                  <a:pt x="490233" y="98261"/>
                  <a:pt x="486100" y="101290"/>
                  <a:pt x="484418" y="102107"/>
                </a:cubicBezTo>
                <a:cubicBezTo>
                  <a:pt x="481896" y="103357"/>
                  <a:pt x="479210" y="103982"/>
                  <a:pt x="476361" y="103982"/>
                </a:cubicBezTo>
                <a:cubicBezTo>
                  <a:pt x="471924" y="103982"/>
                  <a:pt x="468269" y="102419"/>
                  <a:pt x="465396" y="99295"/>
                </a:cubicBezTo>
                <a:cubicBezTo>
                  <a:pt x="462524" y="96170"/>
                  <a:pt x="461087" y="92060"/>
                  <a:pt x="461087" y="86964"/>
                </a:cubicBezTo>
                <a:cubicBezTo>
                  <a:pt x="461087" y="83743"/>
                  <a:pt x="461788" y="80955"/>
                  <a:pt x="463189" y="78599"/>
                </a:cubicBezTo>
                <a:cubicBezTo>
                  <a:pt x="465104" y="75330"/>
                  <a:pt x="468432" y="72254"/>
                  <a:pt x="473173" y="69369"/>
                </a:cubicBezTo>
                <a:cubicBezTo>
                  <a:pt x="477914" y="66485"/>
                  <a:pt x="485796" y="62976"/>
                  <a:pt x="496819" y="58841"/>
                </a:cubicBezTo>
                <a:lnTo>
                  <a:pt x="496819" y="56245"/>
                </a:lnTo>
                <a:cubicBezTo>
                  <a:pt x="496819" y="49659"/>
                  <a:pt x="495803" y="45141"/>
                  <a:pt x="493771" y="42689"/>
                </a:cubicBezTo>
                <a:cubicBezTo>
                  <a:pt x="491740" y="40237"/>
                  <a:pt x="488785" y="39011"/>
                  <a:pt x="484908" y="39011"/>
                </a:cubicBezTo>
                <a:cubicBezTo>
                  <a:pt x="481966" y="39011"/>
                  <a:pt x="479630" y="39825"/>
                  <a:pt x="477902" y="41454"/>
                </a:cubicBezTo>
                <a:cubicBezTo>
                  <a:pt x="476127" y="43082"/>
                  <a:pt x="475240" y="44950"/>
                  <a:pt x="475240" y="47058"/>
                </a:cubicBezTo>
                <a:lnTo>
                  <a:pt x="475380" y="51225"/>
                </a:lnTo>
                <a:cubicBezTo>
                  <a:pt x="475380" y="53427"/>
                  <a:pt x="474831" y="55127"/>
                  <a:pt x="473734" y="56324"/>
                </a:cubicBezTo>
                <a:cubicBezTo>
                  <a:pt x="472636" y="57522"/>
                  <a:pt x="471200" y="58120"/>
                  <a:pt x="469425" y="58120"/>
                </a:cubicBezTo>
                <a:cubicBezTo>
                  <a:pt x="467697" y="58120"/>
                  <a:pt x="466284" y="57498"/>
                  <a:pt x="465186" y="56252"/>
                </a:cubicBezTo>
                <a:cubicBezTo>
                  <a:pt x="464088" y="55005"/>
                  <a:pt x="463539" y="53303"/>
                  <a:pt x="463539" y="51146"/>
                </a:cubicBezTo>
                <a:cubicBezTo>
                  <a:pt x="463539" y="47025"/>
                  <a:pt x="465595" y="43239"/>
                  <a:pt x="469705" y="39789"/>
                </a:cubicBezTo>
                <a:cubicBezTo>
                  <a:pt x="473815" y="36338"/>
                  <a:pt x="479584" y="34613"/>
                  <a:pt x="487010" y="34613"/>
                </a:cubicBezTo>
                <a:cubicBezTo>
                  <a:pt x="492709" y="34613"/>
                  <a:pt x="497380" y="35597"/>
                  <a:pt x="501023" y="37565"/>
                </a:cubicBezTo>
                <a:cubicBezTo>
                  <a:pt x="503779" y="39053"/>
                  <a:pt x="505810" y="41383"/>
                  <a:pt x="507118" y="44552"/>
                </a:cubicBezTo>
                <a:cubicBezTo>
                  <a:pt x="507959" y="46617"/>
                  <a:pt x="508379" y="50842"/>
                  <a:pt x="508379" y="57228"/>
                </a:cubicBezTo>
                <a:lnTo>
                  <a:pt x="508379" y="79627"/>
                </a:lnTo>
                <a:cubicBezTo>
                  <a:pt x="508379" y="85917"/>
                  <a:pt x="508496" y="89770"/>
                  <a:pt x="508730" y="91187"/>
                </a:cubicBezTo>
                <a:cubicBezTo>
                  <a:pt x="508963" y="92604"/>
                  <a:pt x="509349" y="93552"/>
                  <a:pt x="509886" y="94033"/>
                </a:cubicBezTo>
                <a:cubicBezTo>
                  <a:pt x="510423" y="94512"/>
                  <a:pt x="511042" y="94752"/>
                  <a:pt x="511742" y="94752"/>
                </a:cubicBezTo>
                <a:cubicBezTo>
                  <a:pt x="512490" y="94752"/>
                  <a:pt x="513144" y="94584"/>
                  <a:pt x="513704" y="94247"/>
                </a:cubicBezTo>
                <a:cubicBezTo>
                  <a:pt x="514685" y="93622"/>
                  <a:pt x="516577" y="91867"/>
                  <a:pt x="519379" y="88983"/>
                </a:cubicBezTo>
                <a:lnTo>
                  <a:pt x="519379" y="93021"/>
                </a:lnTo>
                <a:cubicBezTo>
                  <a:pt x="514148" y="100232"/>
                  <a:pt x="509150" y="103838"/>
                  <a:pt x="504386" y="103838"/>
                </a:cubicBezTo>
                <a:cubicBezTo>
                  <a:pt x="502097" y="103838"/>
                  <a:pt x="500275" y="103020"/>
                  <a:pt x="498921" y="101386"/>
                </a:cubicBezTo>
                <a:cubicBezTo>
                  <a:pt x="497566" y="99751"/>
                  <a:pt x="496866" y="96963"/>
                  <a:pt x="496819" y="93021"/>
                </a:cubicBezTo>
                <a:moveTo>
                  <a:pt x="496819" y="88294"/>
                </a:moveTo>
                <a:lnTo>
                  <a:pt x="496819" y="63240"/>
                </a:lnTo>
                <a:cubicBezTo>
                  <a:pt x="489766" y="66111"/>
                  <a:pt x="485212" y="68145"/>
                  <a:pt x="483157" y="69342"/>
                </a:cubicBezTo>
                <a:cubicBezTo>
                  <a:pt x="479467" y="71448"/>
                  <a:pt x="476828" y="73650"/>
                  <a:pt x="475240" y="75947"/>
                </a:cubicBezTo>
                <a:cubicBezTo>
                  <a:pt x="473652" y="78244"/>
                  <a:pt x="472858" y="80757"/>
                  <a:pt x="472858" y="83485"/>
                </a:cubicBezTo>
                <a:cubicBezTo>
                  <a:pt x="472858" y="86931"/>
                  <a:pt x="473862" y="89791"/>
                  <a:pt x="475870" y="92063"/>
                </a:cubicBezTo>
                <a:cubicBezTo>
                  <a:pt x="477879" y="94336"/>
                  <a:pt x="480191" y="95473"/>
                  <a:pt x="482807" y="95473"/>
                </a:cubicBezTo>
                <a:cubicBezTo>
                  <a:pt x="486356" y="95473"/>
                  <a:pt x="491027" y="93080"/>
                  <a:pt x="496819" y="88294"/>
                </a:cubicBezTo>
                <a:close/>
                <a:moveTo>
                  <a:pt x="541869" y="14710"/>
                </a:moveTo>
                <a:lnTo>
                  <a:pt x="541869" y="36487"/>
                </a:lnTo>
                <a:lnTo>
                  <a:pt x="556863" y="36487"/>
                </a:lnTo>
                <a:lnTo>
                  <a:pt x="556863" y="41535"/>
                </a:lnTo>
                <a:lnTo>
                  <a:pt x="541869" y="41535"/>
                </a:lnTo>
                <a:lnTo>
                  <a:pt x="541869" y="84309"/>
                </a:lnTo>
                <a:cubicBezTo>
                  <a:pt x="541869" y="88583"/>
                  <a:pt x="542465" y="91465"/>
                  <a:pt x="543656" y="92954"/>
                </a:cubicBezTo>
                <a:cubicBezTo>
                  <a:pt x="544847" y="94441"/>
                  <a:pt x="546377" y="95184"/>
                  <a:pt x="548245" y="95184"/>
                </a:cubicBezTo>
                <a:cubicBezTo>
                  <a:pt x="549786" y="95184"/>
                  <a:pt x="551281" y="94692"/>
                  <a:pt x="552729" y="93706"/>
                </a:cubicBezTo>
                <a:cubicBezTo>
                  <a:pt x="554177" y="92721"/>
                  <a:pt x="555298" y="91267"/>
                  <a:pt x="556092" y="89344"/>
                </a:cubicBezTo>
                <a:lnTo>
                  <a:pt x="558824" y="89344"/>
                </a:lnTo>
                <a:cubicBezTo>
                  <a:pt x="557189" y="94068"/>
                  <a:pt x="554877" y="97641"/>
                  <a:pt x="551888" y="100063"/>
                </a:cubicBezTo>
                <a:cubicBezTo>
                  <a:pt x="548899" y="102483"/>
                  <a:pt x="545816" y="103693"/>
                  <a:pt x="542640" y="103693"/>
                </a:cubicBezTo>
                <a:cubicBezTo>
                  <a:pt x="540491" y="103693"/>
                  <a:pt x="538389" y="103080"/>
                  <a:pt x="536334" y="101852"/>
                </a:cubicBezTo>
                <a:cubicBezTo>
                  <a:pt x="534279" y="100625"/>
                  <a:pt x="532761" y="98869"/>
                  <a:pt x="531780" y="96584"/>
                </a:cubicBezTo>
                <a:cubicBezTo>
                  <a:pt x="530799" y="94297"/>
                  <a:pt x="530309" y="90772"/>
                  <a:pt x="530309" y="86006"/>
                </a:cubicBezTo>
                <a:lnTo>
                  <a:pt x="530309" y="41535"/>
                </a:lnTo>
                <a:lnTo>
                  <a:pt x="520150" y="41535"/>
                </a:lnTo>
                <a:lnTo>
                  <a:pt x="520150" y="39155"/>
                </a:lnTo>
                <a:cubicBezTo>
                  <a:pt x="522719" y="38095"/>
                  <a:pt x="525346" y="36299"/>
                  <a:pt x="528032" y="33768"/>
                </a:cubicBezTo>
                <a:cubicBezTo>
                  <a:pt x="530718" y="31236"/>
                  <a:pt x="533111" y="28235"/>
                  <a:pt x="535213" y="24763"/>
                </a:cubicBezTo>
                <a:cubicBezTo>
                  <a:pt x="536288" y="22932"/>
                  <a:pt x="537782" y="19581"/>
                  <a:pt x="539697" y="14710"/>
                </a:cubicBezTo>
                <a:lnTo>
                  <a:pt x="541869" y="14710"/>
                </a:lnTo>
                <a:close/>
                <a:moveTo>
                  <a:pt x="574385" y="61437"/>
                </a:moveTo>
                <a:cubicBezTo>
                  <a:pt x="574339" y="71222"/>
                  <a:pt x="576651" y="78896"/>
                  <a:pt x="581321" y="84460"/>
                </a:cubicBezTo>
                <a:cubicBezTo>
                  <a:pt x="585992" y="90023"/>
                  <a:pt x="591480" y="92805"/>
                  <a:pt x="597786" y="92805"/>
                </a:cubicBezTo>
                <a:cubicBezTo>
                  <a:pt x="601990" y="92805"/>
                  <a:pt x="605645" y="91615"/>
                  <a:pt x="608751" y="89235"/>
                </a:cubicBezTo>
                <a:cubicBezTo>
                  <a:pt x="611857" y="86856"/>
                  <a:pt x="614461" y="82782"/>
                  <a:pt x="616563" y="77013"/>
                </a:cubicBezTo>
                <a:lnTo>
                  <a:pt x="618735" y="78455"/>
                </a:lnTo>
                <a:cubicBezTo>
                  <a:pt x="617754" y="85041"/>
                  <a:pt x="614905" y="91038"/>
                  <a:pt x="610187" y="96446"/>
                </a:cubicBezTo>
                <a:cubicBezTo>
                  <a:pt x="605470" y="101855"/>
                  <a:pt x="599561" y="104559"/>
                  <a:pt x="592461" y="104559"/>
                </a:cubicBezTo>
                <a:cubicBezTo>
                  <a:pt x="584755" y="104559"/>
                  <a:pt x="578157" y="101477"/>
                  <a:pt x="572669" y="95313"/>
                </a:cubicBezTo>
                <a:cubicBezTo>
                  <a:pt x="567181" y="89148"/>
                  <a:pt x="564436" y="80859"/>
                  <a:pt x="564436" y="70449"/>
                </a:cubicBezTo>
                <a:cubicBezTo>
                  <a:pt x="564436" y="59176"/>
                  <a:pt x="567251" y="50385"/>
                  <a:pt x="572879" y="44077"/>
                </a:cubicBezTo>
                <a:cubicBezTo>
                  <a:pt x="578507" y="37767"/>
                  <a:pt x="585572" y="34613"/>
                  <a:pt x="594073" y="34613"/>
                </a:cubicBezTo>
                <a:cubicBezTo>
                  <a:pt x="601266" y="34613"/>
                  <a:pt x="607174" y="37046"/>
                  <a:pt x="611799" y="41914"/>
                </a:cubicBezTo>
                <a:cubicBezTo>
                  <a:pt x="616423" y="46780"/>
                  <a:pt x="618735" y="53287"/>
                  <a:pt x="618735" y="61437"/>
                </a:cubicBezTo>
                <a:lnTo>
                  <a:pt x="574385" y="61437"/>
                </a:lnTo>
                <a:moveTo>
                  <a:pt x="574385" y="57255"/>
                </a:moveTo>
                <a:lnTo>
                  <a:pt x="604092" y="57255"/>
                </a:lnTo>
                <a:cubicBezTo>
                  <a:pt x="603858" y="53024"/>
                  <a:pt x="603368" y="50044"/>
                  <a:pt x="602620" y="48313"/>
                </a:cubicBezTo>
                <a:cubicBezTo>
                  <a:pt x="601453" y="45621"/>
                  <a:pt x="599713" y="43506"/>
                  <a:pt x="597401" y="41968"/>
                </a:cubicBezTo>
                <a:cubicBezTo>
                  <a:pt x="595089" y="40429"/>
                  <a:pt x="592672" y="39660"/>
                  <a:pt x="590149" y="39660"/>
                </a:cubicBezTo>
                <a:cubicBezTo>
                  <a:pt x="586273" y="39660"/>
                  <a:pt x="582804" y="41211"/>
                  <a:pt x="579745" y="44311"/>
                </a:cubicBezTo>
                <a:cubicBezTo>
                  <a:pt x="576686" y="47412"/>
                  <a:pt x="574899" y="51727"/>
                  <a:pt x="574385" y="572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Code">
            <a:extLst xmlns:a="http://schemas.openxmlformats.org/drawingml/2006/main">
              <a:ext uri="{FF2B5EF4-FFF2-40B4-BE49-F238E27FC236}">
                <a16:creationId xmlns:a16="http://schemas.microsoft.com/office/drawing/2014/main" id="{E229BA0B-2554-4294-8555-486B758E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59" y="3240974"/>
            <a:ext cx="294335" cy="104703"/>
          </a:xfrm>
          <a:custGeom xmlns:a="http://schemas.openxmlformats.org/drawingml/2006/main">
            <a:pathLst>
              <a:path w="294335" h="104703">
                <a:moveTo>
                  <a:pt x="81202" y="2596"/>
                </a:moveTo>
                <a:lnTo>
                  <a:pt x="83374" y="35766"/>
                </a:lnTo>
                <a:lnTo>
                  <a:pt x="81202" y="35766"/>
                </a:lnTo>
                <a:cubicBezTo>
                  <a:pt x="78306" y="25790"/>
                  <a:pt x="74173" y="18609"/>
                  <a:pt x="68801" y="14224"/>
                </a:cubicBezTo>
                <a:cubicBezTo>
                  <a:pt x="63430" y="9837"/>
                  <a:pt x="56984" y="7644"/>
                  <a:pt x="49464" y="7644"/>
                </a:cubicBezTo>
                <a:cubicBezTo>
                  <a:pt x="43158" y="7644"/>
                  <a:pt x="37460" y="9292"/>
                  <a:pt x="32369" y="12588"/>
                </a:cubicBezTo>
                <a:cubicBezTo>
                  <a:pt x="27278" y="15882"/>
                  <a:pt x="23272" y="21138"/>
                  <a:pt x="20353" y="28355"/>
                </a:cubicBezTo>
                <a:cubicBezTo>
                  <a:pt x="17434" y="35572"/>
                  <a:pt x="15974" y="44545"/>
                  <a:pt x="15974" y="55274"/>
                </a:cubicBezTo>
                <a:cubicBezTo>
                  <a:pt x="15974" y="64126"/>
                  <a:pt x="17352" y="71799"/>
                  <a:pt x="20108" y="78295"/>
                </a:cubicBezTo>
                <a:cubicBezTo>
                  <a:pt x="22864" y="84789"/>
                  <a:pt x="27009" y="89769"/>
                  <a:pt x="32544" y="93233"/>
                </a:cubicBezTo>
                <a:cubicBezTo>
                  <a:pt x="38079" y="96697"/>
                  <a:pt x="44396" y="98429"/>
                  <a:pt x="51496" y="98429"/>
                </a:cubicBezTo>
                <a:cubicBezTo>
                  <a:pt x="57661" y="98429"/>
                  <a:pt x="63103" y="97071"/>
                  <a:pt x="67820" y="94355"/>
                </a:cubicBezTo>
                <a:cubicBezTo>
                  <a:pt x="72538" y="91639"/>
                  <a:pt x="77722" y="86243"/>
                  <a:pt x="83374" y="78167"/>
                </a:cubicBezTo>
                <a:lnTo>
                  <a:pt x="85546" y="79604"/>
                </a:lnTo>
                <a:cubicBezTo>
                  <a:pt x="80782" y="88283"/>
                  <a:pt x="75224" y="94636"/>
                  <a:pt x="68871" y="98664"/>
                </a:cubicBezTo>
                <a:cubicBezTo>
                  <a:pt x="62519" y="102690"/>
                  <a:pt x="54976" y="104703"/>
                  <a:pt x="46241" y="104703"/>
                </a:cubicBezTo>
                <a:cubicBezTo>
                  <a:pt x="30500" y="104703"/>
                  <a:pt x="18310" y="98702"/>
                  <a:pt x="9669" y="86700"/>
                </a:cubicBezTo>
                <a:cubicBezTo>
                  <a:pt x="3223" y="77772"/>
                  <a:pt x="0" y="67259"/>
                  <a:pt x="0" y="55161"/>
                </a:cubicBezTo>
                <a:cubicBezTo>
                  <a:pt x="0" y="45416"/>
                  <a:pt x="2125" y="36463"/>
                  <a:pt x="6376" y="28303"/>
                </a:cubicBezTo>
                <a:cubicBezTo>
                  <a:pt x="10626" y="20143"/>
                  <a:pt x="16476" y="13818"/>
                  <a:pt x="23926" y="9329"/>
                </a:cubicBezTo>
                <a:cubicBezTo>
                  <a:pt x="31376" y="4840"/>
                  <a:pt x="39515" y="2596"/>
                  <a:pt x="48343" y="2596"/>
                </a:cubicBezTo>
                <a:cubicBezTo>
                  <a:pt x="55209" y="2596"/>
                  <a:pt x="61982" y="4327"/>
                  <a:pt x="68661" y="7788"/>
                </a:cubicBezTo>
                <a:cubicBezTo>
                  <a:pt x="70623" y="8845"/>
                  <a:pt x="72024" y="9374"/>
                  <a:pt x="72865" y="9374"/>
                </a:cubicBezTo>
                <a:cubicBezTo>
                  <a:pt x="74126" y="9374"/>
                  <a:pt x="75224" y="8918"/>
                  <a:pt x="76158" y="8004"/>
                </a:cubicBezTo>
                <a:cubicBezTo>
                  <a:pt x="77372" y="6706"/>
                  <a:pt x="78236" y="4903"/>
                  <a:pt x="78750" y="2596"/>
                </a:cubicBezTo>
                <a:lnTo>
                  <a:pt x="81202" y="2596"/>
                </a:lnTo>
                <a:close/>
                <a:moveTo>
                  <a:pt x="127097" y="34613"/>
                </a:moveTo>
                <a:cubicBezTo>
                  <a:pt x="136812" y="34613"/>
                  <a:pt x="144612" y="38407"/>
                  <a:pt x="150497" y="45995"/>
                </a:cubicBezTo>
                <a:cubicBezTo>
                  <a:pt x="155495" y="52477"/>
                  <a:pt x="157994" y="59921"/>
                  <a:pt x="157994" y="68326"/>
                </a:cubicBezTo>
                <a:cubicBezTo>
                  <a:pt x="157994" y="74233"/>
                  <a:pt x="156616" y="80212"/>
                  <a:pt x="153860" y="86263"/>
                </a:cubicBezTo>
                <a:cubicBezTo>
                  <a:pt x="151105" y="92313"/>
                  <a:pt x="147310" y="96875"/>
                  <a:pt x="142475" y="99948"/>
                </a:cubicBezTo>
                <a:cubicBezTo>
                  <a:pt x="137641" y="103022"/>
                  <a:pt x="132258" y="104559"/>
                  <a:pt x="126326" y="104559"/>
                </a:cubicBezTo>
                <a:cubicBezTo>
                  <a:pt x="116657" y="104559"/>
                  <a:pt x="108974" y="100596"/>
                  <a:pt x="103275" y="92672"/>
                </a:cubicBezTo>
                <a:cubicBezTo>
                  <a:pt x="98464" y="85997"/>
                  <a:pt x="96059" y="78506"/>
                  <a:pt x="96059" y="70199"/>
                </a:cubicBezTo>
                <a:cubicBezTo>
                  <a:pt x="96059" y="64147"/>
                  <a:pt x="97519" y="58132"/>
                  <a:pt x="100438" y="52153"/>
                </a:cubicBezTo>
                <a:cubicBezTo>
                  <a:pt x="103357" y="46174"/>
                  <a:pt x="107199" y="41756"/>
                  <a:pt x="111963" y="38899"/>
                </a:cubicBezTo>
                <a:cubicBezTo>
                  <a:pt x="116727" y="36041"/>
                  <a:pt x="121772" y="34613"/>
                  <a:pt x="127097" y="34613"/>
                </a:cubicBezTo>
                <a:moveTo>
                  <a:pt x="124925" y="39372"/>
                </a:moveTo>
                <a:cubicBezTo>
                  <a:pt x="122449" y="39372"/>
                  <a:pt x="119962" y="40128"/>
                  <a:pt x="117463" y="41641"/>
                </a:cubicBezTo>
                <a:cubicBezTo>
                  <a:pt x="114964" y="43154"/>
                  <a:pt x="112944" y="45807"/>
                  <a:pt x="111403" y="49600"/>
                </a:cubicBezTo>
                <a:cubicBezTo>
                  <a:pt x="109861" y="53393"/>
                  <a:pt x="109091" y="58267"/>
                  <a:pt x="109091" y="64220"/>
                </a:cubicBezTo>
                <a:cubicBezTo>
                  <a:pt x="109091" y="73823"/>
                  <a:pt x="110947" y="82106"/>
                  <a:pt x="114661" y="89069"/>
                </a:cubicBezTo>
                <a:cubicBezTo>
                  <a:pt x="118374" y="96030"/>
                  <a:pt x="123267" y="99511"/>
                  <a:pt x="129339" y="99511"/>
                </a:cubicBezTo>
                <a:cubicBezTo>
                  <a:pt x="133869" y="99511"/>
                  <a:pt x="137606" y="97590"/>
                  <a:pt x="140549" y="93749"/>
                </a:cubicBezTo>
                <a:cubicBezTo>
                  <a:pt x="143491" y="89908"/>
                  <a:pt x="144963" y="83306"/>
                  <a:pt x="144963" y="73944"/>
                </a:cubicBezTo>
                <a:cubicBezTo>
                  <a:pt x="144963" y="62227"/>
                  <a:pt x="142510" y="53008"/>
                  <a:pt x="137606" y="46285"/>
                </a:cubicBezTo>
                <a:cubicBezTo>
                  <a:pt x="134290" y="41676"/>
                  <a:pt x="130063" y="39372"/>
                  <a:pt x="124925" y="39372"/>
                </a:cubicBezTo>
                <a:close/>
                <a:moveTo>
                  <a:pt x="212783" y="95112"/>
                </a:moveTo>
                <a:cubicBezTo>
                  <a:pt x="209653" y="98477"/>
                  <a:pt x="206594" y="100893"/>
                  <a:pt x="203605" y="102359"/>
                </a:cubicBezTo>
                <a:cubicBezTo>
                  <a:pt x="200615" y="103826"/>
                  <a:pt x="197392" y="104559"/>
                  <a:pt x="193936" y="104559"/>
                </a:cubicBezTo>
                <a:cubicBezTo>
                  <a:pt x="186930" y="104559"/>
                  <a:pt x="180811" y="101549"/>
                  <a:pt x="175580" y="95529"/>
                </a:cubicBezTo>
                <a:cubicBezTo>
                  <a:pt x="170348" y="89508"/>
                  <a:pt x="167733" y="81771"/>
                  <a:pt x="167733" y="72319"/>
                </a:cubicBezTo>
                <a:cubicBezTo>
                  <a:pt x="167733" y="62868"/>
                  <a:pt x="170629" y="54221"/>
                  <a:pt x="176421" y="46378"/>
                </a:cubicBezTo>
                <a:cubicBezTo>
                  <a:pt x="182212" y="38534"/>
                  <a:pt x="189662" y="34613"/>
                  <a:pt x="198770" y="34613"/>
                </a:cubicBezTo>
                <a:cubicBezTo>
                  <a:pt x="204422" y="34613"/>
                  <a:pt x="209093" y="36463"/>
                  <a:pt x="212783" y="40165"/>
                </a:cubicBezTo>
                <a:lnTo>
                  <a:pt x="212783" y="27951"/>
                </a:lnTo>
                <a:cubicBezTo>
                  <a:pt x="212783" y="20372"/>
                  <a:pt x="212608" y="15714"/>
                  <a:pt x="212257" y="13976"/>
                </a:cubicBezTo>
                <a:cubicBezTo>
                  <a:pt x="211907" y="12238"/>
                  <a:pt x="211358" y="11055"/>
                  <a:pt x="210611" y="10429"/>
                </a:cubicBezTo>
                <a:cubicBezTo>
                  <a:pt x="209864" y="9801"/>
                  <a:pt x="208929" y="9487"/>
                  <a:pt x="207808" y="9487"/>
                </a:cubicBezTo>
                <a:cubicBezTo>
                  <a:pt x="206594" y="9487"/>
                  <a:pt x="204983" y="9873"/>
                  <a:pt x="202974" y="10645"/>
                </a:cubicBezTo>
                <a:lnTo>
                  <a:pt x="202063" y="8110"/>
                </a:lnTo>
                <a:lnTo>
                  <a:pt x="221190" y="0"/>
                </a:lnTo>
                <a:lnTo>
                  <a:pt x="224343" y="0"/>
                </a:lnTo>
                <a:lnTo>
                  <a:pt x="224343" y="76364"/>
                </a:lnTo>
                <a:cubicBezTo>
                  <a:pt x="224343" y="84104"/>
                  <a:pt x="224518" y="88827"/>
                  <a:pt x="224869" y="90533"/>
                </a:cubicBezTo>
                <a:cubicBezTo>
                  <a:pt x="225219" y="92240"/>
                  <a:pt x="225779" y="93430"/>
                  <a:pt x="226550" y="94103"/>
                </a:cubicBezTo>
                <a:cubicBezTo>
                  <a:pt x="227321" y="94776"/>
                  <a:pt x="228220" y="95112"/>
                  <a:pt x="229247" y="95112"/>
                </a:cubicBezTo>
                <a:cubicBezTo>
                  <a:pt x="230509" y="95112"/>
                  <a:pt x="232190" y="94704"/>
                  <a:pt x="234292" y="93887"/>
                </a:cubicBezTo>
                <a:lnTo>
                  <a:pt x="235063" y="96410"/>
                </a:lnTo>
                <a:lnTo>
                  <a:pt x="216006" y="104559"/>
                </a:lnTo>
                <a:lnTo>
                  <a:pt x="212783" y="104559"/>
                </a:lnTo>
                <a:lnTo>
                  <a:pt x="212783" y="95112"/>
                </a:lnTo>
                <a:moveTo>
                  <a:pt x="212783" y="90080"/>
                </a:moveTo>
                <a:lnTo>
                  <a:pt x="212783" y="56130"/>
                </a:lnTo>
                <a:cubicBezTo>
                  <a:pt x="212503" y="52869"/>
                  <a:pt x="211662" y="49896"/>
                  <a:pt x="210261" y="47211"/>
                </a:cubicBezTo>
                <a:cubicBezTo>
                  <a:pt x="208859" y="44525"/>
                  <a:pt x="207003" y="42500"/>
                  <a:pt x="204691" y="41134"/>
                </a:cubicBezTo>
                <a:cubicBezTo>
                  <a:pt x="202379" y="39767"/>
                  <a:pt x="200125" y="39083"/>
                  <a:pt x="197930" y="39083"/>
                </a:cubicBezTo>
                <a:cubicBezTo>
                  <a:pt x="193819" y="39083"/>
                  <a:pt x="190153" y="40978"/>
                  <a:pt x="186930" y="44766"/>
                </a:cubicBezTo>
                <a:cubicBezTo>
                  <a:pt x="182679" y="49753"/>
                  <a:pt x="180554" y="57041"/>
                  <a:pt x="180554" y="66631"/>
                </a:cubicBezTo>
                <a:cubicBezTo>
                  <a:pt x="180554" y="76318"/>
                  <a:pt x="182609" y="83739"/>
                  <a:pt x="186720" y="88895"/>
                </a:cubicBezTo>
                <a:cubicBezTo>
                  <a:pt x="190830" y="94049"/>
                  <a:pt x="195407" y="96627"/>
                  <a:pt x="200452" y="96627"/>
                </a:cubicBezTo>
                <a:cubicBezTo>
                  <a:pt x="204702" y="96627"/>
                  <a:pt x="208813" y="94445"/>
                  <a:pt x="212783" y="90080"/>
                </a:cubicBezTo>
                <a:close/>
                <a:moveTo>
                  <a:pt x="249986" y="61437"/>
                </a:moveTo>
                <a:cubicBezTo>
                  <a:pt x="249939" y="71222"/>
                  <a:pt x="252251" y="78896"/>
                  <a:pt x="256922" y="84460"/>
                </a:cubicBezTo>
                <a:cubicBezTo>
                  <a:pt x="261593" y="90023"/>
                  <a:pt x="267081" y="92805"/>
                  <a:pt x="273387" y="92805"/>
                </a:cubicBezTo>
                <a:cubicBezTo>
                  <a:pt x="277591" y="92805"/>
                  <a:pt x="281245" y="91615"/>
                  <a:pt x="284352" y="89235"/>
                </a:cubicBezTo>
                <a:cubicBezTo>
                  <a:pt x="287458" y="86856"/>
                  <a:pt x="290062" y="82782"/>
                  <a:pt x="292163" y="77013"/>
                </a:cubicBezTo>
                <a:lnTo>
                  <a:pt x="294335" y="78455"/>
                </a:lnTo>
                <a:cubicBezTo>
                  <a:pt x="293355" y="85041"/>
                  <a:pt x="290505" y="91038"/>
                  <a:pt x="285788" y="96446"/>
                </a:cubicBezTo>
                <a:cubicBezTo>
                  <a:pt x="281070" y="101855"/>
                  <a:pt x="275162" y="104559"/>
                  <a:pt x="268062" y="104559"/>
                </a:cubicBezTo>
                <a:cubicBezTo>
                  <a:pt x="260355" y="104559"/>
                  <a:pt x="253758" y="101477"/>
                  <a:pt x="248269" y="95313"/>
                </a:cubicBezTo>
                <a:cubicBezTo>
                  <a:pt x="242781" y="89148"/>
                  <a:pt x="240037" y="80859"/>
                  <a:pt x="240037" y="70449"/>
                </a:cubicBezTo>
                <a:cubicBezTo>
                  <a:pt x="240037" y="59176"/>
                  <a:pt x="242851" y="50385"/>
                  <a:pt x="248480" y="44077"/>
                </a:cubicBezTo>
                <a:cubicBezTo>
                  <a:pt x="254108" y="37767"/>
                  <a:pt x="261173" y="34613"/>
                  <a:pt x="269673" y="34613"/>
                </a:cubicBezTo>
                <a:cubicBezTo>
                  <a:pt x="276867" y="34613"/>
                  <a:pt x="282775" y="37046"/>
                  <a:pt x="287399" y="41914"/>
                </a:cubicBezTo>
                <a:cubicBezTo>
                  <a:pt x="292023" y="46780"/>
                  <a:pt x="294335" y="53287"/>
                  <a:pt x="294335" y="61437"/>
                </a:cubicBezTo>
                <a:lnTo>
                  <a:pt x="249986" y="61437"/>
                </a:lnTo>
                <a:moveTo>
                  <a:pt x="249986" y="57255"/>
                </a:moveTo>
                <a:lnTo>
                  <a:pt x="279692" y="57255"/>
                </a:lnTo>
                <a:cubicBezTo>
                  <a:pt x="279459" y="53024"/>
                  <a:pt x="278968" y="50044"/>
                  <a:pt x="278221" y="48313"/>
                </a:cubicBezTo>
                <a:cubicBezTo>
                  <a:pt x="277053" y="45621"/>
                  <a:pt x="275313" y="43506"/>
                  <a:pt x="273001" y="41968"/>
                </a:cubicBezTo>
                <a:cubicBezTo>
                  <a:pt x="270689" y="40429"/>
                  <a:pt x="268272" y="39660"/>
                  <a:pt x="265750" y="39660"/>
                </a:cubicBezTo>
                <a:cubicBezTo>
                  <a:pt x="261873" y="39660"/>
                  <a:pt x="258405" y="41211"/>
                  <a:pt x="255346" y="44311"/>
                </a:cubicBezTo>
                <a:cubicBezTo>
                  <a:pt x="252286" y="47412"/>
                  <a:pt x="250500" y="51727"/>
                  <a:pt x="249986" y="572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Commits)">
            <a:extLst xmlns:a="http://schemas.openxmlformats.org/drawingml/2006/main">
              <a:ext uri="{FF2B5EF4-FFF2-40B4-BE49-F238E27FC236}">
                <a16:creationId xmlns:a16="http://schemas.microsoft.com/office/drawing/2014/main" id="{9C759394-52E6-4E41-9B54-674A46C1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97" y="3404900"/>
            <a:ext cx="565823" cy="134124"/>
          </a:xfrm>
          <a:custGeom xmlns:a="http://schemas.openxmlformats.org/drawingml/2006/main">
            <a:pathLst>
              <a:path w="565823" h="134124">
                <a:moveTo>
                  <a:pt x="81202" y="2596"/>
                </a:moveTo>
                <a:lnTo>
                  <a:pt x="83374" y="35766"/>
                </a:lnTo>
                <a:lnTo>
                  <a:pt x="81202" y="35766"/>
                </a:lnTo>
                <a:cubicBezTo>
                  <a:pt x="78306" y="25790"/>
                  <a:pt x="74173" y="18609"/>
                  <a:pt x="68801" y="14224"/>
                </a:cubicBezTo>
                <a:cubicBezTo>
                  <a:pt x="63430" y="9837"/>
                  <a:pt x="56984" y="7644"/>
                  <a:pt x="49464" y="7644"/>
                </a:cubicBezTo>
                <a:cubicBezTo>
                  <a:pt x="43158" y="7644"/>
                  <a:pt x="37460" y="9292"/>
                  <a:pt x="32369" y="12588"/>
                </a:cubicBezTo>
                <a:cubicBezTo>
                  <a:pt x="27278" y="15882"/>
                  <a:pt x="23272" y="21138"/>
                  <a:pt x="20353" y="28355"/>
                </a:cubicBezTo>
                <a:cubicBezTo>
                  <a:pt x="17434" y="35572"/>
                  <a:pt x="15974" y="44545"/>
                  <a:pt x="15974" y="55274"/>
                </a:cubicBezTo>
                <a:cubicBezTo>
                  <a:pt x="15974" y="64126"/>
                  <a:pt x="17352" y="71799"/>
                  <a:pt x="20108" y="78295"/>
                </a:cubicBezTo>
                <a:cubicBezTo>
                  <a:pt x="22864" y="84789"/>
                  <a:pt x="27009" y="89769"/>
                  <a:pt x="32544" y="93233"/>
                </a:cubicBezTo>
                <a:cubicBezTo>
                  <a:pt x="38079" y="96697"/>
                  <a:pt x="44396" y="98429"/>
                  <a:pt x="51496" y="98429"/>
                </a:cubicBezTo>
                <a:cubicBezTo>
                  <a:pt x="57661" y="98429"/>
                  <a:pt x="63103" y="97071"/>
                  <a:pt x="67820" y="94355"/>
                </a:cubicBezTo>
                <a:cubicBezTo>
                  <a:pt x="72538" y="91639"/>
                  <a:pt x="77722" y="86243"/>
                  <a:pt x="83374" y="78167"/>
                </a:cubicBezTo>
                <a:lnTo>
                  <a:pt x="85546" y="79604"/>
                </a:lnTo>
                <a:cubicBezTo>
                  <a:pt x="80782" y="88283"/>
                  <a:pt x="75224" y="94636"/>
                  <a:pt x="68871" y="98664"/>
                </a:cubicBezTo>
                <a:cubicBezTo>
                  <a:pt x="62519" y="102690"/>
                  <a:pt x="54976" y="104703"/>
                  <a:pt x="46241" y="104703"/>
                </a:cubicBezTo>
                <a:cubicBezTo>
                  <a:pt x="30500" y="104703"/>
                  <a:pt x="18310" y="98702"/>
                  <a:pt x="9669" y="86700"/>
                </a:cubicBezTo>
                <a:cubicBezTo>
                  <a:pt x="3223" y="77772"/>
                  <a:pt x="0" y="67259"/>
                  <a:pt x="0" y="55161"/>
                </a:cubicBezTo>
                <a:cubicBezTo>
                  <a:pt x="0" y="45416"/>
                  <a:pt x="2125" y="36463"/>
                  <a:pt x="6376" y="28303"/>
                </a:cubicBezTo>
                <a:cubicBezTo>
                  <a:pt x="10626" y="20143"/>
                  <a:pt x="16476" y="13818"/>
                  <a:pt x="23926" y="9329"/>
                </a:cubicBezTo>
                <a:cubicBezTo>
                  <a:pt x="31376" y="4840"/>
                  <a:pt x="39515" y="2596"/>
                  <a:pt x="48343" y="2596"/>
                </a:cubicBezTo>
                <a:cubicBezTo>
                  <a:pt x="55209" y="2596"/>
                  <a:pt x="61982" y="4327"/>
                  <a:pt x="68661" y="7788"/>
                </a:cubicBezTo>
                <a:cubicBezTo>
                  <a:pt x="70623" y="8845"/>
                  <a:pt x="72024" y="9374"/>
                  <a:pt x="72865" y="9374"/>
                </a:cubicBezTo>
                <a:cubicBezTo>
                  <a:pt x="74126" y="9374"/>
                  <a:pt x="75224" y="8918"/>
                  <a:pt x="76158" y="8004"/>
                </a:cubicBezTo>
                <a:cubicBezTo>
                  <a:pt x="77372" y="6706"/>
                  <a:pt x="78236" y="4903"/>
                  <a:pt x="78750" y="2596"/>
                </a:cubicBezTo>
                <a:lnTo>
                  <a:pt x="81202" y="2596"/>
                </a:lnTo>
                <a:close/>
                <a:moveTo>
                  <a:pt x="127097" y="34613"/>
                </a:moveTo>
                <a:cubicBezTo>
                  <a:pt x="136812" y="34613"/>
                  <a:pt x="144612" y="38407"/>
                  <a:pt x="150497" y="45995"/>
                </a:cubicBezTo>
                <a:cubicBezTo>
                  <a:pt x="155495" y="52477"/>
                  <a:pt x="157994" y="59921"/>
                  <a:pt x="157994" y="68326"/>
                </a:cubicBezTo>
                <a:cubicBezTo>
                  <a:pt x="157994" y="74233"/>
                  <a:pt x="156616" y="80212"/>
                  <a:pt x="153860" y="86263"/>
                </a:cubicBezTo>
                <a:cubicBezTo>
                  <a:pt x="151105" y="92313"/>
                  <a:pt x="147310" y="96875"/>
                  <a:pt x="142475" y="99948"/>
                </a:cubicBezTo>
                <a:cubicBezTo>
                  <a:pt x="137641" y="103022"/>
                  <a:pt x="132258" y="104559"/>
                  <a:pt x="126326" y="104559"/>
                </a:cubicBezTo>
                <a:cubicBezTo>
                  <a:pt x="116657" y="104559"/>
                  <a:pt x="108974" y="100596"/>
                  <a:pt x="103275" y="92672"/>
                </a:cubicBezTo>
                <a:cubicBezTo>
                  <a:pt x="98465" y="85997"/>
                  <a:pt x="96059" y="78506"/>
                  <a:pt x="96059" y="70199"/>
                </a:cubicBezTo>
                <a:cubicBezTo>
                  <a:pt x="96059" y="64147"/>
                  <a:pt x="97519" y="58132"/>
                  <a:pt x="100438" y="52153"/>
                </a:cubicBezTo>
                <a:cubicBezTo>
                  <a:pt x="103357" y="46174"/>
                  <a:pt x="107199" y="41756"/>
                  <a:pt x="111963" y="38899"/>
                </a:cubicBezTo>
                <a:cubicBezTo>
                  <a:pt x="116727" y="36041"/>
                  <a:pt x="121772" y="34613"/>
                  <a:pt x="127097" y="34613"/>
                </a:cubicBezTo>
                <a:moveTo>
                  <a:pt x="124925" y="39372"/>
                </a:moveTo>
                <a:cubicBezTo>
                  <a:pt x="122449" y="39372"/>
                  <a:pt x="119962" y="40128"/>
                  <a:pt x="117463" y="41641"/>
                </a:cubicBezTo>
                <a:cubicBezTo>
                  <a:pt x="114964" y="43154"/>
                  <a:pt x="112944" y="45807"/>
                  <a:pt x="111403" y="49600"/>
                </a:cubicBezTo>
                <a:cubicBezTo>
                  <a:pt x="109861" y="53393"/>
                  <a:pt x="109091" y="58267"/>
                  <a:pt x="109091" y="64220"/>
                </a:cubicBezTo>
                <a:cubicBezTo>
                  <a:pt x="109091" y="73823"/>
                  <a:pt x="110947" y="82106"/>
                  <a:pt x="114661" y="89069"/>
                </a:cubicBezTo>
                <a:cubicBezTo>
                  <a:pt x="118374" y="96030"/>
                  <a:pt x="123267" y="99511"/>
                  <a:pt x="129339" y="99511"/>
                </a:cubicBezTo>
                <a:cubicBezTo>
                  <a:pt x="133869" y="99511"/>
                  <a:pt x="137606" y="97590"/>
                  <a:pt x="140549" y="93749"/>
                </a:cubicBezTo>
                <a:cubicBezTo>
                  <a:pt x="143491" y="89908"/>
                  <a:pt x="144963" y="83306"/>
                  <a:pt x="144963" y="73944"/>
                </a:cubicBezTo>
                <a:cubicBezTo>
                  <a:pt x="144963" y="62227"/>
                  <a:pt x="142510" y="53008"/>
                  <a:pt x="137606" y="46285"/>
                </a:cubicBezTo>
                <a:cubicBezTo>
                  <a:pt x="134290" y="41676"/>
                  <a:pt x="130063" y="39372"/>
                  <a:pt x="124925" y="39372"/>
                </a:cubicBezTo>
                <a:close/>
                <a:moveTo>
                  <a:pt x="186509" y="48674"/>
                </a:moveTo>
                <a:cubicBezTo>
                  <a:pt x="191180" y="43867"/>
                  <a:pt x="193936" y="41102"/>
                  <a:pt x="194777" y="40381"/>
                </a:cubicBezTo>
                <a:cubicBezTo>
                  <a:pt x="196879" y="38555"/>
                  <a:pt x="199144" y="37136"/>
                  <a:pt x="201573" y="36127"/>
                </a:cubicBezTo>
                <a:cubicBezTo>
                  <a:pt x="204002" y="35117"/>
                  <a:pt x="206407" y="34613"/>
                  <a:pt x="208789" y="34613"/>
                </a:cubicBezTo>
                <a:cubicBezTo>
                  <a:pt x="212806" y="34613"/>
                  <a:pt x="216263" y="35814"/>
                  <a:pt x="219159" y="38218"/>
                </a:cubicBezTo>
                <a:cubicBezTo>
                  <a:pt x="222054" y="40622"/>
                  <a:pt x="223993" y="44107"/>
                  <a:pt x="224974" y="48674"/>
                </a:cubicBezTo>
                <a:cubicBezTo>
                  <a:pt x="229785" y="42905"/>
                  <a:pt x="233848" y="39119"/>
                  <a:pt x="237165" y="37317"/>
                </a:cubicBezTo>
                <a:cubicBezTo>
                  <a:pt x="240481" y="35514"/>
                  <a:pt x="243891" y="34613"/>
                  <a:pt x="247394" y="34613"/>
                </a:cubicBezTo>
                <a:cubicBezTo>
                  <a:pt x="250803" y="34613"/>
                  <a:pt x="253828" y="35512"/>
                  <a:pt x="256467" y="37312"/>
                </a:cubicBezTo>
                <a:cubicBezTo>
                  <a:pt x="259106" y="39110"/>
                  <a:pt x="261196" y="42048"/>
                  <a:pt x="262737" y="46125"/>
                </a:cubicBezTo>
                <a:cubicBezTo>
                  <a:pt x="263765" y="48907"/>
                  <a:pt x="264279" y="53272"/>
                  <a:pt x="264279" y="59220"/>
                </a:cubicBezTo>
                <a:lnTo>
                  <a:pt x="264279" y="87568"/>
                </a:lnTo>
                <a:cubicBezTo>
                  <a:pt x="264279" y="91693"/>
                  <a:pt x="264582" y="94523"/>
                  <a:pt x="265189" y="96059"/>
                </a:cubicBezTo>
                <a:cubicBezTo>
                  <a:pt x="265657" y="97113"/>
                  <a:pt x="266521" y="98013"/>
                  <a:pt x="267782" y="98756"/>
                </a:cubicBezTo>
                <a:cubicBezTo>
                  <a:pt x="269043" y="99500"/>
                  <a:pt x="271098" y="99872"/>
                  <a:pt x="273947" y="99872"/>
                </a:cubicBezTo>
                <a:lnTo>
                  <a:pt x="273947" y="102540"/>
                </a:lnTo>
                <a:lnTo>
                  <a:pt x="242279" y="102540"/>
                </a:lnTo>
                <a:lnTo>
                  <a:pt x="242279" y="99872"/>
                </a:lnTo>
                <a:lnTo>
                  <a:pt x="243610" y="99872"/>
                </a:lnTo>
                <a:cubicBezTo>
                  <a:pt x="246366" y="99872"/>
                  <a:pt x="248515" y="99322"/>
                  <a:pt x="250056" y="98222"/>
                </a:cubicBezTo>
                <a:cubicBezTo>
                  <a:pt x="251130" y="97456"/>
                  <a:pt x="251901" y="96236"/>
                  <a:pt x="252368" y="94563"/>
                </a:cubicBezTo>
                <a:cubicBezTo>
                  <a:pt x="252555" y="93750"/>
                  <a:pt x="252648" y="91430"/>
                  <a:pt x="252648" y="87604"/>
                </a:cubicBezTo>
                <a:lnTo>
                  <a:pt x="252648" y="59337"/>
                </a:lnTo>
                <a:cubicBezTo>
                  <a:pt x="252648" y="53980"/>
                  <a:pt x="252018" y="50202"/>
                  <a:pt x="250757" y="48002"/>
                </a:cubicBezTo>
                <a:cubicBezTo>
                  <a:pt x="248935" y="44941"/>
                  <a:pt x="246016" y="43410"/>
                  <a:pt x="241999" y="43410"/>
                </a:cubicBezTo>
                <a:cubicBezTo>
                  <a:pt x="239523" y="43410"/>
                  <a:pt x="237036" y="44044"/>
                  <a:pt x="234537" y="45312"/>
                </a:cubicBezTo>
                <a:cubicBezTo>
                  <a:pt x="232038" y="46578"/>
                  <a:pt x="229014" y="48934"/>
                  <a:pt x="225464" y="52379"/>
                </a:cubicBezTo>
                <a:lnTo>
                  <a:pt x="225324" y="53167"/>
                </a:lnTo>
                <a:lnTo>
                  <a:pt x="225464" y="56252"/>
                </a:lnTo>
                <a:lnTo>
                  <a:pt x="225464" y="87604"/>
                </a:lnTo>
                <a:cubicBezTo>
                  <a:pt x="225464" y="92100"/>
                  <a:pt x="225709" y="94898"/>
                  <a:pt x="226200" y="95998"/>
                </a:cubicBezTo>
                <a:cubicBezTo>
                  <a:pt x="226690" y="97098"/>
                  <a:pt x="227613" y="98019"/>
                  <a:pt x="228967" y="98761"/>
                </a:cubicBezTo>
                <a:cubicBezTo>
                  <a:pt x="230322" y="99501"/>
                  <a:pt x="232634" y="99872"/>
                  <a:pt x="235903" y="99872"/>
                </a:cubicBezTo>
                <a:lnTo>
                  <a:pt x="235903" y="102540"/>
                </a:lnTo>
                <a:lnTo>
                  <a:pt x="203465" y="102540"/>
                </a:lnTo>
                <a:lnTo>
                  <a:pt x="203465" y="99872"/>
                </a:lnTo>
                <a:cubicBezTo>
                  <a:pt x="207014" y="99872"/>
                  <a:pt x="209455" y="99441"/>
                  <a:pt x="210786" y="98580"/>
                </a:cubicBezTo>
                <a:cubicBezTo>
                  <a:pt x="212117" y="97720"/>
                  <a:pt x="213040" y="96428"/>
                  <a:pt x="213554" y="94707"/>
                </a:cubicBezTo>
                <a:cubicBezTo>
                  <a:pt x="213787" y="93893"/>
                  <a:pt x="213904" y="91525"/>
                  <a:pt x="213904" y="87604"/>
                </a:cubicBezTo>
                <a:lnTo>
                  <a:pt x="213904" y="59337"/>
                </a:lnTo>
                <a:cubicBezTo>
                  <a:pt x="213904" y="53980"/>
                  <a:pt x="213133" y="50130"/>
                  <a:pt x="211592" y="47786"/>
                </a:cubicBezTo>
                <a:cubicBezTo>
                  <a:pt x="209537" y="44724"/>
                  <a:pt x="206664" y="43194"/>
                  <a:pt x="202974" y="43194"/>
                </a:cubicBezTo>
                <a:cubicBezTo>
                  <a:pt x="200452" y="43194"/>
                  <a:pt x="197953" y="43887"/>
                  <a:pt x="195477" y="45273"/>
                </a:cubicBezTo>
                <a:cubicBezTo>
                  <a:pt x="191601" y="47378"/>
                  <a:pt x="188611" y="49746"/>
                  <a:pt x="186509" y="52376"/>
                </a:cubicBezTo>
                <a:lnTo>
                  <a:pt x="186509" y="87604"/>
                </a:lnTo>
                <a:cubicBezTo>
                  <a:pt x="186509" y="91908"/>
                  <a:pt x="186801" y="94706"/>
                  <a:pt x="187385" y="95998"/>
                </a:cubicBezTo>
                <a:cubicBezTo>
                  <a:pt x="187969" y="97288"/>
                  <a:pt x="188833" y="98257"/>
                  <a:pt x="189978" y="98903"/>
                </a:cubicBezTo>
                <a:cubicBezTo>
                  <a:pt x="191122" y="99549"/>
                  <a:pt x="193446" y="99872"/>
                  <a:pt x="196949" y="99872"/>
                </a:cubicBezTo>
                <a:lnTo>
                  <a:pt x="196949" y="102540"/>
                </a:lnTo>
                <a:lnTo>
                  <a:pt x="165211" y="102540"/>
                </a:lnTo>
                <a:lnTo>
                  <a:pt x="165211" y="99872"/>
                </a:lnTo>
                <a:cubicBezTo>
                  <a:pt x="168153" y="99872"/>
                  <a:pt x="170208" y="99548"/>
                  <a:pt x="171376" y="98900"/>
                </a:cubicBezTo>
                <a:cubicBezTo>
                  <a:pt x="172544" y="98253"/>
                  <a:pt x="173431" y="97222"/>
                  <a:pt x="174038" y="95806"/>
                </a:cubicBezTo>
                <a:cubicBezTo>
                  <a:pt x="174646" y="94391"/>
                  <a:pt x="174949" y="91645"/>
                  <a:pt x="174949" y="87568"/>
                </a:cubicBezTo>
                <a:lnTo>
                  <a:pt x="174949" y="62386"/>
                </a:lnTo>
                <a:cubicBezTo>
                  <a:pt x="174949" y="55142"/>
                  <a:pt x="174739" y="50465"/>
                  <a:pt x="174319" y="48356"/>
                </a:cubicBezTo>
                <a:cubicBezTo>
                  <a:pt x="173992" y="46773"/>
                  <a:pt x="173478" y="45681"/>
                  <a:pt x="172777" y="45082"/>
                </a:cubicBezTo>
                <a:cubicBezTo>
                  <a:pt x="172077" y="44483"/>
                  <a:pt x="171119" y="44183"/>
                  <a:pt x="169905" y="44183"/>
                </a:cubicBezTo>
                <a:cubicBezTo>
                  <a:pt x="168597" y="44183"/>
                  <a:pt x="167032" y="44543"/>
                  <a:pt x="165211" y="45262"/>
                </a:cubicBezTo>
                <a:lnTo>
                  <a:pt x="164160" y="42671"/>
                </a:lnTo>
                <a:lnTo>
                  <a:pt x="183497" y="34613"/>
                </a:lnTo>
                <a:lnTo>
                  <a:pt x="186509" y="34613"/>
                </a:lnTo>
                <a:lnTo>
                  <a:pt x="186509" y="48674"/>
                </a:lnTo>
                <a:close/>
                <a:moveTo>
                  <a:pt x="298602" y="48674"/>
                </a:moveTo>
                <a:cubicBezTo>
                  <a:pt x="303273" y="43867"/>
                  <a:pt x="306029" y="41102"/>
                  <a:pt x="306869" y="40381"/>
                </a:cubicBezTo>
                <a:cubicBezTo>
                  <a:pt x="308971" y="38555"/>
                  <a:pt x="311237" y="37136"/>
                  <a:pt x="313665" y="36127"/>
                </a:cubicBezTo>
                <a:cubicBezTo>
                  <a:pt x="316094" y="35117"/>
                  <a:pt x="318500" y="34613"/>
                  <a:pt x="320882" y="34613"/>
                </a:cubicBezTo>
                <a:cubicBezTo>
                  <a:pt x="324899" y="34613"/>
                  <a:pt x="328355" y="35814"/>
                  <a:pt x="331251" y="38218"/>
                </a:cubicBezTo>
                <a:cubicBezTo>
                  <a:pt x="334147" y="40622"/>
                  <a:pt x="336085" y="44107"/>
                  <a:pt x="337066" y="48674"/>
                </a:cubicBezTo>
                <a:cubicBezTo>
                  <a:pt x="341877" y="42905"/>
                  <a:pt x="345941" y="39119"/>
                  <a:pt x="349257" y="37317"/>
                </a:cubicBezTo>
                <a:cubicBezTo>
                  <a:pt x="352573" y="35514"/>
                  <a:pt x="355983" y="34613"/>
                  <a:pt x="359486" y="34613"/>
                </a:cubicBezTo>
                <a:cubicBezTo>
                  <a:pt x="362896" y="34613"/>
                  <a:pt x="365920" y="35512"/>
                  <a:pt x="368559" y="37312"/>
                </a:cubicBezTo>
                <a:cubicBezTo>
                  <a:pt x="371198" y="39110"/>
                  <a:pt x="373288" y="42048"/>
                  <a:pt x="374830" y="46125"/>
                </a:cubicBezTo>
                <a:cubicBezTo>
                  <a:pt x="375857" y="48907"/>
                  <a:pt x="376371" y="53272"/>
                  <a:pt x="376371" y="59220"/>
                </a:cubicBezTo>
                <a:lnTo>
                  <a:pt x="376371" y="87568"/>
                </a:lnTo>
                <a:cubicBezTo>
                  <a:pt x="376371" y="91693"/>
                  <a:pt x="376675" y="94523"/>
                  <a:pt x="377282" y="96059"/>
                </a:cubicBezTo>
                <a:cubicBezTo>
                  <a:pt x="377749" y="97113"/>
                  <a:pt x="378613" y="98013"/>
                  <a:pt x="379874" y="98756"/>
                </a:cubicBezTo>
                <a:cubicBezTo>
                  <a:pt x="381135" y="99500"/>
                  <a:pt x="383191" y="99872"/>
                  <a:pt x="386040" y="99872"/>
                </a:cubicBezTo>
                <a:lnTo>
                  <a:pt x="386040" y="102540"/>
                </a:lnTo>
                <a:lnTo>
                  <a:pt x="354372" y="102540"/>
                </a:lnTo>
                <a:lnTo>
                  <a:pt x="354372" y="99872"/>
                </a:lnTo>
                <a:lnTo>
                  <a:pt x="355703" y="99872"/>
                </a:lnTo>
                <a:cubicBezTo>
                  <a:pt x="358459" y="99872"/>
                  <a:pt x="360607" y="99322"/>
                  <a:pt x="362149" y="98222"/>
                </a:cubicBezTo>
                <a:cubicBezTo>
                  <a:pt x="363223" y="97456"/>
                  <a:pt x="363993" y="96236"/>
                  <a:pt x="364461" y="94563"/>
                </a:cubicBezTo>
                <a:cubicBezTo>
                  <a:pt x="364647" y="93750"/>
                  <a:pt x="364741" y="91430"/>
                  <a:pt x="364741" y="87604"/>
                </a:cubicBezTo>
                <a:lnTo>
                  <a:pt x="364741" y="59337"/>
                </a:lnTo>
                <a:cubicBezTo>
                  <a:pt x="364741" y="53980"/>
                  <a:pt x="364110" y="50202"/>
                  <a:pt x="362849" y="48002"/>
                </a:cubicBezTo>
                <a:cubicBezTo>
                  <a:pt x="361028" y="44941"/>
                  <a:pt x="358108" y="43410"/>
                  <a:pt x="354091" y="43410"/>
                </a:cubicBezTo>
                <a:cubicBezTo>
                  <a:pt x="351616" y="43410"/>
                  <a:pt x="349129" y="44044"/>
                  <a:pt x="346630" y="45312"/>
                </a:cubicBezTo>
                <a:cubicBezTo>
                  <a:pt x="344131" y="46578"/>
                  <a:pt x="341106" y="48934"/>
                  <a:pt x="337557" y="52379"/>
                </a:cubicBezTo>
                <a:lnTo>
                  <a:pt x="337417" y="53167"/>
                </a:lnTo>
                <a:lnTo>
                  <a:pt x="337557" y="56252"/>
                </a:lnTo>
                <a:lnTo>
                  <a:pt x="337557" y="87604"/>
                </a:lnTo>
                <a:cubicBezTo>
                  <a:pt x="337557" y="92100"/>
                  <a:pt x="337802" y="94898"/>
                  <a:pt x="338292" y="95998"/>
                </a:cubicBezTo>
                <a:cubicBezTo>
                  <a:pt x="338783" y="97098"/>
                  <a:pt x="339705" y="98019"/>
                  <a:pt x="341060" y="98761"/>
                </a:cubicBezTo>
                <a:cubicBezTo>
                  <a:pt x="342414" y="99501"/>
                  <a:pt x="344726" y="99872"/>
                  <a:pt x="347996" y="99872"/>
                </a:cubicBezTo>
                <a:lnTo>
                  <a:pt x="347996" y="102540"/>
                </a:lnTo>
                <a:lnTo>
                  <a:pt x="315557" y="102540"/>
                </a:lnTo>
                <a:lnTo>
                  <a:pt x="315557" y="99872"/>
                </a:lnTo>
                <a:cubicBezTo>
                  <a:pt x="319107" y="99872"/>
                  <a:pt x="321547" y="99441"/>
                  <a:pt x="322879" y="98580"/>
                </a:cubicBezTo>
                <a:cubicBezTo>
                  <a:pt x="324210" y="97720"/>
                  <a:pt x="325132" y="96428"/>
                  <a:pt x="325646" y="94707"/>
                </a:cubicBezTo>
                <a:cubicBezTo>
                  <a:pt x="325880" y="93893"/>
                  <a:pt x="325996" y="91525"/>
                  <a:pt x="325996" y="87604"/>
                </a:cubicBezTo>
                <a:lnTo>
                  <a:pt x="325996" y="59337"/>
                </a:lnTo>
                <a:cubicBezTo>
                  <a:pt x="325996" y="53980"/>
                  <a:pt x="325226" y="50130"/>
                  <a:pt x="323684" y="47786"/>
                </a:cubicBezTo>
                <a:cubicBezTo>
                  <a:pt x="321629" y="44724"/>
                  <a:pt x="318757" y="43194"/>
                  <a:pt x="315067" y="43194"/>
                </a:cubicBezTo>
                <a:cubicBezTo>
                  <a:pt x="312544" y="43194"/>
                  <a:pt x="310046" y="43887"/>
                  <a:pt x="307570" y="45273"/>
                </a:cubicBezTo>
                <a:cubicBezTo>
                  <a:pt x="303693" y="47378"/>
                  <a:pt x="300704" y="49746"/>
                  <a:pt x="298602" y="52376"/>
                </a:cubicBezTo>
                <a:lnTo>
                  <a:pt x="298602" y="87604"/>
                </a:lnTo>
                <a:cubicBezTo>
                  <a:pt x="298602" y="91908"/>
                  <a:pt x="298894" y="94706"/>
                  <a:pt x="299478" y="95998"/>
                </a:cubicBezTo>
                <a:cubicBezTo>
                  <a:pt x="300062" y="97288"/>
                  <a:pt x="300926" y="98257"/>
                  <a:pt x="302070" y="98903"/>
                </a:cubicBezTo>
                <a:cubicBezTo>
                  <a:pt x="303214" y="99549"/>
                  <a:pt x="305538" y="99872"/>
                  <a:pt x="309041" y="99872"/>
                </a:cubicBezTo>
                <a:lnTo>
                  <a:pt x="309041" y="102540"/>
                </a:lnTo>
                <a:lnTo>
                  <a:pt x="277303" y="102540"/>
                </a:lnTo>
                <a:lnTo>
                  <a:pt x="277303" y="99872"/>
                </a:lnTo>
                <a:cubicBezTo>
                  <a:pt x="280246" y="99872"/>
                  <a:pt x="282301" y="99548"/>
                  <a:pt x="283469" y="98900"/>
                </a:cubicBezTo>
                <a:cubicBezTo>
                  <a:pt x="284636" y="98253"/>
                  <a:pt x="285524" y="97222"/>
                  <a:pt x="286131" y="95806"/>
                </a:cubicBezTo>
                <a:cubicBezTo>
                  <a:pt x="286738" y="94391"/>
                  <a:pt x="287042" y="91645"/>
                  <a:pt x="287042" y="87568"/>
                </a:cubicBezTo>
                <a:lnTo>
                  <a:pt x="287042" y="62386"/>
                </a:lnTo>
                <a:cubicBezTo>
                  <a:pt x="287042" y="55142"/>
                  <a:pt x="286832" y="50465"/>
                  <a:pt x="286411" y="48356"/>
                </a:cubicBezTo>
                <a:cubicBezTo>
                  <a:pt x="286084" y="46773"/>
                  <a:pt x="285570" y="45681"/>
                  <a:pt x="284870" y="45082"/>
                </a:cubicBezTo>
                <a:cubicBezTo>
                  <a:pt x="284169" y="44483"/>
                  <a:pt x="283212" y="44183"/>
                  <a:pt x="281997" y="44183"/>
                </a:cubicBezTo>
                <a:cubicBezTo>
                  <a:pt x="280689" y="44183"/>
                  <a:pt x="279125" y="44543"/>
                  <a:pt x="277303" y="45262"/>
                </a:cubicBezTo>
                <a:lnTo>
                  <a:pt x="276252" y="42671"/>
                </a:lnTo>
                <a:lnTo>
                  <a:pt x="295589" y="34613"/>
                </a:lnTo>
                <a:lnTo>
                  <a:pt x="298602" y="34613"/>
                </a:lnTo>
                <a:lnTo>
                  <a:pt x="298602" y="48674"/>
                </a:lnTo>
                <a:close/>
                <a:moveTo>
                  <a:pt x="407962" y="0"/>
                </a:moveTo>
                <a:cubicBezTo>
                  <a:pt x="409924" y="0"/>
                  <a:pt x="411594" y="713"/>
                  <a:pt x="412972" y="2138"/>
                </a:cubicBezTo>
                <a:cubicBezTo>
                  <a:pt x="414349" y="3563"/>
                  <a:pt x="415038" y="5290"/>
                  <a:pt x="415038" y="7319"/>
                </a:cubicBezTo>
                <a:cubicBezTo>
                  <a:pt x="415038" y="9349"/>
                  <a:pt x="414349" y="11088"/>
                  <a:pt x="412972" y="12538"/>
                </a:cubicBezTo>
                <a:cubicBezTo>
                  <a:pt x="411594" y="13986"/>
                  <a:pt x="409924" y="14710"/>
                  <a:pt x="407962" y="14710"/>
                </a:cubicBezTo>
                <a:cubicBezTo>
                  <a:pt x="406000" y="14710"/>
                  <a:pt x="404319" y="13986"/>
                  <a:pt x="402918" y="12538"/>
                </a:cubicBezTo>
                <a:cubicBezTo>
                  <a:pt x="401516" y="11088"/>
                  <a:pt x="400816" y="9349"/>
                  <a:pt x="400816" y="7319"/>
                </a:cubicBezTo>
                <a:cubicBezTo>
                  <a:pt x="400816" y="5290"/>
                  <a:pt x="401505" y="3563"/>
                  <a:pt x="402883" y="2138"/>
                </a:cubicBezTo>
                <a:cubicBezTo>
                  <a:pt x="404260" y="713"/>
                  <a:pt x="405954" y="0"/>
                  <a:pt x="407962" y="0"/>
                </a:cubicBezTo>
                <a:moveTo>
                  <a:pt x="413777" y="34613"/>
                </a:moveTo>
                <a:lnTo>
                  <a:pt x="413777" y="87568"/>
                </a:lnTo>
                <a:cubicBezTo>
                  <a:pt x="413777" y="91693"/>
                  <a:pt x="414069" y="94439"/>
                  <a:pt x="414653" y="95806"/>
                </a:cubicBezTo>
                <a:cubicBezTo>
                  <a:pt x="415237" y="97173"/>
                  <a:pt x="416101" y="98193"/>
                  <a:pt x="417245" y="98864"/>
                </a:cubicBezTo>
                <a:cubicBezTo>
                  <a:pt x="418390" y="99536"/>
                  <a:pt x="420480" y="99872"/>
                  <a:pt x="423516" y="99872"/>
                </a:cubicBezTo>
                <a:lnTo>
                  <a:pt x="423516" y="102540"/>
                </a:lnTo>
                <a:lnTo>
                  <a:pt x="392338" y="102540"/>
                </a:lnTo>
                <a:lnTo>
                  <a:pt x="392338" y="99872"/>
                </a:lnTo>
                <a:cubicBezTo>
                  <a:pt x="395468" y="99872"/>
                  <a:pt x="397570" y="99560"/>
                  <a:pt x="398644" y="98936"/>
                </a:cubicBezTo>
                <a:cubicBezTo>
                  <a:pt x="399718" y="98313"/>
                  <a:pt x="400571" y="97282"/>
                  <a:pt x="401201" y="95842"/>
                </a:cubicBezTo>
                <a:cubicBezTo>
                  <a:pt x="401832" y="94403"/>
                  <a:pt x="402147" y="91645"/>
                  <a:pt x="402147" y="87568"/>
                </a:cubicBezTo>
                <a:lnTo>
                  <a:pt x="402147" y="62170"/>
                </a:lnTo>
                <a:cubicBezTo>
                  <a:pt x="402147" y="55022"/>
                  <a:pt x="401937" y="50393"/>
                  <a:pt x="401516" y="48284"/>
                </a:cubicBezTo>
                <a:cubicBezTo>
                  <a:pt x="401189" y="46749"/>
                  <a:pt x="400676" y="45681"/>
                  <a:pt x="399975" y="45082"/>
                </a:cubicBezTo>
                <a:cubicBezTo>
                  <a:pt x="399274" y="44483"/>
                  <a:pt x="398317" y="44183"/>
                  <a:pt x="397102" y="44183"/>
                </a:cubicBezTo>
                <a:cubicBezTo>
                  <a:pt x="395795" y="44183"/>
                  <a:pt x="394207" y="44543"/>
                  <a:pt x="392338" y="45262"/>
                </a:cubicBezTo>
                <a:lnTo>
                  <a:pt x="391357" y="42671"/>
                </a:lnTo>
                <a:lnTo>
                  <a:pt x="410695" y="34613"/>
                </a:lnTo>
                <a:lnTo>
                  <a:pt x="413777" y="34613"/>
                </a:lnTo>
                <a:close/>
                <a:moveTo>
                  <a:pt x="450637" y="14710"/>
                </a:moveTo>
                <a:lnTo>
                  <a:pt x="450637" y="36487"/>
                </a:lnTo>
                <a:lnTo>
                  <a:pt x="465631" y="36487"/>
                </a:lnTo>
                <a:lnTo>
                  <a:pt x="465631" y="41535"/>
                </a:lnTo>
                <a:lnTo>
                  <a:pt x="450637" y="41535"/>
                </a:lnTo>
                <a:lnTo>
                  <a:pt x="450637" y="84309"/>
                </a:lnTo>
                <a:cubicBezTo>
                  <a:pt x="450637" y="88583"/>
                  <a:pt x="451233" y="91465"/>
                  <a:pt x="452424" y="92954"/>
                </a:cubicBezTo>
                <a:cubicBezTo>
                  <a:pt x="453615" y="94441"/>
                  <a:pt x="455145" y="95184"/>
                  <a:pt x="457013" y="95184"/>
                </a:cubicBezTo>
                <a:cubicBezTo>
                  <a:pt x="458554" y="95184"/>
                  <a:pt x="460049" y="94692"/>
                  <a:pt x="461497" y="93706"/>
                </a:cubicBezTo>
                <a:cubicBezTo>
                  <a:pt x="462945" y="92721"/>
                  <a:pt x="464066" y="91267"/>
                  <a:pt x="464860" y="89344"/>
                </a:cubicBezTo>
                <a:lnTo>
                  <a:pt x="467592" y="89344"/>
                </a:lnTo>
                <a:cubicBezTo>
                  <a:pt x="465958" y="94068"/>
                  <a:pt x="463646" y="97641"/>
                  <a:pt x="460656" y="100063"/>
                </a:cubicBezTo>
                <a:cubicBezTo>
                  <a:pt x="457667" y="102483"/>
                  <a:pt x="454584" y="103693"/>
                  <a:pt x="451408" y="103693"/>
                </a:cubicBezTo>
                <a:cubicBezTo>
                  <a:pt x="449259" y="103693"/>
                  <a:pt x="447158" y="103080"/>
                  <a:pt x="445102" y="101852"/>
                </a:cubicBezTo>
                <a:cubicBezTo>
                  <a:pt x="443047" y="100625"/>
                  <a:pt x="441529" y="98869"/>
                  <a:pt x="440548" y="96584"/>
                </a:cubicBezTo>
                <a:cubicBezTo>
                  <a:pt x="439567" y="94297"/>
                  <a:pt x="439077" y="90772"/>
                  <a:pt x="439077" y="86006"/>
                </a:cubicBezTo>
                <a:lnTo>
                  <a:pt x="439077" y="41535"/>
                </a:lnTo>
                <a:lnTo>
                  <a:pt x="428918" y="41535"/>
                </a:lnTo>
                <a:lnTo>
                  <a:pt x="428918" y="39155"/>
                </a:lnTo>
                <a:cubicBezTo>
                  <a:pt x="431487" y="38095"/>
                  <a:pt x="434114" y="36299"/>
                  <a:pt x="436800" y="33768"/>
                </a:cubicBezTo>
                <a:cubicBezTo>
                  <a:pt x="439486" y="31236"/>
                  <a:pt x="441879" y="28235"/>
                  <a:pt x="443981" y="24763"/>
                </a:cubicBezTo>
                <a:cubicBezTo>
                  <a:pt x="445056" y="22932"/>
                  <a:pt x="446550" y="19581"/>
                  <a:pt x="448465" y="14710"/>
                </a:cubicBezTo>
                <a:lnTo>
                  <a:pt x="450637" y="14710"/>
                </a:lnTo>
                <a:close/>
                <a:moveTo>
                  <a:pt x="513841" y="34613"/>
                </a:moveTo>
                <a:lnTo>
                  <a:pt x="513841" y="56966"/>
                </a:lnTo>
                <a:lnTo>
                  <a:pt x="511529" y="56966"/>
                </a:lnTo>
                <a:cubicBezTo>
                  <a:pt x="509754" y="49955"/>
                  <a:pt x="507477" y="45186"/>
                  <a:pt x="504697" y="42660"/>
                </a:cubicBezTo>
                <a:cubicBezTo>
                  <a:pt x="501918" y="40131"/>
                  <a:pt x="498380" y="38867"/>
                  <a:pt x="494083" y="38867"/>
                </a:cubicBezTo>
                <a:cubicBezTo>
                  <a:pt x="490813" y="38867"/>
                  <a:pt x="488174" y="39756"/>
                  <a:pt x="486166" y="41533"/>
                </a:cubicBezTo>
                <a:cubicBezTo>
                  <a:pt x="484158" y="43308"/>
                  <a:pt x="483153" y="45277"/>
                  <a:pt x="483153" y="47439"/>
                </a:cubicBezTo>
                <a:cubicBezTo>
                  <a:pt x="483153" y="50128"/>
                  <a:pt x="483901" y="52433"/>
                  <a:pt x="485395" y="54352"/>
                </a:cubicBezTo>
                <a:cubicBezTo>
                  <a:pt x="486843" y="56322"/>
                  <a:pt x="489786" y="58411"/>
                  <a:pt x="494223" y="60619"/>
                </a:cubicBezTo>
                <a:lnTo>
                  <a:pt x="504452" y="65735"/>
                </a:lnTo>
                <a:cubicBezTo>
                  <a:pt x="513934" y="70488"/>
                  <a:pt x="518675" y="76754"/>
                  <a:pt x="518675" y="84535"/>
                </a:cubicBezTo>
                <a:cubicBezTo>
                  <a:pt x="518675" y="90536"/>
                  <a:pt x="516468" y="95375"/>
                  <a:pt x="512054" y="99049"/>
                </a:cubicBezTo>
                <a:cubicBezTo>
                  <a:pt x="507640" y="102722"/>
                  <a:pt x="502701" y="104559"/>
                  <a:pt x="497236" y="104559"/>
                </a:cubicBezTo>
                <a:cubicBezTo>
                  <a:pt x="493312" y="104559"/>
                  <a:pt x="488828" y="103838"/>
                  <a:pt x="483784" y="102395"/>
                </a:cubicBezTo>
                <a:cubicBezTo>
                  <a:pt x="482242" y="101915"/>
                  <a:pt x="480981" y="101674"/>
                  <a:pt x="480001" y="101674"/>
                </a:cubicBezTo>
                <a:cubicBezTo>
                  <a:pt x="478926" y="101674"/>
                  <a:pt x="478085" y="102299"/>
                  <a:pt x="477478" y="103549"/>
                </a:cubicBezTo>
                <a:lnTo>
                  <a:pt x="475166" y="103549"/>
                </a:lnTo>
                <a:lnTo>
                  <a:pt x="475166" y="79897"/>
                </a:lnTo>
                <a:lnTo>
                  <a:pt x="477478" y="79897"/>
                </a:lnTo>
                <a:cubicBezTo>
                  <a:pt x="478786" y="86652"/>
                  <a:pt x="481285" y="91741"/>
                  <a:pt x="484975" y="95166"/>
                </a:cubicBezTo>
                <a:cubicBezTo>
                  <a:pt x="488665" y="98592"/>
                  <a:pt x="492799" y="100304"/>
                  <a:pt x="497376" y="100304"/>
                </a:cubicBezTo>
                <a:cubicBezTo>
                  <a:pt x="500599" y="100304"/>
                  <a:pt x="503226" y="99332"/>
                  <a:pt x="505258" y="97388"/>
                </a:cubicBezTo>
                <a:cubicBezTo>
                  <a:pt x="507290" y="95443"/>
                  <a:pt x="508306" y="93102"/>
                  <a:pt x="508306" y="90364"/>
                </a:cubicBezTo>
                <a:cubicBezTo>
                  <a:pt x="508306" y="87050"/>
                  <a:pt x="507173" y="84265"/>
                  <a:pt x="504908" y="82009"/>
                </a:cubicBezTo>
                <a:cubicBezTo>
                  <a:pt x="502642" y="79752"/>
                  <a:pt x="498123" y="76896"/>
                  <a:pt x="491351" y="73439"/>
                </a:cubicBezTo>
                <a:cubicBezTo>
                  <a:pt x="484578" y="69981"/>
                  <a:pt x="480141" y="66859"/>
                  <a:pt x="478039" y="64074"/>
                </a:cubicBezTo>
                <a:cubicBezTo>
                  <a:pt x="475937" y="61337"/>
                  <a:pt x="474886" y="57879"/>
                  <a:pt x="474886" y="53701"/>
                </a:cubicBezTo>
                <a:cubicBezTo>
                  <a:pt x="474886" y="48275"/>
                  <a:pt x="476696" y="43737"/>
                  <a:pt x="480316" y="40088"/>
                </a:cubicBezTo>
                <a:cubicBezTo>
                  <a:pt x="483936" y="36438"/>
                  <a:pt x="488618" y="34613"/>
                  <a:pt x="494363" y="34613"/>
                </a:cubicBezTo>
                <a:cubicBezTo>
                  <a:pt x="496886" y="34613"/>
                  <a:pt x="499945" y="35165"/>
                  <a:pt x="503541" y="36271"/>
                </a:cubicBezTo>
                <a:cubicBezTo>
                  <a:pt x="505924" y="36992"/>
                  <a:pt x="507512" y="37353"/>
                  <a:pt x="508306" y="37353"/>
                </a:cubicBezTo>
                <a:cubicBezTo>
                  <a:pt x="509053" y="37353"/>
                  <a:pt x="509637" y="37184"/>
                  <a:pt x="510057" y="36848"/>
                </a:cubicBezTo>
                <a:cubicBezTo>
                  <a:pt x="510478" y="36511"/>
                  <a:pt x="510968" y="35766"/>
                  <a:pt x="511529" y="34613"/>
                </a:cubicBezTo>
                <a:lnTo>
                  <a:pt x="513841" y="34613"/>
                </a:lnTo>
                <a:close/>
                <a:moveTo>
                  <a:pt x="527149" y="3029"/>
                </a:moveTo>
                <a:lnTo>
                  <a:pt x="527149" y="0"/>
                </a:lnTo>
                <a:cubicBezTo>
                  <a:pt x="534249" y="3605"/>
                  <a:pt x="540157" y="7860"/>
                  <a:pt x="544875" y="12763"/>
                </a:cubicBezTo>
                <a:cubicBezTo>
                  <a:pt x="551554" y="19782"/>
                  <a:pt x="556715" y="28015"/>
                  <a:pt x="560358" y="37461"/>
                </a:cubicBezTo>
                <a:cubicBezTo>
                  <a:pt x="564002" y="46907"/>
                  <a:pt x="565823" y="56750"/>
                  <a:pt x="565823" y="66990"/>
                </a:cubicBezTo>
                <a:cubicBezTo>
                  <a:pt x="565823" y="81892"/>
                  <a:pt x="562262" y="95485"/>
                  <a:pt x="555139" y="107768"/>
                </a:cubicBezTo>
                <a:cubicBezTo>
                  <a:pt x="548016" y="120050"/>
                  <a:pt x="538686" y="128836"/>
                  <a:pt x="527149" y="134124"/>
                </a:cubicBezTo>
                <a:lnTo>
                  <a:pt x="527149" y="131456"/>
                </a:lnTo>
                <a:cubicBezTo>
                  <a:pt x="532894" y="128138"/>
                  <a:pt x="537623" y="123656"/>
                  <a:pt x="541337" y="118007"/>
                </a:cubicBezTo>
                <a:cubicBezTo>
                  <a:pt x="545050" y="112359"/>
                  <a:pt x="547806" y="105172"/>
                  <a:pt x="549604" y="96446"/>
                </a:cubicBezTo>
                <a:cubicBezTo>
                  <a:pt x="551402" y="87721"/>
                  <a:pt x="552301" y="78623"/>
                  <a:pt x="552301" y="69153"/>
                </a:cubicBezTo>
                <a:cubicBezTo>
                  <a:pt x="552301" y="58913"/>
                  <a:pt x="551531" y="49563"/>
                  <a:pt x="549989" y="41102"/>
                </a:cubicBezTo>
                <a:cubicBezTo>
                  <a:pt x="548822" y="34468"/>
                  <a:pt x="547362" y="29156"/>
                  <a:pt x="545610" y="25166"/>
                </a:cubicBezTo>
                <a:cubicBezTo>
                  <a:pt x="543859" y="21176"/>
                  <a:pt x="541535" y="17330"/>
                  <a:pt x="538639" y="13629"/>
                </a:cubicBezTo>
                <a:cubicBezTo>
                  <a:pt x="535743" y="9927"/>
                  <a:pt x="531913" y="6394"/>
                  <a:pt x="527149" y="30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A7A24-5B03-4B2F-80E1-F87DFF9B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4" y="101802"/>
            <a:ext cx="921403" cy="3673421"/>
          </a:xfrm>
          <a:custGeom xmlns:a="http://schemas.openxmlformats.org/drawingml/2006/main">
            <a:pathLst>
              <a:path w="921403" h="3673421" fill="none">
                <a:moveTo>
                  <a:pt x="0" y="84922"/>
                </a:moveTo>
                <a:cubicBezTo>
                  <a:pt x="0" y="38021"/>
                  <a:pt x="36941" y="0"/>
                  <a:pt x="82511" y="0"/>
                </a:cubicBezTo>
                <a:lnTo>
                  <a:pt x="838892" y="0"/>
                </a:lnTo>
                <a:cubicBezTo>
                  <a:pt x="884461" y="0"/>
                  <a:pt x="921403" y="38021"/>
                  <a:pt x="921403" y="84922"/>
                </a:cubicBezTo>
                <a:lnTo>
                  <a:pt x="921403" y="3588500"/>
                </a:lnTo>
                <a:cubicBezTo>
                  <a:pt x="921403" y="3635401"/>
                  <a:pt x="884461" y="3673421"/>
                  <a:pt x="838892" y="3673421"/>
                </a:cubicBezTo>
                <a:lnTo>
                  <a:pt x="82511" y="3673421"/>
                </a:lnTo>
                <a:cubicBezTo>
                  <a:pt x="36941" y="3673421"/>
                  <a:pt x="0" y="3635401"/>
                  <a:pt x="0" y="3588500"/>
                </a:cubicBezTo>
                <a:lnTo>
                  <a:pt x="0" y="849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96" cap="flat">
            <a:solidFill>
              <a:srgbClr val="7F7F7F"/>
            </a:solidFill>
            <a:custDash>
              <a:ds d="400000" sp="300000"/>
            </a:custDash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6EE1B-14BD-4EFF-812C-F072917B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85" y="1632114"/>
            <a:ext cx="272783" cy="734966"/>
          </a:xfrm>
          <a:custGeom xmlns:a="http://schemas.openxmlformats.org/drawingml/2006/main">
            <a:pathLst>
              <a:path w="272783" h="734966">
                <a:moveTo>
                  <a:pt x="0" y="183742"/>
                </a:moveTo>
                <a:lnTo>
                  <a:pt x="136390" y="183742"/>
                </a:lnTo>
                <a:lnTo>
                  <a:pt x="136390" y="0"/>
                </a:lnTo>
                <a:lnTo>
                  <a:pt x="272783" y="367484"/>
                </a:lnTo>
                <a:lnTo>
                  <a:pt x="136390" y="734966"/>
                </a:lnTo>
                <a:lnTo>
                  <a:pt x="136390" y="551226"/>
                </a:lnTo>
                <a:lnTo>
                  <a:pt x="0" y="551226"/>
                </a:lnTo>
                <a:lnTo>
                  <a:pt x="0" y="183742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60D44-78D5-44EB-9236-0484C79C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85" y="1632114"/>
            <a:ext cx="272783" cy="734966"/>
          </a:xfrm>
          <a:custGeom xmlns:a="http://schemas.openxmlformats.org/drawingml/2006/main">
            <a:pathLst>
              <a:path w="272783" h="734966" fill="none">
                <a:moveTo>
                  <a:pt x="0" y="183742"/>
                </a:moveTo>
                <a:lnTo>
                  <a:pt x="136392" y="183742"/>
                </a:lnTo>
                <a:lnTo>
                  <a:pt x="136392" y="0"/>
                </a:lnTo>
                <a:lnTo>
                  <a:pt x="272783" y="367483"/>
                </a:lnTo>
                <a:lnTo>
                  <a:pt x="136392" y="734966"/>
                </a:lnTo>
                <a:lnTo>
                  <a:pt x="136392" y="551225"/>
                </a:lnTo>
                <a:lnTo>
                  <a:pt x="0" y="551225"/>
                </a:lnTo>
                <a:lnTo>
                  <a:pt x="0" y="1837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96" cap="flat">
            <a:solidFill>
              <a:srgbClr val="7F7F7F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3ABB8B-8D3D-40BE-A0F4-FB6B482F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79" y="101798"/>
            <a:ext cx="3574614" cy="3673433"/>
          </a:xfrm>
          <a:custGeom xmlns:a="http://schemas.openxmlformats.org/drawingml/2006/main">
            <a:pathLst>
              <a:path w="3574614" h="3673433" fill="none">
                <a:moveTo>
                  <a:pt x="0" y="205491"/>
                </a:moveTo>
                <a:cubicBezTo>
                  <a:pt x="0" y="92001"/>
                  <a:pt x="89389" y="0"/>
                  <a:pt x="199657" y="0"/>
                </a:cubicBezTo>
                <a:lnTo>
                  <a:pt x="3374957" y="0"/>
                </a:lnTo>
                <a:cubicBezTo>
                  <a:pt x="3485225" y="0"/>
                  <a:pt x="3574614" y="92001"/>
                  <a:pt x="3574614" y="205491"/>
                </a:cubicBezTo>
                <a:lnTo>
                  <a:pt x="3574614" y="3467942"/>
                </a:lnTo>
                <a:cubicBezTo>
                  <a:pt x="3574614" y="3581432"/>
                  <a:pt x="3485225" y="3673433"/>
                  <a:pt x="3374957" y="3673433"/>
                </a:cubicBezTo>
                <a:lnTo>
                  <a:pt x="199657" y="3673433"/>
                </a:lnTo>
                <a:cubicBezTo>
                  <a:pt x="89389" y="3673433"/>
                  <a:pt x="0" y="3581432"/>
                  <a:pt x="0" y="3467942"/>
                </a:cubicBezTo>
                <a:lnTo>
                  <a:pt x="0" y="2054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96" cap="flat">
            <a:solidFill>
              <a:srgbClr val="7F7F7F"/>
            </a:solidFill>
            <a:custDash>
              <a:ds d="400000" sp="300000"/>
            </a:custDash>
            <a:miter/>
          </a:ln>
        </p:spPr>
      </p:sp>
      <p:pic>
        <p:nvPicPr>
          <p:cNvPr id="3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9a2b8b37049ef"/>
          <a:stretch xmlns:a="http://schemas.openxmlformats.org/drawingml/2006/main"/>
        </p:blipFill>
        <p:spPr>
          <a:xfrm xmlns:a="http://schemas.openxmlformats.org/drawingml/2006/main">
            <a:off x="1510797" y="240823"/>
            <a:ext cx="528472" cy="544541"/>
          </a:xfrm>
          <a:prstGeom xmlns:a="http://schemas.openxmlformats.org/drawingml/2006/main" prst="rect">
            <a:avLst/>
          </a:prstGeom>
        </p:spPr>
      </p:pic>
      <p:pic>
        <p:nvPicPr>
          <p:cNvPr id="3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65c52ad9c4e28"/>
          <a:stretch xmlns:a="http://schemas.openxmlformats.org/drawingml/2006/main"/>
        </p:blipFill>
        <p:spPr>
          <a:xfrm xmlns:a="http://schemas.openxmlformats.org/drawingml/2006/main">
            <a:off x="3436615" y="227551"/>
            <a:ext cx="558576" cy="574638"/>
          </a:xfrm>
          <a:prstGeom xmlns:a="http://schemas.openxmlformats.org/drawingml/2006/main" prst="rect">
            <a:avLst/>
          </a:prstGeom>
        </p:spPr>
      </p:pic>
      <p:sp>
        <p:nvSpPr>
          <p:cNvPr id="33" name="Text Vulnerability">
            <a:extLst xmlns:a="http://schemas.openxmlformats.org/drawingml/2006/main">
              <a:ext uri="{FF2B5EF4-FFF2-40B4-BE49-F238E27FC236}">
                <a16:creationId xmlns:a16="http://schemas.microsoft.com/office/drawing/2014/main" id="{AF56999F-1BB2-4BA4-B951-501213D9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987" y="335098"/>
            <a:ext cx="858556" cy="151214"/>
          </a:xfrm>
          <a:custGeom xmlns:a="http://schemas.openxmlformats.org/drawingml/2006/main">
            <a:pathLst>
              <a:path w="858556" h="151214">
                <a:moveTo>
                  <a:pt x="113186" y="5354"/>
                </a:moveTo>
                <a:lnTo>
                  <a:pt x="113186" y="8356"/>
                </a:lnTo>
                <a:cubicBezTo>
                  <a:pt x="109402" y="9059"/>
                  <a:pt x="106539" y="10302"/>
                  <a:pt x="104594" y="12085"/>
                </a:cubicBezTo>
                <a:cubicBezTo>
                  <a:pt x="101809" y="14733"/>
                  <a:pt x="99340" y="18786"/>
                  <a:pt x="97185" y="24243"/>
                </a:cubicBezTo>
                <a:lnTo>
                  <a:pt x="59903" y="117791"/>
                </a:lnTo>
                <a:lnTo>
                  <a:pt x="56987" y="117791"/>
                </a:lnTo>
                <a:lnTo>
                  <a:pt x="16946" y="23029"/>
                </a:lnTo>
                <a:cubicBezTo>
                  <a:pt x="14897" y="18165"/>
                  <a:pt x="13452" y="15192"/>
                  <a:pt x="12611" y="14110"/>
                </a:cubicBezTo>
                <a:cubicBezTo>
                  <a:pt x="11298" y="12436"/>
                  <a:pt x="9682" y="11126"/>
                  <a:pt x="7764" y="10181"/>
                </a:cubicBezTo>
                <a:cubicBezTo>
                  <a:pt x="5846" y="9235"/>
                  <a:pt x="3258" y="8626"/>
                  <a:pt x="0" y="8356"/>
                </a:cubicBezTo>
                <a:lnTo>
                  <a:pt x="0" y="5354"/>
                </a:lnTo>
                <a:lnTo>
                  <a:pt x="43666" y="5354"/>
                </a:lnTo>
                <a:lnTo>
                  <a:pt x="43666" y="8356"/>
                </a:lnTo>
                <a:cubicBezTo>
                  <a:pt x="38727" y="8842"/>
                  <a:pt x="35522" y="9708"/>
                  <a:pt x="34050" y="10952"/>
                </a:cubicBezTo>
                <a:cubicBezTo>
                  <a:pt x="32579" y="12194"/>
                  <a:pt x="31843" y="13788"/>
                  <a:pt x="31843" y="15733"/>
                </a:cubicBezTo>
                <a:cubicBezTo>
                  <a:pt x="31843" y="18435"/>
                  <a:pt x="33052" y="22650"/>
                  <a:pt x="35469" y="28378"/>
                </a:cubicBezTo>
                <a:lnTo>
                  <a:pt x="62662" y="92823"/>
                </a:lnTo>
                <a:lnTo>
                  <a:pt x="87885" y="29189"/>
                </a:lnTo>
                <a:cubicBezTo>
                  <a:pt x="90354" y="22921"/>
                  <a:pt x="91589" y="18570"/>
                  <a:pt x="91589" y="16138"/>
                </a:cubicBezTo>
                <a:cubicBezTo>
                  <a:pt x="91589" y="14570"/>
                  <a:pt x="90827" y="13070"/>
                  <a:pt x="89303" y="11639"/>
                </a:cubicBezTo>
                <a:cubicBezTo>
                  <a:pt x="87779" y="10207"/>
                  <a:pt x="85205" y="9194"/>
                  <a:pt x="81579" y="8599"/>
                </a:cubicBezTo>
                <a:cubicBezTo>
                  <a:pt x="81316" y="8545"/>
                  <a:pt x="80870" y="8464"/>
                  <a:pt x="80239" y="8356"/>
                </a:cubicBezTo>
                <a:lnTo>
                  <a:pt x="80239" y="5354"/>
                </a:lnTo>
                <a:lnTo>
                  <a:pt x="113186" y="5354"/>
                </a:lnTo>
                <a:close/>
                <a:moveTo>
                  <a:pt x="183499" y="41048"/>
                </a:moveTo>
                <a:lnTo>
                  <a:pt x="183499" y="86072"/>
                </a:lnTo>
                <a:cubicBezTo>
                  <a:pt x="183499" y="94671"/>
                  <a:pt x="183696" y="99930"/>
                  <a:pt x="184090" y="101850"/>
                </a:cubicBezTo>
                <a:cubicBezTo>
                  <a:pt x="184484" y="103770"/>
                  <a:pt x="185114" y="105109"/>
                  <a:pt x="185981" y="105866"/>
                </a:cubicBezTo>
                <a:cubicBezTo>
                  <a:pt x="186848" y="106623"/>
                  <a:pt x="187860" y="107002"/>
                  <a:pt x="189016" y="107002"/>
                </a:cubicBezTo>
                <a:cubicBezTo>
                  <a:pt x="190645" y="107002"/>
                  <a:pt x="192484" y="106542"/>
                  <a:pt x="194533" y="105622"/>
                </a:cubicBezTo>
                <a:lnTo>
                  <a:pt x="195637" y="108462"/>
                </a:lnTo>
                <a:lnTo>
                  <a:pt x="174040" y="117629"/>
                </a:lnTo>
                <a:lnTo>
                  <a:pt x="170493" y="117629"/>
                </a:lnTo>
                <a:lnTo>
                  <a:pt x="170493" y="101891"/>
                </a:lnTo>
                <a:cubicBezTo>
                  <a:pt x="164293" y="108813"/>
                  <a:pt x="159564" y="113167"/>
                  <a:pt x="156306" y="114952"/>
                </a:cubicBezTo>
                <a:cubicBezTo>
                  <a:pt x="153048" y="116736"/>
                  <a:pt x="149606" y="117629"/>
                  <a:pt x="145980" y="117629"/>
                </a:cubicBezTo>
                <a:cubicBezTo>
                  <a:pt x="141934" y="117629"/>
                  <a:pt x="138427" y="116425"/>
                  <a:pt x="135458" y="114019"/>
                </a:cubicBezTo>
                <a:cubicBezTo>
                  <a:pt x="132489" y="111612"/>
                  <a:pt x="130426" y="108516"/>
                  <a:pt x="129270" y="104730"/>
                </a:cubicBezTo>
                <a:cubicBezTo>
                  <a:pt x="128114" y="100944"/>
                  <a:pt x="127536" y="95590"/>
                  <a:pt x="127536" y="88668"/>
                </a:cubicBezTo>
                <a:lnTo>
                  <a:pt x="127536" y="55488"/>
                </a:lnTo>
                <a:cubicBezTo>
                  <a:pt x="127536" y="51973"/>
                  <a:pt x="127168" y="49539"/>
                  <a:pt x="126433" y="48187"/>
                </a:cubicBezTo>
                <a:cubicBezTo>
                  <a:pt x="125697" y="46835"/>
                  <a:pt x="124607" y="45794"/>
                  <a:pt x="123162" y="45064"/>
                </a:cubicBezTo>
                <a:cubicBezTo>
                  <a:pt x="121717" y="44334"/>
                  <a:pt x="119103" y="43996"/>
                  <a:pt x="115319" y="44050"/>
                </a:cubicBezTo>
                <a:lnTo>
                  <a:pt x="115319" y="41048"/>
                </a:lnTo>
                <a:lnTo>
                  <a:pt x="140620" y="41048"/>
                </a:lnTo>
                <a:lnTo>
                  <a:pt x="140620" y="90655"/>
                </a:lnTo>
                <a:cubicBezTo>
                  <a:pt x="140620" y="97561"/>
                  <a:pt x="141790" y="102093"/>
                  <a:pt x="144128" y="104251"/>
                </a:cubicBezTo>
                <a:cubicBezTo>
                  <a:pt x="146466" y="106409"/>
                  <a:pt x="149291" y="107488"/>
                  <a:pt x="152601" y="107488"/>
                </a:cubicBezTo>
                <a:cubicBezTo>
                  <a:pt x="154861" y="107488"/>
                  <a:pt x="157422" y="106760"/>
                  <a:pt x="160286" y="105303"/>
                </a:cubicBezTo>
                <a:cubicBezTo>
                  <a:pt x="163150" y="103846"/>
                  <a:pt x="166552" y="101069"/>
                  <a:pt x="170493" y="96970"/>
                </a:cubicBezTo>
                <a:lnTo>
                  <a:pt x="170493" y="54974"/>
                </a:lnTo>
                <a:cubicBezTo>
                  <a:pt x="170493" y="50765"/>
                  <a:pt x="169744" y="47920"/>
                  <a:pt x="168247" y="46438"/>
                </a:cubicBezTo>
                <a:cubicBezTo>
                  <a:pt x="166749" y="44954"/>
                  <a:pt x="163636" y="44158"/>
                  <a:pt x="158907" y="44050"/>
                </a:cubicBezTo>
                <a:lnTo>
                  <a:pt x="158907" y="41048"/>
                </a:lnTo>
                <a:lnTo>
                  <a:pt x="183499" y="41048"/>
                </a:lnTo>
                <a:close/>
                <a:moveTo>
                  <a:pt x="225746" y="0"/>
                </a:moveTo>
                <a:lnTo>
                  <a:pt x="225746" y="98494"/>
                </a:lnTo>
                <a:cubicBezTo>
                  <a:pt x="225746" y="103141"/>
                  <a:pt x="226075" y="106222"/>
                  <a:pt x="226731" y="107737"/>
                </a:cubicBezTo>
                <a:cubicBezTo>
                  <a:pt x="227388" y="109249"/>
                  <a:pt x="228400" y="110398"/>
                  <a:pt x="229766" y="111182"/>
                </a:cubicBezTo>
                <a:cubicBezTo>
                  <a:pt x="231132" y="111964"/>
                  <a:pt x="233681" y="112356"/>
                  <a:pt x="237412" y="112356"/>
                </a:cubicBezTo>
                <a:lnTo>
                  <a:pt x="237412" y="115357"/>
                </a:lnTo>
                <a:lnTo>
                  <a:pt x="202021" y="115357"/>
                </a:lnTo>
                <a:lnTo>
                  <a:pt x="202021" y="112356"/>
                </a:lnTo>
                <a:cubicBezTo>
                  <a:pt x="205332" y="112356"/>
                  <a:pt x="207591" y="112005"/>
                  <a:pt x="208800" y="111304"/>
                </a:cubicBezTo>
                <a:cubicBezTo>
                  <a:pt x="210008" y="110600"/>
                  <a:pt x="210954" y="109439"/>
                  <a:pt x="211637" y="107818"/>
                </a:cubicBezTo>
                <a:cubicBezTo>
                  <a:pt x="212320" y="106195"/>
                  <a:pt x="212662" y="103087"/>
                  <a:pt x="212662" y="98494"/>
                </a:cubicBezTo>
                <a:lnTo>
                  <a:pt x="212662" y="31047"/>
                </a:lnTo>
                <a:cubicBezTo>
                  <a:pt x="212662" y="22671"/>
                  <a:pt x="212478" y="17524"/>
                  <a:pt x="212110" y="15606"/>
                </a:cubicBezTo>
                <a:cubicBezTo>
                  <a:pt x="211742" y="13686"/>
                  <a:pt x="211151" y="12376"/>
                  <a:pt x="210337" y="11674"/>
                </a:cubicBezTo>
                <a:cubicBezTo>
                  <a:pt x="209522" y="10971"/>
                  <a:pt x="208485" y="10620"/>
                  <a:pt x="207223" y="10620"/>
                </a:cubicBezTo>
                <a:cubicBezTo>
                  <a:pt x="205857" y="10620"/>
                  <a:pt x="204123" y="11052"/>
                  <a:pt x="202021" y="11918"/>
                </a:cubicBezTo>
                <a:lnTo>
                  <a:pt x="200681" y="9078"/>
                </a:lnTo>
                <a:lnTo>
                  <a:pt x="222199" y="0"/>
                </a:lnTo>
                <a:lnTo>
                  <a:pt x="225746" y="0"/>
                </a:lnTo>
                <a:close/>
                <a:moveTo>
                  <a:pt x="266806" y="54677"/>
                </a:moveTo>
                <a:cubicBezTo>
                  <a:pt x="275266" y="44185"/>
                  <a:pt x="283332" y="38939"/>
                  <a:pt x="291004" y="38939"/>
                </a:cubicBezTo>
                <a:cubicBezTo>
                  <a:pt x="294945" y="38939"/>
                  <a:pt x="298334" y="39951"/>
                  <a:pt x="301172" y="41976"/>
                </a:cubicBezTo>
                <a:cubicBezTo>
                  <a:pt x="304010" y="43999"/>
                  <a:pt x="306269" y="47331"/>
                  <a:pt x="307951" y="51972"/>
                </a:cubicBezTo>
                <a:cubicBezTo>
                  <a:pt x="309107" y="55209"/>
                  <a:pt x="309685" y="60173"/>
                  <a:pt x="309685" y="66866"/>
                </a:cubicBezTo>
                <a:lnTo>
                  <a:pt x="309685" y="98514"/>
                </a:lnTo>
                <a:cubicBezTo>
                  <a:pt x="309685" y="103209"/>
                  <a:pt x="310052" y="106393"/>
                  <a:pt x="310788" y="108066"/>
                </a:cubicBezTo>
                <a:cubicBezTo>
                  <a:pt x="311366" y="109415"/>
                  <a:pt x="312299" y="110467"/>
                  <a:pt x="313586" y="111222"/>
                </a:cubicBezTo>
                <a:cubicBezTo>
                  <a:pt x="314874" y="111978"/>
                  <a:pt x="317251" y="112356"/>
                  <a:pt x="320719" y="112356"/>
                </a:cubicBezTo>
                <a:lnTo>
                  <a:pt x="320719" y="115357"/>
                </a:lnTo>
                <a:lnTo>
                  <a:pt x="285014" y="115357"/>
                </a:lnTo>
                <a:lnTo>
                  <a:pt x="285014" y="112356"/>
                </a:lnTo>
                <a:lnTo>
                  <a:pt x="286511" y="112356"/>
                </a:lnTo>
                <a:cubicBezTo>
                  <a:pt x="289874" y="112356"/>
                  <a:pt x="292226" y="111831"/>
                  <a:pt x="293566" y="110781"/>
                </a:cubicBezTo>
                <a:cubicBezTo>
                  <a:pt x="294906" y="109732"/>
                  <a:pt x="295838" y="108185"/>
                  <a:pt x="296364" y="106142"/>
                </a:cubicBezTo>
                <a:cubicBezTo>
                  <a:pt x="296574" y="105334"/>
                  <a:pt x="296679" y="102805"/>
                  <a:pt x="296679" y="98555"/>
                </a:cubicBezTo>
                <a:lnTo>
                  <a:pt x="296679" y="68288"/>
                </a:lnTo>
                <a:cubicBezTo>
                  <a:pt x="296679" y="61563"/>
                  <a:pt x="295825" y="56681"/>
                  <a:pt x="294118" y="53640"/>
                </a:cubicBezTo>
                <a:cubicBezTo>
                  <a:pt x="292410" y="50600"/>
                  <a:pt x="289533" y="49080"/>
                  <a:pt x="285487" y="49080"/>
                </a:cubicBezTo>
                <a:cubicBezTo>
                  <a:pt x="279234" y="49080"/>
                  <a:pt x="273007" y="52577"/>
                  <a:pt x="266806" y="59572"/>
                </a:cubicBezTo>
                <a:lnTo>
                  <a:pt x="266806" y="98555"/>
                </a:lnTo>
                <a:cubicBezTo>
                  <a:pt x="266806" y="103559"/>
                  <a:pt x="267095" y="106653"/>
                  <a:pt x="267673" y="107836"/>
                </a:cubicBezTo>
                <a:cubicBezTo>
                  <a:pt x="268409" y="109395"/>
                  <a:pt x="269421" y="110539"/>
                  <a:pt x="270708" y="111266"/>
                </a:cubicBezTo>
                <a:cubicBezTo>
                  <a:pt x="271995" y="111992"/>
                  <a:pt x="274610" y="112356"/>
                  <a:pt x="278551" y="112356"/>
                </a:cubicBezTo>
                <a:lnTo>
                  <a:pt x="278551" y="115357"/>
                </a:lnTo>
                <a:lnTo>
                  <a:pt x="242845" y="115357"/>
                </a:lnTo>
                <a:lnTo>
                  <a:pt x="242845" y="112356"/>
                </a:lnTo>
                <a:lnTo>
                  <a:pt x="244421" y="112356"/>
                </a:lnTo>
                <a:cubicBezTo>
                  <a:pt x="248100" y="112356"/>
                  <a:pt x="250583" y="111398"/>
                  <a:pt x="251870" y="109483"/>
                </a:cubicBezTo>
                <a:cubicBezTo>
                  <a:pt x="253157" y="107567"/>
                  <a:pt x="253801" y="103910"/>
                  <a:pt x="253801" y="98514"/>
                </a:cubicBezTo>
                <a:lnTo>
                  <a:pt x="253801" y="70993"/>
                </a:lnTo>
                <a:cubicBezTo>
                  <a:pt x="253801" y="62090"/>
                  <a:pt x="253604" y="56667"/>
                  <a:pt x="253210" y="54725"/>
                </a:cubicBezTo>
                <a:cubicBezTo>
                  <a:pt x="252816" y="52782"/>
                  <a:pt x="252212" y="51459"/>
                  <a:pt x="251397" y="50758"/>
                </a:cubicBezTo>
                <a:cubicBezTo>
                  <a:pt x="250583" y="50056"/>
                  <a:pt x="249492" y="49706"/>
                  <a:pt x="248126" y="49706"/>
                </a:cubicBezTo>
                <a:cubicBezTo>
                  <a:pt x="246655" y="49706"/>
                  <a:pt x="244894" y="50110"/>
                  <a:pt x="242845" y="50920"/>
                </a:cubicBezTo>
                <a:lnTo>
                  <a:pt x="241663" y="48005"/>
                </a:lnTo>
                <a:lnTo>
                  <a:pt x="263417" y="38939"/>
                </a:lnTo>
                <a:lnTo>
                  <a:pt x="266806" y="38939"/>
                </a:lnTo>
                <a:lnTo>
                  <a:pt x="266806" y="54677"/>
                </a:lnTo>
                <a:close/>
                <a:moveTo>
                  <a:pt x="338612" y="69117"/>
                </a:moveTo>
                <a:cubicBezTo>
                  <a:pt x="338559" y="80124"/>
                  <a:pt x="341160" y="88758"/>
                  <a:pt x="346415" y="95018"/>
                </a:cubicBezTo>
                <a:cubicBezTo>
                  <a:pt x="351669" y="101276"/>
                  <a:pt x="357844" y="104406"/>
                  <a:pt x="364937" y="104406"/>
                </a:cubicBezTo>
                <a:cubicBezTo>
                  <a:pt x="369667" y="104406"/>
                  <a:pt x="373778" y="103067"/>
                  <a:pt x="377273" y="100390"/>
                </a:cubicBezTo>
                <a:cubicBezTo>
                  <a:pt x="380767" y="97713"/>
                  <a:pt x="383697" y="93129"/>
                  <a:pt x="386061" y="86640"/>
                </a:cubicBezTo>
                <a:lnTo>
                  <a:pt x="388505" y="88262"/>
                </a:lnTo>
                <a:cubicBezTo>
                  <a:pt x="387401" y="95671"/>
                  <a:pt x="384196" y="102418"/>
                  <a:pt x="378889" y="108502"/>
                </a:cubicBezTo>
                <a:cubicBezTo>
                  <a:pt x="373581" y="114587"/>
                  <a:pt x="366934" y="117629"/>
                  <a:pt x="358947" y="117629"/>
                </a:cubicBezTo>
                <a:cubicBezTo>
                  <a:pt x="350277" y="117629"/>
                  <a:pt x="342855" y="114161"/>
                  <a:pt x="336680" y="107227"/>
                </a:cubicBezTo>
                <a:cubicBezTo>
                  <a:pt x="330506" y="100291"/>
                  <a:pt x="327419" y="90967"/>
                  <a:pt x="327419" y="79255"/>
                </a:cubicBezTo>
                <a:cubicBezTo>
                  <a:pt x="327419" y="66573"/>
                  <a:pt x="330585" y="56683"/>
                  <a:pt x="336917" y="49587"/>
                </a:cubicBezTo>
                <a:cubicBezTo>
                  <a:pt x="343249" y="42488"/>
                  <a:pt x="351196" y="38939"/>
                  <a:pt x="360760" y="38939"/>
                </a:cubicBezTo>
                <a:cubicBezTo>
                  <a:pt x="368852" y="38939"/>
                  <a:pt x="375499" y="41677"/>
                  <a:pt x="380702" y="47153"/>
                </a:cubicBezTo>
                <a:cubicBezTo>
                  <a:pt x="385904" y="52627"/>
                  <a:pt x="388505" y="59948"/>
                  <a:pt x="388505" y="69117"/>
                </a:cubicBezTo>
                <a:lnTo>
                  <a:pt x="338612" y="69117"/>
                </a:lnTo>
                <a:moveTo>
                  <a:pt x="338612" y="64412"/>
                </a:moveTo>
                <a:lnTo>
                  <a:pt x="372031" y="64412"/>
                </a:lnTo>
                <a:cubicBezTo>
                  <a:pt x="371769" y="59653"/>
                  <a:pt x="371217" y="56300"/>
                  <a:pt x="370376" y="54353"/>
                </a:cubicBezTo>
                <a:cubicBezTo>
                  <a:pt x="369062" y="51324"/>
                  <a:pt x="367105" y="48944"/>
                  <a:pt x="364504" y="47214"/>
                </a:cubicBezTo>
                <a:cubicBezTo>
                  <a:pt x="361903" y="45483"/>
                  <a:pt x="359184" y="44618"/>
                  <a:pt x="356346" y="44618"/>
                </a:cubicBezTo>
                <a:cubicBezTo>
                  <a:pt x="351985" y="44618"/>
                  <a:pt x="348083" y="46362"/>
                  <a:pt x="344641" y="49850"/>
                </a:cubicBezTo>
                <a:cubicBezTo>
                  <a:pt x="341199" y="53339"/>
                  <a:pt x="339190" y="58192"/>
                  <a:pt x="338612" y="64412"/>
                </a:cubicBezTo>
                <a:close/>
                <a:moveTo>
                  <a:pt x="419334" y="38939"/>
                </a:moveTo>
                <a:lnTo>
                  <a:pt x="419334" y="55651"/>
                </a:lnTo>
                <a:cubicBezTo>
                  <a:pt x="425377" y="44510"/>
                  <a:pt x="431577" y="38939"/>
                  <a:pt x="437935" y="38939"/>
                </a:cubicBezTo>
                <a:cubicBezTo>
                  <a:pt x="440825" y="38939"/>
                  <a:pt x="443216" y="39845"/>
                  <a:pt x="445108" y="41657"/>
                </a:cubicBezTo>
                <a:cubicBezTo>
                  <a:pt x="447000" y="43469"/>
                  <a:pt x="447945" y="45564"/>
                  <a:pt x="447945" y="47944"/>
                </a:cubicBezTo>
                <a:cubicBezTo>
                  <a:pt x="447945" y="50053"/>
                  <a:pt x="447262" y="51838"/>
                  <a:pt x="445896" y="53298"/>
                </a:cubicBezTo>
                <a:cubicBezTo>
                  <a:pt x="444530" y="54758"/>
                  <a:pt x="442901" y="55488"/>
                  <a:pt x="441009" y="55488"/>
                </a:cubicBezTo>
                <a:cubicBezTo>
                  <a:pt x="439170" y="55488"/>
                  <a:pt x="437108" y="54555"/>
                  <a:pt x="434822" y="52690"/>
                </a:cubicBezTo>
                <a:cubicBezTo>
                  <a:pt x="432536" y="50824"/>
                  <a:pt x="430841" y="49891"/>
                  <a:pt x="429738" y="49891"/>
                </a:cubicBezTo>
                <a:cubicBezTo>
                  <a:pt x="428792" y="49891"/>
                  <a:pt x="427767" y="50430"/>
                  <a:pt x="426664" y="51508"/>
                </a:cubicBezTo>
                <a:cubicBezTo>
                  <a:pt x="424299" y="53720"/>
                  <a:pt x="421856" y="57362"/>
                  <a:pt x="419334" y="62432"/>
                </a:cubicBezTo>
                <a:lnTo>
                  <a:pt x="419334" y="97954"/>
                </a:lnTo>
                <a:cubicBezTo>
                  <a:pt x="419334" y="102052"/>
                  <a:pt x="419833" y="105153"/>
                  <a:pt x="420831" y="107258"/>
                </a:cubicBezTo>
                <a:cubicBezTo>
                  <a:pt x="421514" y="108714"/>
                  <a:pt x="422723" y="109929"/>
                  <a:pt x="424457" y="110900"/>
                </a:cubicBezTo>
                <a:cubicBezTo>
                  <a:pt x="426191" y="111871"/>
                  <a:pt x="428687" y="112356"/>
                  <a:pt x="431945" y="112356"/>
                </a:cubicBezTo>
                <a:lnTo>
                  <a:pt x="431945" y="115357"/>
                </a:lnTo>
                <a:lnTo>
                  <a:pt x="394978" y="115357"/>
                </a:lnTo>
                <a:lnTo>
                  <a:pt x="394978" y="112356"/>
                </a:lnTo>
                <a:cubicBezTo>
                  <a:pt x="398657" y="112356"/>
                  <a:pt x="401389" y="111762"/>
                  <a:pt x="403176" y="110576"/>
                </a:cubicBezTo>
                <a:cubicBezTo>
                  <a:pt x="404489" y="109712"/>
                  <a:pt x="405409" y="108336"/>
                  <a:pt x="405934" y="106446"/>
                </a:cubicBezTo>
                <a:cubicBezTo>
                  <a:pt x="406197" y="105529"/>
                  <a:pt x="406328" y="102912"/>
                  <a:pt x="406328" y="98595"/>
                </a:cubicBezTo>
                <a:lnTo>
                  <a:pt x="406328" y="69860"/>
                </a:lnTo>
                <a:cubicBezTo>
                  <a:pt x="406328" y="61225"/>
                  <a:pt x="406158" y="56086"/>
                  <a:pt x="405816" y="54441"/>
                </a:cubicBezTo>
                <a:cubicBezTo>
                  <a:pt x="405474" y="52795"/>
                  <a:pt x="404844" y="51594"/>
                  <a:pt x="403924" y="50839"/>
                </a:cubicBezTo>
                <a:cubicBezTo>
                  <a:pt x="403005" y="50083"/>
                  <a:pt x="401862" y="49706"/>
                  <a:pt x="400496" y="49706"/>
                </a:cubicBezTo>
                <a:cubicBezTo>
                  <a:pt x="398867" y="49706"/>
                  <a:pt x="397028" y="50110"/>
                  <a:pt x="394978" y="50920"/>
                </a:cubicBezTo>
                <a:lnTo>
                  <a:pt x="394190" y="48005"/>
                </a:lnTo>
                <a:lnTo>
                  <a:pt x="416023" y="38939"/>
                </a:lnTo>
                <a:lnTo>
                  <a:pt x="419334" y="38939"/>
                </a:lnTo>
                <a:close/>
                <a:moveTo>
                  <a:pt x="492920" y="104649"/>
                </a:moveTo>
                <a:cubicBezTo>
                  <a:pt x="485511" y="110544"/>
                  <a:pt x="480861" y="113951"/>
                  <a:pt x="478969" y="114870"/>
                </a:cubicBezTo>
                <a:cubicBezTo>
                  <a:pt x="476132" y="116277"/>
                  <a:pt x="473110" y="116980"/>
                  <a:pt x="469905" y="116980"/>
                </a:cubicBezTo>
                <a:cubicBezTo>
                  <a:pt x="464913" y="116980"/>
                  <a:pt x="460801" y="115222"/>
                  <a:pt x="457569" y="111707"/>
                </a:cubicBezTo>
                <a:cubicBezTo>
                  <a:pt x="454338" y="108191"/>
                  <a:pt x="452722" y="103567"/>
                  <a:pt x="452722" y="97835"/>
                </a:cubicBezTo>
                <a:cubicBezTo>
                  <a:pt x="452722" y="94211"/>
                  <a:pt x="453510" y="91074"/>
                  <a:pt x="455087" y="88424"/>
                </a:cubicBezTo>
                <a:cubicBezTo>
                  <a:pt x="457241" y="84747"/>
                  <a:pt x="460985" y="81285"/>
                  <a:pt x="466318" y="78041"/>
                </a:cubicBezTo>
                <a:cubicBezTo>
                  <a:pt x="471652" y="74796"/>
                  <a:pt x="480519" y="70848"/>
                  <a:pt x="492920" y="66197"/>
                </a:cubicBezTo>
                <a:lnTo>
                  <a:pt x="492920" y="63276"/>
                </a:lnTo>
                <a:cubicBezTo>
                  <a:pt x="492920" y="55867"/>
                  <a:pt x="491777" y="50783"/>
                  <a:pt x="489492" y="48025"/>
                </a:cubicBezTo>
                <a:cubicBezTo>
                  <a:pt x="487206" y="45267"/>
                  <a:pt x="483882" y="43888"/>
                  <a:pt x="479521" y="43888"/>
                </a:cubicBezTo>
                <a:cubicBezTo>
                  <a:pt x="476210" y="43888"/>
                  <a:pt x="473583" y="44804"/>
                  <a:pt x="471639" y="46636"/>
                </a:cubicBezTo>
                <a:cubicBezTo>
                  <a:pt x="469642" y="48468"/>
                  <a:pt x="468644" y="50569"/>
                  <a:pt x="468644" y="52940"/>
                </a:cubicBezTo>
                <a:lnTo>
                  <a:pt x="468801" y="57628"/>
                </a:lnTo>
                <a:cubicBezTo>
                  <a:pt x="468801" y="60106"/>
                  <a:pt x="468184" y="62018"/>
                  <a:pt x="466949" y="63365"/>
                </a:cubicBezTo>
                <a:cubicBezTo>
                  <a:pt x="465714" y="64712"/>
                  <a:pt x="464098" y="65385"/>
                  <a:pt x="462102" y="65385"/>
                </a:cubicBezTo>
                <a:cubicBezTo>
                  <a:pt x="460157" y="65385"/>
                  <a:pt x="458568" y="64685"/>
                  <a:pt x="457333" y="63284"/>
                </a:cubicBezTo>
                <a:cubicBezTo>
                  <a:pt x="456098" y="61881"/>
                  <a:pt x="455481" y="59966"/>
                  <a:pt x="455481" y="57539"/>
                </a:cubicBezTo>
                <a:cubicBezTo>
                  <a:pt x="455481" y="52903"/>
                  <a:pt x="457793" y="48644"/>
                  <a:pt x="462417" y="44762"/>
                </a:cubicBezTo>
                <a:cubicBezTo>
                  <a:pt x="467041" y="40880"/>
                  <a:pt x="473530" y="38939"/>
                  <a:pt x="481885" y="38939"/>
                </a:cubicBezTo>
                <a:cubicBezTo>
                  <a:pt x="488296" y="38939"/>
                  <a:pt x="493551" y="40046"/>
                  <a:pt x="497649" y="42260"/>
                </a:cubicBezTo>
                <a:cubicBezTo>
                  <a:pt x="500750" y="43935"/>
                  <a:pt x="503035" y="46555"/>
                  <a:pt x="504507" y="50121"/>
                </a:cubicBezTo>
                <a:cubicBezTo>
                  <a:pt x="505453" y="52444"/>
                  <a:pt x="505926" y="57197"/>
                  <a:pt x="505926" y="64381"/>
                </a:cubicBezTo>
                <a:lnTo>
                  <a:pt x="505926" y="89580"/>
                </a:lnTo>
                <a:cubicBezTo>
                  <a:pt x="505926" y="96657"/>
                  <a:pt x="506057" y="100992"/>
                  <a:pt x="506320" y="102585"/>
                </a:cubicBezTo>
                <a:cubicBezTo>
                  <a:pt x="506582" y="104179"/>
                  <a:pt x="507016" y="105246"/>
                  <a:pt x="507620" y="105787"/>
                </a:cubicBezTo>
                <a:cubicBezTo>
                  <a:pt x="508224" y="106326"/>
                  <a:pt x="508921" y="106596"/>
                  <a:pt x="509709" y="106596"/>
                </a:cubicBezTo>
                <a:cubicBezTo>
                  <a:pt x="510550" y="106596"/>
                  <a:pt x="511285" y="106407"/>
                  <a:pt x="511916" y="106028"/>
                </a:cubicBezTo>
                <a:cubicBezTo>
                  <a:pt x="513019" y="105325"/>
                  <a:pt x="515148" y="103351"/>
                  <a:pt x="518300" y="100106"/>
                </a:cubicBezTo>
                <a:lnTo>
                  <a:pt x="518300" y="104649"/>
                </a:lnTo>
                <a:cubicBezTo>
                  <a:pt x="512415" y="112761"/>
                  <a:pt x="506793" y="116817"/>
                  <a:pt x="501433" y="116817"/>
                </a:cubicBezTo>
                <a:cubicBezTo>
                  <a:pt x="498858" y="116817"/>
                  <a:pt x="496809" y="115898"/>
                  <a:pt x="495285" y="114059"/>
                </a:cubicBezTo>
                <a:cubicBezTo>
                  <a:pt x="493761" y="112220"/>
                  <a:pt x="492973" y="109084"/>
                  <a:pt x="492920" y="104649"/>
                </a:cubicBezTo>
                <a:moveTo>
                  <a:pt x="492920" y="99330"/>
                </a:moveTo>
                <a:lnTo>
                  <a:pt x="492920" y="71145"/>
                </a:lnTo>
                <a:cubicBezTo>
                  <a:pt x="484986" y="74375"/>
                  <a:pt x="479862" y="76663"/>
                  <a:pt x="477550" y="78010"/>
                </a:cubicBezTo>
                <a:cubicBezTo>
                  <a:pt x="473399" y="80380"/>
                  <a:pt x="470430" y="82856"/>
                  <a:pt x="468644" y="85440"/>
                </a:cubicBezTo>
                <a:cubicBezTo>
                  <a:pt x="466857" y="88025"/>
                  <a:pt x="465964" y="90851"/>
                  <a:pt x="465964" y="93920"/>
                </a:cubicBezTo>
                <a:cubicBezTo>
                  <a:pt x="465964" y="97797"/>
                  <a:pt x="467093" y="101014"/>
                  <a:pt x="469353" y="103572"/>
                </a:cubicBezTo>
                <a:cubicBezTo>
                  <a:pt x="471612" y="106129"/>
                  <a:pt x="474214" y="107407"/>
                  <a:pt x="477156" y="107407"/>
                </a:cubicBezTo>
                <a:cubicBezTo>
                  <a:pt x="481150" y="107407"/>
                  <a:pt x="486404" y="104715"/>
                  <a:pt x="492920" y="99330"/>
                </a:cubicBezTo>
                <a:close/>
                <a:moveTo>
                  <a:pt x="543533" y="53947"/>
                </a:moveTo>
                <a:cubicBezTo>
                  <a:pt x="550522" y="43942"/>
                  <a:pt x="558062" y="38939"/>
                  <a:pt x="566154" y="38939"/>
                </a:cubicBezTo>
                <a:cubicBezTo>
                  <a:pt x="573563" y="38939"/>
                  <a:pt x="580027" y="42194"/>
                  <a:pt x="585544" y="48704"/>
                </a:cubicBezTo>
                <a:cubicBezTo>
                  <a:pt x="591061" y="55214"/>
                  <a:pt x="593820" y="64115"/>
                  <a:pt x="593820" y="75407"/>
                </a:cubicBezTo>
                <a:cubicBezTo>
                  <a:pt x="593820" y="88589"/>
                  <a:pt x="589564" y="99205"/>
                  <a:pt x="581051" y="107255"/>
                </a:cubicBezTo>
                <a:cubicBezTo>
                  <a:pt x="573747" y="114171"/>
                  <a:pt x="565603" y="117629"/>
                  <a:pt x="556617" y="117629"/>
                </a:cubicBezTo>
                <a:cubicBezTo>
                  <a:pt x="552413" y="117629"/>
                  <a:pt x="548144" y="116844"/>
                  <a:pt x="543809" y="115276"/>
                </a:cubicBezTo>
                <a:cubicBezTo>
                  <a:pt x="539474" y="113708"/>
                  <a:pt x="535047" y="111355"/>
                  <a:pt x="530528" y="108218"/>
                </a:cubicBezTo>
                <a:lnTo>
                  <a:pt x="530528" y="31232"/>
                </a:lnTo>
                <a:cubicBezTo>
                  <a:pt x="530528" y="22796"/>
                  <a:pt x="530331" y="17604"/>
                  <a:pt x="529936" y="15657"/>
                </a:cubicBezTo>
                <a:cubicBezTo>
                  <a:pt x="529542" y="13710"/>
                  <a:pt x="528925" y="12385"/>
                  <a:pt x="528084" y="11682"/>
                </a:cubicBezTo>
                <a:cubicBezTo>
                  <a:pt x="527243" y="10979"/>
                  <a:pt x="526192" y="10627"/>
                  <a:pt x="524931" y="10627"/>
                </a:cubicBezTo>
                <a:cubicBezTo>
                  <a:pt x="523460" y="10627"/>
                  <a:pt x="521621" y="11060"/>
                  <a:pt x="519414" y="11925"/>
                </a:cubicBezTo>
                <a:lnTo>
                  <a:pt x="518310" y="9086"/>
                </a:lnTo>
                <a:lnTo>
                  <a:pt x="539986" y="0"/>
                </a:lnTo>
                <a:lnTo>
                  <a:pt x="543533" y="0"/>
                </a:lnTo>
                <a:lnTo>
                  <a:pt x="543533" y="53947"/>
                </a:lnTo>
                <a:moveTo>
                  <a:pt x="543533" y="59116"/>
                </a:moveTo>
                <a:lnTo>
                  <a:pt x="543533" y="103455"/>
                </a:lnTo>
                <a:cubicBezTo>
                  <a:pt x="546213" y="106151"/>
                  <a:pt x="548985" y="108186"/>
                  <a:pt x="551848" y="109562"/>
                </a:cubicBezTo>
                <a:cubicBezTo>
                  <a:pt x="554712" y="110938"/>
                  <a:pt x="557642" y="111626"/>
                  <a:pt x="560637" y="111626"/>
                </a:cubicBezTo>
                <a:cubicBezTo>
                  <a:pt x="565419" y="111626"/>
                  <a:pt x="569872" y="108929"/>
                  <a:pt x="573997" y="103536"/>
                </a:cubicBezTo>
                <a:cubicBezTo>
                  <a:pt x="578122" y="98141"/>
                  <a:pt x="580184" y="90293"/>
                  <a:pt x="580184" y="79990"/>
                </a:cubicBezTo>
                <a:cubicBezTo>
                  <a:pt x="580184" y="70497"/>
                  <a:pt x="578122" y="63202"/>
                  <a:pt x="573997" y="58104"/>
                </a:cubicBezTo>
                <a:cubicBezTo>
                  <a:pt x="569872" y="53007"/>
                  <a:pt x="565182" y="50459"/>
                  <a:pt x="559927" y="50459"/>
                </a:cubicBezTo>
                <a:cubicBezTo>
                  <a:pt x="557143" y="50459"/>
                  <a:pt x="554358" y="51187"/>
                  <a:pt x="551573" y="52644"/>
                </a:cubicBezTo>
                <a:cubicBezTo>
                  <a:pt x="549471" y="53722"/>
                  <a:pt x="546791" y="55880"/>
                  <a:pt x="543533" y="59116"/>
                </a:cubicBezTo>
                <a:close/>
                <a:moveTo>
                  <a:pt x="622826" y="0"/>
                </a:moveTo>
                <a:cubicBezTo>
                  <a:pt x="625033" y="0"/>
                  <a:pt x="626912" y="802"/>
                  <a:pt x="628462" y="2406"/>
                </a:cubicBezTo>
                <a:cubicBezTo>
                  <a:pt x="630012" y="4008"/>
                  <a:pt x="630787" y="5951"/>
                  <a:pt x="630787" y="8234"/>
                </a:cubicBezTo>
                <a:cubicBezTo>
                  <a:pt x="630787" y="10517"/>
                  <a:pt x="630012" y="12474"/>
                  <a:pt x="628462" y="14105"/>
                </a:cubicBezTo>
                <a:cubicBezTo>
                  <a:pt x="626912" y="15735"/>
                  <a:pt x="625033" y="16549"/>
                  <a:pt x="622826" y="16549"/>
                </a:cubicBezTo>
                <a:cubicBezTo>
                  <a:pt x="620619" y="16549"/>
                  <a:pt x="618728" y="15735"/>
                  <a:pt x="617151" y="14105"/>
                </a:cubicBezTo>
                <a:cubicBezTo>
                  <a:pt x="615575" y="12474"/>
                  <a:pt x="614787" y="10517"/>
                  <a:pt x="614787" y="8234"/>
                </a:cubicBezTo>
                <a:cubicBezTo>
                  <a:pt x="614787" y="5951"/>
                  <a:pt x="615562" y="4008"/>
                  <a:pt x="617112" y="2406"/>
                </a:cubicBezTo>
                <a:cubicBezTo>
                  <a:pt x="618662" y="802"/>
                  <a:pt x="620567" y="0"/>
                  <a:pt x="622826" y="0"/>
                </a:cubicBezTo>
                <a:moveTo>
                  <a:pt x="629368" y="38939"/>
                </a:moveTo>
                <a:lnTo>
                  <a:pt x="629368" y="98514"/>
                </a:lnTo>
                <a:cubicBezTo>
                  <a:pt x="629368" y="103155"/>
                  <a:pt x="629697" y="106244"/>
                  <a:pt x="630354" y="107782"/>
                </a:cubicBezTo>
                <a:cubicBezTo>
                  <a:pt x="631010" y="109320"/>
                  <a:pt x="631982" y="110467"/>
                  <a:pt x="633270" y="111222"/>
                </a:cubicBezTo>
                <a:cubicBezTo>
                  <a:pt x="634557" y="111978"/>
                  <a:pt x="636909" y="112356"/>
                  <a:pt x="640324" y="112356"/>
                </a:cubicBezTo>
                <a:lnTo>
                  <a:pt x="640324" y="115357"/>
                </a:lnTo>
                <a:lnTo>
                  <a:pt x="605249" y="115357"/>
                </a:lnTo>
                <a:lnTo>
                  <a:pt x="605249" y="112356"/>
                </a:lnTo>
                <a:cubicBezTo>
                  <a:pt x="608770" y="112356"/>
                  <a:pt x="611135" y="112005"/>
                  <a:pt x="612343" y="111304"/>
                </a:cubicBezTo>
                <a:cubicBezTo>
                  <a:pt x="613552" y="110602"/>
                  <a:pt x="614511" y="109442"/>
                  <a:pt x="615220" y="107823"/>
                </a:cubicBezTo>
                <a:cubicBezTo>
                  <a:pt x="615929" y="106204"/>
                  <a:pt x="616284" y="103101"/>
                  <a:pt x="616284" y="98514"/>
                </a:cubicBezTo>
                <a:lnTo>
                  <a:pt x="616284" y="69941"/>
                </a:lnTo>
                <a:cubicBezTo>
                  <a:pt x="616284" y="61900"/>
                  <a:pt x="616048" y="56692"/>
                  <a:pt x="615575" y="54320"/>
                </a:cubicBezTo>
                <a:cubicBezTo>
                  <a:pt x="615207" y="52592"/>
                  <a:pt x="614629" y="51392"/>
                  <a:pt x="613841" y="50717"/>
                </a:cubicBezTo>
                <a:cubicBezTo>
                  <a:pt x="613053" y="50043"/>
                  <a:pt x="611975" y="49706"/>
                  <a:pt x="610609" y="49706"/>
                </a:cubicBezTo>
                <a:cubicBezTo>
                  <a:pt x="609138" y="49706"/>
                  <a:pt x="607351" y="50110"/>
                  <a:pt x="605249" y="50920"/>
                </a:cubicBezTo>
                <a:lnTo>
                  <a:pt x="604146" y="48005"/>
                </a:lnTo>
                <a:lnTo>
                  <a:pt x="625900" y="38939"/>
                </a:lnTo>
                <a:lnTo>
                  <a:pt x="629368" y="38939"/>
                </a:lnTo>
                <a:close/>
                <a:moveTo>
                  <a:pt x="674133" y="0"/>
                </a:moveTo>
                <a:lnTo>
                  <a:pt x="674133" y="98494"/>
                </a:lnTo>
                <a:cubicBezTo>
                  <a:pt x="674133" y="103141"/>
                  <a:pt x="674461" y="106222"/>
                  <a:pt x="675118" y="107737"/>
                </a:cubicBezTo>
                <a:cubicBezTo>
                  <a:pt x="675775" y="109249"/>
                  <a:pt x="676786" y="110398"/>
                  <a:pt x="678153" y="111182"/>
                </a:cubicBezTo>
                <a:cubicBezTo>
                  <a:pt x="679519" y="111964"/>
                  <a:pt x="682067" y="112356"/>
                  <a:pt x="685798" y="112356"/>
                </a:cubicBezTo>
                <a:lnTo>
                  <a:pt x="685798" y="115357"/>
                </a:lnTo>
                <a:lnTo>
                  <a:pt x="650408" y="115357"/>
                </a:lnTo>
                <a:lnTo>
                  <a:pt x="650408" y="112356"/>
                </a:lnTo>
                <a:cubicBezTo>
                  <a:pt x="653718" y="112356"/>
                  <a:pt x="655978" y="112005"/>
                  <a:pt x="657186" y="111304"/>
                </a:cubicBezTo>
                <a:cubicBezTo>
                  <a:pt x="658395" y="110600"/>
                  <a:pt x="659341" y="109439"/>
                  <a:pt x="660024" y="107818"/>
                </a:cubicBezTo>
                <a:cubicBezTo>
                  <a:pt x="660707" y="106195"/>
                  <a:pt x="661049" y="103087"/>
                  <a:pt x="661049" y="98494"/>
                </a:cubicBezTo>
                <a:lnTo>
                  <a:pt x="661049" y="31047"/>
                </a:lnTo>
                <a:cubicBezTo>
                  <a:pt x="661049" y="22671"/>
                  <a:pt x="660865" y="17524"/>
                  <a:pt x="660497" y="15606"/>
                </a:cubicBezTo>
                <a:cubicBezTo>
                  <a:pt x="660129" y="13686"/>
                  <a:pt x="659538" y="12376"/>
                  <a:pt x="658723" y="11674"/>
                </a:cubicBezTo>
                <a:cubicBezTo>
                  <a:pt x="657909" y="10971"/>
                  <a:pt x="656871" y="10620"/>
                  <a:pt x="655610" y="10620"/>
                </a:cubicBezTo>
                <a:cubicBezTo>
                  <a:pt x="654244" y="10620"/>
                  <a:pt x="652510" y="11052"/>
                  <a:pt x="650408" y="11918"/>
                </a:cubicBezTo>
                <a:lnTo>
                  <a:pt x="649068" y="9078"/>
                </a:lnTo>
                <a:lnTo>
                  <a:pt x="670586" y="0"/>
                </a:lnTo>
                <a:lnTo>
                  <a:pt x="674133" y="0"/>
                </a:lnTo>
                <a:close/>
                <a:moveTo>
                  <a:pt x="712513" y="0"/>
                </a:moveTo>
                <a:cubicBezTo>
                  <a:pt x="714720" y="0"/>
                  <a:pt x="716599" y="802"/>
                  <a:pt x="718149" y="2406"/>
                </a:cubicBezTo>
                <a:cubicBezTo>
                  <a:pt x="719699" y="4008"/>
                  <a:pt x="720474" y="5951"/>
                  <a:pt x="720474" y="8234"/>
                </a:cubicBezTo>
                <a:cubicBezTo>
                  <a:pt x="720474" y="10517"/>
                  <a:pt x="719699" y="12474"/>
                  <a:pt x="718149" y="14105"/>
                </a:cubicBezTo>
                <a:cubicBezTo>
                  <a:pt x="716599" y="15735"/>
                  <a:pt x="714720" y="16549"/>
                  <a:pt x="712513" y="16549"/>
                </a:cubicBezTo>
                <a:cubicBezTo>
                  <a:pt x="710306" y="16549"/>
                  <a:pt x="708414" y="15735"/>
                  <a:pt x="706838" y="14105"/>
                </a:cubicBezTo>
                <a:cubicBezTo>
                  <a:pt x="705262" y="12474"/>
                  <a:pt x="704473" y="10517"/>
                  <a:pt x="704473" y="8234"/>
                </a:cubicBezTo>
                <a:cubicBezTo>
                  <a:pt x="704473" y="5951"/>
                  <a:pt x="705249" y="4008"/>
                  <a:pt x="706799" y="2406"/>
                </a:cubicBezTo>
                <a:cubicBezTo>
                  <a:pt x="708349" y="802"/>
                  <a:pt x="710254" y="0"/>
                  <a:pt x="712513" y="0"/>
                </a:cubicBezTo>
                <a:moveTo>
                  <a:pt x="719055" y="38939"/>
                </a:moveTo>
                <a:lnTo>
                  <a:pt x="719055" y="98514"/>
                </a:lnTo>
                <a:cubicBezTo>
                  <a:pt x="719055" y="103155"/>
                  <a:pt x="719384" y="106244"/>
                  <a:pt x="720040" y="107782"/>
                </a:cubicBezTo>
                <a:cubicBezTo>
                  <a:pt x="720697" y="109320"/>
                  <a:pt x="721669" y="110467"/>
                  <a:pt x="722957" y="111222"/>
                </a:cubicBezTo>
                <a:cubicBezTo>
                  <a:pt x="724244" y="111978"/>
                  <a:pt x="726596" y="112356"/>
                  <a:pt x="730011" y="112356"/>
                </a:cubicBezTo>
                <a:lnTo>
                  <a:pt x="730011" y="115357"/>
                </a:lnTo>
                <a:lnTo>
                  <a:pt x="694936" y="115357"/>
                </a:lnTo>
                <a:lnTo>
                  <a:pt x="694936" y="112356"/>
                </a:lnTo>
                <a:cubicBezTo>
                  <a:pt x="698457" y="112356"/>
                  <a:pt x="700821" y="112005"/>
                  <a:pt x="702030" y="111304"/>
                </a:cubicBezTo>
                <a:cubicBezTo>
                  <a:pt x="703239" y="110602"/>
                  <a:pt x="704198" y="109442"/>
                  <a:pt x="704907" y="107823"/>
                </a:cubicBezTo>
                <a:cubicBezTo>
                  <a:pt x="705616" y="106204"/>
                  <a:pt x="705971" y="103101"/>
                  <a:pt x="705971" y="98514"/>
                </a:cubicBezTo>
                <a:lnTo>
                  <a:pt x="705971" y="69941"/>
                </a:lnTo>
                <a:cubicBezTo>
                  <a:pt x="705971" y="61900"/>
                  <a:pt x="705735" y="56692"/>
                  <a:pt x="705262" y="54320"/>
                </a:cubicBezTo>
                <a:cubicBezTo>
                  <a:pt x="704894" y="52592"/>
                  <a:pt x="704316" y="51392"/>
                  <a:pt x="703528" y="50717"/>
                </a:cubicBezTo>
                <a:cubicBezTo>
                  <a:pt x="702739" y="50043"/>
                  <a:pt x="701662" y="49706"/>
                  <a:pt x="700296" y="49706"/>
                </a:cubicBezTo>
                <a:cubicBezTo>
                  <a:pt x="698825" y="49706"/>
                  <a:pt x="697038" y="50110"/>
                  <a:pt x="694936" y="50920"/>
                </a:cubicBezTo>
                <a:lnTo>
                  <a:pt x="693833" y="48005"/>
                </a:lnTo>
                <a:lnTo>
                  <a:pt x="715587" y="38939"/>
                </a:lnTo>
                <a:lnTo>
                  <a:pt x="719055" y="38939"/>
                </a:lnTo>
                <a:close/>
                <a:moveTo>
                  <a:pt x="759958" y="16549"/>
                </a:moveTo>
                <a:lnTo>
                  <a:pt x="759958" y="41048"/>
                </a:lnTo>
                <a:lnTo>
                  <a:pt x="776825" y="41048"/>
                </a:lnTo>
                <a:lnTo>
                  <a:pt x="776825" y="46727"/>
                </a:lnTo>
                <a:lnTo>
                  <a:pt x="759958" y="46727"/>
                </a:lnTo>
                <a:lnTo>
                  <a:pt x="759958" y="94848"/>
                </a:lnTo>
                <a:cubicBezTo>
                  <a:pt x="759958" y="99656"/>
                  <a:pt x="760628" y="102898"/>
                  <a:pt x="761968" y="104573"/>
                </a:cubicBezTo>
                <a:cubicBezTo>
                  <a:pt x="763308" y="106246"/>
                  <a:pt x="765029" y="107083"/>
                  <a:pt x="767130" y="107083"/>
                </a:cubicBezTo>
                <a:cubicBezTo>
                  <a:pt x="768864" y="107083"/>
                  <a:pt x="770546" y="106528"/>
                  <a:pt x="772175" y="105420"/>
                </a:cubicBezTo>
                <a:cubicBezTo>
                  <a:pt x="773804" y="104311"/>
                  <a:pt x="775065" y="102675"/>
                  <a:pt x="775958" y="100512"/>
                </a:cubicBezTo>
                <a:lnTo>
                  <a:pt x="779032" y="100512"/>
                </a:lnTo>
                <a:cubicBezTo>
                  <a:pt x="777193" y="105827"/>
                  <a:pt x="774592" y="109847"/>
                  <a:pt x="771229" y="112571"/>
                </a:cubicBezTo>
                <a:cubicBezTo>
                  <a:pt x="767866" y="115294"/>
                  <a:pt x="764398" y="116655"/>
                  <a:pt x="760825" y="116655"/>
                </a:cubicBezTo>
                <a:cubicBezTo>
                  <a:pt x="758408" y="116655"/>
                  <a:pt x="756043" y="115965"/>
                  <a:pt x="753731" y="114584"/>
                </a:cubicBezTo>
                <a:cubicBezTo>
                  <a:pt x="751419" y="113203"/>
                  <a:pt x="749711" y="111228"/>
                  <a:pt x="748608" y="108657"/>
                </a:cubicBezTo>
                <a:cubicBezTo>
                  <a:pt x="747504" y="106085"/>
                  <a:pt x="746952" y="102118"/>
                  <a:pt x="746952" y="96757"/>
                </a:cubicBezTo>
                <a:lnTo>
                  <a:pt x="746952" y="46727"/>
                </a:lnTo>
                <a:lnTo>
                  <a:pt x="735524" y="46727"/>
                </a:lnTo>
                <a:lnTo>
                  <a:pt x="735524" y="44050"/>
                </a:lnTo>
                <a:cubicBezTo>
                  <a:pt x="738414" y="42857"/>
                  <a:pt x="741369" y="40836"/>
                  <a:pt x="744391" y="37988"/>
                </a:cubicBezTo>
                <a:cubicBezTo>
                  <a:pt x="747412" y="35141"/>
                  <a:pt x="750105" y="31764"/>
                  <a:pt x="752470" y="27858"/>
                </a:cubicBezTo>
                <a:cubicBezTo>
                  <a:pt x="753678" y="25798"/>
                  <a:pt x="755360" y="22028"/>
                  <a:pt x="757514" y="16549"/>
                </a:cubicBezTo>
                <a:lnTo>
                  <a:pt x="759958" y="16549"/>
                </a:lnTo>
                <a:close/>
                <a:moveTo>
                  <a:pt x="779736" y="41048"/>
                </a:moveTo>
                <a:lnTo>
                  <a:pt x="813393" y="41048"/>
                </a:lnTo>
                <a:lnTo>
                  <a:pt x="813393" y="44050"/>
                </a:lnTo>
                <a:lnTo>
                  <a:pt x="811737" y="44050"/>
                </a:lnTo>
                <a:cubicBezTo>
                  <a:pt x="809373" y="44050"/>
                  <a:pt x="807599" y="44577"/>
                  <a:pt x="806417" y="45632"/>
                </a:cubicBezTo>
                <a:cubicBezTo>
                  <a:pt x="805235" y="46686"/>
                  <a:pt x="804643" y="47998"/>
                  <a:pt x="804643" y="49566"/>
                </a:cubicBezTo>
                <a:cubicBezTo>
                  <a:pt x="804643" y="51675"/>
                  <a:pt x="805511" y="54596"/>
                  <a:pt x="807245" y="58328"/>
                </a:cubicBezTo>
                <a:lnTo>
                  <a:pt x="824821" y="95806"/>
                </a:lnTo>
                <a:lnTo>
                  <a:pt x="840980" y="54758"/>
                </a:lnTo>
                <a:cubicBezTo>
                  <a:pt x="841873" y="52541"/>
                  <a:pt x="842320" y="50350"/>
                  <a:pt x="842320" y="48187"/>
                </a:cubicBezTo>
                <a:cubicBezTo>
                  <a:pt x="842320" y="47214"/>
                  <a:pt x="842136" y="46484"/>
                  <a:pt x="841768" y="45997"/>
                </a:cubicBezTo>
                <a:cubicBezTo>
                  <a:pt x="841347" y="45402"/>
                  <a:pt x="840691" y="44929"/>
                  <a:pt x="839797" y="44577"/>
                </a:cubicBezTo>
                <a:cubicBezTo>
                  <a:pt x="838904" y="44226"/>
                  <a:pt x="837328" y="44050"/>
                  <a:pt x="835068" y="44050"/>
                </a:cubicBezTo>
                <a:lnTo>
                  <a:pt x="835068" y="41048"/>
                </a:lnTo>
                <a:lnTo>
                  <a:pt x="858556" y="41048"/>
                </a:lnTo>
                <a:lnTo>
                  <a:pt x="858556" y="44050"/>
                </a:lnTo>
                <a:cubicBezTo>
                  <a:pt x="856612" y="44266"/>
                  <a:pt x="855115" y="44699"/>
                  <a:pt x="854064" y="45348"/>
                </a:cubicBezTo>
                <a:cubicBezTo>
                  <a:pt x="853013" y="45997"/>
                  <a:pt x="851857" y="47214"/>
                  <a:pt x="850596" y="48998"/>
                </a:cubicBezTo>
                <a:cubicBezTo>
                  <a:pt x="850123" y="49756"/>
                  <a:pt x="849229" y="51838"/>
                  <a:pt x="847916" y="55245"/>
                </a:cubicBezTo>
                <a:lnTo>
                  <a:pt x="818516" y="129392"/>
                </a:lnTo>
                <a:cubicBezTo>
                  <a:pt x="815678" y="136584"/>
                  <a:pt x="811961" y="142020"/>
                  <a:pt x="807363" y="145697"/>
                </a:cubicBezTo>
                <a:cubicBezTo>
                  <a:pt x="802765" y="149375"/>
                  <a:pt x="798338" y="151214"/>
                  <a:pt x="794082" y="151214"/>
                </a:cubicBezTo>
                <a:cubicBezTo>
                  <a:pt x="790981" y="151214"/>
                  <a:pt x="788433" y="150305"/>
                  <a:pt x="786436" y="148488"/>
                </a:cubicBezTo>
                <a:cubicBezTo>
                  <a:pt x="784439" y="146672"/>
                  <a:pt x="783441" y="144588"/>
                  <a:pt x="783441" y="142237"/>
                </a:cubicBezTo>
                <a:cubicBezTo>
                  <a:pt x="783441" y="139992"/>
                  <a:pt x="784163" y="138182"/>
                  <a:pt x="785608" y="136807"/>
                </a:cubicBezTo>
                <a:cubicBezTo>
                  <a:pt x="787053" y="135433"/>
                  <a:pt x="789037" y="134746"/>
                  <a:pt x="791559" y="134746"/>
                </a:cubicBezTo>
                <a:cubicBezTo>
                  <a:pt x="793293" y="134746"/>
                  <a:pt x="795658" y="135341"/>
                  <a:pt x="798653" y="136530"/>
                </a:cubicBezTo>
                <a:cubicBezTo>
                  <a:pt x="800755" y="137342"/>
                  <a:pt x="802069" y="137747"/>
                  <a:pt x="802594" y="137747"/>
                </a:cubicBezTo>
                <a:cubicBezTo>
                  <a:pt x="804171" y="137747"/>
                  <a:pt x="805891" y="136903"/>
                  <a:pt x="807757" y="135215"/>
                </a:cubicBezTo>
                <a:cubicBezTo>
                  <a:pt x="809622" y="133528"/>
                  <a:pt x="811501" y="130263"/>
                  <a:pt x="813393" y="125419"/>
                </a:cubicBezTo>
                <a:lnTo>
                  <a:pt x="818516" y="112437"/>
                </a:lnTo>
                <a:lnTo>
                  <a:pt x="792584" y="56381"/>
                </a:lnTo>
                <a:cubicBezTo>
                  <a:pt x="791796" y="54704"/>
                  <a:pt x="790535" y="52622"/>
                  <a:pt x="788801" y="50134"/>
                </a:cubicBezTo>
                <a:cubicBezTo>
                  <a:pt x="787487" y="48241"/>
                  <a:pt x="786410" y="46970"/>
                  <a:pt x="785569" y="46321"/>
                </a:cubicBezTo>
                <a:cubicBezTo>
                  <a:pt x="784360" y="45456"/>
                  <a:pt x="782416" y="44699"/>
                  <a:pt x="779736" y="44050"/>
                </a:cubicBezTo>
                <a:lnTo>
                  <a:pt x="779736" y="41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Description">
            <a:extLst xmlns:a="http://schemas.openxmlformats.org/drawingml/2006/main">
              <a:ext uri="{FF2B5EF4-FFF2-40B4-BE49-F238E27FC236}">
                <a16:creationId xmlns:a16="http://schemas.microsoft.com/office/drawing/2014/main" id="{7BDE3362-C605-45DA-BE87-665A2D05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327" y="521175"/>
            <a:ext cx="749832" cy="150889"/>
          </a:xfrm>
          <a:custGeom xmlns:a="http://schemas.openxmlformats.org/drawingml/2006/main">
            <a:pathLst>
              <a:path w="749832" h="150889">
                <a:moveTo>
                  <a:pt x="0" y="115357"/>
                </a:moveTo>
                <a:lnTo>
                  <a:pt x="0" y="112356"/>
                </a:lnTo>
                <a:lnTo>
                  <a:pt x="4020" y="112356"/>
                </a:lnTo>
                <a:cubicBezTo>
                  <a:pt x="8539" y="112356"/>
                  <a:pt x="11744" y="110868"/>
                  <a:pt x="13636" y="107894"/>
                </a:cubicBezTo>
                <a:cubicBezTo>
                  <a:pt x="14792" y="106109"/>
                  <a:pt x="15370" y="102107"/>
                  <a:pt x="15370" y="95888"/>
                </a:cubicBezTo>
                <a:lnTo>
                  <a:pt x="15370" y="24824"/>
                </a:lnTo>
                <a:cubicBezTo>
                  <a:pt x="15370" y="17955"/>
                  <a:pt x="14634" y="13656"/>
                  <a:pt x="13163" y="11925"/>
                </a:cubicBezTo>
                <a:cubicBezTo>
                  <a:pt x="11114" y="9545"/>
                  <a:pt x="8066" y="8356"/>
                  <a:pt x="4020" y="8356"/>
                </a:cubicBezTo>
                <a:lnTo>
                  <a:pt x="0" y="8356"/>
                </a:lnTo>
                <a:lnTo>
                  <a:pt x="0" y="5354"/>
                </a:lnTo>
                <a:lnTo>
                  <a:pt x="43509" y="5354"/>
                </a:lnTo>
                <a:cubicBezTo>
                  <a:pt x="59483" y="5354"/>
                  <a:pt x="71634" y="7220"/>
                  <a:pt x="79963" y="10952"/>
                </a:cubicBezTo>
                <a:cubicBezTo>
                  <a:pt x="88292" y="14683"/>
                  <a:pt x="94991" y="20903"/>
                  <a:pt x="100062" y="29610"/>
                </a:cubicBezTo>
                <a:cubicBezTo>
                  <a:pt x="105133" y="38317"/>
                  <a:pt x="107668" y="48376"/>
                  <a:pt x="107668" y="59788"/>
                </a:cubicBezTo>
                <a:cubicBezTo>
                  <a:pt x="107668" y="75093"/>
                  <a:pt x="103149" y="87883"/>
                  <a:pt x="94111" y="98159"/>
                </a:cubicBezTo>
                <a:cubicBezTo>
                  <a:pt x="83970" y="109624"/>
                  <a:pt x="68521" y="115357"/>
                  <a:pt x="47765" y="115357"/>
                </a:cubicBezTo>
                <a:lnTo>
                  <a:pt x="0" y="115357"/>
                </a:lnTo>
                <a:moveTo>
                  <a:pt x="30503" y="107488"/>
                </a:moveTo>
                <a:cubicBezTo>
                  <a:pt x="37177" y="108948"/>
                  <a:pt x="42773" y="109679"/>
                  <a:pt x="47292" y="109679"/>
                </a:cubicBezTo>
                <a:cubicBezTo>
                  <a:pt x="59483" y="109679"/>
                  <a:pt x="69598" y="105271"/>
                  <a:pt x="77638" y="96455"/>
                </a:cubicBezTo>
                <a:cubicBezTo>
                  <a:pt x="85678" y="87640"/>
                  <a:pt x="89697" y="75688"/>
                  <a:pt x="89697" y="60599"/>
                </a:cubicBezTo>
                <a:cubicBezTo>
                  <a:pt x="89697" y="45402"/>
                  <a:pt x="85678" y="33423"/>
                  <a:pt x="77638" y="24661"/>
                </a:cubicBezTo>
                <a:cubicBezTo>
                  <a:pt x="69598" y="15900"/>
                  <a:pt x="59273" y="11519"/>
                  <a:pt x="46662" y="11519"/>
                </a:cubicBezTo>
                <a:cubicBezTo>
                  <a:pt x="41932" y="11519"/>
                  <a:pt x="36546" y="12304"/>
                  <a:pt x="30503" y="13872"/>
                </a:cubicBezTo>
                <a:lnTo>
                  <a:pt x="30503" y="107488"/>
                </a:lnTo>
                <a:close/>
                <a:moveTo>
                  <a:pt x="131004" y="69117"/>
                </a:moveTo>
                <a:cubicBezTo>
                  <a:pt x="130952" y="80124"/>
                  <a:pt x="133553" y="88758"/>
                  <a:pt x="138808" y="95018"/>
                </a:cubicBezTo>
                <a:cubicBezTo>
                  <a:pt x="144062" y="101276"/>
                  <a:pt x="150236" y="104406"/>
                  <a:pt x="157330" y="104406"/>
                </a:cubicBezTo>
                <a:cubicBezTo>
                  <a:pt x="162060" y="104406"/>
                  <a:pt x="166171" y="103067"/>
                  <a:pt x="169666" y="100390"/>
                </a:cubicBezTo>
                <a:cubicBezTo>
                  <a:pt x="173160" y="97713"/>
                  <a:pt x="176089" y="93129"/>
                  <a:pt x="178454" y="86640"/>
                </a:cubicBezTo>
                <a:lnTo>
                  <a:pt x="180898" y="88262"/>
                </a:lnTo>
                <a:cubicBezTo>
                  <a:pt x="179794" y="95671"/>
                  <a:pt x="176589" y="102418"/>
                  <a:pt x="171281" y="108502"/>
                </a:cubicBezTo>
                <a:cubicBezTo>
                  <a:pt x="165974" y="114587"/>
                  <a:pt x="159327" y="117629"/>
                  <a:pt x="151340" y="117629"/>
                </a:cubicBezTo>
                <a:cubicBezTo>
                  <a:pt x="142670" y="117629"/>
                  <a:pt x="135248" y="114161"/>
                  <a:pt x="129073" y="107227"/>
                </a:cubicBezTo>
                <a:cubicBezTo>
                  <a:pt x="122899" y="100291"/>
                  <a:pt x="119812" y="90967"/>
                  <a:pt x="119812" y="79255"/>
                </a:cubicBezTo>
                <a:cubicBezTo>
                  <a:pt x="119812" y="66573"/>
                  <a:pt x="122978" y="56683"/>
                  <a:pt x="129310" y="49587"/>
                </a:cubicBezTo>
                <a:cubicBezTo>
                  <a:pt x="135642" y="42488"/>
                  <a:pt x="143589" y="38939"/>
                  <a:pt x="153153" y="38939"/>
                </a:cubicBezTo>
                <a:cubicBezTo>
                  <a:pt x="161245" y="38939"/>
                  <a:pt x="167892" y="41677"/>
                  <a:pt x="173094" y="47153"/>
                </a:cubicBezTo>
                <a:cubicBezTo>
                  <a:pt x="178296" y="52627"/>
                  <a:pt x="180898" y="59948"/>
                  <a:pt x="180898" y="69117"/>
                </a:cubicBezTo>
                <a:lnTo>
                  <a:pt x="131004" y="69117"/>
                </a:lnTo>
                <a:moveTo>
                  <a:pt x="131004" y="64412"/>
                </a:moveTo>
                <a:lnTo>
                  <a:pt x="164424" y="64412"/>
                </a:lnTo>
                <a:cubicBezTo>
                  <a:pt x="164161" y="59653"/>
                  <a:pt x="163610" y="56300"/>
                  <a:pt x="162769" y="54353"/>
                </a:cubicBezTo>
                <a:cubicBezTo>
                  <a:pt x="161455" y="51324"/>
                  <a:pt x="159498" y="48944"/>
                  <a:pt x="156897" y="47214"/>
                </a:cubicBezTo>
                <a:cubicBezTo>
                  <a:pt x="154296" y="45483"/>
                  <a:pt x="151576" y="44618"/>
                  <a:pt x="148739" y="44618"/>
                </a:cubicBezTo>
                <a:cubicBezTo>
                  <a:pt x="144378" y="44618"/>
                  <a:pt x="140476" y="46362"/>
                  <a:pt x="137034" y="49850"/>
                </a:cubicBezTo>
                <a:cubicBezTo>
                  <a:pt x="133592" y="53339"/>
                  <a:pt x="131582" y="58192"/>
                  <a:pt x="131004" y="64412"/>
                </a:cubicBezTo>
                <a:close/>
                <a:moveTo>
                  <a:pt x="237264" y="38939"/>
                </a:moveTo>
                <a:lnTo>
                  <a:pt x="237264" y="64087"/>
                </a:lnTo>
                <a:lnTo>
                  <a:pt x="234663" y="64087"/>
                </a:lnTo>
                <a:cubicBezTo>
                  <a:pt x="232666" y="56200"/>
                  <a:pt x="230105" y="50835"/>
                  <a:pt x="226978" y="47992"/>
                </a:cubicBezTo>
                <a:cubicBezTo>
                  <a:pt x="223852" y="45148"/>
                  <a:pt x="219871" y="43725"/>
                  <a:pt x="215037" y="43725"/>
                </a:cubicBezTo>
                <a:cubicBezTo>
                  <a:pt x="211359" y="43725"/>
                  <a:pt x="208390" y="44725"/>
                  <a:pt x="206130" y="46724"/>
                </a:cubicBezTo>
                <a:cubicBezTo>
                  <a:pt x="203871" y="48722"/>
                  <a:pt x="202741" y="50937"/>
                  <a:pt x="202741" y="53369"/>
                </a:cubicBezTo>
                <a:cubicBezTo>
                  <a:pt x="202741" y="56394"/>
                  <a:pt x="203582" y="58987"/>
                  <a:pt x="205263" y="61147"/>
                </a:cubicBezTo>
                <a:cubicBezTo>
                  <a:pt x="206892" y="63362"/>
                  <a:pt x="210203" y="65712"/>
                  <a:pt x="215195" y="68197"/>
                </a:cubicBezTo>
                <a:lnTo>
                  <a:pt x="226702" y="73951"/>
                </a:lnTo>
                <a:cubicBezTo>
                  <a:pt x="237369" y="79299"/>
                  <a:pt x="242703" y="86349"/>
                  <a:pt x="242703" y="95102"/>
                </a:cubicBezTo>
                <a:cubicBezTo>
                  <a:pt x="242703" y="101854"/>
                  <a:pt x="240220" y="107296"/>
                  <a:pt x="235254" y="111430"/>
                </a:cubicBezTo>
                <a:cubicBezTo>
                  <a:pt x="230289" y="115563"/>
                  <a:pt x="224732" y="117629"/>
                  <a:pt x="218584" y="117629"/>
                </a:cubicBezTo>
                <a:cubicBezTo>
                  <a:pt x="214170" y="117629"/>
                  <a:pt x="209125" y="116817"/>
                  <a:pt x="203450" y="115195"/>
                </a:cubicBezTo>
                <a:cubicBezTo>
                  <a:pt x="201716" y="114654"/>
                  <a:pt x="200298" y="114384"/>
                  <a:pt x="199194" y="114384"/>
                </a:cubicBezTo>
                <a:cubicBezTo>
                  <a:pt x="197986" y="114384"/>
                  <a:pt x="197040" y="115087"/>
                  <a:pt x="196357" y="116493"/>
                </a:cubicBezTo>
                <a:lnTo>
                  <a:pt x="193756" y="116493"/>
                </a:lnTo>
                <a:lnTo>
                  <a:pt x="193756" y="89885"/>
                </a:lnTo>
                <a:lnTo>
                  <a:pt x="196357" y="89885"/>
                </a:lnTo>
                <a:cubicBezTo>
                  <a:pt x="197828" y="97483"/>
                  <a:pt x="200639" y="103209"/>
                  <a:pt x="204790" y="107062"/>
                </a:cubicBezTo>
                <a:cubicBezTo>
                  <a:pt x="208942" y="110916"/>
                  <a:pt x="213592" y="112842"/>
                  <a:pt x="218742" y="112842"/>
                </a:cubicBezTo>
                <a:cubicBezTo>
                  <a:pt x="222367" y="112842"/>
                  <a:pt x="225323" y="111749"/>
                  <a:pt x="227609" y="109562"/>
                </a:cubicBezTo>
                <a:cubicBezTo>
                  <a:pt x="229895" y="107373"/>
                  <a:pt x="231038" y="104739"/>
                  <a:pt x="231038" y="101660"/>
                </a:cubicBezTo>
                <a:cubicBezTo>
                  <a:pt x="231038" y="97932"/>
                  <a:pt x="229763" y="94798"/>
                  <a:pt x="227215" y="92260"/>
                </a:cubicBezTo>
                <a:cubicBezTo>
                  <a:pt x="224666" y="89721"/>
                  <a:pt x="219582" y="86508"/>
                  <a:pt x="211963" y="82619"/>
                </a:cubicBezTo>
                <a:cubicBezTo>
                  <a:pt x="204344" y="78728"/>
                  <a:pt x="199352" y="75216"/>
                  <a:pt x="196987" y="72083"/>
                </a:cubicBezTo>
                <a:cubicBezTo>
                  <a:pt x="194623" y="69004"/>
                  <a:pt x="193440" y="65114"/>
                  <a:pt x="193440" y="60414"/>
                </a:cubicBezTo>
                <a:cubicBezTo>
                  <a:pt x="193440" y="54309"/>
                  <a:pt x="195476" y="49205"/>
                  <a:pt x="199549" y="45099"/>
                </a:cubicBezTo>
                <a:cubicBezTo>
                  <a:pt x="203621" y="40993"/>
                  <a:pt x="208889" y="38939"/>
                  <a:pt x="215352" y="38939"/>
                </a:cubicBezTo>
                <a:cubicBezTo>
                  <a:pt x="218190" y="38939"/>
                  <a:pt x="221632" y="39561"/>
                  <a:pt x="225678" y="40805"/>
                </a:cubicBezTo>
                <a:cubicBezTo>
                  <a:pt x="228358" y="41616"/>
                  <a:pt x="230144" y="42022"/>
                  <a:pt x="231038" y="42022"/>
                </a:cubicBezTo>
                <a:cubicBezTo>
                  <a:pt x="231878" y="42022"/>
                  <a:pt x="232535" y="41833"/>
                  <a:pt x="233008" y="41454"/>
                </a:cubicBezTo>
                <a:cubicBezTo>
                  <a:pt x="233481" y="41075"/>
                  <a:pt x="234033" y="40237"/>
                  <a:pt x="234663" y="38939"/>
                </a:cubicBezTo>
                <a:lnTo>
                  <a:pt x="237264" y="38939"/>
                </a:lnTo>
                <a:close/>
                <a:moveTo>
                  <a:pt x="314703" y="87126"/>
                </a:moveTo>
                <a:cubicBezTo>
                  <a:pt x="312758" y="96915"/>
                  <a:pt x="308949" y="104446"/>
                  <a:pt x="303274" y="109719"/>
                </a:cubicBezTo>
                <a:cubicBezTo>
                  <a:pt x="297599" y="114992"/>
                  <a:pt x="291319" y="117629"/>
                  <a:pt x="284436" y="117629"/>
                </a:cubicBezTo>
                <a:cubicBezTo>
                  <a:pt x="276238" y="117629"/>
                  <a:pt x="269092" y="114090"/>
                  <a:pt x="262997" y="107014"/>
                </a:cubicBezTo>
                <a:cubicBezTo>
                  <a:pt x="256901" y="99936"/>
                  <a:pt x="253853" y="90373"/>
                  <a:pt x="253853" y="78324"/>
                </a:cubicBezTo>
                <a:cubicBezTo>
                  <a:pt x="253853" y="66655"/>
                  <a:pt x="257230" y="57173"/>
                  <a:pt x="263982" y="49881"/>
                </a:cubicBezTo>
                <a:cubicBezTo>
                  <a:pt x="270734" y="42586"/>
                  <a:pt x="278839" y="38939"/>
                  <a:pt x="288298" y="38939"/>
                </a:cubicBezTo>
                <a:cubicBezTo>
                  <a:pt x="295392" y="38939"/>
                  <a:pt x="301224" y="40867"/>
                  <a:pt x="305796" y="44722"/>
                </a:cubicBezTo>
                <a:cubicBezTo>
                  <a:pt x="310368" y="48575"/>
                  <a:pt x="312653" y="52577"/>
                  <a:pt x="312653" y="56728"/>
                </a:cubicBezTo>
                <a:cubicBezTo>
                  <a:pt x="312653" y="58776"/>
                  <a:pt x="312010" y="60434"/>
                  <a:pt x="310722" y="61702"/>
                </a:cubicBezTo>
                <a:cubicBezTo>
                  <a:pt x="309435" y="62968"/>
                  <a:pt x="307635" y="63601"/>
                  <a:pt x="305323" y="63601"/>
                </a:cubicBezTo>
                <a:cubicBezTo>
                  <a:pt x="302223" y="63601"/>
                  <a:pt x="299884" y="62573"/>
                  <a:pt x="298308" y="60518"/>
                </a:cubicBezTo>
                <a:cubicBezTo>
                  <a:pt x="297415" y="59382"/>
                  <a:pt x="296824" y="57219"/>
                  <a:pt x="296535" y="54028"/>
                </a:cubicBezTo>
                <a:cubicBezTo>
                  <a:pt x="296246" y="50837"/>
                  <a:pt x="295182" y="48404"/>
                  <a:pt x="293342" y="46727"/>
                </a:cubicBezTo>
                <a:cubicBezTo>
                  <a:pt x="291503" y="45105"/>
                  <a:pt x="288955" y="44293"/>
                  <a:pt x="285697" y="44293"/>
                </a:cubicBezTo>
                <a:cubicBezTo>
                  <a:pt x="280442" y="44293"/>
                  <a:pt x="276212" y="46294"/>
                  <a:pt x="273007" y="50296"/>
                </a:cubicBezTo>
                <a:cubicBezTo>
                  <a:pt x="268751" y="55596"/>
                  <a:pt x="266622" y="62600"/>
                  <a:pt x="266622" y="71307"/>
                </a:cubicBezTo>
                <a:cubicBezTo>
                  <a:pt x="266622" y="80177"/>
                  <a:pt x="268737" y="88005"/>
                  <a:pt x="272967" y="94792"/>
                </a:cubicBezTo>
                <a:cubicBezTo>
                  <a:pt x="277197" y="101580"/>
                  <a:pt x="282912" y="104973"/>
                  <a:pt x="290111" y="104973"/>
                </a:cubicBezTo>
                <a:cubicBezTo>
                  <a:pt x="295260" y="104973"/>
                  <a:pt x="299884" y="103162"/>
                  <a:pt x="303983" y="99538"/>
                </a:cubicBezTo>
                <a:cubicBezTo>
                  <a:pt x="306873" y="97050"/>
                  <a:pt x="309684" y="92535"/>
                  <a:pt x="312417" y="85991"/>
                </a:cubicBezTo>
                <a:lnTo>
                  <a:pt x="314703" y="87126"/>
                </a:lnTo>
                <a:close/>
                <a:moveTo>
                  <a:pt x="346241" y="38939"/>
                </a:moveTo>
                <a:lnTo>
                  <a:pt x="346241" y="55651"/>
                </a:lnTo>
                <a:cubicBezTo>
                  <a:pt x="352284" y="44510"/>
                  <a:pt x="358484" y="38939"/>
                  <a:pt x="364842" y="38939"/>
                </a:cubicBezTo>
                <a:cubicBezTo>
                  <a:pt x="367732" y="38939"/>
                  <a:pt x="370123" y="39845"/>
                  <a:pt x="372015" y="41657"/>
                </a:cubicBezTo>
                <a:cubicBezTo>
                  <a:pt x="373907" y="43469"/>
                  <a:pt x="374853" y="45564"/>
                  <a:pt x="374853" y="47944"/>
                </a:cubicBezTo>
                <a:cubicBezTo>
                  <a:pt x="374853" y="50053"/>
                  <a:pt x="374169" y="51838"/>
                  <a:pt x="372803" y="53298"/>
                </a:cubicBezTo>
                <a:cubicBezTo>
                  <a:pt x="371437" y="54758"/>
                  <a:pt x="369808" y="55488"/>
                  <a:pt x="367916" y="55488"/>
                </a:cubicBezTo>
                <a:cubicBezTo>
                  <a:pt x="366077" y="55488"/>
                  <a:pt x="364015" y="54555"/>
                  <a:pt x="361729" y="52690"/>
                </a:cubicBezTo>
                <a:cubicBezTo>
                  <a:pt x="359443" y="50824"/>
                  <a:pt x="357749" y="49891"/>
                  <a:pt x="356645" y="49891"/>
                </a:cubicBezTo>
                <a:cubicBezTo>
                  <a:pt x="355699" y="49891"/>
                  <a:pt x="354675" y="50430"/>
                  <a:pt x="353571" y="51508"/>
                </a:cubicBezTo>
                <a:cubicBezTo>
                  <a:pt x="351206" y="53720"/>
                  <a:pt x="348763" y="57362"/>
                  <a:pt x="346241" y="62432"/>
                </a:cubicBezTo>
                <a:lnTo>
                  <a:pt x="346241" y="97954"/>
                </a:lnTo>
                <a:cubicBezTo>
                  <a:pt x="346241" y="102052"/>
                  <a:pt x="346740" y="105153"/>
                  <a:pt x="347738" y="107258"/>
                </a:cubicBezTo>
                <a:cubicBezTo>
                  <a:pt x="348421" y="108714"/>
                  <a:pt x="349630" y="109929"/>
                  <a:pt x="351364" y="110900"/>
                </a:cubicBezTo>
                <a:cubicBezTo>
                  <a:pt x="353098" y="111871"/>
                  <a:pt x="355594" y="112356"/>
                  <a:pt x="358852" y="112356"/>
                </a:cubicBezTo>
                <a:lnTo>
                  <a:pt x="358852" y="115357"/>
                </a:lnTo>
                <a:lnTo>
                  <a:pt x="321885" y="115357"/>
                </a:lnTo>
                <a:lnTo>
                  <a:pt x="321885" y="112356"/>
                </a:lnTo>
                <a:cubicBezTo>
                  <a:pt x="325564" y="112356"/>
                  <a:pt x="328296" y="111762"/>
                  <a:pt x="330083" y="110576"/>
                </a:cubicBezTo>
                <a:cubicBezTo>
                  <a:pt x="331396" y="109712"/>
                  <a:pt x="332316" y="108336"/>
                  <a:pt x="332841" y="106446"/>
                </a:cubicBezTo>
                <a:cubicBezTo>
                  <a:pt x="333104" y="105529"/>
                  <a:pt x="333235" y="102912"/>
                  <a:pt x="333235" y="98595"/>
                </a:cubicBezTo>
                <a:lnTo>
                  <a:pt x="333235" y="69860"/>
                </a:lnTo>
                <a:cubicBezTo>
                  <a:pt x="333235" y="61225"/>
                  <a:pt x="333065" y="56086"/>
                  <a:pt x="332723" y="54441"/>
                </a:cubicBezTo>
                <a:cubicBezTo>
                  <a:pt x="332382" y="52795"/>
                  <a:pt x="331751" y="51594"/>
                  <a:pt x="330831" y="50839"/>
                </a:cubicBezTo>
                <a:cubicBezTo>
                  <a:pt x="329912" y="50083"/>
                  <a:pt x="328769" y="49706"/>
                  <a:pt x="327403" y="49706"/>
                </a:cubicBezTo>
                <a:cubicBezTo>
                  <a:pt x="325774" y="49706"/>
                  <a:pt x="323935" y="50110"/>
                  <a:pt x="321885" y="50920"/>
                </a:cubicBezTo>
                <a:lnTo>
                  <a:pt x="321097" y="48005"/>
                </a:lnTo>
                <a:lnTo>
                  <a:pt x="342930" y="38939"/>
                </a:lnTo>
                <a:lnTo>
                  <a:pt x="346241" y="38939"/>
                </a:lnTo>
                <a:close/>
                <a:moveTo>
                  <a:pt x="397285" y="0"/>
                </a:moveTo>
                <a:cubicBezTo>
                  <a:pt x="399492" y="0"/>
                  <a:pt x="401370" y="802"/>
                  <a:pt x="402920" y="2406"/>
                </a:cubicBezTo>
                <a:cubicBezTo>
                  <a:pt x="404471" y="4008"/>
                  <a:pt x="405246" y="5951"/>
                  <a:pt x="405246" y="8234"/>
                </a:cubicBezTo>
                <a:cubicBezTo>
                  <a:pt x="405246" y="10517"/>
                  <a:pt x="404471" y="12474"/>
                  <a:pt x="402920" y="14105"/>
                </a:cubicBezTo>
                <a:cubicBezTo>
                  <a:pt x="401370" y="15735"/>
                  <a:pt x="399492" y="16549"/>
                  <a:pt x="397285" y="16549"/>
                </a:cubicBezTo>
                <a:cubicBezTo>
                  <a:pt x="395078" y="16549"/>
                  <a:pt x="393186" y="15735"/>
                  <a:pt x="391610" y="14105"/>
                </a:cubicBezTo>
                <a:cubicBezTo>
                  <a:pt x="390033" y="12474"/>
                  <a:pt x="389245" y="10517"/>
                  <a:pt x="389245" y="8234"/>
                </a:cubicBezTo>
                <a:cubicBezTo>
                  <a:pt x="389245" y="5951"/>
                  <a:pt x="390020" y="4008"/>
                  <a:pt x="391570" y="2406"/>
                </a:cubicBezTo>
                <a:cubicBezTo>
                  <a:pt x="393120" y="802"/>
                  <a:pt x="395025" y="0"/>
                  <a:pt x="397285" y="0"/>
                </a:cubicBezTo>
                <a:moveTo>
                  <a:pt x="403827" y="38939"/>
                </a:moveTo>
                <a:lnTo>
                  <a:pt x="403827" y="98514"/>
                </a:lnTo>
                <a:cubicBezTo>
                  <a:pt x="403827" y="103155"/>
                  <a:pt x="404155" y="106244"/>
                  <a:pt x="404812" y="107782"/>
                </a:cubicBezTo>
                <a:cubicBezTo>
                  <a:pt x="405469" y="109320"/>
                  <a:pt x="406441" y="110467"/>
                  <a:pt x="407728" y="111222"/>
                </a:cubicBezTo>
                <a:cubicBezTo>
                  <a:pt x="409016" y="111978"/>
                  <a:pt x="411367" y="112356"/>
                  <a:pt x="414783" y="112356"/>
                </a:cubicBezTo>
                <a:lnTo>
                  <a:pt x="414783" y="115357"/>
                </a:lnTo>
                <a:lnTo>
                  <a:pt x="379708" y="115357"/>
                </a:lnTo>
                <a:lnTo>
                  <a:pt x="379708" y="112356"/>
                </a:lnTo>
                <a:cubicBezTo>
                  <a:pt x="383229" y="112356"/>
                  <a:pt x="385593" y="112005"/>
                  <a:pt x="386802" y="111304"/>
                </a:cubicBezTo>
                <a:cubicBezTo>
                  <a:pt x="388010" y="110602"/>
                  <a:pt x="388969" y="109442"/>
                  <a:pt x="389679" y="107823"/>
                </a:cubicBezTo>
                <a:cubicBezTo>
                  <a:pt x="390388" y="106204"/>
                  <a:pt x="390743" y="103101"/>
                  <a:pt x="390743" y="98514"/>
                </a:cubicBezTo>
                <a:lnTo>
                  <a:pt x="390743" y="69941"/>
                </a:lnTo>
                <a:cubicBezTo>
                  <a:pt x="390743" y="61900"/>
                  <a:pt x="390506" y="56692"/>
                  <a:pt x="390033" y="54320"/>
                </a:cubicBezTo>
                <a:cubicBezTo>
                  <a:pt x="389666" y="52592"/>
                  <a:pt x="389088" y="51392"/>
                  <a:pt x="388299" y="50717"/>
                </a:cubicBezTo>
                <a:cubicBezTo>
                  <a:pt x="387511" y="50043"/>
                  <a:pt x="386434" y="49706"/>
                  <a:pt x="385068" y="49706"/>
                </a:cubicBezTo>
                <a:cubicBezTo>
                  <a:pt x="383596" y="49706"/>
                  <a:pt x="381810" y="50110"/>
                  <a:pt x="379708" y="50920"/>
                </a:cubicBezTo>
                <a:lnTo>
                  <a:pt x="378604" y="48005"/>
                </a:lnTo>
                <a:lnTo>
                  <a:pt x="400359" y="38939"/>
                </a:lnTo>
                <a:lnTo>
                  <a:pt x="403827" y="38939"/>
                </a:lnTo>
                <a:close/>
                <a:moveTo>
                  <a:pt x="418561" y="48357"/>
                </a:moveTo>
                <a:lnTo>
                  <a:pt x="440788" y="39101"/>
                </a:lnTo>
                <a:lnTo>
                  <a:pt x="443784" y="39101"/>
                </a:lnTo>
                <a:lnTo>
                  <a:pt x="443784" y="56462"/>
                </a:lnTo>
                <a:cubicBezTo>
                  <a:pt x="447514" y="49918"/>
                  <a:pt x="451258" y="45361"/>
                  <a:pt x="455016" y="42792"/>
                </a:cubicBezTo>
                <a:cubicBezTo>
                  <a:pt x="458773" y="40224"/>
                  <a:pt x="462727" y="38939"/>
                  <a:pt x="466878" y="38939"/>
                </a:cubicBezTo>
                <a:cubicBezTo>
                  <a:pt x="474129" y="38939"/>
                  <a:pt x="480172" y="41856"/>
                  <a:pt x="485007" y="47690"/>
                </a:cubicBezTo>
                <a:cubicBezTo>
                  <a:pt x="490944" y="54822"/>
                  <a:pt x="493913" y="64115"/>
                  <a:pt x="493913" y="75569"/>
                </a:cubicBezTo>
                <a:cubicBezTo>
                  <a:pt x="493913" y="88373"/>
                  <a:pt x="490340" y="98962"/>
                  <a:pt x="483194" y="107336"/>
                </a:cubicBezTo>
                <a:cubicBezTo>
                  <a:pt x="477309" y="114198"/>
                  <a:pt x="469899" y="117629"/>
                  <a:pt x="460966" y="117629"/>
                </a:cubicBezTo>
                <a:cubicBezTo>
                  <a:pt x="457078" y="117629"/>
                  <a:pt x="453715" y="117061"/>
                  <a:pt x="450877" y="115925"/>
                </a:cubicBezTo>
                <a:cubicBezTo>
                  <a:pt x="448776" y="115114"/>
                  <a:pt x="446411" y="113491"/>
                  <a:pt x="443784" y="111058"/>
                </a:cubicBezTo>
                <a:lnTo>
                  <a:pt x="443784" y="133691"/>
                </a:lnTo>
                <a:cubicBezTo>
                  <a:pt x="443784" y="138775"/>
                  <a:pt x="444086" y="142006"/>
                  <a:pt x="444690" y="143385"/>
                </a:cubicBezTo>
                <a:cubicBezTo>
                  <a:pt x="445294" y="144764"/>
                  <a:pt x="446345" y="145860"/>
                  <a:pt x="447843" y="146671"/>
                </a:cubicBezTo>
                <a:cubicBezTo>
                  <a:pt x="449340" y="147482"/>
                  <a:pt x="452060" y="147888"/>
                  <a:pt x="456001" y="147888"/>
                </a:cubicBezTo>
                <a:lnTo>
                  <a:pt x="456001" y="150889"/>
                </a:lnTo>
                <a:lnTo>
                  <a:pt x="418167" y="150889"/>
                </a:lnTo>
                <a:lnTo>
                  <a:pt x="418167" y="147888"/>
                </a:lnTo>
                <a:lnTo>
                  <a:pt x="420138" y="147888"/>
                </a:lnTo>
                <a:cubicBezTo>
                  <a:pt x="423028" y="147942"/>
                  <a:pt x="425497" y="147373"/>
                  <a:pt x="427547" y="146181"/>
                </a:cubicBezTo>
                <a:cubicBezTo>
                  <a:pt x="428545" y="145587"/>
                  <a:pt x="429320" y="144626"/>
                  <a:pt x="429872" y="143299"/>
                </a:cubicBezTo>
                <a:cubicBezTo>
                  <a:pt x="430424" y="141974"/>
                  <a:pt x="430699" y="138606"/>
                  <a:pt x="430699" y="133194"/>
                </a:cubicBezTo>
                <a:lnTo>
                  <a:pt x="430699" y="62888"/>
                </a:lnTo>
                <a:cubicBezTo>
                  <a:pt x="430699" y="58072"/>
                  <a:pt x="430489" y="55014"/>
                  <a:pt x="430069" y="53716"/>
                </a:cubicBezTo>
                <a:cubicBezTo>
                  <a:pt x="429649" y="52417"/>
                  <a:pt x="428979" y="51442"/>
                  <a:pt x="428059" y="50793"/>
                </a:cubicBezTo>
                <a:cubicBezTo>
                  <a:pt x="427139" y="50143"/>
                  <a:pt x="425891" y="49817"/>
                  <a:pt x="424315" y="49817"/>
                </a:cubicBezTo>
                <a:cubicBezTo>
                  <a:pt x="423054" y="49817"/>
                  <a:pt x="421451" y="50196"/>
                  <a:pt x="419507" y="50953"/>
                </a:cubicBezTo>
                <a:lnTo>
                  <a:pt x="418561" y="48357"/>
                </a:lnTo>
                <a:moveTo>
                  <a:pt x="443784" y="61395"/>
                </a:moveTo>
                <a:lnTo>
                  <a:pt x="443784" y="89104"/>
                </a:lnTo>
                <a:cubicBezTo>
                  <a:pt x="443784" y="95100"/>
                  <a:pt x="444020" y="99043"/>
                  <a:pt x="444493" y="100932"/>
                </a:cubicBezTo>
                <a:cubicBezTo>
                  <a:pt x="445229" y="104066"/>
                  <a:pt x="447028" y="106821"/>
                  <a:pt x="449892" y="109197"/>
                </a:cubicBezTo>
                <a:cubicBezTo>
                  <a:pt x="452756" y="111573"/>
                  <a:pt x="456369" y="112761"/>
                  <a:pt x="460730" y="112761"/>
                </a:cubicBezTo>
                <a:cubicBezTo>
                  <a:pt x="465985" y="112761"/>
                  <a:pt x="470241" y="110655"/>
                  <a:pt x="473499" y="106441"/>
                </a:cubicBezTo>
                <a:cubicBezTo>
                  <a:pt x="477755" y="100933"/>
                  <a:pt x="479883" y="93183"/>
                  <a:pt x="479883" y="83189"/>
                </a:cubicBezTo>
                <a:cubicBezTo>
                  <a:pt x="479883" y="71847"/>
                  <a:pt x="477466" y="63125"/>
                  <a:pt x="472632" y="57022"/>
                </a:cubicBezTo>
                <a:cubicBezTo>
                  <a:pt x="469269" y="52809"/>
                  <a:pt x="465275" y="50702"/>
                  <a:pt x="460651" y="50702"/>
                </a:cubicBezTo>
                <a:cubicBezTo>
                  <a:pt x="458129" y="50702"/>
                  <a:pt x="455633" y="51350"/>
                  <a:pt x="453163" y="52646"/>
                </a:cubicBezTo>
                <a:cubicBezTo>
                  <a:pt x="451272" y="53618"/>
                  <a:pt x="448145" y="56534"/>
                  <a:pt x="443784" y="61395"/>
                </a:cubicBezTo>
                <a:close/>
                <a:moveTo>
                  <a:pt x="525441" y="16549"/>
                </a:moveTo>
                <a:lnTo>
                  <a:pt x="525441" y="41048"/>
                </a:lnTo>
                <a:lnTo>
                  <a:pt x="542309" y="41048"/>
                </a:lnTo>
                <a:lnTo>
                  <a:pt x="542309" y="46727"/>
                </a:lnTo>
                <a:lnTo>
                  <a:pt x="525441" y="46727"/>
                </a:lnTo>
                <a:lnTo>
                  <a:pt x="525441" y="94848"/>
                </a:lnTo>
                <a:cubicBezTo>
                  <a:pt x="525441" y="99656"/>
                  <a:pt x="526111" y="102898"/>
                  <a:pt x="527451" y="104573"/>
                </a:cubicBezTo>
                <a:cubicBezTo>
                  <a:pt x="528791" y="106246"/>
                  <a:pt x="530512" y="107083"/>
                  <a:pt x="532614" y="107083"/>
                </a:cubicBezTo>
                <a:cubicBezTo>
                  <a:pt x="534348" y="107083"/>
                  <a:pt x="536029" y="106528"/>
                  <a:pt x="537658" y="105420"/>
                </a:cubicBezTo>
                <a:cubicBezTo>
                  <a:pt x="539287" y="104311"/>
                  <a:pt x="540548" y="102675"/>
                  <a:pt x="541442" y="100512"/>
                </a:cubicBezTo>
                <a:lnTo>
                  <a:pt x="544516" y="100512"/>
                </a:lnTo>
                <a:cubicBezTo>
                  <a:pt x="542677" y="105827"/>
                  <a:pt x="540076" y="109847"/>
                  <a:pt x="536713" y="112571"/>
                </a:cubicBezTo>
                <a:cubicBezTo>
                  <a:pt x="533350" y="115294"/>
                  <a:pt x="529881" y="116655"/>
                  <a:pt x="526308" y="116655"/>
                </a:cubicBezTo>
                <a:cubicBezTo>
                  <a:pt x="523891" y="116655"/>
                  <a:pt x="521527" y="115965"/>
                  <a:pt x="519214" y="114584"/>
                </a:cubicBezTo>
                <a:cubicBezTo>
                  <a:pt x="516902" y="113203"/>
                  <a:pt x="515195" y="111228"/>
                  <a:pt x="514091" y="108657"/>
                </a:cubicBezTo>
                <a:cubicBezTo>
                  <a:pt x="512988" y="106085"/>
                  <a:pt x="512436" y="102118"/>
                  <a:pt x="512436" y="96757"/>
                </a:cubicBezTo>
                <a:lnTo>
                  <a:pt x="512436" y="46727"/>
                </a:lnTo>
                <a:lnTo>
                  <a:pt x="501007" y="46727"/>
                </a:lnTo>
                <a:lnTo>
                  <a:pt x="501007" y="44050"/>
                </a:lnTo>
                <a:cubicBezTo>
                  <a:pt x="503897" y="42857"/>
                  <a:pt x="506853" y="40836"/>
                  <a:pt x="509874" y="37988"/>
                </a:cubicBezTo>
                <a:cubicBezTo>
                  <a:pt x="512896" y="35141"/>
                  <a:pt x="515589" y="31764"/>
                  <a:pt x="517953" y="27858"/>
                </a:cubicBezTo>
                <a:cubicBezTo>
                  <a:pt x="519162" y="25798"/>
                  <a:pt x="520843" y="22028"/>
                  <a:pt x="522998" y="16549"/>
                </a:cubicBezTo>
                <a:lnTo>
                  <a:pt x="525441" y="16549"/>
                </a:lnTo>
                <a:close/>
                <a:moveTo>
                  <a:pt x="567684" y="0"/>
                </a:moveTo>
                <a:cubicBezTo>
                  <a:pt x="569891" y="0"/>
                  <a:pt x="571769" y="802"/>
                  <a:pt x="573319" y="2406"/>
                </a:cubicBezTo>
                <a:cubicBezTo>
                  <a:pt x="574869" y="4008"/>
                  <a:pt x="575644" y="5951"/>
                  <a:pt x="575644" y="8234"/>
                </a:cubicBezTo>
                <a:cubicBezTo>
                  <a:pt x="575644" y="10517"/>
                  <a:pt x="574869" y="12474"/>
                  <a:pt x="573319" y="14105"/>
                </a:cubicBezTo>
                <a:cubicBezTo>
                  <a:pt x="571769" y="15735"/>
                  <a:pt x="569891" y="16549"/>
                  <a:pt x="567684" y="16549"/>
                </a:cubicBezTo>
                <a:cubicBezTo>
                  <a:pt x="565477" y="16549"/>
                  <a:pt x="563585" y="15735"/>
                  <a:pt x="562008" y="14105"/>
                </a:cubicBezTo>
                <a:cubicBezTo>
                  <a:pt x="560432" y="12474"/>
                  <a:pt x="559644" y="10517"/>
                  <a:pt x="559644" y="8234"/>
                </a:cubicBezTo>
                <a:cubicBezTo>
                  <a:pt x="559644" y="5951"/>
                  <a:pt x="560419" y="4008"/>
                  <a:pt x="561969" y="2406"/>
                </a:cubicBezTo>
                <a:cubicBezTo>
                  <a:pt x="563519" y="802"/>
                  <a:pt x="565424" y="0"/>
                  <a:pt x="567684" y="0"/>
                </a:cubicBezTo>
                <a:moveTo>
                  <a:pt x="574226" y="38939"/>
                </a:moveTo>
                <a:lnTo>
                  <a:pt x="574226" y="98514"/>
                </a:lnTo>
                <a:cubicBezTo>
                  <a:pt x="574226" y="103155"/>
                  <a:pt x="574554" y="106244"/>
                  <a:pt x="575211" y="107782"/>
                </a:cubicBezTo>
                <a:cubicBezTo>
                  <a:pt x="575868" y="109320"/>
                  <a:pt x="576840" y="110467"/>
                  <a:pt x="578127" y="111222"/>
                </a:cubicBezTo>
                <a:cubicBezTo>
                  <a:pt x="579415" y="111978"/>
                  <a:pt x="581766" y="112356"/>
                  <a:pt x="585182" y="112356"/>
                </a:cubicBezTo>
                <a:lnTo>
                  <a:pt x="585182" y="115357"/>
                </a:lnTo>
                <a:lnTo>
                  <a:pt x="550107" y="115357"/>
                </a:lnTo>
                <a:lnTo>
                  <a:pt x="550107" y="112356"/>
                </a:lnTo>
                <a:cubicBezTo>
                  <a:pt x="553627" y="112356"/>
                  <a:pt x="555992" y="112005"/>
                  <a:pt x="557200" y="111304"/>
                </a:cubicBezTo>
                <a:cubicBezTo>
                  <a:pt x="558409" y="110602"/>
                  <a:pt x="559368" y="109442"/>
                  <a:pt x="560077" y="107823"/>
                </a:cubicBezTo>
                <a:cubicBezTo>
                  <a:pt x="560787" y="106204"/>
                  <a:pt x="561141" y="103101"/>
                  <a:pt x="561141" y="98514"/>
                </a:cubicBezTo>
                <a:lnTo>
                  <a:pt x="561141" y="69941"/>
                </a:lnTo>
                <a:cubicBezTo>
                  <a:pt x="561141" y="61900"/>
                  <a:pt x="560905" y="56692"/>
                  <a:pt x="560432" y="54320"/>
                </a:cubicBezTo>
                <a:cubicBezTo>
                  <a:pt x="560064" y="52592"/>
                  <a:pt x="559486" y="51392"/>
                  <a:pt x="558698" y="50717"/>
                </a:cubicBezTo>
                <a:cubicBezTo>
                  <a:pt x="557910" y="50043"/>
                  <a:pt x="556833" y="49706"/>
                  <a:pt x="555466" y="49706"/>
                </a:cubicBezTo>
                <a:cubicBezTo>
                  <a:pt x="553995" y="49706"/>
                  <a:pt x="552209" y="50110"/>
                  <a:pt x="550107" y="50920"/>
                </a:cubicBezTo>
                <a:lnTo>
                  <a:pt x="549003" y="48005"/>
                </a:lnTo>
                <a:lnTo>
                  <a:pt x="570758" y="38939"/>
                </a:lnTo>
                <a:lnTo>
                  <a:pt x="574226" y="38939"/>
                </a:lnTo>
                <a:close/>
                <a:moveTo>
                  <a:pt x="629473" y="38939"/>
                </a:moveTo>
                <a:cubicBezTo>
                  <a:pt x="640403" y="38939"/>
                  <a:pt x="649179" y="43207"/>
                  <a:pt x="655799" y="51744"/>
                </a:cubicBezTo>
                <a:cubicBezTo>
                  <a:pt x="661422" y="59037"/>
                  <a:pt x="664233" y="67411"/>
                  <a:pt x="664233" y="76867"/>
                </a:cubicBezTo>
                <a:cubicBezTo>
                  <a:pt x="664233" y="83512"/>
                  <a:pt x="662683" y="90239"/>
                  <a:pt x="659583" y="97046"/>
                </a:cubicBezTo>
                <a:cubicBezTo>
                  <a:pt x="656483" y="103852"/>
                  <a:pt x="652213" y="108984"/>
                  <a:pt x="646775" y="112442"/>
                </a:cubicBezTo>
                <a:cubicBezTo>
                  <a:pt x="641336" y="115900"/>
                  <a:pt x="635280" y="117629"/>
                  <a:pt x="628606" y="117629"/>
                </a:cubicBezTo>
                <a:cubicBezTo>
                  <a:pt x="617729" y="117629"/>
                  <a:pt x="609085" y="113171"/>
                  <a:pt x="602675" y="104256"/>
                </a:cubicBezTo>
                <a:cubicBezTo>
                  <a:pt x="597262" y="96747"/>
                  <a:pt x="594556" y="88320"/>
                  <a:pt x="594556" y="78973"/>
                </a:cubicBezTo>
                <a:cubicBezTo>
                  <a:pt x="594556" y="72166"/>
                  <a:pt x="596198" y="65399"/>
                  <a:pt x="599482" y="58672"/>
                </a:cubicBezTo>
                <a:cubicBezTo>
                  <a:pt x="602767" y="51946"/>
                  <a:pt x="607089" y="46975"/>
                  <a:pt x="612448" y="43761"/>
                </a:cubicBezTo>
                <a:cubicBezTo>
                  <a:pt x="617808" y="40546"/>
                  <a:pt x="623483" y="38939"/>
                  <a:pt x="629473" y="38939"/>
                </a:cubicBezTo>
                <a:moveTo>
                  <a:pt x="627030" y="44293"/>
                </a:moveTo>
                <a:cubicBezTo>
                  <a:pt x="624245" y="44293"/>
                  <a:pt x="621447" y="45144"/>
                  <a:pt x="618636" y="46846"/>
                </a:cubicBezTo>
                <a:cubicBezTo>
                  <a:pt x="615824" y="48548"/>
                  <a:pt x="613552" y="51533"/>
                  <a:pt x="611818" y="55800"/>
                </a:cubicBezTo>
                <a:cubicBezTo>
                  <a:pt x="610084" y="60068"/>
                  <a:pt x="609217" y="65550"/>
                  <a:pt x="609217" y="72248"/>
                </a:cubicBezTo>
                <a:cubicBezTo>
                  <a:pt x="609217" y="83051"/>
                  <a:pt x="611305" y="92369"/>
                  <a:pt x="615483" y="100202"/>
                </a:cubicBezTo>
                <a:cubicBezTo>
                  <a:pt x="619660" y="108034"/>
                  <a:pt x="625165" y="111950"/>
                  <a:pt x="631996" y="111950"/>
                </a:cubicBezTo>
                <a:cubicBezTo>
                  <a:pt x="637093" y="111950"/>
                  <a:pt x="641297" y="109789"/>
                  <a:pt x="644607" y="105468"/>
                </a:cubicBezTo>
                <a:cubicBezTo>
                  <a:pt x="647917" y="101146"/>
                  <a:pt x="649573" y="93719"/>
                  <a:pt x="649573" y="83187"/>
                </a:cubicBezTo>
                <a:cubicBezTo>
                  <a:pt x="649573" y="70006"/>
                  <a:pt x="646814" y="59634"/>
                  <a:pt x="641297" y="52071"/>
                </a:cubicBezTo>
                <a:cubicBezTo>
                  <a:pt x="637566" y="46886"/>
                  <a:pt x="632810" y="44293"/>
                  <a:pt x="627030" y="44293"/>
                </a:cubicBezTo>
                <a:close/>
                <a:moveTo>
                  <a:pt x="695919" y="54677"/>
                </a:moveTo>
                <a:cubicBezTo>
                  <a:pt x="704379" y="44185"/>
                  <a:pt x="712445" y="38939"/>
                  <a:pt x="720117" y="38939"/>
                </a:cubicBezTo>
                <a:cubicBezTo>
                  <a:pt x="724058" y="38939"/>
                  <a:pt x="727447" y="39951"/>
                  <a:pt x="730284" y="41976"/>
                </a:cubicBezTo>
                <a:cubicBezTo>
                  <a:pt x="733122" y="43999"/>
                  <a:pt x="735381" y="47331"/>
                  <a:pt x="737063" y="51972"/>
                </a:cubicBezTo>
                <a:cubicBezTo>
                  <a:pt x="738219" y="55209"/>
                  <a:pt x="738797" y="60173"/>
                  <a:pt x="738797" y="66866"/>
                </a:cubicBezTo>
                <a:lnTo>
                  <a:pt x="738797" y="98514"/>
                </a:lnTo>
                <a:cubicBezTo>
                  <a:pt x="738797" y="103209"/>
                  <a:pt x="739165" y="106393"/>
                  <a:pt x="739901" y="108066"/>
                </a:cubicBezTo>
                <a:cubicBezTo>
                  <a:pt x="740479" y="109415"/>
                  <a:pt x="741411" y="110467"/>
                  <a:pt x="742699" y="111222"/>
                </a:cubicBezTo>
                <a:cubicBezTo>
                  <a:pt x="743986" y="111978"/>
                  <a:pt x="746364" y="112356"/>
                  <a:pt x="749832" y="112356"/>
                </a:cubicBezTo>
                <a:lnTo>
                  <a:pt x="749832" y="115357"/>
                </a:lnTo>
                <a:lnTo>
                  <a:pt x="714126" y="115357"/>
                </a:lnTo>
                <a:lnTo>
                  <a:pt x="714126" y="112356"/>
                </a:lnTo>
                <a:lnTo>
                  <a:pt x="715624" y="112356"/>
                </a:lnTo>
                <a:cubicBezTo>
                  <a:pt x="718987" y="112356"/>
                  <a:pt x="721338" y="111831"/>
                  <a:pt x="722678" y="110781"/>
                </a:cubicBezTo>
                <a:cubicBezTo>
                  <a:pt x="724018" y="109732"/>
                  <a:pt x="724951" y="108185"/>
                  <a:pt x="725476" y="106142"/>
                </a:cubicBezTo>
                <a:cubicBezTo>
                  <a:pt x="725687" y="105334"/>
                  <a:pt x="725792" y="102805"/>
                  <a:pt x="725792" y="98555"/>
                </a:cubicBezTo>
                <a:lnTo>
                  <a:pt x="725792" y="68288"/>
                </a:lnTo>
                <a:cubicBezTo>
                  <a:pt x="725792" y="61563"/>
                  <a:pt x="724938" y="56681"/>
                  <a:pt x="723230" y="53640"/>
                </a:cubicBezTo>
                <a:cubicBezTo>
                  <a:pt x="721522" y="50600"/>
                  <a:pt x="718645" y="49080"/>
                  <a:pt x="714599" y="49080"/>
                </a:cubicBezTo>
                <a:cubicBezTo>
                  <a:pt x="708346" y="49080"/>
                  <a:pt x="702119" y="52577"/>
                  <a:pt x="695919" y="59572"/>
                </a:cubicBezTo>
                <a:lnTo>
                  <a:pt x="695919" y="98555"/>
                </a:lnTo>
                <a:cubicBezTo>
                  <a:pt x="695919" y="103559"/>
                  <a:pt x="696208" y="106653"/>
                  <a:pt x="696786" y="107836"/>
                </a:cubicBezTo>
                <a:cubicBezTo>
                  <a:pt x="697522" y="109395"/>
                  <a:pt x="698533" y="110539"/>
                  <a:pt x="699820" y="111266"/>
                </a:cubicBezTo>
                <a:cubicBezTo>
                  <a:pt x="701108" y="111992"/>
                  <a:pt x="703722" y="112356"/>
                  <a:pt x="707663" y="112356"/>
                </a:cubicBezTo>
                <a:lnTo>
                  <a:pt x="707663" y="115357"/>
                </a:lnTo>
                <a:lnTo>
                  <a:pt x="671958" y="115357"/>
                </a:lnTo>
                <a:lnTo>
                  <a:pt x="671958" y="112356"/>
                </a:lnTo>
                <a:lnTo>
                  <a:pt x="673534" y="112356"/>
                </a:lnTo>
                <a:cubicBezTo>
                  <a:pt x="677212" y="112356"/>
                  <a:pt x="679695" y="111398"/>
                  <a:pt x="680982" y="109483"/>
                </a:cubicBezTo>
                <a:cubicBezTo>
                  <a:pt x="682270" y="107567"/>
                  <a:pt x="682914" y="103910"/>
                  <a:pt x="682914" y="98514"/>
                </a:cubicBezTo>
                <a:lnTo>
                  <a:pt x="682914" y="70993"/>
                </a:lnTo>
                <a:cubicBezTo>
                  <a:pt x="682914" y="62090"/>
                  <a:pt x="682716" y="56667"/>
                  <a:pt x="682322" y="54725"/>
                </a:cubicBezTo>
                <a:cubicBezTo>
                  <a:pt x="681928" y="52782"/>
                  <a:pt x="681324" y="51459"/>
                  <a:pt x="680509" y="50758"/>
                </a:cubicBezTo>
                <a:cubicBezTo>
                  <a:pt x="679695" y="50056"/>
                  <a:pt x="678605" y="49706"/>
                  <a:pt x="677238" y="49706"/>
                </a:cubicBezTo>
                <a:cubicBezTo>
                  <a:pt x="675767" y="49706"/>
                  <a:pt x="674007" y="50110"/>
                  <a:pt x="671958" y="50920"/>
                </a:cubicBezTo>
                <a:lnTo>
                  <a:pt x="670775" y="48005"/>
                </a:lnTo>
                <a:lnTo>
                  <a:pt x="692530" y="38939"/>
                </a:lnTo>
                <a:lnTo>
                  <a:pt x="695919" y="38939"/>
                </a:lnTo>
                <a:lnTo>
                  <a:pt x="695919" y="54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Code">
            <a:extLst xmlns:a="http://schemas.openxmlformats.org/drawingml/2006/main">
              <a:ext uri="{FF2B5EF4-FFF2-40B4-BE49-F238E27FC236}">
                <a16:creationId xmlns:a16="http://schemas.microsoft.com/office/drawing/2014/main" id="{58CEC214-3D8D-46AF-AD2C-FB523E3E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041" y="343958"/>
            <a:ext cx="330288" cy="117791"/>
          </a:xfrm>
          <a:custGeom xmlns:a="http://schemas.openxmlformats.org/drawingml/2006/main">
            <a:pathLst>
              <a:path w="330288" h="117791">
                <a:moveTo>
                  <a:pt x="91353" y="2920"/>
                </a:moveTo>
                <a:lnTo>
                  <a:pt x="93796" y="40237"/>
                </a:lnTo>
                <a:lnTo>
                  <a:pt x="91353" y="40237"/>
                </a:lnTo>
                <a:cubicBezTo>
                  <a:pt x="88095" y="29013"/>
                  <a:pt x="83444" y="20935"/>
                  <a:pt x="77401" y="16002"/>
                </a:cubicBezTo>
                <a:cubicBezTo>
                  <a:pt x="71359" y="11067"/>
                  <a:pt x="64107" y="8599"/>
                  <a:pt x="55647" y="8599"/>
                </a:cubicBezTo>
                <a:cubicBezTo>
                  <a:pt x="48553" y="8599"/>
                  <a:pt x="42143" y="10453"/>
                  <a:pt x="36415" y="14161"/>
                </a:cubicBezTo>
                <a:cubicBezTo>
                  <a:pt x="30687" y="17867"/>
                  <a:pt x="26181" y="23780"/>
                  <a:pt x="22897" y="31899"/>
                </a:cubicBezTo>
                <a:cubicBezTo>
                  <a:pt x="19613" y="40018"/>
                  <a:pt x="17971" y="50113"/>
                  <a:pt x="17971" y="62183"/>
                </a:cubicBezTo>
                <a:cubicBezTo>
                  <a:pt x="17971" y="72141"/>
                  <a:pt x="19521" y="80774"/>
                  <a:pt x="22621" y="88082"/>
                </a:cubicBezTo>
                <a:cubicBezTo>
                  <a:pt x="25722" y="95388"/>
                  <a:pt x="30385" y="100990"/>
                  <a:pt x="36612" y="104887"/>
                </a:cubicBezTo>
                <a:cubicBezTo>
                  <a:pt x="42839" y="108785"/>
                  <a:pt x="49946" y="110733"/>
                  <a:pt x="57933" y="110733"/>
                </a:cubicBezTo>
                <a:cubicBezTo>
                  <a:pt x="64869" y="110733"/>
                  <a:pt x="70991" y="109205"/>
                  <a:pt x="76298" y="106150"/>
                </a:cubicBezTo>
                <a:cubicBezTo>
                  <a:pt x="81605" y="103094"/>
                  <a:pt x="87438" y="97023"/>
                  <a:pt x="93796" y="87938"/>
                </a:cubicBezTo>
                <a:lnTo>
                  <a:pt x="96239" y="89555"/>
                </a:lnTo>
                <a:cubicBezTo>
                  <a:pt x="90880" y="99318"/>
                  <a:pt x="84627" y="106466"/>
                  <a:pt x="77480" y="110997"/>
                </a:cubicBezTo>
                <a:cubicBezTo>
                  <a:pt x="70334" y="115526"/>
                  <a:pt x="61848" y="117791"/>
                  <a:pt x="52021" y="117791"/>
                </a:cubicBezTo>
                <a:cubicBezTo>
                  <a:pt x="34313" y="117791"/>
                  <a:pt x="20598" y="111040"/>
                  <a:pt x="10877" y="97538"/>
                </a:cubicBezTo>
                <a:cubicBezTo>
                  <a:pt x="3626" y="87494"/>
                  <a:pt x="0" y="75667"/>
                  <a:pt x="0" y="62057"/>
                </a:cubicBezTo>
                <a:cubicBezTo>
                  <a:pt x="0" y="51093"/>
                  <a:pt x="2391" y="41021"/>
                  <a:pt x="7173" y="31841"/>
                </a:cubicBezTo>
                <a:cubicBezTo>
                  <a:pt x="11954" y="22660"/>
                  <a:pt x="18536" y="15545"/>
                  <a:pt x="26917" y="10495"/>
                </a:cubicBezTo>
                <a:cubicBezTo>
                  <a:pt x="35298" y="5445"/>
                  <a:pt x="44455" y="2920"/>
                  <a:pt x="54386" y="2920"/>
                </a:cubicBezTo>
                <a:cubicBezTo>
                  <a:pt x="62110" y="2920"/>
                  <a:pt x="69730" y="4867"/>
                  <a:pt x="77244" y="8761"/>
                </a:cubicBezTo>
                <a:cubicBezTo>
                  <a:pt x="79451" y="9951"/>
                  <a:pt x="81027" y="10546"/>
                  <a:pt x="81973" y="10546"/>
                </a:cubicBezTo>
                <a:cubicBezTo>
                  <a:pt x="83392" y="10546"/>
                  <a:pt x="84627" y="10032"/>
                  <a:pt x="85678" y="9005"/>
                </a:cubicBezTo>
                <a:cubicBezTo>
                  <a:pt x="87044" y="7544"/>
                  <a:pt x="88016" y="5516"/>
                  <a:pt x="88594" y="2920"/>
                </a:cubicBezTo>
                <a:lnTo>
                  <a:pt x="91353" y="2920"/>
                </a:lnTo>
                <a:close/>
                <a:moveTo>
                  <a:pt x="142144" y="38939"/>
                </a:moveTo>
                <a:cubicBezTo>
                  <a:pt x="153074" y="38939"/>
                  <a:pt x="161849" y="43207"/>
                  <a:pt x="168470" y="51744"/>
                </a:cubicBezTo>
                <a:cubicBezTo>
                  <a:pt x="174093" y="59037"/>
                  <a:pt x="176904" y="67411"/>
                  <a:pt x="176904" y="76867"/>
                </a:cubicBezTo>
                <a:cubicBezTo>
                  <a:pt x="176904" y="83512"/>
                  <a:pt x="175354" y="90239"/>
                  <a:pt x="172253" y="97046"/>
                </a:cubicBezTo>
                <a:cubicBezTo>
                  <a:pt x="169153" y="103852"/>
                  <a:pt x="164884" y="108984"/>
                  <a:pt x="159445" y="112442"/>
                </a:cubicBezTo>
                <a:cubicBezTo>
                  <a:pt x="154007" y="115900"/>
                  <a:pt x="147951" y="117629"/>
                  <a:pt x="141277" y="117629"/>
                </a:cubicBezTo>
                <a:cubicBezTo>
                  <a:pt x="130400" y="117629"/>
                  <a:pt x="121756" y="113171"/>
                  <a:pt x="115345" y="104256"/>
                </a:cubicBezTo>
                <a:cubicBezTo>
                  <a:pt x="109933" y="96747"/>
                  <a:pt x="107227" y="88320"/>
                  <a:pt x="107227" y="78973"/>
                </a:cubicBezTo>
                <a:cubicBezTo>
                  <a:pt x="107227" y="72166"/>
                  <a:pt x="108869" y="65399"/>
                  <a:pt x="112153" y="58672"/>
                </a:cubicBezTo>
                <a:cubicBezTo>
                  <a:pt x="115437" y="51946"/>
                  <a:pt x="119759" y="46975"/>
                  <a:pt x="125119" y="43761"/>
                </a:cubicBezTo>
                <a:cubicBezTo>
                  <a:pt x="130479" y="40546"/>
                  <a:pt x="136154" y="38939"/>
                  <a:pt x="142144" y="38939"/>
                </a:cubicBezTo>
                <a:moveTo>
                  <a:pt x="139701" y="44293"/>
                </a:moveTo>
                <a:cubicBezTo>
                  <a:pt x="136916" y="44293"/>
                  <a:pt x="134118" y="45144"/>
                  <a:pt x="131306" y="46846"/>
                </a:cubicBezTo>
                <a:cubicBezTo>
                  <a:pt x="128495" y="48548"/>
                  <a:pt x="126222" y="51533"/>
                  <a:pt x="124488" y="55800"/>
                </a:cubicBezTo>
                <a:cubicBezTo>
                  <a:pt x="122754" y="60068"/>
                  <a:pt x="121887" y="65550"/>
                  <a:pt x="121887" y="72248"/>
                </a:cubicBezTo>
                <a:cubicBezTo>
                  <a:pt x="121887" y="83051"/>
                  <a:pt x="123976" y="92369"/>
                  <a:pt x="128154" y="100202"/>
                </a:cubicBezTo>
                <a:cubicBezTo>
                  <a:pt x="132331" y="108034"/>
                  <a:pt x="137835" y="111950"/>
                  <a:pt x="144666" y="111950"/>
                </a:cubicBezTo>
                <a:cubicBezTo>
                  <a:pt x="149763" y="111950"/>
                  <a:pt x="153967" y="109789"/>
                  <a:pt x="157278" y="105468"/>
                </a:cubicBezTo>
                <a:cubicBezTo>
                  <a:pt x="160588" y="101146"/>
                  <a:pt x="162243" y="93719"/>
                  <a:pt x="162243" y="83187"/>
                </a:cubicBezTo>
                <a:cubicBezTo>
                  <a:pt x="162243" y="70006"/>
                  <a:pt x="159485" y="59634"/>
                  <a:pt x="153967" y="52071"/>
                </a:cubicBezTo>
                <a:cubicBezTo>
                  <a:pt x="150236" y="46886"/>
                  <a:pt x="145481" y="44293"/>
                  <a:pt x="139701" y="44293"/>
                </a:cubicBezTo>
                <a:close/>
                <a:moveTo>
                  <a:pt x="238541" y="107002"/>
                </a:moveTo>
                <a:cubicBezTo>
                  <a:pt x="235021" y="110787"/>
                  <a:pt x="231579" y="113505"/>
                  <a:pt x="228216" y="115154"/>
                </a:cubicBezTo>
                <a:cubicBezTo>
                  <a:pt x="224853" y="116804"/>
                  <a:pt x="221227" y="117629"/>
                  <a:pt x="217339" y="117629"/>
                </a:cubicBezTo>
                <a:cubicBezTo>
                  <a:pt x="209457" y="117629"/>
                  <a:pt x="202573" y="114243"/>
                  <a:pt x="196688" y="107470"/>
                </a:cubicBezTo>
                <a:cubicBezTo>
                  <a:pt x="190803" y="100697"/>
                  <a:pt x="187860" y="91993"/>
                  <a:pt x="187860" y="81359"/>
                </a:cubicBezTo>
                <a:cubicBezTo>
                  <a:pt x="187860" y="70727"/>
                  <a:pt x="191118" y="60999"/>
                  <a:pt x="197634" y="52175"/>
                </a:cubicBezTo>
                <a:cubicBezTo>
                  <a:pt x="204150" y="43351"/>
                  <a:pt x="212531" y="38939"/>
                  <a:pt x="222777" y="38939"/>
                </a:cubicBezTo>
                <a:cubicBezTo>
                  <a:pt x="229136" y="38939"/>
                  <a:pt x="234390" y="41021"/>
                  <a:pt x="238541" y="45186"/>
                </a:cubicBezTo>
                <a:lnTo>
                  <a:pt x="238541" y="31445"/>
                </a:lnTo>
                <a:cubicBezTo>
                  <a:pt x="238541" y="22919"/>
                  <a:pt x="238344" y="17678"/>
                  <a:pt x="237950" y="15723"/>
                </a:cubicBezTo>
                <a:cubicBezTo>
                  <a:pt x="237556" y="13767"/>
                  <a:pt x="236939" y="12437"/>
                  <a:pt x="236098" y="11732"/>
                </a:cubicBezTo>
                <a:cubicBezTo>
                  <a:pt x="235257" y="11026"/>
                  <a:pt x="234206" y="10673"/>
                  <a:pt x="232945" y="10673"/>
                </a:cubicBezTo>
                <a:cubicBezTo>
                  <a:pt x="231579" y="10673"/>
                  <a:pt x="229766" y="11107"/>
                  <a:pt x="227507" y="11976"/>
                </a:cubicBezTo>
                <a:lnTo>
                  <a:pt x="226482" y="9124"/>
                </a:lnTo>
                <a:lnTo>
                  <a:pt x="248000" y="0"/>
                </a:lnTo>
                <a:lnTo>
                  <a:pt x="251547" y="0"/>
                </a:lnTo>
                <a:lnTo>
                  <a:pt x="251547" y="85909"/>
                </a:lnTo>
                <a:cubicBezTo>
                  <a:pt x="251547" y="94617"/>
                  <a:pt x="251744" y="99930"/>
                  <a:pt x="252138" y="101850"/>
                </a:cubicBezTo>
                <a:cubicBezTo>
                  <a:pt x="252532" y="103770"/>
                  <a:pt x="253163" y="105109"/>
                  <a:pt x="254030" y="105866"/>
                </a:cubicBezTo>
                <a:cubicBezTo>
                  <a:pt x="254897" y="106623"/>
                  <a:pt x="255908" y="107002"/>
                  <a:pt x="257064" y="107002"/>
                </a:cubicBezTo>
                <a:cubicBezTo>
                  <a:pt x="258483" y="107002"/>
                  <a:pt x="260375" y="106542"/>
                  <a:pt x="262739" y="105622"/>
                </a:cubicBezTo>
                <a:lnTo>
                  <a:pt x="263606" y="108462"/>
                </a:lnTo>
                <a:lnTo>
                  <a:pt x="242167" y="117629"/>
                </a:lnTo>
                <a:lnTo>
                  <a:pt x="238541" y="117629"/>
                </a:lnTo>
                <a:lnTo>
                  <a:pt x="238541" y="107002"/>
                </a:lnTo>
                <a:moveTo>
                  <a:pt x="238541" y="101341"/>
                </a:moveTo>
                <a:lnTo>
                  <a:pt x="238541" y="63147"/>
                </a:lnTo>
                <a:cubicBezTo>
                  <a:pt x="238226" y="59478"/>
                  <a:pt x="237280" y="56133"/>
                  <a:pt x="235704" y="53113"/>
                </a:cubicBezTo>
                <a:cubicBezTo>
                  <a:pt x="234127" y="50091"/>
                  <a:pt x="232039" y="47812"/>
                  <a:pt x="229438" y="46276"/>
                </a:cubicBezTo>
                <a:cubicBezTo>
                  <a:pt x="226837" y="44738"/>
                  <a:pt x="224301" y="43969"/>
                  <a:pt x="221832" y="43969"/>
                </a:cubicBezTo>
                <a:cubicBezTo>
                  <a:pt x="217207" y="43969"/>
                  <a:pt x="213083" y="46100"/>
                  <a:pt x="209457" y="50362"/>
                </a:cubicBezTo>
                <a:cubicBezTo>
                  <a:pt x="204675" y="55972"/>
                  <a:pt x="202284" y="64171"/>
                  <a:pt x="202284" y="74960"/>
                </a:cubicBezTo>
                <a:cubicBezTo>
                  <a:pt x="202284" y="85858"/>
                  <a:pt x="204596" y="94207"/>
                  <a:pt x="209220" y="100007"/>
                </a:cubicBezTo>
                <a:cubicBezTo>
                  <a:pt x="213844" y="105806"/>
                  <a:pt x="218994" y="108705"/>
                  <a:pt x="224669" y="108705"/>
                </a:cubicBezTo>
                <a:cubicBezTo>
                  <a:pt x="229451" y="108705"/>
                  <a:pt x="234075" y="106250"/>
                  <a:pt x="238541" y="101341"/>
                </a:cubicBezTo>
                <a:close/>
                <a:moveTo>
                  <a:pt x="280395" y="69117"/>
                </a:moveTo>
                <a:cubicBezTo>
                  <a:pt x="280342" y="80124"/>
                  <a:pt x="282943" y="88758"/>
                  <a:pt x="288198" y="95018"/>
                </a:cubicBezTo>
                <a:cubicBezTo>
                  <a:pt x="293453" y="101276"/>
                  <a:pt x="299627" y="104406"/>
                  <a:pt x="306721" y="104406"/>
                </a:cubicBezTo>
                <a:cubicBezTo>
                  <a:pt x="311450" y="104406"/>
                  <a:pt x="315562" y="103067"/>
                  <a:pt x="319056" y="100390"/>
                </a:cubicBezTo>
                <a:cubicBezTo>
                  <a:pt x="322551" y="97713"/>
                  <a:pt x="325480" y="93129"/>
                  <a:pt x="327845" y="86640"/>
                </a:cubicBezTo>
                <a:lnTo>
                  <a:pt x="330288" y="88262"/>
                </a:lnTo>
                <a:cubicBezTo>
                  <a:pt x="329185" y="95671"/>
                  <a:pt x="325979" y="102418"/>
                  <a:pt x="320672" y="108502"/>
                </a:cubicBezTo>
                <a:cubicBezTo>
                  <a:pt x="315365" y="114587"/>
                  <a:pt x="308718" y="117629"/>
                  <a:pt x="300730" y="117629"/>
                </a:cubicBezTo>
                <a:cubicBezTo>
                  <a:pt x="292060" y="117629"/>
                  <a:pt x="284638" y="114161"/>
                  <a:pt x="278464" y="107227"/>
                </a:cubicBezTo>
                <a:cubicBezTo>
                  <a:pt x="272290" y="100291"/>
                  <a:pt x="269202" y="90967"/>
                  <a:pt x="269202" y="79255"/>
                </a:cubicBezTo>
                <a:cubicBezTo>
                  <a:pt x="269202" y="66573"/>
                  <a:pt x="272368" y="56683"/>
                  <a:pt x="278700" y="49587"/>
                </a:cubicBezTo>
                <a:cubicBezTo>
                  <a:pt x="285032" y="42488"/>
                  <a:pt x="292980" y="38939"/>
                  <a:pt x="302543" y="38939"/>
                </a:cubicBezTo>
                <a:cubicBezTo>
                  <a:pt x="310636" y="38939"/>
                  <a:pt x="317283" y="41677"/>
                  <a:pt x="322485" y="47153"/>
                </a:cubicBezTo>
                <a:cubicBezTo>
                  <a:pt x="327687" y="52627"/>
                  <a:pt x="330288" y="59948"/>
                  <a:pt x="330288" y="69117"/>
                </a:cubicBezTo>
                <a:lnTo>
                  <a:pt x="280395" y="69117"/>
                </a:lnTo>
                <a:moveTo>
                  <a:pt x="280395" y="64412"/>
                </a:moveTo>
                <a:lnTo>
                  <a:pt x="313815" y="64412"/>
                </a:lnTo>
                <a:cubicBezTo>
                  <a:pt x="313552" y="59653"/>
                  <a:pt x="313000" y="56300"/>
                  <a:pt x="312159" y="54353"/>
                </a:cubicBezTo>
                <a:cubicBezTo>
                  <a:pt x="310846" y="51324"/>
                  <a:pt x="308888" y="48944"/>
                  <a:pt x="306287" y="47214"/>
                </a:cubicBezTo>
                <a:cubicBezTo>
                  <a:pt x="303686" y="45483"/>
                  <a:pt x="300967" y="44618"/>
                  <a:pt x="298129" y="44618"/>
                </a:cubicBezTo>
                <a:cubicBezTo>
                  <a:pt x="293768" y="44618"/>
                  <a:pt x="289866" y="46362"/>
                  <a:pt x="286425" y="49850"/>
                </a:cubicBezTo>
                <a:cubicBezTo>
                  <a:pt x="282983" y="53339"/>
                  <a:pt x="280973" y="58192"/>
                  <a:pt x="280395" y="644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Commits">
            <a:extLst xmlns:a="http://schemas.openxmlformats.org/drawingml/2006/main">
              <a:ext uri="{FF2B5EF4-FFF2-40B4-BE49-F238E27FC236}">
                <a16:creationId xmlns:a16="http://schemas.microsoft.com/office/drawing/2014/main" id="{6B2EBE3D-BD23-4A18-A18E-D3672B2E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041" y="530036"/>
            <a:ext cx="580443" cy="117791"/>
          </a:xfrm>
          <a:custGeom xmlns:a="http://schemas.openxmlformats.org/drawingml/2006/main">
            <a:pathLst>
              <a:path w="580443" h="117791">
                <a:moveTo>
                  <a:pt x="91353" y="2920"/>
                </a:moveTo>
                <a:lnTo>
                  <a:pt x="93796" y="40237"/>
                </a:lnTo>
                <a:lnTo>
                  <a:pt x="91353" y="40237"/>
                </a:lnTo>
                <a:cubicBezTo>
                  <a:pt x="88095" y="29013"/>
                  <a:pt x="83444" y="20935"/>
                  <a:pt x="77401" y="16002"/>
                </a:cubicBezTo>
                <a:cubicBezTo>
                  <a:pt x="71359" y="11067"/>
                  <a:pt x="64107" y="8599"/>
                  <a:pt x="55647" y="8599"/>
                </a:cubicBezTo>
                <a:cubicBezTo>
                  <a:pt x="48553" y="8599"/>
                  <a:pt x="42143" y="10453"/>
                  <a:pt x="36415" y="14161"/>
                </a:cubicBezTo>
                <a:cubicBezTo>
                  <a:pt x="30687" y="17867"/>
                  <a:pt x="26181" y="23780"/>
                  <a:pt x="22897" y="31899"/>
                </a:cubicBezTo>
                <a:cubicBezTo>
                  <a:pt x="19613" y="40018"/>
                  <a:pt x="17971" y="50113"/>
                  <a:pt x="17971" y="62183"/>
                </a:cubicBezTo>
                <a:cubicBezTo>
                  <a:pt x="17971" y="72141"/>
                  <a:pt x="19521" y="80774"/>
                  <a:pt x="22621" y="88082"/>
                </a:cubicBezTo>
                <a:cubicBezTo>
                  <a:pt x="25722" y="95388"/>
                  <a:pt x="30385" y="100990"/>
                  <a:pt x="36612" y="104887"/>
                </a:cubicBezTo>
                <a:cubicBezTo>
                  <a:pt x="42839" y="108785"/>
                  <a:pt x="49946" y="110733"/>
                  <a:pt x="57933" y="110733"/>
                </a:cubicBezTo>
                <a:cubicBezTo>
                  <a:pt x="64869" y="110733"/>
                  <a:pt x="70991" y="109205"/>
                  <a:pt x="76298" y="106150"/>
                </a:cubicBezTo>
                <a:cubicBezTo>
                  <a:pt x="81605" y="103094"/>
                  <a:pt x="87438" y="97023"/>
                  <a:pt x="93796" y="87938"/>
                </a:cubicBezTo>
                <a:lnTo>
                  <a:pt x="96239" y="89555"/>
                </a:lnTo>
                <a:cubicBezTo>
                  <a:pt x="90880" y="99318"/>
                  <a:pt x="84627" y="106466"/>
                  <a:pt x="77480" y="110997"/>
                </a:cubicBezTo>
                <a:cubicBezTo>
                  <a:pt x="70334" y="115526"/>
                  <a:pt x="61848" y="117791"/>
                  <a:pt x="52021" y="117791"/>
                </a:cubicBezTo>
                <a:cubicBezTo>
                  <a:pt x="34313" y="117791"/>
                  <a:pt x="20598" y="111040"/>
                  <a:pt x="10877" y="97538"/>
                </a:cubicBezTo>
                <a:cubicBezTo>
                  <a:pt x="3626" y="87494"/>
                  <a:pt x="0" y="75667"/>
                  <a:pt x="0" y="62057"/>
                </a:cubicBezTo>
                <a:cubicBezTo>
                  <a:pt x="0" y="51093"/>
                  <a:pt x="2391" y="41021"/>
                  <a:pt x="7173" y="31841"/>
                </a:cubicBezTo>
                <a:cubicBezTo>
                  <a:pt x="11954" y="22660"/>
                  <a:pt x="18536" y="15545"/>
                  <a:pt x="26917" y="10495"/>
                </a:cubicBezTo>
                <a:cubicBezTo>
                  <a:pt x="35298" y="5445"/>
                  <a:pt x="44455" y="2920"/>
                  <a:pt x="54386" y="2920"/>
                </a:cubicBezTo>
                <a:cubicBezTo>
                  <a:pt x="62110" y="2920"/>
                  <a:pt x="69730" y="4867"/>
                  <a:pt x="77244" y="8761"/>
                </a:cubicBezTo>
                <a:cubicBezTo>
                  <a:pt x="79451" y="9951"/>
                  <a:pt x="81027" y="10546"/>
                  <a:pt x="81973" y="10546"/>
                </a:cubicBezTo>
                <a:cubicBezTo>
                  <a:pt x="83392" y="10546"/>
                  <a:pt x="84627" y="10032"/>
                  <a:pt x="85678" y="9005"/>
                </a:cubicBezTo>
                <a:cubicBezTo>
                  <a:pt x="87044" y="7544"/>
                  <a:pt x="88016" y="5516"/>
                  <a:pt x="88594" y="2920"/>
                </a:cubicBezTo>
                <a:lnTo>
                  <a:pt x="91353" y="2920"/>
                </a:lnTo>
                <a:close/>
                <a:moveTo>
                  <a:pt x="142144" y="38939"/>
                </a:moveTo>
                <a:cubicBezTo>
                  <a:pt x="153074" y="38939"/>
                  <a:pt x="161849" y="43207"/>
                  <a:pt x="168470" y="51744"/>
                </a:cubicBezTo>
                <a:cubicBezTo>
                  <a:pt x="174093" y="59037"/>
                  <a:pt x="176904" y="67411"/>
                  <a:pt x="176904" y="76867"/>
                </a:cubicBezTo>
                <a:cubicBezTo>
                  <a:pt x="176904" y="83512"/>
                  <a:pt x="175354" y="90239"/>
                  <a:pt x="172253" y="97046"/>
                </a:cubicBezTo>
                <a:cubicBezTo>
                  <a:pt x="169153" y="103852"/>
                  <a:pt x="164884" y="108984"/>
                  <a:pt x="159445" y="112442"/>
                </a:cubicBezTo>
                <a:cubicBezTo>
                  <a:pt x="154007" y="115900"/>
                  <a:pt x="147951" y="117629"/>
                  <a:pt x="141277" y="117629"/>
                </a:cubicBezTo>
                <a:cubicBezTo>
                  <a:pt x="130400" y="117629"/>
                  <a:pt x="121756" y="113171"/>
                  <a:pt x="115345" y="104256"/>
                </a:cubicBezTo>
                <a:cubicBezTo>
                  <a:pt x="109933" y="96747"/>
                  <a:pt x="107227" y="88320"/>
                  <a:pt x="107227" y="78973"/>
                </a:cubicBezTo>
                <a:cubicBezTo>
                  <a:pt x="107227" y="72166"/>
                  <a:pt x="108869" y="65399"/>
                  <a:pt x="112153" y="58672"/>
                </a:cubicBezTo>
                <a:cubicBezTo>
                  <a:pt x="115437" y="51946"/>
                  <a:pt x="119759" y="46975"/>
                  <a:pt x="125119" y="43761"/>
                </a:cubicBezTo>
                <a:cubicBezTo>
                  <a:pt x="130479" y="40546"/>
                  <a:pt x="136154" y="38939"/>
                  <a:pt x="142144" y="38939"/>
                </a:cubicBezTo>
                <a:moveTo>
                  <a:pt x="139701" y="44293"/>
                </a:moveTo>
                <a:cubicBezTo>
                  <a:pt x="136916" y="44293"/>
                  <a:pt x="134118" y="45144"/>
                  <a:pt x="131306" y="46846"/>
                </a:cubicBezTo>
                <a:cubicBezTo>
                  <a:pt x="128495" y="48548"/>
                  <a:pt x="126222" y="51533"/>
                  <a:pt x="124488" y="55800"/>
                </a:cubicBezTo>
                <a:cubicBezTo>
                  <a:pt x="122754" y="60068"/>
                  <a:pt x="121887" y="65550"/>
                  <a:pt x="121887" y="72248"/>
                </a:cubicBezTo>
                <a:cubicBezTo>
                  <a:pt x="121887" y="83051"/>
                  <a:pt x="123976" y="92369"/>
                  <a:pt x="128154" y="100202"/>
                </a:cubicBezTo>
                <a:cubicBezTo>
                  <a:pt x="132331" y="108034"/>
                  <a:pt x="137835" y="111950"/>
                  <a:pt x="144666" y="111950"/>
                </a:cubicBezTo>
                <a:cubicBezTo>
                  <a:pt x="149763" y="111950"/>
                  <a:pt x="153967" y="109789"/>
                  <a:pt x="157278" y="105468"/>
                </a:cubicBezTo>
                <a:cubicBezTo>
                  <a:pt x="160588" y="101146"/>
                  <a:pt x="162243" y="93719"/>
                  <a:pt x="162243" y="83187"/>
                </a:cubicBezTo>
                <a:cubicBezTo>
                  <a:pt x="162243" y="70006"/>
                  <a:pt x="159485" y="59634"/>
                  <a:pt x="153967" y="52071"/>
                </a:cubicBezTo>
                <a:cubicBezTo>
                  <a:pt x="150236" y="46886"/>
                  <a:pt x="145481" y="44293"/>
                  <a:pt x="139701" y="44293"/>
                </a:cubicBezTo>
                <a:close/>
                <a:moveTo>
                  <a:pt x="208984" y="54758"/>
                </a:moveTo>
                <a:cubicBezTo>
                  <a:pt x="214239" y="49350"/>
                  <a:pt x="217339" y="46240"/>
                  <a:pt x="218285" y="45429"/>
                </a:cubicBezTo>
                <a:cubicBezTo>
                  <a:pt x="220649" y="43374"/>
                  <a:pt x="223198" y="41778"/>
                  <a:pt x="225930" y="40643"/>
                </a:cubicBezTo>
                <a:cubicBezTo>
                  <a:pt x="228663" y="39507"/>
                  <a:pt x="231369" y="38939"/>
                  <a:pt x="234049" y="38939"/>
                </a:cubicBezTo>
                <a:cubicBezTo>
                  <a:pt x="238568" y="38939"/>
                  <a:pt x="242456" y="40291"/>
                  <a:pt x="245714" y="42995"/>
                </a:cubicBezTo>
                <a:cubicBezTo>
                  <a:pt x="248972" y="45699"/>
                  <a:pt x="251153" y="49620"/>
                  <a:pt x="252256" y="54758"/>
                </a:cubicBezTo>
                <a:cubicBezTo>
                  <a:pt x="257668" y="48268"/>
                  <a:pt x="262240" y="44009"/>
                  <a:pt x="265971" y="41981"/>
                </a:cubicBezTo>
                <a:cubicBezTo>
                  <a:pt x="269702" y="39953"/>
                  <a:pt x="273538" y="38939"/>
                  <a:pt x="277479" y="38939"/>
                </a:cubicBezTo>
                <a:cubicBezTo>
                  <a:pt x="281315" y="38939"/>
                  <a:pt x="284717" y="39951"/>
                  <a:pt x="287686" y="41976"/>
                </a:cubicBezTo>
                <a:cubicBezTo>
                  <a:pt x="290655" y="43999"/>
                  <a:pt x="293006" y="47304"/>
                  <a:pt x="294740" y="51891"/>
                </a:cubicBezTo>
                <a:cubicBezTo>
                  <a:pt x="295896" y="55021"/>
                  <a:pt x="296474" y="59931"/>
                  <a:pt x="296474" y="66622"/>
                </a:cubicBezTo>
                <a:lnTo>
                  <a:pt x="296474" y="98514"/>
                </a:lnTo>
                <a:cubicBezTo>
                  <a:pt x="296474" y="103155"/>
                  <a:pt x="296816" y="106339"/>
                  <a:pt x="297499" y="108066"/>
                </a:cubicBezTo>
                <a:cubicBezTo>
                  <a:pt x="298024" y="109253"/>
                  <a:pt x="298997" y="110264"/>
                  <a:pt x="300415" y="111101"/>
                </a:cubicBezTo>
                <a:cubicBezTo>
                  <a:pt x="301834" y="111937"/>
                  <a:pt x="304146" y="112356"/>
                  <a:pt x="307351" y="112356"/>
                </a:cubicBezTo>
                <a:lnTo>
                  <a:pt x="307351" y="115357"/>
                </a:lnTo>
                <a:lnTo>
                  <a:pt x="271725" y="115357"/>
                </a:lnTo>
                <a:lnTo>
                  <a:pt x="271725" y="112356"/>
                </a:lnTo>
                <a:lnTo>
                  <a:pt x="273222" y="112356"/>
                </a:lnTo>
                <a:cubicBezTo>
                  <a:pt x="276323" y="112356"/>
                  <a:pt x="278740" y="111737"/>
                  <a:pt x="280474" y="110500"/>
                </a:cubicBezTo>
                <a:cubicBezTo>
                  <a:pt x="281682" y="109638"/>
                  <a:pt x="282549" y="108266"/>
                  <a:pt x="283075" y="106383"/>
                </a:cubicBezTo>
                <a:cubicBezTo>
                  <a:pt x="283285" y="105469"/>
                  <a:pt x="283390" y="102859"/>
                  <a:pt x="283390" y="98555"/>
                </a:cubicBezTo>
                <a:lnTo>
                  <a:pt x="283390" y="66754"/>
                </a:lnTo>
                <a:cubicBezTo>
                  <a:pt x="283390" y="60727"/>
                  <a:pt x="282681" y="56477"/>
                  <a:pt x="281262" y="54003"/>
                </a:cubicBezTo>
                <a:cubicBezTo>
                  <a:pt x="279213" y="50558"/>
                  <a:pt x="275928" y="48836"/>
                  <a:pt x="271409" y="48836"/>
                </a:cubicBezTo>
                <a:cubicBezTo>
                  <a:pt x="268624" y="48836"/>
                  <a:pt x="265826" y="49549"/>
                  <a:pt x="263015" y="50976"/>
                </a:cubicBezTo>
                <a:cubicBezTo>
                  <a:pt x="260204" y="52401"/>
                  <a:pt x="256801" y="55051"/>
                  <a:pt x="252808" y="58926"/>
                </a:cubicBezTo>
                <a:lnTo>
                  <a:pt x="252650" y="59813"/>
                </a:lnTo>
                <a:lnTo>
                  <a:pt x="252808" y="63284"/>
                </a:lnTo>
                <a:lnTo>
                  <a:pt x="252808" y="98555"/>
                </a:lnTo>
                <a:cubicBezTo>
                  <a:pt x="252808" y="103613"/>
                  <a:pt x="253084" y="106761"/>
                  <a:pt x="253635" y="107998"/>
                </a:cubicBezTo>
                <a:cubicBezTo>
                  <a:pt x="254187" y="109235"/>
                  <a:pt x="255225" y="110271"/>
                  <a:pt x="256749" y="111106"/>
                </a:cubicBezTo>
                <a:cubicBezTo>
                  <a:pt x="258273" y="111939"/>
                  <a:pt x="260874" y="112356"/>
                  <a:pt x="264552" y="112356"/>
                </a:cubicBezTo>
                <a:lnTo>
                  <a:pt x="264552" y="115357"/>
                </a:lnTo>
                <a:lnTo>
                  <a:pt x="228058" y="115357"/>
                </a:lnTo>
                <a:lnTo>
                  <a:pt x="228058" y="112356"/>
                </a:lnTo>
                <a:cubicBezTo>
                  <a:pt x="232052" y="112356"/>
                  <a:pt x="234797" y="111871"/>
                  <a:pt x="236295" y="110903"/>
                </a:cubicBezTo>
                <a:cubicBezTo>
                  <a:pt x="237793" y="109935"/>
                  <a:pt x="238830" y="108482"/>
                  <a:pt x="239408" y="106545"/>
                </a:cubicBezTo>
                <a:cubicBezTo>
                  <a:pt x="239671" y="105629"/>
                  <a:pt x="239803" y="102966"/>
                  <a:pt x="239803" y="98555"/>
                </a:cubicBezTo>
                <a:lnTo>
                  <a:pt x="239803" y="66754"/>
                </a:lnTo>
                <a:cubicBezTo>
                  <a:pt x="239803" y="60727"/>
                  <a:pt x="238936" y="56396"/>
                  <a:pt x="237201" y="53759"/>
                </a:cubicBezTo>
                <a:cubicBezTo>
                  <a:pt x="234889" y="50315"/>
                  <a:pt x="231658" y="48593"/>
                  <a:pt x="227507" y="48593"/>
                </a:cubicBezTo>
                <a:cubicBezTo>
                  <a:pt x="224669" y="48593"/>
                  <a:pt x="221858" y="49373"/>
                  <a:pt x="219073" y="50933"/>
                </a:cubicBezTo>
                <a:cubicBezTo>
                  <a:pt x="214711" y="53300"/>
                  <a:pt x="211348" y="55964"/>
                  <a:pt x="208984" y="58923"/>
                </a:cubicBezTo>
                <a:lnTo>
                  <a:pt x="208984" y="98555"/>
                </a:lnTo>
                <a:cubicBezTo>
                  <a:pt x="208984" y="103397"/>
                  <a:pt x="209312" y="106544"/>
                  <a:pt x="209969" y="107998"/>
                </a:cubicBezTo>
                <a:cubicBezTo>
                  <a:pt x="210626" y="109450"/>
                  <a:pt x="211598" y="110539"/>
                  <a:pt x="212885" y="111266"/>
                </a:cubicBezTo>
                <a:cubicBezTo>
                  <a:pt x="214173" y="111992"/>
                  <a:pt x="216787" y="112356"/>
                  <a:pt x="220728" y="112356"/>
                </a:cubicBezTo>
                <a:lnTo>
                  <a:pt x="220728" y="115357"/>
                </a:lnTo>
                <a:lnTo>
                  <a:pt x="185023" y="115357"/>
                </a:lnTo>
                <a:lnTo>
                  <a:pt x="185023" y="112356"/>
                </a:lnTo>
                <a:cubicBezTo>
                  <a:pt x="188333" y="112356"/>
                  <a:pt x="190645" y="111991"/>
                  <a:pt x="191959" y="111263"/>
                </a:cubicBezTo>
                <a:cubicBezTo>
                  <a:pt x="193272" y="110535"/>
                  <a:pt x="194271" y="109374"/>
                  <a:pt x="194954" y="107782"/>
                </a:cubicBezTo>
                <a:cubicBezTo>
                  <a:pt x="195637" y="106190"/>
                  <a:pt x="195979" y="103101"/>
                  <a:pt x="195979" y="98514"/>
                </a:cubicBezTo>
                <a:lnTo>
                  <a:pt x="195979" y="70184"/>
                </a:lnTo>
                <a:cubicBezTo>
                  <a:pt x="195979" y="62035"/>
                  <a:pt x="195742" y="56774"/>
                  <a:pt x="195269" y="54401"/>
                </a:cubicBezTo>
                <a:cubicBezTo>
                  <a:pt x="194901" y="52619"/>
                  <a:pt x="194323" y="51392"/>
                  <a:pt x="193535" y="50717"/>
                </a:cubicBezTo>
                <a:cubicBezTo>
                  <a:pt x="192747" y="50043"/>
                  <a:pt x="191670" y="49706"/>
                  <a:pt x="190303" y="49706"/>
                </a:cubicBezTo>
                <a:cubicBezTo>
                  <a:pt x="188832" y="49706"/>
                  <a:pt x="187072" y="50110"/>
                  <a:pt x="185023" y="50920"/>
                </a:cubicBezTo>
                <a:lnTo>
                  <a:pt x="183840" y="48005"/>
                </a:lnTo>
                <a:lnTo>
                  <a:pt x="205595" y="38939"/>
                </a:lnTo>
                <a:lnTo>
                  <a:pt x="208984" y="38939"/>
                </a:lnTo>
                <a:lnTo>
                  <a:pt x="208984" y="54758"/>
                </a:lnTo>
                <a:close/>
                <a:moveTo>
                  <a:pt x="334539" y="54758"/>
                </a:moveTo>
                <a:cubicBezTo>
                  <a:pt x="339794" y="49350"/>
                  <a:pt x="342894" y="46240"/>
                  <a:pt x="343840" y="45429"/>
                </a:cubicBezTo>
                <a:cubicBezTo>
                  <a:pt x="346205" y="43374"/>
                  <a:pt x="348753" y="41778"/>
                  <a:pt x="351486" y="40643"/>
                </a:cubicBezTo>
                <a:cubicBezTo>
                  <a:pt x="354218" y="39507"/>
                  <a:pt x="356924" y="38939"/>
                  <a:pt x="359604" y="38939"/>
                </a:cubicBezTo>
                <a:cubicBezTo>
                  <a:pt x="364123" y="38939"/>
                  <a:pt x="368012" y="40291"/>
                  <a:pt x="371269" y="42995"/>
                </a:cubicBezTo>
                <a:cubicBezTo>
                  <a:pt x="374527" y="45699"/>
                  <a:pt x="376708" y="49620"/>
                  <a:pt x="377812" y="54758"/>
                </a:cubicBezTo>
                <a:cubicBezTo>
                  <a:pt x="383224" y="48268"/>
                  <a:pt x="387795" y="44009"/>
                  <a:pt x="391526" y="41981"/>
                </a:cubicBezTo>
                <a:cubicBezTo>
                  <a:pt x="395257" y="39953"/>
                  <a:pt x="399093" y="38939"/>
                  <a:pt x="403034" y="38939"/>
                </a:cubicBezTo>
                <a:cubicBezTo>
                  <a:pt x="406870" y="38939"/>
                  <a:pt x="410272" y="39951"/>
                  <a:pt x="413241" y="41976"/>
                </a:cubicBezTo>
                <a:cubicBezTo>
                  <a:pt x="416210" y="43999"/>
                  <a:pt x="418562" y="47304"/>
                  <a:pt x="420296" y="51891"/>
                </a:cubicBezTo>
                <a:cubicBezTo>
                  <a:pt x="421452" y="55021"/>
                  <a:pt x="422030" y="59931"/>
                  <a:pt x="422030" y="66622"/>
                </a:cubicBezTo>
                <a:lnTo>
                  <a:pt x="422030" y="98514"/>
                </a:lnTo>
                <a:cubicBezTo>
                  <a:pt x="422030" y="103155"/>
                  <a:pt x="422371" y="106339"/>
                  <a:pt x="423054" y="108066"/>
                </a:cubicBezTo>
                <a:cubicBezTo>
                  <a:pt x="423580" y="109253"/>
                  <a:pt x="424552" y="110264"/>
                  <a:pt x="425971" y="111101"/>
                </a:cubicBezTo>
                <a:cubicBezTo>
                  <a:pt x="427389" y="111937"/>
                  <a:pt x="429702" y="112356"/>
                  <a:pt x="432907" y="112356"/>
                </a:cubicBezTo>
                <a:lnTo>
                  <a:pt x="432907" y="115357"/>
                </a:lnTo>
                <a:lnTo>
                  <a:pt x="397280" y="115357"/>
                </a:lnTo>
                <a:lnTo>
                  <a:pt x="397280" y="112356"/>
                </a:lnTo>
                <a:lnTo>
                  <a:pt x="398778" y="112356"/>
                </a:lnTo>
                <a:cubicBezTo>
                  <a:pt x="401878" y="112356"/>
                  <a:pt x="404295" y="111737"/>
                  <a:pt x="406029" y="110500"/>
                </a:cubicBezTo>
                <a:cubicBezTo>
                  <a:pt x="407238" y="109638"/>
                  <a:pt x="408105" y="108266"/>
                  <a:pt x="408630" y="106383"/>
                </a:cubicBezTo>
                <a:cubicBezTo>
                  <a:pt x="408840" y="105469"/>
                  <a:pt x="408946" y="102859"/>
                  <a:pt x="408946" y="98555"/>
                </a:cubicBezTo>
                <a:lnTo>
                  <a:pt x="408946" y="66754"/>
                </a:lnTo>
                <a:cubicBezTo>
                  <a:pt x="408946" y="60727"/>
                  <a:pt x="408236" y="56477"/>
                  <a:pt x="406817" y="54003"/>
                </a:cubicBezTo>
                <a:cubicBezTo>
                  <a:pt x="404768" y="50558"/>
                  <a:pt x="401484" y="48836"/>
                  <a:pt x="396965" y="48836"/>
                </a:cubicBezTo>
                <a:cubicBezTo>
                  <a:pt x="394180" y="48836"/>
                  <a:pt x="391382" y="49549"/>
                  <a:pt x="388571" y="50976"/>
                </a:cubicBezTo>
                <a:cubicBezTo>
                  <a:pt x="385759" y="52401"/>
                  <a:pt x="382357" y="55051"/>
                  <a:pt x="378363" y="58926"/>
                </a:cubicBezTo>
                <a:lnTo>
                  <a:pt x="378206" y="59813"/>
                </a:lnTo>
                <a:lnTo>
                  <a:pt x="378363" y="63284"/>
                </a:lnTo>
                <a:lnTo>
                  <a:pt x="378363" y="98555"/>
                </a:lnTo>
                <a:cubicBezTo>
                  <a:pt x="378363" y="103613"/>
                  <a:pt x="378639" y="106761"/>
                  <a:pt x="379191" y="107998"/>
                </a:cubicBezTo>
                <a:cubicBezTo>
                  <a:pt x="379743" y="109235"/>
                  <a:pt x="380780" y="110271"/>
                  <a:pt x="382304" y="111106"/>
                </a:cubicBezTo>
                <a:cubicBezTo>
                  <a:pt x="383828" y="111939"/>
                  <a:pt x="386429" y="112356"/>
                  <a:pt x="390107" y="112356"/>
                </a:cubicBezTo>
                <a:lnTo>
                  <a:pt x="390107" y="115357"/>
                </a:lnTo>
                <a:lnTo>
                  <a:pt x="353614" y="115357"/>
                </a:lnTo>
                <a:lnTo>
                  <a:pt x="353614" y="112356"/>
                </a:lnTo>
                <a:cubicBezTo>
                  <a:pt x="357607" y="112356"/>
                  <a:pt x="360353" y="111871"/>
                  <a:pt x="361850" y="110903"/>
                </a:cubicBezTo>
                <a:cubicBezTo>
                  <a:pt x="363348" y="109935"/>
                  <a:pt x="364386" y="108482"/>
                  <a:pt x="364964" y="106545"/>
                </a:cubicBezTo>
                <a:cubicBezTo>
                  <a:pt x="365227" y="105629"/>
                  <a:pt x="365358" y="102966"/>
                  <a:pt x="365358" y="98555"/>
                </a:cubicBezTo>
                <a:lnTo>
                  <a:pt x="365358" y="66754"/>
                </a:lnTo>
                <a:cubicBezTo>
                  <a:pt x="365358" y="60727"/>
                  <a:pt x="364491" y="56396"/>
                  <a:pt x="362757" y="53759"/>
                </a:cubicBezTo>
                <a:cubicBezTo>
                  <a:pt x="360445" y="50315"/>
                  <a:pt x="357213" y="48593"/>
                  <a:pt x="353062" y="48593"/>
                </a:cubicBezTo>
                <a:cubicBezTo>
                  <a:pt x="350224" y="48593"/>
                  <a:pt x="347413" y="49373"/>
                  <a:pt x="344628" y="50933"/>
                </a:cubicBezTo>
                <a:cubicBezTo>
                  <a:pt x="340267" y="53300"/>
                  <a:pt x="336904" y="55964"/>
                  <a:pt x="334539" y="58923"/>
                </a:cubicBezTo>
                <a:lnTo>
                  <a:pt x="334539" y="98555"/>
                </a:lnTo>
                <a:cubicBezTo>
                  <a:pt x="334539" y="103397"/>
                  <a:pt x="334868" y="106544"/>
                  <a:pt x="335525" y="107998"/>
                </a:cubicBezTo>
                <a:cubicBezTo>
                  <a:pt x="336181" y="109450"/>
                  <a:pt x="337153" y="110539"/>
                  <a:pt x="338441" y="111266"/>
                </a:cubicBezTo>
                <a:cubicBezTo>
                  <a:pt x="339728" y="111992"/>
                  <a:pt x="342342" y="112356"/>
                  <a:pt x="346283" y="112356"/>
                </a:cubicBezTo>
                <a:lnTo>
                  <a:pt x="346283" y="115357"/>
                </a:lnTo>
                <a:lnTo>
                  <a:pt x="310578" y="115357"/>
                </a:lnTo>
                <a:lnTo>
                  <a:pt x="310578" y="112356"/>
                </a:lnTo>
                <a:cubicBezTo>
                  <a:pt x="313888" y="112356"/>
                  <a:pt x="316200" y="111991"/>
                  <a:pt x="317514" y="111263"/>
                </a:cubicBezTo>
                <a:cubicBezTo>
                  <a:pt x="318828" y="110535"/>
                  <a:pt x="319826" y="109374"/>
                  <a:pt x="320509" y="107782"/>
                </a:cubicBezTo>
                <a:cubicBezTo>
                  <a:pt x="321192" y="106190"/>
                  <a:pt x="321534" y="103101"/>
                  <a:pt x="321534" y="98514"/>
                </a:cubicBezTo>
                <a:lnTo>
                  <a:pt x="321534" y="70184"/>
                </a:lnTo>
                <a:cubicBezTo>
                  <a:pt x="321534" y="62035"/>
                  <a:pt x="321297" y="56774"/>
                  <a:pt x="320825" y="54401"/>
                </a:cubicBezTo>
                <a:cubicBezTo>
                  <a:pt x="320457" y="52619"/>
                  <a:pt x="319879" y="51392"/>
                  <a:pt x="319091" y="50717"/>
                </a:cubicBezTo>
                <a:cubicBezTo>
                  <a:pt x="318302" y="50043"/>
                  <a:pt x="317225" y="49706"/>
                  <a:pt x="315859" y="49706"/>
                </a:cubicBezTo>
                <a:cubicBezTo>
                  <a:pt x="314388" y="49706"/>
                  <a:pt x="312627" y="50110"/>
                  <a:pt x="310578" y="50920"/>
                </a:cubicBezTo>
                <a:lnTo>
                  <a:pt x="309396" y="48005"/>
                </a:lnTo>
                <a:lnTo>
                  <a:pt x="331150" y="38939"/>
                </a:lnTo>
                <a:lnTo>
                  <a:pt x="334539" y="38939"/>
                </a:lnTo>
                <a:lnTo>
                  <a:pt x="334539" y="54758"/>
                </a:lnTo>
                <a:close/>
                <a:moveTo>
                  <a:pt x="457021" y="0"/>
                </a:moveTo>
                <a:cubicBezTo>
                  <a:pt x="459228" y="0"/>
                  <a:pt x="461106" y="802"/>
                  <a:pt x="462656" y="2406"/>
                </a:cubicBezTo>
                <a:cubicBezTo>
                  <a:pt x="464206" y="4008"/>
                  <a:pt x="464982" y="5951"/>
                  <a:pt x="464982" y="8234"/>
                </a:cubicBezTo>
                <a:cubicBezTo>
                  <a:pt x="464982" y="10517"/>
                  <a:pt x="464206" y="12474"/>
                  <a:pt x="462656" y="14105"/>
                </a:cubicBezTo>
                <a:cubicBezTo>
                  <a:pt x="461106" y="15735"/>
                  <a:pt x="459228" y="16549"/>
                  <a:pt x="457021" y="16549"/>
                </a:cubicBezTo>
                <a:cubicBezTo>
                  <a:pt x="454814" y="16549"/>
                  <a:pt x="452922" y="15735"/>
                  <a:pt x="451346" y="14105"/>
                </a:cubicBezTo>
                <a:cubicBezTo>
                  <a:pt x="449769" y="12474"/>
                  <a:pt x="448981" y="10517"/>
                  <a:pt x="448981" y="8234"/>
                </a:cubicBezTo>
                <a:cubicBezTo>
                  <a:pt x="448981" y="5951"/>
                  <a:pt x="449756" y="4008"/>
                  <a:pt x="451306" y="2406"/>
                </a:cubicBezTo>
                <a:cubicBezTo>
                  <a:pt x="452856" y="802"/>
                  <a:pt x="454761" y="0"/>
                  <a:pt x="457021" y="0"/>
                </a:cubicBezTo>
                <a:moveTo>
                  <a:pt x="463563" y="38939"/>
                </a:moveTo>
                <a:lnTo>
                  <a:pt x="463563" y="98514"/>
                </a:lnTo>
                <a:cubicBezTo>
                  <a:pt x="463563" y="103155"/>
                  <a:pt x="463891" y="106244"/>
                  <a:pt x="464548" y="107782"/>
                </a:cubicBezTo>
                <a:cubicBezTo>
                  <a:pt x="465205" y="109320"/>
                  <a:pt x="466177" y="110467"/>
                  <a:pt x="467464" y="111222"/>
                </a:cubicBezTo>
                <a:cubicBezTo>
                  <a:pt x="468752" y="111978"/>
                  <a:pt x="471103" y="112356"/>
                  <a:pt x="474519" y="112356"/>
                </a:cubicBezTo>
                <a:lnTo>
                  <a:pt x="474519" y="115357"/>
                </a:lnTo>
                <a:lnTo>
                  <a:pt x="439444" y="115357"/>
                </a:lnTo>
                <a:lnTo>
                  <a:pt x="439444" y="112356"/>
                </a:lnTo>
                <a:cubicBezTo>
                  <a:pt x="442964" y="112356"/>
                  <a:pt x="445329" y="112005"/>
                  <a:pt x="446538" y="111304"/>
                </a:cubicBezTo>
                <a:cubicBezTo>
                  <a:pt x="447746" y="110602"/>
                  <a:pt x="448705" y="109442"/>
                  <a:pt x="449415" y="107823"/>
                </a:cubicBezTo>
                <a:cubicBezTo>
                  <a:pt x="450124" y="106204"/>
                  <a:pt x="450479" y="103101"/>
                  <a:pt x="450479" y="98514"/>
                </a:cubicBezTo>
                <a:lnTo>
                  <a:pt x="450479" y="69941"/>
                </a:lnTo>
                <a:cubicBezTo>
                  <a:pt x="450479" y="61900"/>
                  <a:pt x="450242" y="56692"/>
                  <a:pt x="449769" y="54320"/>
                </a:cubicBezTo>
                <a:cubicBezTo>
                  <a:pt x="449401" y="52592"/>
                  <a:pt x="448823" y="51392"/>
                  <a:pt x="448035" y="50717"/>
                </a:cubicBezTo>
                <a:cubicBezTo>
                  <a:pt x="447247" y="50043"/>
                  <a:pt x="446170" y="49706"/>
                  <a:pt x="444804" y="49706"/>
                </a:cubicBezTo>
                <a:cubicBezTo>
                  <a:pt x="443332" y="49706"/>
                  <a:pt x="441546" y="50110"/>
                  <a:pt x="439444" y="50920"/>
                </a:cubicBezTo>
                <a:lnTo>
                  <a:pt x="438340" y="48005"/>
                </a:lnTo>
                <a:lnTo>
                  <a:pt x="460095" y="38939"/>
                </a:lnTo>
                <a:lnTo>
                  <a:pt x="463563" y="38939"/>
                </a:lnTo>
                <a:close/>
                <a:moveTo>
                  <a:pt x="504465" y="16549"/>
                </a:moveTo>
                <a:lnTo>
                  <a:pt x="504465" y="41048"/>
                </a:lnTo>
                <a:lnTo>
                  <a:pt x="521333" y="41048"/>
                </a:lnTo>
                <a:lnTo>
                  <a:pt x="521333" y="46727"/>
                </a:lnTo>
                <a:lnTo>
                  <a:pt x="504465" y="46727"/>
                </a:lnTo>
                <a:lnTo>
                  <a:pt x="504465" y="94848"/>
                </a:lnTo>
                <a:cubicBezTo>
                  <a:pt x="504465" y="99656"/>
                  <a:pt x="505135" y="102898"/>
                  <a:pt x="506475" y="104573"/>
                </a:cubicBezTo>
                <a:cubicBezTo>
                  <a:pt x="507815" y="106246"/>
                  <a:pt x="509536" y="107083"/>
                  <a:pt x="511638" y="107083"/>
                </a:cubicBezTo>
                <a:cubicBezTo>
                  <a:pt x="513372" y="107083"/>
                  <a:pt x="515054" y="106528"/>
                  <a:pt x="516682" y="105420"/>
                </a:cubicBezTo>
                <a:cubicBezTo>
                  <a:pt x="518311" y="104311"/>
                  <a:pt x="519573" y="102675"/>
                  <a:pt x="520466" y="100512"/>
                </a:cubicBezTo>
                <a:lnTo>
                  <a:pt x="523540" y="100512"/>
                </a:lnTo>
                <a:cubicBezTo>
                  <a:pt x="521701" y="105827"/>
                  <a:pt x="519100" y="109847"/>
                  <a:pt x="515737" y="112571"/>
                </a:cubicBezTo>
                <a:cubicBezTo>
                  <a:pt x="512374" y="115294"/>
                  <a:pt x="508906" y="116655"/>
                  <a:pt x="505332" y="116655"/>
                </a:cubicBezTo>
                <a:cubicBezTo>
                  <a:pt x="502915" y="116655"/>
                  <a:pt x="500551" y="115965"/>
                  <a:pt x="498239" y="114584"/>
                </a:cubicBezTo>
                <a:cubicBezTo>
                  <a:pt x="495926" y="113203"/>
                  <a:pt x="494219" y="111228"/>
                  <a:pt x="493115" y="108657"/>
                </a:cubicBezTo>
                <a:cubicBezTo>
                  <a:pt x="492012" y="106085"/>
                  <a:pt x="491460" y="102118"/>
                  <a:pt x="491460" y="96757"/>
                </a:cubicBezTo>
                <a:lnTo>
                  <a:pt x="491460" y="46727"/>
                </a:lnTo>
                <a:lnTo>
                  <a:pt x="480031" y="46727"/>
                </a:lnTo>
                <a:lnTo>
                  <a:pt x="480031" y="44050"/>
                </a:lnTo>
                <a:cubicBezTo>
                  <a:pt x="482921" y="42857"/>
                  <a:pt x="485877" y="40836"/>
                  <a:pt x="488898" y="37988"/>
                </a:cubicBezTo>
                <a:cubicBezTo>
                  <a:pt x="491920" y="35141"/>
                  <a:pt x="494613" y="31764"/>
                  <a:pt x="496977" y="27858"/>
                </a:cubicBezTo>
                <a:cubicBezTo>
                  <a:pt x="498186" y="25798"/>
                  <a:pt x="499868" y="22028"/>
                  <a:pt x="502022" y="16549"/>
                </a:cubicBezTo>
                <a:lnTo>
                  <a:pt x="504465" y="16549"/>
                </a:lnTo>
                <a:close/>
                <a:moveTo>
                  <a:pt x="575004" y="38939"/>
                </a:moveTo>
                <a:lnTo>
                  <a:pt x="575004" y="64087"/>
                </a:lnTo>
                <a:lnTo>
                  <a:pt x="572403" y="64087"/>
                </a:lnTo>
                <a:cubicBezTo>
                  <a:pt x="570406" y="56200"/>
                  <a:pt x="567845" y="50835"/>
                  <a:pt x="564718" y="47992"/>
                </a:cubicBezTo>
                <a:cubicBezTo>
                  <a:pt x="561592" y="45148"/>
                  <a:pt x="557611" y="43725"/>
                  <a:pt x="552777" y="43725"/>
                </a:cubicBezTo>
                <a:cubicBezTo>
                  <a:pt x="549099" y="43725"/>
                  <a:pt x="546130" y="44725"/>
                  <a:pt x="543870" y="46724"/>
                </a:cubicBezTo>
                <a:cubicBezTo>
                  <a:pt x="541611" y="48722"/>
                  <a:pt x="540481" y="50937"/>
                  <a:pt x="540481" y="53369"/>
                </a:cubicBezTo>
                <a:cubicBezTo>
                  <a:pt x="540481" y="56394"/>
                  <a:pt x="541322" y="58987"/>
                  <a:pt x="543003" y="61147"/>
                </a:cubicBezTo>
                <a:cubicBezTo>
                  <a:pt x="544632" y="63362"/>
                  <a:pt x="547943" y="65712"/>
                  <a:pt x="552935" y="68197"/>
                </a:cubicBezTo>
                <a:lnTo>
                  <a:pt x="564442" y="73951"/>
                </a:lnTo>
                <a:cubicBezTo>
                  <a:pt x="575109" y="79299"/>
                  <a:pt x="580443" y="86349"/>
                  <a:pt x="580443" y="95102"/>
                </a:cubicBezTo>
                <a:cubicBezTo>
                  <a:pt x="580443" y="101854"/>
                  <a:pt x="577960" y="107296"/>
                  <a:pt x="572994" y="111430"/>
                </a:cubicBezTo>
                <a:cubicBezTo>
                  <a:pt x="568029" y="115563"/>
                  <a:pt x="562472" y="117629"/>
                  <a:pt x="556324" y="117629"/>
                </a:cubicBezTo>
                <a:cubicBezTo>
                  <a:pt x="551910" y="117629"/>
                  <a:pt x="546866" y="116817"/>
                  <a:pt x="541190" y="115195"/>
                </a:cubicBezTo>
                <a:cubicBezTo>
                  <a:pt x="539456" y="114654"/>
                  <a:pt x="538038" y="114384"/>
                  <a:pt x="536934" y="114384"/>
                </a:cubicBezTo>
                <a:cubicBezTo>
                  <a:pt x="535726" y="114384"/>
                  <a:pt x="534780" y="115087"/>
                  <a:pt x="534097" y="116493"/>
                </a:cubicBezTo>
                <a:lnTo>
                  <a:pt x="531496" y="116493"/>
                </a:lnTo>
                <a:lnTo>
                  <a:pt x="531496" y="89885"/>
                </a:lnTo>
                <a:lnTo>
                  <a:pt x="534097" y="89885"/>
                </a:lnTo>
                <a:cubicBezTo>
                  <a:pt x="535568" y="97483"/>
                  <a:pt x="538379" y="103209"/>
                  <a:pt x="542530" y="107062"/>
                </a:cubicBezTo>
                <a:cubicBezTo>
                  <a:pt x="546682" y="110916"/>
                  <a:pt x="551332" y="112842"/>
                  <a:pt x="556482" y="112842"/>
                </a:cubicBezTo>
                <a:cubicBezTo>
                  <a:pt x="560107" y="112842"/>
                  <a:pt x="563063" y="111749"/>
                  <a:pt x="565349" y="109562"/>
                </a:cubicBezTo>
                <a:cubicBezTo>
                  <a:pt x="567635" y="107373"/>
                  <a:pt x="568778" y="104739"/>
                  <a:pt x="568778" y="101660"/>
                </a:cubicBezTo>
                <a:cubicBezTo>
                  <a:pt x="568778" y="97932"/>
                  <a:pt x="567503" y="94798"/>
                  <a:pt x="564955" y="92260"/>
                </a:cubicBezTo>
                <a:cubicBezTo>
                  <a:pt x="562406" y="89721"/>
                  <a:pt x="557322" y="86508"/>
                  <a:pt x="549703" y="82619"/>
                </a:cubicBezTo>
                <a:cubicBezTo>
                  <a:pt x="542084" y="78728"/>
                  <a:pt x="537092" y="75216"/>
                  <a:pt x="534727" y="72083"/>
                </a:cubicBezTo>
                <a:cubicBezTo>
                  <a:pt x="532363" y="69004"/>
                  <a:pt x="531180" y="65114"/>
                  <a:pt x="531180" y="60414"/>
                </a:cubicBezTo>
                <a:cubicBezTo>
                  <a:pt x="531180" y="54309"/>
                  <a:pt x="533217" y="49205"/>
                  <a:pt x="537289" y="45099"/>
                </a:cubicBezTo>
                <a:cubicBezTo>
                  <a:pt x="541361" y="40993"/>
                  <a:pt x="546629" y="38939"/>
                  <a:pt x="553092" y="38939"/>
                </a:cubicBezTo>
                <a:cubicBezTo>
                  <a:pt x="555930" y="38939"/>
                  <a:pt x="559372" y="39561"/>
                  <a:pt x="563418" y="40805"/>
                </a:cubicBezTo>
                <a:cubicBezTo>
                  <a:pt x="566098" y="41616"/>
                  <a:pt x="567884" y="42022"/>
                  <a:pt x="568778" y="42022"/>
                </a:cubicBezTo>
                <a:cubicBezTo>
                  <a:pt x="569618" y="42022"/>
                  <a:pt x="570275" y="41833"/>
                  <a:pt x="570748" y="41454"/>
                </a:cubicBezTo>
                <a:cubicBezTo>
                  <a:pt x="571221" y="41075"/>
                  <a:pt x="571773" y="40237"/>
                  <a:pt x="572403" y="38939"/>
                </a:cubicBezTo>
                <a:lnTo>
                  <a:pt x="575004" y="389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C09D7-EFF1-40D5-BD87-3865222A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95" y="861233"/>
            <a:ext cx="10" cy="106806"/>
          </a:xfrm>
          <a:custGeom xmlns:a="http://schemas.openxmlformats.org/drawingml/2006/main">
            <a:pathLst>
              <a:path w="1" h="106806" fill="none">
                <a:moveTo>
                  <a:pt x="0" y="0"/>
                </a:moveTo>
                <a:lnTo>
                  <a:pt x="1" y="106806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FE549-E464-4029-A5B5-711092E4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411" y="972947"/>
            <a:ext cx="2116959" cy="1903"/>
          </a:xfrm>
          <a:custGeom xmlns:a="http://schemas.openxmlformats.org/drawingml/2006/main">
            <a:pathLst>
              <a:path w="2116959" h="1903" fill="none">
                <a:moveTo>
                  <a:pt x="0" y="0"/>
                </a:moveTo>
                <a:lnTo>
                  <a:pt x="2116959" y="1903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21D29-BA83-4228-A1DF-76C7E093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503" y="972947"/>
            <a:ext cx="10" cy="113763"/>
          </a:xfrm>
          <a:custGeom xmlns:a="http://schemas.openxmlformats.org/drawingml/2006/main">
            <a:pathLst>
              <a:path w="1" h="113763" fill="none">
                <a:moveTo>
                  <a:pt x="0" y="0"/>
                </a:moveTo>
                <a:lnTo>
                  <a:pt x="1" y="113763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5A774-37AA-4FE8-9D71-F57F7699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937" y="972947"/>
            <a:ext cx="10" cy="113763"/>
          </a:xfrm>
          <a:custGeom xmlns:a="http://schemas.openxmlformats.org/drawingml/2006/main">
            <a:pathLst>
              <a:path w="1" h="113763" fill="none">
                <a:moveTo>
                  <a:pt x="0" y="0"/>
                </a:moveTo>
                <a:lnTo>
                  <a:pt x="1" y="113763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B14EB-2C94-4DE7-92D4-5F97F117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492" y="1100816"/>
            <a:ext cx="1546235" cy="1877646"/>
          </a:xfrm>
          <a:custGeom xmlns:a="http://schemas.openxmlformats.org/drawingml/2006/main">
            <a:pathLst>
              <a:path w="1546235" h="1877646" fill="none">
                <a:moveTo>
                  <a:pt x="0" y="142511"/>
                </a:moveTo>
                <a:cubicBezTo>
                  <a:pt x="0" y="63805"/>
                  <a:pt x="61993" y="0"/>
                  <a:pt x="138466" y="0"/>
                </a:cubicBezTo>
                <a:lnTo>
                  <a:pt x="1407770" y="0"/>
                </a:lnTo>
                <a:cubicBezTo>
                  <a:pt x="1484242" y="0"/>
                  <a:pt x="1546235" y="63805"/>
                  <a:pt x="1546235" y="142511"/>
                </a:cubicBezTo>
                <a:lnTo>
                  <a:pt x="1546235" y="1735135"/>
                </a:lnTo>
                <a:cubicBezTo>
                  <a:pt x="1546235" y="1813841"/>
                  <a:pt x="1484242" y="1877646"/>
                  <a:pt x="1407770" y="1877646"/>
                </a:cubicBezTo>
                <a:lnTo>
                  <a:pt x="138466" y="1877646"/>
                </a:lnTo>
                <a:cubicBezTo>
                  <a:pt x="61993" y="1877646"/>
                  <a:pt x="0" y="1813841"/>
                  <a:pt x="0" y="1735135"/>
                </a:cubicBezTo>
                <a:lnTo>
                  <a:pt x="0" y="1425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7F7F7F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26588-9AB4-4C61-9A43-719DCCE8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641" y="1089373"/>
            <a:ext cx="1524046" cy="1889090"/>
          </a:xfrm>
          <a:custGeom xmlns:a="http://schemas.openxmlformats.org/drawingml/2006/main">
            <a:pathLst>
              <a:path w="1524046" h="1889090" fill="none">
                <a:moveTo>
                  <a:pt x="0" y="140465"/>
                </a:moveTo>
                <a:cubicBezTo>
                  <a:pt x="0" y="62888"/>
                  <a:pt x="61103" y="0"/>
                  <a:pt x="136477" y="0"/>
                </a:cubicBezTo>
                <a:lnTo>
                  <a:pt x="1387568" y="0"/>
                </a:lnTo>
                <a:cubicBezTo>
                  <a:pt x="1462942" y="0"/>
                  <a:pt x="1524046" y="62888"/>
                  <a:pt x="1524046" y="140465"/>
                </a:cubicBezTo>
                <a:lnTo>
                  <a:pt x="1524046" y="1748625"/>
                </a:lnTo>
                <a:cubicBezTo>
                  <a:pt x="1524046" y="1826201"/>
                  <a:pt x="1462942" y="1889090"/>
                  <a:pt x="1387568" y="1889090"/>
                </a:cubicBezTo>
                <a:lnTo>
                  <a:pt x="136477" y="1889090"/>
                </a:lnTo>
                <a:cubicBezTo>
                  <a:pt x="61103" y="1889090"/>
                  <a:pt x="0" y="1826201"/>
                  <a:pt x="0" y="1748625"/>
                </a:cubicBezTo>
                <a:lnTo>
                  <a:pt x="0" y="1404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7F7F7F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E5025-9B96-4355-BCEA-60331681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494" y="1098712"/>
            <a:ext cx="1546238" cy="213439"/>
          </a:xfrm>
          <a:custGeom xmlns:a="http://schemas.openxmlformats.org/drawingml/2006/main">
            <a:pathLst>
              <a:path w="1546238" h="213439">
                <a:moveTo>
                  <a:pt x="103690" y="0"/>
                </a:moveTo>
                <a:lnTo>
                  <a:pt x="1442548" y="0"/>
                </a:lnTo>
                <a:cubicBezTo>
                  <a:pt x="1499814" y="0"/>
                  <a:pt x="1546238" y="47780"/>
                  <a:pt x="1546238" y="106719"/>
                </a:cubicBezTo>
                <a:lnTo>
                  <a:pt x="1546238" y="213439"/>
                </a:lnTo>
                <a:lnTo>
                  <a:pt x="0" y="213439"/>
                </a:lnTo>
                <a:lnTo>
                  <a:pt x="0" y="106719"/>
                </a:lnTo>
                <a:cubicBezTo>
                  <a:pt x="0" y="47780"/>
                  <a:pt x="46424" y="0"/>
                  <a:pt x="103690" y="0"/>
                </a:cubicBez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2E8E5-3C99-4C37-885E-F3C9D1BF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494" y="1098712"/>
            <a:ext cx="1546236" cy="213439"/>
          </a:xfrm>
          <a:custGeom xmlns:a="http://schemas.openxmlformats.org/drawingml/2006/main">
            <a:pathLst>
              <a:path w="1546236" h="213439" fill="none">
                <a:moveTo>
                  <a:pt x="103689" y="0"/>
                </a:moveTo>
                <a:lnTo>
                  <a:pt x="1442546" y="0"/>
                </a:lnTo>
                <a:cubicBezTo>
                  <a:pt x="1499813" y="0"/>
                  <a:pt x="1546236" y="47780"/>
                  <a:pt x="1546236" y="106719"/>
                </a:cubicBezTo>
                <a:lnTo>
                  <a:pt x="1546236" y="213439"/>
                </a:lnTo>
                <a:lnTo>
                  <a:pt x="0" y="213439"/>
                </a:lnTo>
                <a:lnTo>
                  <a:pt x="0" y="106719"/>
                </a:lnTo>
                <a:cubicBezTo>
                  <a:pt x="0" y="47780"/>
                  <a:pt x="46423" y="0"/>
                  <a:pt x="10368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7F7F7F"/>
            </a:solidFill>
            <a:miter/>
          </a:ln>
        </p:spPr>
      </p:sp>
      <p:sp>
        <p:nvSpPr>
          <p:cNvPr id="45" name="Text Rule-basedFeature">
            <a:extLst xmlns:a="http://schemas.openxmlformats.org/drawingml/2006/main">
              <a:ext uri="{FF2B5EF4-FFF2-40B4-BE49-F238E27FC236}">
                <a16:creationId xmlns:a16="http://schemas.microsoft.com/office/drawing/2014/main" id="{59D3FC75-F5E1-4152-BB26-4D9849DF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417" y="1150287"/>
            <a:ext cx="1243599" cy="117629"/>
          </a:xfrm>
          <a:custGeom xmlns:a="http://schemas.openxmlformats.org/drawingml/2006/main">
            <a:pathLst>
              <a:path w="1243599" h="117629">
                <a:moveTo>
                  <a:pt x="106329" y="115357"/>
                </a:moveTo>
                <a:lnTo>
                  <a:pt x="77796" y="115357"/>
                </a:lnTo>
                <a:lnTo>
                  <a:pt x="41617" y="63763"/>
                </a:lnTo>
                <a:cubicBezTo>
                  <a:pt x="38937" y="63871"/>
                  <a:pt x="36757" y="63925"/>
                  <a:pt x="35075" y="63925"/>
                </a:cubicBezTo>
                <a:cubicBezTo>
                  <a:pt x="34392" y="63925"/>
                  <a:pt x="33656" y="63912"/>
                  <a:pt x="32868" y="63885"/>
                </a:cubicBezTo>
                <a:cubicBezTo>
                  <a:pt x="32080" y="63858"/>
                  <a:pt x="31265" y="63817"/>
                  <a:pt x="30425" y="63763"/>
                </a:cubicBezTo>
                <a:lnTo>
                  <a:pt x="30425" y="95832"/>
                </a:lnTo>
                <a:cubicBezTo>
                  <a:pt x="30425" y="102778"/>
                  <a:pt x="31160" y="107092"/>
                  <a:pt x="32632" y="108774"/>
                </a:cubicBezTo>
                <a:cubicBezTo>
                  <a:pt x="34628" y="111162"/>
                  <a:pt x="37624" y="112356"/>
                  <a:pt x="41617" y="112356"/>
                </a:cubicBezTo>
                <a:lnTo>
                  <a:pt x="45795" y="112356"/>
                </a:lnTo>
                <a:lnTo>
                  <a:pt x="45795" y="115357"/>
                </a:lnTo>
                <a:lnTo>
                  <a:pt x="0" y="115357"/>
                </a:lnTo>
                <a:lnTo>
                  <a:pt x="0" y="112356"/>
                </a:lnTo>
                <a:lnTo>
                  <a:pt x="4020" y="112356"/>
                </a:lnTo>
                <a:cubicBezTo>
                  <a:pt x="8539" y="112356"/>
                  <a:pt x="11770" y="110841"/>
                  <a:pt x="13715" y="107813"/>
                </a:cubicBezTo>
                <a:cubicBezTo>
                  <a:pt x="14818" y="106136"/>
                  <a:pt x="15370" y="102161"/>
                  <a:pt x="15370" y="95888"/>
                </a:cubicBezTo>
                <a:lnTo>
                  <a:pt x="15370" y="24824"/>
                </a:lnTo>
                <a:cubicBezTo>
                  <a:pt x="15370" y="17901"/>
                  <a:pt x="14634" y="13602"/>
                  <a:pt x="13163" y="11925"/>
                </a:cubicBezTo>
                <a:cubicBezTo>
                  <a:pt x="11114" y="9545"/>
                  <a:pt x="8066" y="8356"/>
                  <a:pt x="4020" y="8356"/>
                </a:cubicBezTo>
                <a:lnTo>
                  <a:pt x="0" y="8356"/>
                </a:lnTo>
                <a:lnTo>
                  <a:pt x="0" y="5354"/>
                </a:lnTo>
                <a:lnTo>
                  <a:pt x="38937" y="5354"/>
                </a:lnTo>
                <a:cubicBezTo>
                  <a:pt x="50287" y="5354"/>
                  <a:pt x="58655" y="6203"/>
                  <a:pt x="64041" y="7902"/>
                </a:cubicBezTo>
                <a:cubicBezTo>
                  <a:pt x="69427" y="9600"/>
                  <a:pt x="73999" y="12729"/>
                  <a:pt x="77756" y="17287"/>
                </a:cubicBezTo>
                <a:cubicBezTo>
                  <a:pt x="81513" y="21843"/>
                  <a:pt x="83392" y="27276"/>
                  <a:pt x="83392" y="33585"/>
                </a:cubicBezTo>
                <a:cubicBezTo>
                  <a:pt x="83392" y="40325"/>
                  <a:pt x="81251" y="46176"/>
                  <a:pt x="76968" y="51138"/>
                </a:cubicBezTo>
                <a:cubicBezTo>
                  <a:pt x="72685" y="56098"/>
                  <a:pt x="66051" y="59604"/>
                  <a:pt x="57066" y="61654"/>
                </a:cubicBezTo>
                <a:lnTo>
                  <a:pt x="79136" y="93312"/>
                </a:lnTo>
                <a:cubicBezTo>
                  <a:pt x="84180" y="100583"/>
                  <a:pt x="88515" y="105412"/>
                  <a:pt x="92141" y="107800"/>
                </a:cubicBezTo>
                <a:cubicBezTo>
                  <a:pt x="95767" y="110187"/>
                  <a:pt x="100496" y="111705"/>
                  <a:pt x="106329" y="112356"/>
                </a:cubicBezTo>
                <a:lnTo>
                  <a:pt x="106329" y="115357"/>
                </a:lnTo>
                <a:moveTo>
                  <a:pt x="30425" y="58814"/>
                </a:moveTo>
                <a:cubicBezTo>
                  <a:pt x="31423" y="58814"/>
                  <a:pt x="32290" y="58828"/>
                  <a:pt x="33026" y="58855"/>
                </a:cubicBezTo>
                <a:cubicBezTo>
                  <a:pt x="33761" y="58882"/>
                  <a:pt x="34366" y="58895"/>
                  <a:pt x="34839" y="58895"/>
                </a:cubicBezTo>
                <a:cubicBezTo>
                  <a:pt x="45033" y="58895"/>
                  <a:pt x="52718" y="56624"/>
                  <a:pt x="57893" y="52081"/>
                </a:cubicBezTo>
                <a:cubicBezTo>
                  <a:pt x="63069" y="47538"/>
                  <a:pt x="65657" y="41751"/>
                  <a:pt x="65657" y="34721"/>
                </a:cubicBezTo>
                <a:cubicBezTo>
                  <a:pt x="65657" y="27852"/>
                  <a:pt x="63569" y="22268"/>
                  <a:pt x="59391" y="17969"/>
                </a:cubicBezTo>
                <a:cubicBezTo>
                  <a:pt x="55214" y="13669"/>
                  <a:pt x="49683" y="11520"/>
                  <a:pt x="42799" y="11520"/>
                </a:cubicBezTo>
                <a:cubicBezTo>
                  <a:pt x="39752" y="11520"/>
                  <a:pt x="35627" y="12033"/>
                  <a:pt x="30425" y="13061"/>
                </a:cubicBezTo>
                <a:lnTo>
                  <a:pt x="30425" y="58814"/>
                </a:lnTo>
                <a:close/>
                <a:moveTo>
                  <a:pt x="173200" y="41048"/>
                </a:moveTo>
                <a:lnTo>
                  <a:pt x="173200" y="86072"/>
                </a:lnTo>
                <a:cubicBezTo>
                  <a:pt x="173200" y="94671"/>
                  <a:pt x="173397" y="99930"/>
                  <a:pt x="173791" y="101850"/>
                </a:cubicBezTo>
                <a:cubicBezTo>
                  <a:pt x="174185" y="103770"/>
                  <a:pt x="174816" y="105109"/>
                  <a:pt x="175683" y="105866"/>
                </a:cubicBezTo>
                <a:cubicBezTo>
                  <a:pt x="176550" y="106623"/>
                  <a:pt x="177561" y="107002"/>
                  <a:pt x="178717" y="107002"/>
                </a:cubicBezTo>
                <a:cubicBezTo>
                  <a:pt x="180346" y="107002"/>
                  <a:pt x="182185" y="106542"/>
                  <a:pt x="184235" y="105622"/>
                </a:cubicBezTo>
                <a:lnTo>
                  <a:pt x="185338" y="108462"/>
                </a:lnTo>
                <a:lnTo>
                  <a:pt x="163741" y="117629"/>
                </a:lnTo>
                <a:lnTo>
                  <a:pt x="160194" y="117629"/>
                </a:lnTo>
                <a:lnTo>
                  <a:pt x="160194" y="101891"/>
                </a:lnTo>
                <a:cubicBezTo>
                  <a:pt x="153994" y="108813"/>
                  <a:pt x="149265" y="113167"/>
                  <a:pt x="146007" y="114952"/>
                </a:cubicBezTo>
                <a:cubicBezTo>
                  <a:pt x="142749" y="116736"/>
                  <a:pt x="139307" y="117629"/>
                  <a:pt x="135681" y="117629"/>
                </a:cubicBezTo>
                <a:cubicBezTo>
                  <a:pt x="131635" y="117629"/>
                  <a:pt x="128128" y="116425"/>
                  <a:pt x="125159" y="114019"/>
                </a:cubicBezTo>
                <a:cubicBezTo>
                  <a:pt x="122190" y="111612"/>
                  <a:pt x="120127" y="108516"/>
                  <a:pt x="118971" y="104730"/>
                </a:cubicBezTo>
                <a:cubicBezTo>
                  <a:pt x="117815" y="100944"/>
                  <a:pt x="117237" y="95590"/>
                  <a:pt x="117237" y="88668"/>
                </a:cubicBezTo>
                <a:lnTo>
                  <a:pt x="117237" y="55488"/>
                </a:lnTo>
                <a:cubicBezTo>
                  <a:pt x="117237" y="51973"/>
                  <a:pt x="116870" y="49539"/>
                  <a:pt x="116134" y="48187"/>
                </a:cubicBezTo>
                <a:cubicBezTo>
                  <a:pt x="115398" y="46835"/>
                  <a:pt x="114308" y="45794"/>
                  <a:pt x="112863" y="45064"/>
                </a:cubicBezTo>
                <a:cubicBezTo>
                  <a:pt x="111418" y="44334"/>
                  <a:pt x="108804" y="43996"/>
                  <a:pt x="105020" y="44050"/>
                </a:cubicBezTo>
                <a:lnTo>
                  <a:pt x="105020" y="41048"/>
                </a:lnTo>
                <a:lnTo>
                  <a:pt x="130322" y="41048"/>
                </a:lnTo>
                <a:lnTo>
                  <a:pt x="130322" y="90655"/>
                </a:lnTo>
                <a:cubicBezTo>
                  <a:pt x="130322" y="97561"/>
                  <a:pt x="131491" y="102093"/>
                  <a:pt x="133829" y="104251"/>
                </a:cubicBezTo>
                <a:cubicBezTo>
                  <a:pt x="136167" y="106409"/>
                  <a:pt x="138992" y="107488"/>
                  <a:pt x="142302" y="107488"/>
                </a:cubicBezTo>
                <a:cubicBezTo>
                  <a:pt x="144562" y="107488"/>
                  <a:pt x="147123" y="106760"/>
                  <a:pt x="149987" y="105303"/>
                </a:cubicBezTo>
                <a:cubicBezTo>
                  <a:pt x="152851" y="103846"/>
                  <a:pt x="156253" y="101069"/>
                  <a:pt x="160194" y="96970"/>
                </a:cubicBezTo>
                <a:lnTo>
                  <a:pt x="160194" y="54974"/>
                </a:lnTo>
                <a:cubicBezTo>
                  <a:pt x="160194" y="50765"/>
                  <a:pt x="159446" y="47920"/>
                  <a:pt x="157948" y="46438"/>
                </a:cubicBezTo>
                <a:cubicBezTo>
                  <a:pt x="156450" y="44954"/>
                  <a:pt x="153337" y="44158"/>
                  <a:pt x="148608" y="44050"/>
                </a:cubicBezTo>
                <a:lnTo>
                  <a:pt x="148608" y="41048"/>
                </a:lnTo>
                <a:lnTo>
                  <a:pt x="173200" y="41048"/>
                </a:lnTo>
                <a:close/>
                <a:moveTo>
                  <a:pt x="215447" y="0"/>
                </a:moveTo>
                <a:lnTo>
                  <a:pt x="215447" y="98494"/>
                </a:lnTo>
                <a:cubicBezTo>
                  <a:pt x="215447" y="103141"/>
                  <a:pt x="215776" y="106222"/>
                  <a:pt x="216433" y="107737"/>
                </a:cubicBezTo>
                <a:cubicBezTo>
                  <a:pt x="217089" y="109249"/>
                  <a:pt x="218101" y="110398"/>
                  <a:pt x="219467" y="111182"/>
                </a:cubicBezTo>
                <a:cubicBezTo>
                  <a:pt x="220833" y="111964"/>
                  <a:pt x="223382" y="112356"/>
                  <a:pt x="227113" y="112356"/>
                </a:cubicBezTo>
                <a:lnTo>
                  <a:pt x="227113" y="115357"/>
                </a:lnTo>
                <a:lnTo>
                  <a:pt x="191722" y="115357"/>
                </a:lnTo>
                <a:lnTo>
                  <a:pt x="191722" y="112356"/>
                </a:lnTo>
                <a:cubicBezTo>
                  <a:pt x="195033" y="112356"/>
                  <a:pt x="197292" y="112005"/>
                  <a:pt x="198501" y="111304"/>
                </a:cubicBezTo>
                <a:cubicBezTo>
                  <a:pt x="199710" y="110601"/>
                  <a:pt x="200655" y="109439"/>
                  <a:pt x="201339" y="107818"/>
                </a:cubicBezTo>
                <a:cubicBezTo>
                  <a:pt x="202022" y="106195"/>
                  <a:pt x="202363" y="103087"/>
                  <a:pt x="202363" y="98494"/>
                </a:cubicBezTo>
                <a:lnTo>
                  <a:pt x="202363" y="31047"/>
                </a:lnTo>
                <a:cubicBezTo>
                  <a:pt x="202363" y="22671"/>
                  <a:pt x="202179" y="17524"/>
                  <a:pt x="201811" y="15606"/>
                </a:cubicBezTo>
                <a:cubicBezTo>
                  <a:pt x="201444" y="13686"/>
                  <a:pt x="200853" y="12376"/>
                  <a:pt x="200038" y="11674"/>
                </a:cubicBezTo>
                <a:cubicBezTo>
                  <a:pt x="199224" y="10971"/>
                  <a:pt x="198186" y="10620"/>
                  <a:pt x="196925" y="10620"/>
                </a:cubicBezTo>
                <a:cubicBezTo>
                  <a:pt x="195558" y="10620"/>
                  <a:pt x="193824" y="11052"/>
                  <a:pt x="191722" y="11918"/>
                </a:cubicBezTo>
                <a:lnTo>
                  <a:pt x="190383" y="9078"/>
                </a:lnTo>
                <a:lnTo>
                  <a:pt x="211900" y="0"/>
                </a:lnTo>
                <a:lnTo>
                  <a:pt x="215447" y="0"/>
                </a:lnTo>
                <a:close/>
                <a:moveTo>
                  <a:pt x="247601" y="69117"/>
                </a:moveTo>
                <a:cubicBezTo>
                  <a:pt x="247548" y="80124"/>
                  <a:pt x="250149" y="88758"/>
                  <a:pt x="255404" y="95018"/>
                </a:cubicBezTo>
                <a:cubicBezTo>
                  <a:pt x="260659" y="101276"/>
                  <a:pt x="266833" y="104406"/>
                  <a:pt x="273927" y="104406"/>
                </a:cubicBezTo>
                <a:cubicBezTo>
                  <a:pt x="278656" y="104406"/>
                  <a:pt x="282768" y="103067"/>
                  <a:pt x="286262" y="100390"/>
                </a:cubicBezTo>
                <a:cubicBezTo>
                  <a:pt x="289756" y="97713"/>
                  <a:pt x="292686" y="93129"/>
                  <a:pt x="295050" y="86640"/>
                </a:cubicBezTo>
                <a:lnTo>
                  <a:pt x="297494" y="88262"/>
                </a:lnTo>
                <a:cubicBezTo>
                  <a:pt x="296390" y="95671"/>
                  <a:pt x="293185" y="102418"/>
                  <a:pt x="287878" y="108502"/>
                </a:cubicBezTo>
                <a:cubicBezTo>
                  <a:pt x="282571" y="114587"/>
                  <a:pt x="275923" y="117629"/>
                  <a:pt x="267936" y="117629"/>
                </a:cubicBezTo>
                <a:cubicBezTo>
                  <a:pt x="259266" y="117629"/>
                  <a:pt x="251844" y="114162"/>
                  <a:pt x="245670" y="107227"/>
                </a:cubicBezTo>
                <a:cubicBezTo>
                  <a:pt x="239495" y="100291"/>
                  <a:pt x="236408" y="90967"/>
                  <a:pt x="236408" y="79255"/>
                </a:cubicBezTo>
                <a:cubicBezTo>
                  <a:pt x="236408" y="66573"/>
                  <a:pt x="239574" y="56683"/>
                  <a:pt x="245906" y="49587"/>
                </a:cubicBezTo>
                <a:cubicBezTo>
                  <a:pt x="252238" y="42488"/>
                  <a:pt x="260186" y="38939"/>
                  <a:pt x="269749" y="38939"/>
                </a:cubicBezTo>
                <a:cubicBezTo>
                  <a:pt x="277841" y="38939"/>
                  <a:pt x="284489" y="41677"/>
                  <a:pt x="289691" y="47153"/>
                </a:cubicBezTo>
                <a:cubicBezTo>
                  <a:pt x="294893" y="52627"/>
                  <a:pt x="297494" y="59948"/>
                  <a:pt x="297494" y="69117"/>
                </a:cubicBezTo>
                <a:lnTo>
                  <a:pt x="247601" y="69117"/>
                </a:lnTo>
                <a:moveTo>
                  <a:pt x="247601" y="64412"/>
                </a:moveTo>
                <a:lnTo>
                  <a:pt x="281020" y="64412"/>
                </a:lnTo>
                <a:cubicBezTo>
                  <a:pt x="280758" y="59653"/>
                  <a:pt x="280206" y="56300"/>
                  <a:pt x="279365" y="54353"/>
                </a:cubicBezTo>
                <a:cubicBezTo>
                  <a:pt x="278052" y="51324"/>
                  <a:pt x="276094" y="48944"/>
                  <a:pt x="273493" y="47214"/>
                </a:cubicBezTo>
                <a:cubicBezTo>
                  <a:pt x="270892" y="45483"/>
                  <a:pt x="268173" y="44618"/>
                  <a:pt x="265335" y="44618"/>
                </a:cubicBezTo>
                <a:cubicBezTo>
                  <a:pt x="260974" y="44618"/>
                  <a:pt x="257072" y="46362"/>
                  <a:pt x="253630" y="49850"/>
                </a:cubicBezTo>
                <a:cubicBezTo>
                  <a:pt x="250189" y="53339"/>
                  <a:pt x="248179" y="58192"/>
                  <a:pt x="247601" y="64412"/>
                </a:cubicBezTo>
                <a:close/>
                <a:moveTo>
                  <a:pt x="308695" y="71875"/>
                </a:moveTo>
                <a:lnTo>
                  <a:pt x="349445" y="71875"/>
                </a:lnTo>
                <a:lnTo>
                  <a:pt x="349445" y="84125"/>
                </a:lnTo>
                <a:lnTo>
                  <a:pt x="308695" y="84125"/>
                </a:lnTo>
                <a:lnTo>
                  <a:pt x="308695" y="71875"/>
                </a:lnTo>
                <a:close/>
                <a:moveTo>
                  <a:pt x="380789" y="53947"/>
                </a:moveTo>
                <a:cubicBezTo>
                  <a:pt x="387778" y="43942"/>
                  <a:pt x="395318" y="38939"/>
                  <a:pt x="403410" y="38939"/>
                </a:cubicBezTo>
                <a:cubicBezTo>
                  <a:pt x="410820" y="38939"/>
                  <a:pt x="417283" y="42194"/>
                  <a:pt x="422800" y="48704"/>
                </a:cubicBezTo>
                <a:cubicBezTo>
                  <a:pt x="428318" y="55215"/>
                  <a:pt x="431076" y="64115"/>
                  <a:pt x="431076" y="75407"/>
                </a:cubicBezTo>
                <a:cubicBezTo>
                  <a:pt x="431076" y="88589"/>
                  <a:pt x="426820" y="99205"/>
                  <a:pt x="418308" y="107255"/>
                </a:cubicBezTo>
                <a:cubicBezTo>
                  <a:pt x="411003" y="114171"/>
                  <a:pt x="402859" y="117629"/>
                  <a:pt x="393873" y="117629"/>
                </a:cubicBezTo>
                <a:cubicBezTo>
                  <a:pt x="389669" y="117629"/>
                  <a:pt x="385400" y="116845"/>
                  <a:pt x="381065" y="115276"/>
                </a:cubicBezTo>
                <a:cubicBezTo>
                  <a:pt x="376730" y="113708"/>
                  <a:pt x="372303" y="111355"/>
                  <a:pt x="367784" y="108218"/>
                </a:cubicBezTo>
                <a:lnTo>
                  <a:pt x="367784" y="31232"/>
                </a:lnTo>
                <a:cubicBezTo>
                  <a:pt x="367784" y="22796"/>
                  <a:pt x="367587" y="17604"/>
                  <a:pt x="367193" y="15657"/>
                </a:cubicBezTo>
                <a:cubicBezTo>
                  <a:pt x="366798" y="13710"/>
                  <a:pt x="366181" y="12385"/>
                  <a:pt x="365340" y="11682"/>
                </a:cubicBezTo>
                <a:cubicBezTo>
                  <a:pt x="364500" y="10979"/>
                  <a:pt x="363449" y="10627"/>
                  <a:pt x="362187" y="10627"/>
                </a:cubicBezTo>
                <a:cubicBezTo>
                  <a:pt x="360716" y="10627"/>
                  <a:pt x="358877" y="11060"/>
                  <a:pt x="356670" y="11925"/>
                </a:cubicBezTo>
                <a:lnTo>
                  <a:pt x="355567" y="9086"/>
                </a:lnTo>
                <a:lnTo>
                  <a:pt x="377242" y="0"/>
                </a:lnTo>
                <a:lnTo>
                  <a:pt x="380789" y="0"/>
                </a:lnTo>
                <a:lnTo>
                  <a:pt x="380789" y="53947"/>
                </a:lnTo>
                <a:moveTo>
                  <a:pt x="380789" y="59116"/>
                </a:moveTo>
                <a:lnTo>
                  <a:pt x="380789" y="103455"/>
                </a:lnTo>
                <a:cubicBezTo>
                  <a:pt x="383469" y="106151"/>
                  <a:pt x="386241" y="108186"/>
                  <a:pt x="389105" y="109562"/>
                </a:cubicBezTo>
                <a:cubicBezTo>
                  <a:pt x="391968" y="110938"/>
                  <a:pt x="394898" y="111626"/>
                  <a:pt x="397893" y="111626"/>
                </a:cubicBezTo>
                <a:cubicBezTo>
                  <a:pt x="402675" y="111626"/>
                  <a:pt x="407128" y="108929"/>
                  <a:pt x="411253" y="103536"/>
                </a:cubicBezTo>
                <a:cubicBezTo>
                  <a:pt x="415378" y="98141"/>
                  <a:pt x="417440" y="90293"/>
                  <a:pt x="417440" y="79990"/>
                </a:cubicBezTo>
                <a:cubicBezTo>
                  <a:pt x="417440" y="70497"/>
                  <a:pt x="415378" y="63202"/>
                  <a:pt x="411253" y="58105"/>
                </a:cubicBezTo>
                <a:cubicBezTo>
                  <a:pt x="407128" y="53007"/>
                  <a:pt x="402438" y="50459"/>
                  <a:pt x="397184" y="50459"/>
                </a:cubicBezTo>
                <a:cubicBezTo>
                  <a:pt x="394399" y="50459"/>
                  <a:pt x="391614" y="51187"/>
                  <a:pt x="388829" y="52644"/>
                </a:cubicBezTo>
                <a:cubicBezTo>
                  <a:pt x="386727" y="53722"/>
                  <a:pt x="384047" y="55880"/>
                  <a:pt x="380789" y="59116"/>
                </a:cubicBezTo>
                <a:close/>
                <a:moveTo>
                  <a:pt x="482625" y="104649"/>
                </a:moveTo>
                <a:cubicBezTo>
                  <a:pt x="475216" y="110544"/>
                  <a:pt x="470565" y="113951"/>
                  <a:pt x="468674" y="114871"/>
                </a:cubicBezTo>
                <a:cubicBezTo>
                  <a:pt x="465836" y="116277"/>
                  <a:pt x="462815" y="116980"/>
                  <a:pt x="459609" y="116980"/>
                </a:cubicBezTo>
                <a:cubicBezTo>
                  <a:pt x="454617" y="116980"/>
                  <a:pt x="450505" y="115222"/>
                  <a:pt x="447274" y="111707"/>
                </a:cubicBezTo>
                <a:cubicBezTo>
                  <a:pt x="444042" y="108191"/>
                  <a:pt x="442426" y="103567"/>
                  <a:pt x="442426" y="97835"/>
                </a:cubicBezTo>
                <a:cubicBezTo>
                  <a:pt x="442426" y="94211"/>
                  <a:pt x="443215" y="91074"/>
                  <a:pt x="444791" y="88424"/>
                </a:cubicBezTo>
                <a:cubicBezTo>
                  <a:pt x="446945" y="84747"/>
                  <a:pt x="450689" y="81286"/>
                  <a:pt x="456023" y="78041"/>
                </a:cubicBezTo>
                <a:cubicBezTo>
                  <a:pt x="461356" y="74796"/>
                  <a:pt x="470224" y="70848"/>
                  <a:pt x="482625" y="66197"/>
                </a:cubicBezTo>
                <a:lnTo>
                  <a:pt x="482625" y="63276"/>
                </a:lnTo>
                <a:cubicBezTo>
                  <a:pt x="482625" y="55867"/>
                  <a:pt x="481482" y="50783"/>
                  <a:pt x="479196" y="48025"/>
                </a:cubicBezTo>
                <a:cubicBezTo>
                  <a:pt x="476910" y="45267"/>
                  <a:pt x="473587" y="43888"/>
                  <a:pt x="469225" y="43888"/>
                </a:cubicBezTo>
                <a:cubicBezTo>
                  <a:pt x="465915" y="43888"/>
                  <a:pt x="463287" y="44804"/>
                  <a:pt x="461343" y="46636"/>
                </a:cubicBezTo>
                <a:cubicBezTo>
                  <a:pt x="459346" y="48468"/>
                  <a:pt x="458348" y="50569"/>
                  <a:pt x="458348" y="52941"/>
                </a:cubicBezTo>
                <a:lnTo>
                  <a:pt x="458506" y="57628"/>
                </a:lnTo>
                <a:cubicBezTo>
                  <a:pt x="458506" y="60106"/>
                  <a:pt x="457888" y="62018"/>
                  <a:pt x="456653" y="63365"/>
                </a:cubicBezTo>
                <a:cubicBezTo>
                  <a:pt x="455419" y="64712"/>
                  <a:pt x="453803" y="65385"/>
                  <a:pt x="451806" y="65385"/>
                </a:cubicBezTo>
                <a:cubicBezTo>
                  <a:pt x="449862" y="65385"/>
                  <a:pt x="448272" y="64685"/>
                  <a:pt x="447037" y="63284"/>
                </a:cubicBezTo>
                <a:cubicBezTo>
                  <a:pt x="445803" y="61881"/>
                  <a:pt x="445185" y="59966"/>
                  <a:pt x="445185" y="57539"/>
                </a:cubicBezTo>
                <a:cubicBezTo>
                  <a:pt x="445185" y="52903"/>
                  <a:pt x="447497" y="48644"/>
                  <a:pt x="452121" y="44762"/>
                </a:cubicBezTo>
                <a:cubicBezTo>
                  <a:pt x="456745" y="40880"/>
                  <a:pt x="463235" y="38939"/>
                  <a:pt x="471590" y="38939"/>
                </a:cubicBezTo>
                <a:cubicBezTo>
                  <a:pt x="478001" y="38939"/>
                  <a:pt x="483255" y="40046"/>
                  <a:pt x="487354" y="42260"/>
                </a:cubicBezTo>
                <a:cubicBezTo>
                  <a:pt x="490454" y="43935"/>
                  <a:pt x="492740" y="46555"/>
                  <a:pt x="494211" y="50121"/>
                </a:cubicBezTo>
                <a:cubicBezTo>
                  <a:pt x="495157" y="52444"/>
                  <a:pt x="495630" y="57197"/>
                  <a:pt x="495630" y="64381"/>
                </a:cubicBezTo>
                <a:lnTo>
                  <a:pt x="495630" y="89580"/>
                </a:lnTo>
                <a:cubicBezTo>
                  <a:pt x="495630" y="96657"/>
                  <a:pt x="495761" y="100992"/>
                  <a:pt x="496024" y="102585"/>
                </a:cubicBezTo>
                <a:cubicBezTo>
                  <a:pt x="496287" y="104179"/>
                  <a:pt x="496720" y="105246"/>
                  <a:pt x="497325" y="105787"/>
                </a:cubicBezTo>
                <a:cubicBezTo>
                  <a:pt x="497929" y="106326"/>
                  <a:pt x="498625" y="106596"/>
                  <a:pt x="499413" y="106596"/>
                </a:cubicBezTo>
                <a:cubicBezTo>
                  <a:pt x="500254" y="106596"/>
                  <a:pt x="500990" y="106407"/>
                  <a:pt x="501620" y="106028"/>
                </a:cubicBezTo>
                <a:cubicBezTo>
                  <a:pt x="502724" y="105325"/>
                  <a:pt x="504852" y="103351"/>
                  <a:pt x="508005" y="100106"/>
                </a:cubicBezTo>
                <a:lnTo>
                  <a:pt x="508005" y="104649"/>
                </a:lnTo>
                <a:cubicBezTo>
                  <a:pt x="502120" y="112761"/>
                  <a:pt x="496497" y="116817"/>
                  <a:pt x="491137" y="116817"/>
                </a:cubicBezTo>
                <a:cubicBezTo>
                  <a:pt x="488562" y="116817"/>
                  <a:pt x="486513" y="115898"/>
                  <a:pt x="484989" y="114059"/>
                </a:cubicBezTo>
                <a:cubicBezTo>
                  <a:pt x="483465" y="112221"/>
                  <a:pt x="482677" y="109084"/>
                  <a:pt x="482625" y="104649"/>
                </a:cubicBezTo>
                <a:moveTo>
                  <a:pt x="482625" y="99330"/>
                </a:moveTo>
                <a:lnTo>
                  <a:pt x="482625" y="71145"/>
                </a:lnTo>
                <a:cubicBezTo>
                  <a:pt x="474690" y="74375"/>
                  <a:pt x="469567" y="76663"/>
                  <a:pt x="467255" y="78010"/>
                </a:cubicBezTo>
                <a:cubicBezTo>
                  <a:pt x="463104" y="80380"/>
                  <a:pt x="460135" y="82856"/>
                  <a:pt x="458348" y="85441"/>
                </a:cubicBezTo>
                <a:cubicBezTo>
                  <a:pt x="456561" y="88025"/>
                  <a:pt x="455668" y="90851"/>
                  <a:pt x="455668" y="93920"/>
                </a:cubicBezTo>
                <a:cubicBezTo>
                  <a:pt x="455668" y="97797"/>
                  <a:pt x="456798" y="101015"/>
                  <a:pt x="459057" y="103572"/>
                </a:cubicBezTo>
                <a:cubicBezTo>
                  <a:pt x="461317" y="106129"/>
                  <a:pt x="463918" y="107407"/>
                  <a:pt x="466861" y="107407"/>
                </a:cubicBezTo>
                <a:cubicBezTo>
                  <a:pt x="470854" y="107407"/>
                  <a:pt x="476109" y="104715"/>
                  <a:pt x="482625" y="99330"/>
                </a:cubicBezTo>
                <a:close/>
                <a:moveTo>
                  <a:pt x="560116" y="38939"/>
                </a:moveTo>
                <a:lnTo>
                  <a:pt x="560116" y="64087"/>
                </a:lnTo>
                <a:lnTo>
                  <a:pt x="557514" y="64087"/>
                </a:lnTo>
                <a:cubicBezTo>
                  <a:pt x="555518" y="56200"/>
                  <a:pt x="552956" y="50835"/>
                  <a:pt x="549830" y="47992"/>
                </a:cubicBezTo>
                <a:cubicBezTo>
                  <a:pt x="546703" y="45148"/>
                  <a:pt x="542723" y="43725"/>
                  <a:pt x="537888" y="43725"/>
                </a:cubicBezTo>
                <a:cubicBezTo>
                  <a:pt x="534210" y="43725"/>
                  <a:pt x="531241" y="44725"/>
                  <a:pt x="528982" y="46724"/>
                </a:cubicBezTo>
                <a:cubicBezTo>
                  <a:pt x="526722" y="48722"/>
                  <a:pt x="525592" y="50937"/>
                  <a:pt x="525592" y="53369"/>
                </a:cubicBezTo>
                <a:cubicBezTo>
                  <a:pt x="525592" y="56394"/>
                  <a:pt x="526433" y="58987"/>
                  <a:pt x="528115" y="61147"/>
                </a:cubicBezTo>
                <a:cubicBezTo>
                  <a:pt x="529743" y="63362"/>
                  <a:pt x="533054" y="65712"/>
                  <a:pt x="538046" y="68197"/>
                </a:cubicBezTo>
                <a:lnTo>
                  <a:pt x="549554" y="73951"/>
                </a:lnTo>
                <a:cubicBezTo>
                  <a:pt x="560221" y="79299"/>
                  <a:pt x="565554" y="86349"/>
                  <a:pt x="565554" y="95102"/>
                </a:cubicBezTo>
                <a:cubicBezTo>
                  <a:pt x="565554" y="101854"/>
                  <a:pt x="563071" y="107296"/>
                  <a:pt x="558106" y="111430"/>
                </a:cubicBezTo>
                <a:cubicBezTo>
                  <a:pt x="553140" y="115563"/>
                  <a:pt x="547583" y="117629"/>
                  <a:pt x="541435" y="117629"/>
                </a:cubicBezTo>
                <a:cubicBezTo>
                  <a:pt x="537021" y="117629"/>
                  <a:pt x="531977" y="116817"/>
                  <a:pt x="526302" y="115195"/>
                </a:cubicBezTo>
                <a:cubicBezTo>
                  <a:pt x="524568" y="114654"/>
                  <a:pt x="523149" y="114384"/>
                  <a:pt x="522045" y="114384"/>
                </a:cubicBezTo>
                <a:cubicBezTo>
                  <a:pt x="520837" y="114384"/>
                  <a:pt x="519891" y="115087"/>
                  <a:pt x="519208" y="116493"/>
                </a:cubicBezTo>
                <a:lnTo>
                  <a:pt x="516607" y="116493"/>
                </a:lnTo>
                <a:lnTo>
                  <a:pt x="516607" y="89885"/>
                </a:lnTo>
                <a:lnTo>
                  <a:pt x="519208" y="89885"/>
                </a:lnTo>
                <a:cubicBezTo>
                  <a:pt x="520679" y="97483"/>
                  <a:pt x="523490" y="103209"/>
                  <a:pt x="527642" y="107062"/>
                </a:cubicBezTo>
                <a:cubicBezTo>
                  <a:pt x="531793" y="110916"/>
                  <a:pt x="536443" y="112842"/>
                  <a:pt x="541593" y="112842"/>
                </a:cubicBezTo>
                <a:cubicBezTo>
                  <a:pt x="545219" y="112842"/>
                  <a:pt x="548174" y="111749"/>
                  <a:pt x="550460" y="109562"/>
                </a:cubicBezTo>
                <a:cubicBezTo>
                  <a:pt x="552746" y="107373"/>
                  <a:pt x="553889" y="104739"/>
                  <a:pt x="553889" y="101660"/>
                </a:cubicBezTo>
                <a:cubicBezTo>
                  <a:pt x="553889" y="97932"/>
                  <a:pt x="552614" y="94798"/>
                  <a:pt x="550066" y="92260"/>
                </a:cubicBezTo>
                <a:cubicBezTo>
                  <a:pt x="547517" y="89721"/>
                  <a:pt x="542434" y="86508"/>
                  <a:pt x="534814" y="82619"/>
                </a:cubicBezTo>
                <a:cubicBezTo>
                  <a:pt x="527195" y="78728"/>
                  <a:pt x="522203" y="75216"/>
                  <a:pt x="519838" y="72083"/>
                </a:cubicBezTo>
                <a:cubicBezTo>
                  <a:pt x="517474" y="69004"/>
                  <a:pt x="516291" y="65114"/>
                  <a:pt x="516291" y="60414"/>
                </a:cubicBezTo>
                <a:cubicBezTo>
                  <a:pt x="516291" y="54309"/>
                  <a:pt x="518328" y="49205"/>
                  <a:pt x="522400" y="45099"/>
                </a:cubicBezTo>
                <a:cubicBezTo>
                  <a:pt x="526472" y="40993"/>
                  <a:pt x="531740" y="38939"/>
                  <a:pt x="538204" y="38939"/>
                </a:cubicBezTo>
                <a:cubicBezTo>
                  <a:pt x="541041" y="38939"/>
                  <a:pt x="544483" y="39561"/>
                  <a:pt x="548529" y="40805"/>
                </a:cubicBezTo>
                <a:cubicBezTo>
                  <a:pt x="551209" y="41616"/>
                  <a:pt x="552995" y="42022"/>
                  <a:pt x="553889" y="42022"/>
                </a:cubicBezTo>
                <a:cubicBezTo>
                  <a:pt x="554729" y="42022"/>
                  <a:pt x="555386" y="41833"/>
                  <a:pt x="555859" y="41454"/>
                </a:cubicBezTo>
                <a:cubicBezTo>
                  <a:pt x="556332" y="41075"/>
                  <a:pt x="556884" y="40237"/>
                  <a:pt x="557514" y="38939"/>
                </a:cubicBezTo>
                <a:lnTo>
                  <a:pt x="560116" y="38939"/>
                </a:lnTo>
                <a:close/>
                <a:moveTo>
                  <a:pt x="588370" y="69117"/>
                </a:moveTo>
                <a:cubicBezTo>
                  <a:pt x="588317" y="80124"/>
                  <a:pt x="590919" y="88758"/>
                  <a:pt x="596173" y="95018"/>
                </a:cubicBezTo>
                <a:cubicBezTo>
                  <a:pt x="601428" y="101276"/>
                  <a:pt x="607602" y="104406"/>
                  <a:pt x="614696" y="104406"/>
                </a:cubicBezTo>
                <a:cubicBezTo>
                  <a:pt x="619425" y="104406"/>
                  <a:pt x="623537" y="103067"/>
                  <a:pt x="627031" y="100390"/>
                </a:cubicBezTo>
                <a:cubicBezTo>
                  <a:pt x="630526" y="97713"/>
                  <a:pt x="633455" y="93129"/>
                  <a:pt x="635820" y="86640"/>
                </a:cubicBezTo>
                <a:lnTo>
                  <a:pt x="638263" y="88262"/>
                </a:lnTo>
                <a:cubicBezTo>
                  <a:pt x="637160" y="95671"/>
                  <a:pt x="633954" y="102418"/>
                  <a:pt x="628647" y="108502"/>
                </a:cubicBezTo>
                <a:cubicBezTo>
                  <a:pt x="623340" y="114587"/>
                  <a:pt x="616693" y="117629"/>
                  <a:pt x="608706" y="117629"/>
                </a:cubicBezTo>
                <a:cubicBezTo>
                  <a:pt x="600035" y="117629"/>
                  <a:pt x="592613" y="114162"/>
                  <a:pt x="586439" y="107227"/>
                </a:cubicBezTo>
                <a:cubicBezTo>
                  <a:pt x="580265" y="100291"/>
                  <a:pt x="577178" y="90967"/>
                  <a:pt x="577178" y="79255"/>
                </a:cubicBezTo>
                <a:cubicBezTo>
                  <a:pt x="577178" y="66573"/>
                  <a:pt x="580344" y="56683"/>
                  <a:pt x="586675" y="49587"/>
                </a:cubicBezTo>
                <a:cubicBezTo>
                  <a:pt x="593007" y="42488"/>
                  <a:pt x="600955" y="38939"/>
                  <a:pt x="610519" y="38939"/>
                </a:cubicBezTo>
                <a:cubicBezTo>
                  <a:pt x="618611" y="38939"/>
                  <a:pt x="625258" y="41677"/>
                  <a:pt x="630460" y="47153"/>
                </a:cubicBezTo>
                <a:cubicBezTo>
                  <a:pt x="635662" y="52627"/>
                  <a:pt x="638263" y="59948"/>
                  <a:pt x="638263" y="69117"/>
                </a:cubicBezTo>
                <a:lnTo>
                  <a:pt x="588370" y="69117"/>
                </a:lnTo>
                <a:moveTo>
                  <a:pt x="588370" y="64412"/>
                </a:moveTo>
                <a:lnTo>
                  <a:pt x="621790" y="64412"/>
                </a:lnTo>
                <a:cubicBezTo>
                  <a:pt x="621527" y="59653"/>
                  <a:pt x="620975" y="56300"/>
                  <a:pt x="620135" y="54353"/>
                </a:cubicBezTo>
                <a:cubicBezTo>
                  <a:pt x="618821" y="51324"/>
                  <a:pt x="616864" y="48944"/>
                  <a:pt x="614262" y="47214"/>
                </a:cubicBezTo>
                <a:cubicBezTo>
                  <a:pt x="611661" y="45483"/>
                  <a:pt x="608942" y="44618"/>
                  <a:pt x="606105" y="44618"/>
                </a:cubicBezTo>
                <a:cubicBezTo>
                  <a:pt x="601743" y="44618"/>
                  <a:pt x="597842" y="46362"/>
                  <a:pt x="594400" y="49850"/>
                </a:cubicBezTo>
                <a:cubicBezTo>
                  <a:pt x="590958" y="53339"/>
                  <a:pt x="588948" y="58192"/>
                  <a:pt x="588370" y="64412"/>
                </a:cubicBezTo>
                <a:close/>
                <a:moveTo>
                  <a:pt x="698965" y="107002"/>
                </a:moveTo>
                <a:cubicBezTo>
                  <a:pt x="695445" y="110787"/>
                  <a:pt x="692003" y="113505"/>
                  <a:pt x="688640" y="115154"/>
                </a:cubicBezTo>
                <a:cubicBezTo>
                  <a:pt x="685277" y="116804"/>
                  <a:pt x="681651" y="117629"/>
                  <a:pt x="677763" y="117629"/>
                </a:cubicBezTo>
                <a:cubicBezTo>
                  <a:pt x="669881" y="117629"/>
                  <a:pt x="662997" y="114243"/>
                  <a:pt x="657112" y="107471"/>
                </a:cubicBezTo>
                <a:cubicBezTo>
                  <a:pt x="651226" y="100697"/>
                  <a:pt x="648284" y="91993"/>
                  <a:pt x="648284" y="81359"/>
                </a:cubicBezTo>
                <a:cubicBezTo>
                  <a:pt x="648284" y="70727"/>
                  <a:pt x="651542" y="60999"/>
                  <a:pt x="658057" y="52175"/>
                </a:cubicBezTo>
                <a:cubicBezTo>
                  <a:pt x="664573" y="43351"/>
                  <a:pt x="672955" y="38939"/>
                  <a:pt x="683201" y="38939"/>
                </a:cubicBezTo>
                <a:cubicBezTo>
                  <a:pt x="689559" y="38939"/>
                  <a:pt x="694814" y="41021"/>
                  <a:pt x="698965" y="45186"/>
                </a:cubicBezTo>
                <a:lnTo>
                  <a:pt x="698965" y="31445"/>
                </a:lnTo>
                <a:cubicBezTo>
                  <a:pt x="698965" y="22919"/>
                  <a:pt x="698768" y="17678"/>
                  <a:pt x="698374" y="15723"/>
                </a:cubicBezTo>
                <a:cubicBezTo>
                  <a:pt x="697980" y="13767"/>
                  <a:pt x="697363" y="12437"/>
                  <a:pt x="696522" y="11732"/>
                </a:cubicBezTo>
                <a:cubicBezTo>
                  <a:pt x="695681" y="11026"/>
                  <a:pt x="694630" y="10673"/>
                  <a:pt x="693369" y="10673"/>
                </a:cubicBezTo>
                <a:cubicBezTo>
                  <a:pt x="692003" y="10673"/>
                  <a:pt x="690190" y="11107"/>
                  <a:pt x="687930" y="11976"/>
                </a:cubicBezTo>
                <a:lnTo>
                  <a:pt x="686906" y="9124"/>
                </a:lnTo>
                <a:lnTo>
                  <a:pt x="708424" y="0"/>
                </a:lnTo>
                <a:lnTo>
                  <a:pt x="711971" y="0"/>
                </a:lnTo>
                <a:lnTo>
                  <a:pt x="711971" y="85910"/>
                </a:lnTo>
                <a:cubicBezTo>
                  <a:pt x="711971" y="94617"/>
                  <a:pt x="712168" y="99930"/>
                  <a:pt x="712562" y="101850"/>
                </a:cubicBezTo>
                <a:cubicBezTo>
                  <a:pt x="712956" y="103770"/>
                  <a:pt x="713586" y="105109"/>
                  <a:pt x="714453" y="105866"/>
                </a:cubicBezTo>
                <a:cubicBezTo>
                  <a:pt x="715320" y="106623"/>
                  <a:pt x="716332" y="107002"/>
                  <a:pt x="717488" y="107002"/>
                </a:cubicBezTo>
                <a:cubicBezTo>
                  <a:pt x="718907" y="107002"/>
                  <a:pt x="720798" y="106542"/>
                  <a:pt x="723163" y="105622"/>
                </a:cubicBezTo>
                <a:lnTo>
                  <a:pt x="724030" y="108462"/>
                </a:lnTo>
                <a:lnTo>
                  <a:pt x="702591" y="117629"/>
                </a:lnTo>
                <a:lnTo>
                  <a:pt x="698965" y="117629"/>
                </a:lnTo>
                <a:lnTo>
                  <a:pt x="698965" y="107002"/>
                </a:lnTo>
                <a:moveTo>
                  <a:pt x="698965" y="101341"/>
                </a:moveTo>
                <a:lnTo>
                  <a:pt x="698965" y="63147"/>
                </a:lnTo>
                <a:cubicBezTo>
                  <a:pt x="698650" y="59478"/>
                  <a:pt x="697704" y="56133"/>
                  <a:pt x="696128" y="53113"/>
                </a:cubicBezTo>
                <a:cubicBezTo>
                  <a:pt x="694551" y="50091"/>
                  <a:pt x="692463" y="47812"/>
                  <a:pt x="689861" y="46276"/>
                </a:cubicBezTo>
                <a:cubicBezTo>
                  <a:pt x="687260" y="44738"/>
                  <a:pt x="684725" y="43969"/>
                  <a:pt x="682255" y="43969"/>
                </a:cubicBezTo>
                <a:cubicBezTo>
                  <a:pt x="677631" y="43969"/>
                  <a:pt x="673506" y="46100"/>
                  <a:pt x="669881" y="50362"/>
                </a:cubicBezTo>
                <a:cubicBezTo>
                  <a:pt x="665099" y="55972"/>
                  <a:pt x="662708" y="64171"/>
                  <a:pt x="662708" y="74960"/>
                </a:cubicBezTo>
                <a:cubicBezTo>
                  <a:pt x="662708" y="85858"/>
                  <a:pt x="665020" y="94207"/>
                  <a:pt x="669644" y="100007"/>
                </a:cubicBezTo>
                <a:cubicBezTo>
                  <a:pt x="674268" y="105806"/>
                  <a:pt x="679418" y="108705"/>
                  <a:pt x="685093" y="108705"/>
                </a:cubicBezTo>
                <a:cubicBezTo>
                  <a:pt x="689875" y="108705"/>
                  <a:pt x="694499" y="106250"/>
                  <a:pt x="698965" y="101341"/>
                </a:cubicBezTo>
                <a:close/>
                <a:moveTo>
                  <a:pt x="797030" y="11357"/>
                </a:moveTo>
                <a:lnTo>
                  <a:pt x="797030" y="54515"/>
                </a:lnTo>
                <a:lnTo>
                  <a:pt x="816499" y="54515"/>
                </a:lnTo>
                <a:cubicBezTo>
                  <a:pt x="820966" y="54515"/>
                  <a:pt x="824237" y="53501"/>
                  <a:pt x="826312" y="51473"/>
                </a:cubicBezTo>
                <a:cubicBezTo>
                  <a:pt x="828388" y="49445"/>
                  <a:pt x="829767" y="45429"/>
                  <a:pt x="830450" y="39426"/>
                </a:cubicBezTo>
                <a:lnTo>
                  <a:pt x="833367" y="39426"/>
                </a:lnTo>
                <a:lnTo>
                  <a:pt x="833367" y="76743"/>
                </a:lnTo>
                <a:lnTo>
                  <a:pt x="830450" y="76743"/>
                </a:lnTo>
                <a:cubicBezTo>
                  <a:pt x="830398" y="72448"/>
                  <a:pt x="829859" y="69295"/>
                  <a:pt x="828834" y="67284"/>
                </a:cubicBezTo>
                <a:cubicBezTo>
                  <a:pt x="827810" y="65271"/>
                  <a:pt x="826391" y="63762"/>
                  <a:pt x="824578" y="62756"/>
                </a:cubicBezTo>
                <a:cubicBezTo>
                  <a:pt x="822765" y="61751"/>
                  <a:pt x="820072" y="61248"/>
                  <a:pt x="816499" y="61248"/>
                </a:cubicBezTo>
                <a:lnTo>
                  <a:pt x="797030" y="61248"/>
                </a:lnTo>
                <a:lnTo>
                  <a:pt x="797030" y="95862"/>
                </a:lnTo>
                <a:cubicBezTo>
                  <a:pt x="797030" y="101441"/>
                  <a:pt x="797372" y="105125"/>
                  <a:pt x="798055" y="106913"/>
                </a:cubicBezTo>
                <a:cubicBezTo>
                  <a:pt x="798581" y="108267"/>
                  <a:pt x="799684" y="109431"/>
                  <a:pt x="801366" y="110406"/>
                </a:cubicBezTo>
                <a:cubicBezTo>
                  <a:pt x="803678" y="111706"/>
                  <a:pt x="806095" y="112356"/>
                  <a:pt x="808617" y="112356"/>
                </a:cubicBezTo>
                <a:lnTo>
                  <a:pt x="812479" y="112356"/>
                </a:lnTo>
                <a:lnTo>
                  <a:pt x="812479" y="115357"/>
                </a:lnTo>
                <a:lnTo>
                  <a:pt x="766606" y="115357"/>
                </a:lnTo>
                <a:lnTo>
                  <a:pt x="766606" y="112356"/>
                </a:lnTo>
                <a:lnTo>
                  <a:pt x="770389" y="112356"/>
                </a:lnTo>
                <a:cubicBezTo>
                  <a:pt x="774803" y="112356"/>
                  <a:pt x="778009" y="111031"/>
                  <a:pt x="780005" y="108381"/>
                </a:cubicBezTo>
                <a:cubicBezTo>
                  <a:pt x="781266" y="106650"/>
                  <a:pt x="781897" y="102486"/>
                  <a:pt x="781897" y="95888"/>
                </a:cubicBezTo>
                <a:lnTo>
                  <a:pt x="781897" y="24824"/>
                </a:lnTo>
                <a:cubicBezTo>
                  <a:pt x="781897" y="19253"/>
                  <a:pt x="781555" y="15576"/>
                  <a:pt x="780872" y="13791"/>
                </a:cubicBezTo>
                <a:cubicBezTo>
                  <a:pt x="780347" y="12439"/>
                  <a:pt x="779270" y="11276"/>
                  <a:pt x="777641" y="10303"/>
                </a:cubicBezTo>
                <a:cubicBezTo>
                  <a:pt x="775381" y="9005"/>
                  <a:pt x="772964" y="8356"/>
                  <a:pt x="770389" y="8356"/>
                </a:cubicBezTo>
                <a:lnTo>
                  <a:pt x="766606" y="8356"/>
                </a:lnTo>
                <a:lnTo>
                  <a:pt x="766606" y="5354"/>
                </a:lnTo>
                <a:lnTo>
                  <a:pt x="846136" y="5354"/>
                </a:lnTo>
                <a:lnTo>
                  <a:pt x="847160" y="29529"/>
                </a:lnTo>
                <a:lnTo>
                  <a:pt x="844401" y="29529"/>
                </a:lnTo>
                <a:cubicBezTo>
                  <a:pt x="843035" y="24391"/>
                  <a:pt x="841446" y="20619"/>
                  <a:pt x="839633" y="18212"/>
                </a:cubicBezTo>
                <a:cubicBezTo>
                  <a:pt x="837820" y="15806"/>
                  <a:pt x="835587" y="14061"/>
                  <a:pt x="832933" y="12980"/>
                </a:cubicBezTo>
                <a:cubicBezTo>
                  <a:pt x="830279" y="11898"/>
                  <a:pt x="826168" y="11357"/>
                  <a:pt x="820598" y="11357"/>
                </a:cubicBezTo>
                <a:lnTo>
                  <a:pt x="797030" y="11357"/>
                </a:lnTo>
                <a:close/>
                <a:moveTo>
                  <a:pt x="870875" y="69117"/>
                </a:moveTo>
                <a:cubicBezTo>
                  <a:pt x="870822" y="80124"/>
                  <a:pt x="873423" y="88758"/>
                  <a:pt x="878678" y="95018"/>
                </a:cubicBezTo>
                <a:cubicBezTo>
                  <a:pt x="883932" y="101276"/>
                  <a:pt x="890107" y="104406"/>
                  <a:pt x="897201" y="104406"/>
                </a:cubicBezTo>
                <a:cubicBezTo>
                  <a:pt x="901930" y="104406"/>
                  <a:pt x="906042" y="103067"/>
                  <a:pt x="909536" y="100390"/>
                </a:cubicBezTo>
                <a:cubicBezTo>
                  <a:pt x="913030" y="97713"/>
                  <a:pt x="915960" y="93129"/>
                  <a:pt x="918324" y="86640"/>
                </a:cubicBezTo>
                <a:lnTo>
                  <a:pt x="920768" y="88262"/>
                </a:lnTo>
                <a:cubicBezTo>
                  <a:pt x="919664" y="95671"/>
                  <a:pt x="916459" y="102418"/>
                  <a:pt x="911152" y="108502"/>
                </a:cubicBezTo>
                <a:cubicBezTo>
                  <a:pt x="905844" y="114587"/>
                  <a:pt x="899197" y="117629"/>
                  <a:pt x="891210" y="117629"/>
                </a:cubicBezTo>
                <a:cubicBezTo>
                  <a:pt x="882540" y="117629"/>
                  <a:pt x="875118" y="114162"/>
                  <a:pt x="868943" y="107227"/>
                </a:cubicBezTo>
                <a:cubicBezTo>
                  <a:pt x="862769" y="100291"/>
                  <a:pt x="859682" y="90967"/>
                  <a:pt x="859682" y="79255"/>
                </a:cubicBezTo>
                <a:cubicBezTo>
                  <a:pt x="859682" y="66573"/>
                  <a:pt x="862848" y="56683"/>
                  <a:pt x="869180" y="49587"/>
                </a:cubicBezTo>
                <a:cubicBezTo>
                  <a:pt x="875512" y="42488"/>
                  <a:pt x="883460" y="38939"/>
                  <a:pt x="893023" y="38939"/>
                </a:cubicBezTo>
                <a:cubicBezTo>
                  <a:pt x="901115" y="38939"/>
                  <a:pt x="907762" y="41677"/>
                  <a:pt x="912965" y="47153"/>
                </a:cubicBezTo>
                <a:cubicBezTo>
                  <a:pt x="918167" y="52627"/>
                  <a:pt x="920768" y="59948"/>
                  <a:pt x="920768" y="69117"/>
                </a:cubicBezTo>
                <a:lnTo>
                  <a:pt x="870875" y="69117"/>
                </a:lnTo>
                <a:moveTo>
                  <a:pt x="870875" y="64412"/>
                </a:moveTo>
                <a:lnTo>
                  <a:pt x="904294" y="64412"/>
                </a:lnTo>
                <a:cubicBezTo>
                  <a:pt x="904032" y="59653"/>
                  <a:pt x="903480" y="56300"/>
                  <a:pt x="902639" y="54353"/>
                </a:cubicBezTo>
                <a:cubicBezTo>
                  <a:pt x="901325" y="51324"/>
                  <a:pt x="899368" y="48944"/>
                  <a:pt x="896767" y="47214"/>
                </a:cubicBezTo>
                <a:cubicBezTo>
                  <a:pt x="894166" y="45483"/>
                  <a:pt x="891447" y="44618"/>
                  <a:pt x="888609" y="44618"/>
                </a:cubicBezTo>
                <a:cubicBezTo>
                  <a:pt x="884248" y="44618"/>
                  <a:pt x="880346" y="46362"/>
                  <a:pt x="876904" y="49850"/>
                </a:cubicBezTo>
                <a:cubicBezTo>
                  <a:pt x="873463" y="53339"/>
                  <a:pt x="871453" y="58192"/>
                  <a:pt x="870875" y="64412"/>
                </a:cubicBezTo>
                <a:close/>
                <a:moveTo>
                  <a:pt x="971381" y="104649"/>
                </a:moveTo>
                <a:cubicBezTo>
                  <a:pt x="963972" y="110544"/>
                  <a:pt x="959321" y="113951"/>
                  <a:pt x="957430" y="114871"/>
                </a:cubicBezTo>
                <a:cubicBezTo>
                  <a:pt x="954592" y="116277"/>
                  <a:pt x="951571" y="116980"/>
                  <a:pt x="948365" y="116980"/>
                </a:cubicBezTo>
                <a:cubicBezTo>
                  <a:pt x="943373" y="116980"/>
                  <a:pt x="939262" y="115222"/>
                  <a:pt x="936030" y="111707"/>
                </a:cubicBezTo>
                <a:cubicBezTo>
                  <a:pt x="932798" y="108191"/>
                  <a:pt x="931183" y="103567"/>
                  <a:pt x="931183" y="97835"/>
                </a:cubicBezTo>
                <a:cubicBezTo>
                  <a:pt x="931183" y="94211"/>
                  <a:pt x="931971" y="91074"/>
                  <a:pt x="933547" y="88424"/>
                </a:cubicBezTo>
                <a:cubicBezTo>
                  <a:pt x="935702" y="84747"/>
                  <a:pt x="939446" y="81286"/>
                  <a:pt x="944779" y="78041"/>
                </a:cubicBezTo>
                <a:cubicBezTo>
                  <a:pt x="950113" y="74796"/>
                  <a:pt x="958980" y="70848"/>
                  <a:pt x="971381" y="66197"/>
                </a:cubicBezTo>
                <a:lnTo>
                  <a:pt x="971381" y="63276"/>
                </a:lnTo>
                <a:cubicBezTo>
                  <a:pt x="971381" y="55867"/>
                  <a:pt x="970238" y="50783"/>
                  <a:pt x="967952" y="48025"/>
                </a:cubicBezTo>
                <a:cubicBezTo>
                  <a:pt x="965666" y="45267"/>
                  <a:pt x="962343" y="43888"/>
                  <a:pt x="957981" y="43888"/>
                </a:cubicBezTo>
                <a:cubicBezTo>
                  <a:pt x="954671" y="43888"/>
                  <a:pt x="952044" y="44804"/>
                  <a:pt x="950099" y="46636"/>
                </a:cubicBezTo>
                <a:cubicBezTo>
                  <a:pt x="948103" y="48468"/>
                  <a:pt x="947104" y="50569"/>
                  <a:pt x="947104" y="52941"/>
                </a:cubicBezTo>
                <a:lnTo>
                  <a:pt x="947262" y="57628"/>
                </a:lnTo>
                <a:cubicBezTo>
                  <a:pt x="947262" y="60106"/>
                  <a:pt x="946645" y="62018"/>
                  <a:pt x="945410" y="63365"/>
                </a:cubicBezTo>
                <a:cubicBezTo>
                  <a:pt x="944175" y="64712"/>
                  <a:pt x="942559" y="65385"/>
                  <a:pt x="940562" y="65385"/>
                </a:cubicBezTo>
                <a:cubicBezTo>
                  <a:pt x="938618" y="65385"/>
                  <a:pt x="937028" y="64685"/>
                  <a:pt x="935794" y="63284"/>
                </a:cubicBezTo>
                <a:cubicBezTo>
                  <a:pt x="934559" y="61881"/>
                  <a:pt x="933941" y="59966"/>
                  <a:pt x="933941" y="57539"/>
                </a:cubicBezTo>
                <a:cubicBezTo>
                  <a:pt x="933941" y="52903"/>
                  <a:pt x="936253" y="48644"/>
                  <a:pt x="940877" y="44762"/>
                </a:cubicBezTo>
                <a:cubicBezTo>
                  <a:pt x="945502" y="40880"/>
                  <a:pt x="951991" y="38939"/>
                  <a:pt x="960346" y="38939"/>
                </a:cubicBezTo>
                <a:cubicBezTo>
                  <a:pt x="966757" y="38939"/>
                  <a:pt x="972011" y="40046"/>
                  <a:pt x="976110" y="42260"/>
                </a:cubicBezTo>
                <a:cubicBezTo>
                  <a:pt x="979210" y="43935"/>
                  <a:pt x="981496" y="46555"/>
                  <a:pt x="982968" y="50121"/>
                </a:cubicBezTo>
                <a:cubicBezTo>
                  <a:pt x="983913" y="52444"/>
                  <a:pt x="984386" y="57197"/>
                  <a:pt x="984386" y="64381"/>
                </a:cubicBezTo>
                <a:lnTo>
                  <a:pt x="984386" y="89580"/>
                </a:lnTo>
                <a:cubicBezTo>
                  <a:pt x="984386" y="96657"/>
                  <a:pt x="984518" y="100992"/>
                  <a:pt x="984780" y="102585"/>
                </a:cubicBezTo>
                <a:cubicBezTo>
                  <a:pt x="985043" y="104179"/>
                  <a:pt x="985477" y="105246"/>
                  <a:pt x="986081" y="105787"/>
                </a:cubicBezTo>
                <a:cubicBezTo>
                  <a:pt x="986685" y="106326"/>
                  <a:pt x="987381" y="106596"/>
                  <a:pt x="988170" y="106596"/>
                </a:cubicBezTo>
                <a:cubicBezTo>
                  <a:pt x="989010" y="106596"/>
                  <a:pt x="989746" y="106407"/>
                  <a:pt x="990377" y="106028"/>
                </a:cubicBezTo>
                <a:cubicBezTo>
                  <a:pt x="991480" y="105325"/>
                  <a:pt x="993608" y="103351"/>
                  <a:pt x="996761" y="100106"/>
                </a:cubicBezTo>
                <a:lnTo>
                  <a:pt x="996761" y="104649"/>
                </a:lnTo>
                <a:cubicBezTo>
                  <a:pt x="990876" y="112761"/>
                  <a:pt x="985253" y="116817"/>
                  <a:pt x="979894" y="116817"/>
                </a:cubicBezTo>
                <a:cubicBezTo>
                  <a:pt x="977319" y="116817"/>
                  <a:pt x="975269" y="115898"/>
                  <a:pt x="973746" y="114059"/>
                </a:cubicBezTo>
                <a:cubicBezTo>
                  <a:pt x="972222" y="112221"/>
                  <a:pt x="971433" y="109084"/>
                  <a:pt x="971381" y="104649"/>
                </a:cubicBezTo>
                <a:moveTo>
                  <a:pt x="971381" y="99330"/>
                </a:moveTo>
                <a:lnTo>
                  <a:pt x="971381" y="71145"/>
                </a:lnTo>
                <a:cubicBezTo>
                  <a:pt x="963446" y="74375"/>
                  <a:pt x="958323" y="76663"/>
                  <a:pt x="956011" y="78010"/>
                </a:cubicBezTo>
                <a:cubicBezTo>
                  <a:pt x="951860" y="80380"/>
                  <a:pt x="948891" y="82856"/>
                  <a:pt x="947104" y="85441"/>
                </a:cubicBezTo>
                <a:cubicBezTo>
                  <a:pt x="945318" y="88025"/>
                  <a:pt x="944424" y="90851"/>
                  <a:pt x="944424" y="93920"/>
                </a:cubicBezTo>
                <a:cubicBezTo>
                  <a:pt x="944424" y="97797"/>
                  <a:pt x="945554" y="101015"/>
                  <a:pt x="947814" y="103572"/>
                </a:cubicBezTo>
                <a:cubicBezTo>
                  <a:pt x="950073" y="106129"/>
                  <a:pt x="952674" y="107407"/>
                  <a:pt x="955617" y="107407"/>
                </a:cubicBezTo>
                <a:cubicBezTo>
                  <a:pt x="959610" y="107407"/>
                  <a:pt x="964865" y="104715"/>
                  <a:pt x="971381" y="99330"/>
                </a:cubicBezTo>
                <a:close/>
                <a:moveTo>
                  <a:pt x="1023176" y="16549"/>
                </a:moveTo>
                <a:lnTo>
                  <a:pt x="1023176" y="41048"/>
                </a:lnTo>
                <a:lnTo>
                  <a:pt x="1040044" y="41048"/>
                </a:lnTo>
                <a:lnTo>
                  <a:pt x="1040044" y="46727"/>
                </a:lnTo>
                <a:lnTo>
                  <a:pt x="1023176" y="46727"/>
                </a:lnTo>
                <a:lnTo>
                  <a:pt x="1023176" y="94848"/>
                </a:lnTo>
                <a:cubicBezTo>
                  <a:pt x="1023176" y="99657"/>
                  <a:pt x="1023846" y="102898"/>
                  <a:pt x="1025186" y="104573"/>
                </a:cubicBezTo>
                <a:cubicBezTo>
                  <a:pt x="1026526" y="106246"/>
                  <a:pt x="1028247" y="107083"/>
                  <a:pt x="1030349" y="107083"/>
                </a:cubicBezTo>
                <a:cubicBezTo>
                  <a:pt x="1032083" y="107083"/>
                  <a:pt x="1033764" y="106528"/>
                  <a:pt x="1035393" y="105420"/>
                </a:cubicBezTo>
                <a:cubicBezTo>
                  <a:pt x="1037022" y="104311"/>
                  <a:pt x="1038283" y="102675"/>
                  <a:pt x="1039177" y="100512"/>
                </a:cubicBezTo>
                <a:lnTo>
                  <a:pt x="1042251" y="100512"/>
                </a:lnTo>
                <a:cubicBezTo>
                  <a:pt x="1040411" y="105827"/>
                  <a:pt x="1037810" y="109847"/>
                  <a:pt x="1034447" y="112571"/>
                </a:cubicBezTo>
                <a:cubicBezTo>
                  <a:pt x="1031084" y="115294"/>
                  <a:pt x="1027616" y="116655"/>
                  <a:pt x="1024043" y="116655"/>
                </a:cubicBezTo>
                <a:cubicBezTo>
                  <a:pt x="1021626" y="116655"/>
                  <a:pt x="1019261" y="115965"/>
                  <a:pt x="1016949" y="114584"/>
                </a:cubicBezTo>
                <a:cubicBezTo>
                  <a:pt x="1014637" y="113203"/>
                  <a:pt x="1012929" y="111228"/>
                  <a:pt x="1011826" y="108657"/>
                </a:cubicBezTo>
                <a:cubicBezTo>
                  <a:pt x="1010722" y="106085"/>
                  <a:pt x="1010171" y="102118"/>
                  <a:pt x="1010171" y="96757"/>
                </a:cubicBezTo>
                <a:lnTo>
                  <a:pt x="1010171" y="46727"/>
                </a:lnTo>
                <a:lnTo>
                  <a:pt x="998742" y="46727"/>
                </a:lnTo>
                <a:lnTo>
                  <a:pt x="998742" y="44050"/>
                </a:lnTo>
                <a:cubicBezTo>
                  <a:pt x="1001632" y="42857"/>
                  <a:pt x="1004588" y="40836"/>
                  <a:pt x="1007609" y="37989"/>
                </a:cubicBezTo>
                <a:cubicBezTo>
                  <a:pt x="1010631" y="35141"/>
                  <a:pt x="1013324" y="31764"/>
                  <a:pt x="1015688" y="27858"/>
                </a:cubicBezTo>
                <a:cubicBezTo>
                  <a:pt x="1016897" y="25798"/>
                  <a:pt x="1018578" y="22028"/>
                  <a:pt x="1020733" y="16549"/>
                </a:cubicBezTo>
                <a:lnTo>
                  <a:pt x="1023176" y="16549"/>
                </a:lnTo>
                <a:close/>
                <a:moveTo>
                  <a:pt x="1110346" y="41048"/>
                </a:moveTo>
                <a:lnTo>
                  <a:pt x="1110346" y="86072"/>
                </a:lnTo>
                <a:cubicBezTo>
                  <a:pt x="1110346" y="94671"/>
                  <a:pt x="1110543" y="99930"/>
                  <a:pt x="1110937" y="101850"/>
                </a:cubicBezTo>
                <a:cubicBezTo>
                  <a:pt x="1111331" y="103770"/>
                  <a:pt x="1111962" y="105109"/>
                  <a:pt x="1112829" y="105866"/>
                </a:cubicBezTo>
                <a:cubicBezTo>
                  <a:pt x="1113696" y="106623"/>
                  <a:pt x="1114707" y="107002"/>
                  <a:pt x="1115863" y="107002"/>
                </a:cubicBezTo>
                <a:cubicBezTo>
                  <a:pt x="1117492" y="107002"/>
                  <a:pt x="1119331" y="106542"/>
                  <a:pt x="1121381" y="105622"/>
                </a:cubicBezTo>
                <a:lnTo>
                  <a:pt x="1122484" y="108462"/>
                </a:lnTo>
                <a:lnTo>
                  <a:pt x="1100887" y="117629"/>
                </a:lnTo>
                <a:lnTo>
                  <a:pt x="1097341" y="117629"/>
                </a:lnTo>
                <a:lnTo>
                  <a:pt x="1097341" y="101891"/>
                </a:lnTo>
                <a:cubicBezTo>
                  <a:pt x="1091140" y="108813"/>
                  <a:pt x="1086411" y="113167"/>
                  <a:pt x="1083153" y="114952"/>
                </a:cubicBezTo>
                <a:cubicBezTo>
                  <a:pt x="1079895" y="116736"/>
                  <a:pt x="1076453" y="117629"/>
                  <a:pt x="1072827" y="117629"/>
                </a:cubicBezTo>
                <a:cubicBezTo>
                  <a:pt x="1068781" y="117629"/>
                  <a:pt x="1065274" y="116425"/>
                  <a:pt x="1062305" y="114019"/>
                </a:cubicBezTo>
                <a:cubicBezTo>
                  <a:pt x="1059336" y="111612"/>
                  <a:pt x="1057274" y="108516"/>
                  <a:pt x="1056118" y="104730"/>
                </a:cubicBezTo>
                <a:cubicBezTo>
                  <a:pt x="1054962" y="100944"/>
                  <a:pt x="1054384" y="95590"/>
                  <a:pt x="1054384" y="88668"/>
                </a:cubicBezTo>
                <a:lnTo>
                  <a:pt x="1054384" y="55488"/>
                </a:lnTo>
                <a:cubicBezTo>
                  <a:pt x="1054384" y="51973"/>
                  <a:pt x="1054016" y="49539"/>
                  <a:pt x="1053280" y="48187"/>
                </a:cubicBezTo>
                <a:cubicBezTo>
                  <a:pt x="1052544" y="46835"/>
                  <a:pt x="1051454" y="45794"/>
                  <a:pt x="1050009" y="45064"/>
                </a:cubicBezTo>
                <a:cubicBezTo>
                  <a:pt x="1048564" y="44334"/>
                  <a:pt x="1045950" y="43996"/>
                  <a:pt x="1042166" y="44050"/>
                </a:cubicBezTo>
                <a:lnTo>
                  <a:pt x="1042166" y="41048"/>
                </a:lnTo>
                <a:lnTo>
                  <a:pt x="1067468" y="41048"/>
                </a:lnTo>
                <a:lnTo>
                  <a:pt x="1067468" y="90655"/>
                </a:lnTo>
                <a:cubicBezTo>
                  <a:pt x="1067468" y="97561"/>
                  <a:pt x="1068637" y="102093"/>
                  <a:pt x="1070975" y="104251"/>
                </a:cubicBezTo>
                <a:cubicBezTo>
                  <a:pt x="1073313" y="106409"/>
                  <a:pt x="1076138" y="107488"/>
                  <a:pt x="1079448" y="107488"/>
                </a:cubicBezTo>
                <a:cubicBezTo>
                  <a:pt x="1081708" y="107488"/>
                  <a:pt x="1084270" y="106760"/>
                  <a:pt x="1087133" y="105303"/>
                </a:cubicBezTo>
                <a:cubicBezTo>
                  <a:pt x="1089997" y="103846"/>
                  <a:pt x="1093400" y="101069"/>
                  <a:pt x="1097341" y="96970"/>
                </a:cubicBezTo>
                <a:lnTo>
                  <a:pt x="1097341" y="54974"/>
                </a:lnTo>
                <a:cubicBezTo>
                  <a:pt x="1097341" y="50765"/>
                  <a:pt x="1096592" y="47920"/>
                  <a:pt x="1095094" y="46438"/>
                </a:cubicBezTo>
                <a:cubicBezTo>
                  <a:pt x="1093597" y="44954"/>
                  <a:pt x="1090483" y="44158"/>
                  <a:pt x="1085754" y="44050"/>
                </a:cubicBezTo>
                <a:lnTo>
                  <a:pt x="1085754" y="41048"/>
                </a:lnTo>
                <a:lnTo>
                  <a:pt x="1110346" y="41048"/>
                </a:lnTo>
                <a:close/>
                <a:moveTo>
                  <a:pt x="1148889" y="38939"/>
                </a:moveTo>
                <a:lnTo>
                  <a:pt x="1148889" y="55651"/>
                </a:lnTo>
                <a:cubicBezTo>
                  <a:pt x="1154932" y="44510"/>
                  <a:pt x="1161133" y="38939"/>
                  <a:pt x="1167491" y="38939"/>
                </a:cubicBezTo>
                <a:cubicBezTo>
                  <a:pt x="1170381" y="38939"/>
                  <a:pt x="1172772" y="39845"/>
                  <a:pt x="1174663" y="41657"/>
                </a:cubicBezTo>
                <a:cubicBezTo>
                  <a:pt x="1176555" y="43469"/>
                  <a:pt x="1177501" y="45564"/>
                  <a:pt x="1177501" y="47944"/>
                </a:cubicBezTo>
                <a:cubicBezTo>
                  <a:pt x="1177501" y="50053"/>
                  <a:pt x="1176818" y="51838"/>
                  <a:pt x="1175452" y="53298"/>
                </a:cubicBezTo>
                <a:cubicBezTo>
                  <a:pt x="1174085" y="54758"/>
                  <a:pt x="1172456" y="55488"/>
                  <a:pt x="1170565" y="55488"/>
                </a:cubicBezTo>
                <a:cubicBezTo>
                  <a:pt x="1168726" y="55488"/>
                  <a:pt x="1166663" y="54555"/>
                  <a:pt x="1164377" y="52690"/>
                </a:cubicBezTo>
                <a:cubicBezTo>
                  <a:pt x="1162092" y="50824"/>
                  <a:pt x="1160397" y="49891"/>
                  <a:pt x="1159293" y="49891"/>
                </a:cubicBezTo>
                <a:cubicBezTo>
                  <a:pt x="1158348" y="49891"/>
                  <a:pt x="1157323" y="50430"/>
                  <a:pt x="1156219" y="51508"/>
                </a:cubicBezTo>
                <a:cubicBezTo>
                  <a:pt x="1153855" y="53720"/>
                  <a:pt x="1151411" y="57362"/>
                  <a:pt x="1148889" y="62432"/>
                </a:cubicBezTo>
                <a:lnTo>
                  <a:pt x="1148889" y="97954"/>
                </a:lnTo>
                <a:cubicBezTo>
                  <a:pt x="1148889" y="102052"/>
                  <a:pt x="1149388" y="105153"/>
                  <a:pt x="1150387" y="107258"/>
                </a:cubicBezTo>
                <a:cubicBezTo>
                  <a:pt x="1151070" y="108714"/>
                  <a:pt x="1152278" y="109929"/>
                  <a:pt x="1154012" y="110901"/>
                </a:cubicBezTo>
                <a:cubicBezTo>
                  <a:pt x="1155746" y="111871"/>
                  <a:pt x="1158242" y="112356"/>
                  <a:pt x="1161500" y="112356"/>
                </a:cubicBezTo>
                <a:lnTo>
                  <a:pt x="1161500" y="115357"/>
                </a:lnTo>
                <a:lnTo>
                  <a:pt x="1124534" y="115357"/>
                </a:lnTo>
                <a:lnTo>
                  <a:pt x="1124534" y="112356"/>
                </a:lnTo>
                <a:cubicBezTo>
                  <a:pt x="1128212" y="112356"/>
                  <a:pt x="1130944" y="111762"/>
                  <a:pt x="1132731" y="110576"/>
                </a:cubicBezTo>
                <a:cubicBezTo>
                  <a:pt x="1134045" y="109712"/>
                  <a:pt x="1134964" y="108336"/>
                  <a:pt x="1135490" y="106446"/>
                </a:cubicBezTo>
                <a:cubicBezTo>
                  <a:pt x="1135752" y="105529"/>
                  <a:pt x="1135884" y="102912"/>
                  <a:pt x="1135884" y="98595"/>
                </a:cubicBezTo>
                <a:lnTo>
                  <a:pt x="1135884" y="69860"/>
                </a:lnTo>
                <a:cubicBezTo>
                  <a:pt x="1135884" y="61225"/>
                  <a:pt x="1135713" y="56086"/>
                  <a:pt x="1135371" y="54441"/>
                </a:cubicBezTo>
                <a:cubicBezTo>
                  <a:pt x="1135030" y="52795"/>
                  <a:pt x="1134399" y="51594"/>
                  <a:pt x="1133480" y="50839"/>
                </a:cubicBezTo>
                <a:cubicBezTo>
                  <a:pt x="1132560" y="50083"/>
                  <a:pt x="1131417" y="49706"/>
                  <a:pt x="1130051" y="49706"/>
                </a:cubicBezTo>
                <a:cubicBezTo>
                  <a:pt x="1128422" y="49706"/>
                  <a:pt x="1126583" y="50111"/>
                  <a:pt x="1124534" y="50920"/>
                </a:cubicBezTo>
                <a:lnTo>
                  <a:pt x="1123745" y="48005"/>
                </a:lnTo>
                <a:lnTo>
                  <a:pt x="1145579" y="38939"/>
                </a:lnTo>
                <a:lnTo>
                  <a:pt x="1148889" y="38939"/>
                </a:lnTo>
                <a:close/>
                <a:moveTo>
                  <a:pt x="1193706" y="69117"/>
                </a:moveTo>
                <a:cubicBezTo>
                  <a:pt x="1193654" y="80124"/>
                  <a:pt x="1196255" y="88758"/>
                  <a:pt x="1201509" y="95018"/>
                </a:cubicBezTo>
                <a:cubicBezTo>
                  <a:pt x="1206764" y="101276"/>
                  <a:pt x="1212938" y="104406"/>
                  <a:pt x="1220032" y="104406"/>
                </a:cubicBezTo>
                <a:cubicBezTo>
                  <a:pt x="1224761" y="104406"/>
                  <a:pt x="1228873" y="103067"/>
                  <a:pt x="1232368" y="100390"/>
                </a:cubicBezTo>
                <a:cubicBezTo>
                  <a:pt x="1235862" y="97713"/>
                  <a:pt x="1238791" y="93129"/>
                  <a:pt x="1241156" y="86640"/>
                </a:cubicBezTo>
                <a:lnTo>
                  <a:pt x="1243599" y="88262"/>
                </a:lnTo>
                <a:cubicBezTo>
                  <a:pt x="1242496" y="95671"/>
                  <a:pt x="1239291" y="102418"/>
                  <a:pt x="1233983" y="108502"/>
                </a:cubicBezTo>
                <a:cubicBezTo>
                  <a:pt x="1228676" y="114587"/>
                  <a:pt x="1222029" y="117629"/>
                  <a:pt x="1214042" y="117629"/>
                </a:cubicBezTo>
                <a:cubicBezTo>
                  <a:pt x="1205372" y="117629"/>
                  <a:pt x="1197949" y="114162"/>
                  <a:pt x="1191775" y="107227"/>
                </a:cubicBezTo>
                <a:cubicBezTo>
                  <a:pt x="1185601" y="100291"/>
                  <a:pt x="1182514" y="90967"/>
                  <a:pt x="1182514" y="79255"/>
                </a:cubicBezTo>
                <a:cubicBezTo>
                  <a:pt x="1182514" y="66573"/>
                  <a:pt x="1185680" y="56683"/>
                  <a:pt x="1192012" y="49587"/>
                </a:cubicBezTo>
                <a:cubicBezTo>
                  <a:pt x="1198344" y="42488"/>
                  <a:pt x="1206291" y="38939"/>
                  <a:pt x="1215855" y="38939"/>
                </a:cubicBezTo>
                <a:cubicBezTo>
                  <a:pt x="1223947" y="38939"/>
                  <a:pt x="1230594" y="41677"/>
                  <a:pt x="1235796" y="47153"/>
                </a:cubicBezTo>
                <a:cubicBezTo>
                  <a:pt x="1240998" y="52627"/>
                  <a:pt x="1243599" y="59948"/>
                  <a:pt x="1243599" y="69117"/>
                </a:cubicBezTo>
                <a:lnTo>
                  <a:pt x="1193706" y="69117"/>
                </a:lnTo>
                <a:moveTo>
                  <a:pt x="1193706" y="64412"/>
                </a:moveTo>
                <a:lnTo>
                  <a:pt x="1227126" y="64412"/>
                </a:lnTo>
                <a:cubicBezTo>
                  <a:pt x="1226863" y="59653"/>
                  <a:pt x="1226312" y="56300"/>
                  <a:pt x="1225471" y="54353"/>
                </a:cubicBezTo>
                <a:cubicBezTo>
                  <a:pt x="1224157" y="51324"/>
                  <a:pt x="1222200" y="48944"/>
                  <a:pt x="1219599" y="47214"/>
                </a:cubicBezTo>
                <a:cubicBezTo>
                  <a:pt x="1216998" y="45483"/>
                  <a:pt x="1214278" y="44618"/>
                  <a:pt x="1211441" y="44618"/>
                </a:cubicBezTo>
                <a:cubicBezTo>
                  <a:pt x="1207079" y="44618"/>
                  <a:pt x="1203178" y="46362"/>
                  <a:pt x="1199736" y="49850"/>
                </a:cubicBezTo>
                <a:cubicBezTo>
                  <a:pt x="1196294" y="53339"/>
                  <a:pt x="1194284" y="58192"/>
                  <a:pt x="1193706" y="644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74A651-D271-41FE-8E07-784A53FF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640" y="1090558"/>
            <a:ext cx="1525072" cy="216837"/>
          </a:xfrm>
          <a:custGeom xmlns:a="http://schemas.openxmlformats.org/drawingml/2006/main">
            <a:pathLst>
              <a:path w="1525072" h="216837">
                <a:moveTo>
                  <a:pt x="105340" y="0"/>
                </a:moveTo>
                <a:lnTo>
                  <a:pt x="1419730" y="0"/>
                </a:lnTo>
                <a:cubicBezTo>
                  <a:pt x="1477909" y="0"/>
                  <a:pt x="1525072" y="48541"/>
                  <a:pt x="1525072" y="108418"/>
                </a:cubicBezTo>
                <a:lnTo>
                  <a:pt x="1525072" y="216837"/>
                </a:lnTo>
                <a:lnTo>
                  <a:pt x="0" y="216837"/>
                </a:lnTo>
                <a:lnTo>
                  <a:pt x="0" y="108418"/>
                </a:lnTo>
                <a:cubicBezTo>
                  <a:pt x="0" y="48541"/>
                  <a:pt x="47163" y="0"/>
                  <a:pt x="105340" y="0"/>
                </a:cubicBez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5F31A-3D4C-408D-BAFF-C2807F6B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641" y="1090557"/>
            <a:ext cx="1525070" cy="216837"/>
          </a:xfrm>
          <a:custGeom xmlns:a="http://schemas.openxmlformats.org/drawingml/2006/main">
            <a:pathLst>
              <a:path w="1525070" h="216837" fill="none">
                <a:moveTo>
                  <a:pt x="105341" y="0"/>
                </a:moveTo>
                <a:lnTo>
                  <a:pt x="1419730" y="0"/>
                </a:lnTo>
                <a:cubicBezTo>
                  <a:pt x="1477907" y="0"/>
                  <a:pt x="1525070" y="48541"/>
                  <a:pt x="1525070" y="108419"/>
                </a:cubicBezTo>
                <a:lnTo>
                  <a:pt x="1525070" y="216837"/>
                </a:lnTo>
                <a:lnTo>
                  <a:pt x="0" y="216837"/>
                </a:lnTo>
                <a:lnTo>
                  <a:pt x="0" y="108419"/>
                </a:lnTo>
                <a:cubicBezTo>
                  <a:pt x="0" y="48541"/>
                  <a:pt x="47163" y="0"/>
                  <a:pt x="10534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7F7F7F"/>
            </a:solidFill>
            <a:miter/>
          </a:ln>
        </p:spPr>
      </p:sp>
      <p:sp>
        <p:nvSpPr>
          <p:cNvPr id="48" name="Text SemanticFeature">
            <a:extLst xmlns:a="http://schemas.openxmlformats.org/drawingml/2006/main">
              <a:ext uri="{FF2B5EF4-FFF2-40B4-BE49-F238E27FC236}">
                <a16:creationId xmlns:a16="http://schemas.microsoft.com/office/drawing/2014/main" id="{CB403984-D1BC-4450-B3B7-62F865BF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929" y="1150287"/>
            <a:ext cx="1110717" cy="117791"/>
          </a:xfrm>
          <a:custGeom xmlns:a="http://schemas.openxmlformats.org/drawingml/2006/main">
            <a:pathLst>
              <a:path w="1110717" h="117791">
                <a:moveTo>
                  <a:pt x="63923" y="2920"/>
                </a:moveTo>
                <a:lnTo>
                  <a:pt x="63923" y="40886"/>
                </a:lnTo>
                <a:lnTo>
                  <a:pt x="61007" y="40886"/>
                </a:lnTo>
                <a:cubicBezTo>
                  <a:pt x="60061" y="33585"/>
                  <a:pt x="58366" y="27771"/>
                  <a:pt x="55923" y="23445"/>
                </a:cubicBezTo>
                <a:cubicBezTo>
                  <a:pt x="53480" y="19118"/>
                  <a:pt x="49998" y="15684"/>
                  <a:pt x="45479" y="13142"/>
                </a:cubicBezTo>
                <a:cubicBezTo>
                  <a:pt x="40960" y="10600"/>
                  <a:pt x="36284" y="9329"/>
                  <a:pt x="31449" y="9329"/>
                </a:cubicBezTo>
                <a:cubicBezTo>
                  <a:pt x="25984" y="9329"/>
                  <a:pt x="21465" y="11045"/>
                  <a:pt x="17892" y="14478"/>
                </a:cubicBezTo>
                <a:cubicBezTo>
                  <a:pt x="14319" y="17909"/>
                  <a:pt x="12532" y="21813"/>
                  <a:pt x="12532" y="26190"/>
                </a:cubicBezTo>
                <a:cubicBezTo>
                  <a:pt x="12532" y="29542"/>
                  <a:pt x="13662" y="32595"/>
                  <a:pt x="15922" y="35349"/>
                </a:cubicBezTo>
                <a:cubicBezTo>
                  <a:pt x="19180" y="39404"/>
                  <a:pt x="26930" y="44809"/>
                  <a:pt x="39174" y="51564"/>
                </a:cubicBezTo>
                <a:cubicBezTo>
                  <a:pt x="49158" y="57075"/>
                  <a:pt x="55976" y="61304"/>
                  <a:pt x="59628" y="64250"/>
                </a:cubicBezTo>
                <a:cubicBezTo>
                  <a:pt x="63280" y="67194"/>
                  <a:pt x="66091" y="70666"/>
                  <a:pt x="68061" y="74666"/>
                </a:cubicBezTo>
                <a:cubicBezTo>
                  <a:pt x="70032" y="78665"/>
                  <a:pt x="71017" y="82853"/>
                  <a:pt x="71017" y="87230"/>
                </a:cubicBezTo>
                <a:cubicBezTo>
                  <a:pt x="71017" y="95552"/>
                  <a:pt x="67877" y="102727"/>
                  <a:pt x="61598" y="108753"/>
                </a:cubicBezTo>
                <a:cubicBezTo>
                  <a:pt x="55319" y="114778"/>
                  <a:pt x="47240" y="117791"/>
                  <a:pt x="37361" y="117791"/>
                </a:cubicBezTo>
                <a:cubicBezTo>
                  <a:pt x="34261" y="117791"/>
                  <a:pt x="31344" y="117551"/>
                  <a:pt x="28612" y="117071"/>
                </a:cubicBezTo>
                <a:cubicBezTo>
                  <a:pt x="26983" y="116804"/>
                  <a:pt x="23607" y="115830"/>
                  <a:pt x="18483" y="114148"/>
                </a:cubicBezTo>
                <a:cubicBezTo>
                  <a:pt x="13360" y="112466"/>
                  <a:pt x="10115" y="111626"/>
                  <a:pt x="8749" y="111626"/>
                </a:cubicBezTo>
                <a:cubicBezTo>
                  <a:pt x="7435" y="111626"/>
                  <a:pt x="6398" y="112026"/>
                  <a:pt x="5636" y="112827"/>
                </a:cubicBezTo>
                <a:cubicBezTo>
                  <a:pt x="4874" y="113628"/>
                  <a:pt x="4309" y="115283"/>
                  <a:pt x="3941" y="117791"/>
                </a:cubicBezTo>
                <a:lnTo>
                  <a:pt x="1025" y="117791"/>
                </a:lnTo>
                <a:lnTo>
                  <a:pt x="1025" y="80150"/>
                </a:lnTo>
                <a:lnTo>
                  <a:pt x="3941" y="80150"/>
                </a:lnTo>
                <a:cubicBezTo>
                  <a:pt x="5307" y="88046"/>
                  <a:pt x="7146" y="93954"/>
                  <a:pt x="9458" y="97875"/>
                </a:cubicBezTo>
                <a:cubicBezTo>
                  <a:pt x="11770" y="101796"/>
                  <a:pt x="15304" y="105055"/>
                  <a:pt x="20060" y="107651"/>
                </a:cubicBezTo>
                <a:cubicBezTo>
                  <a:pt x="24815" y="110247"/>
                  <a:pt x="30031" y="111544"/>
                  <a:pt x="35706" y="111544"/>
                </a:cubicBezTo>
                <a:cubicBezTo>
                  <a:pt x="42274" y="111544"/>
                  <a:pt x="47463" y="109761"/>
                  <a:pt x="51273" y="106195"/>
                </a:cubicBezTo>
                <a:cubicBezTo>
                  <a:pt x="55082" y="102628"/>
                  <a:pt x="56987" y="98412"/>
                  <a:pt x="56987" y="93548"/>
                </a:cubicBezTo>
                <a:cubicBezTo>
                  <a:pt x="56987" y="90845"/>
                  <a:pt x="56265" y="88117"/>
                  <a:pt x="54819" y="85362"/>
                </a:cubicBezTo>
                <a:cubicBezTo>
                  <a:pt x="53374" y="82605"/>
                  <a:pt x="51128" y="80038"/>
                  <a:pt x="48080" y="77660"/>
                </a:cubicBezTo>
                <a:cubicBezTo>
                  <a:pt x="46031" y="76040"/>
                  <a:pt x="40435" y="72594"/>
                  <a:pt x="31292" y="67325"/>
                </a:cubicBezTo>
                <a:cubicBezTo>
                  <a:pt x="22148" y="62055"/>
                  <a:pt x="15646" y="57854"/>
                  <a:pt x="11784" y="54720"/>
                </a:cubicBezTo>
                <a:cubicBezTo>
                  <a:pt x="7921" y="51585"/>
                  <a:pt x="4992" y="48126"/>
                  <a:pt x="2995" y="44344"/>
                </a:cubicBezTo>
                <a:cubicBezTo>
                  <a:pt x="998" y="40560"/>
                  <a:pt x="0" y="36398"/>
                  <a:pt x="0" y="31859"/>
                </a:cubicBezTo>
                <a:cubicBezTo>
                  <a:pt x="0" y="23969"/>
                  <a:pt x="2943" y="17174"/>
                  <a:pt x="8828" y="11474"/>
                </a:cubicBezTo>
                <a:cubicBezTo>
                  <a:pt x="14713" y="5772"/>
                  <a:pt x="22201" y="2920"/>
                  <a:pt x="31292" y="2920"/>
                </a:cubicBezTo>
                <a:cubicBezTo>
                  <a:pt x="36967" y="2920"/>
                  <a:pt x="42983" y="4354"/>
                  <a:pt x="49341" y="7220"/>
                </a:cubicBezTo>
                <a:cubicBezTo>
                  <a:pt x="52284" y="8572"/>
                  <a:pt x="54360" y="9248"/>
                  <a:pt x="55568" y="9248"/>
                </a:cubicBezTo>
                <a:cubicBezTo>
                  <a:pt x="56934" y="9248"/>
                  <a:pt x="58051" y="8829"/>
                  <a:pt x="58918" y="7991"/>
                </a:cubicBezTo>
                <a:cubicBezTo>
                  <a:pt x="59785" y="7152"/>
                  <a:pt x="60481" y="5462"/>
                  <a:pt x="61007" y="2920"/>
                </a:cubicBezTo>
                <a:lnTo>
                  <a:pt x="63923" y="2920"/>
                </a:lnTo>
                <a:close/>
                <a:moveTo>
                  <a:pt x="96781" y="69117"/>
                </a:moveTo>
                <a:cubicBezTo>
                  <a:pt x="96728" y="80124"/>
                  <a:pt x="99330" y="88758"/>
                  <a:pt x="104584" y="95018"/>
                </a:cubicBezTo>
                <a:cubicBezTo>
                  <a:pt x="109839" y="101276"/>
                  <a:pt x="116013" y="104406"/>
                  <a:pt x="123107" y="104406"/>
                </a:cubicBezTo>
                <a:cubicBezTo>
                  <a:pt x="127836" y="104406"/>
                  <a:pt x="131948" y="103067"/>
                  <a:pt x="135442" y="100390"/>
                </a:cubicBezTo>
                <a:cubicBezTo>
                  <a:pt x="138937" y="97713"/>
                  <a:pt x="141866" y="93129"/>
                  <a:pt x="144231" y="86640"/>
                </a:cubicBezTo>
                <a:lnTo>
                  <a:pt x="146674" y="88262"/>
                </a:lnTo>
                <a:cubicBezTo>
                  <a:pt x="145571" y="95671"/>
                  <a:pt x="142365" y="102418"/>
                  <a:pt x="137058" y="108502"/>
                </a:cubicBezTo>
                <a:cubicBezTo>
                  <a:pt x="131751" y="114587"/>
                  <a:pt x="125104" y="117629"/>
                  <a:pt x="117117" y="117629"/>
                </a:cubicBezTo>
                <a:cubicBezTo>
                  <a:pt x="108446" y="117629"/>
                  <a:pt x="101024" y="114162"/>
                  <a:pt x="94850" y="107227"/>
                </a:cubicBezTo>
                <a:cubicBezTo>
                  <a:pt x="88676" y="100291"/>
                  <a:pt x="85589" y="90967"/>
                  <a:pt x="85589" y="79255"/>
                </a:cubicBezTo>
                <a:cubicBezTo>
                  <a:pt x="85589" y="66573"/>
                  <a:pt x="88755" y="56683"/>
                  <a:pt x="95086" y="49587"/>
                </a:cubicBezTo>
                <a:cubicBezTo>
                  <a:pt x="101418" y="42488"/>
                  <a:pt x="109366" y="38939"/>
                  <a:pt x="118930" y="38939"/>
                </a:cubicBezTo>
                <a:cubicBezTo>
                  <a:pt x="127022" y="38939"/>
                  <a:pt x="133669" y="41677"/>
                  <a:pt x="138871" y="47153"/>
                </a:cubicBezTo>
                <a:cubicBezTo>
                  <a:pt x="144073" y="52627"/>
                  <a:pt x="146674" y="59948"/>
                  <a:pt x="146674" y="69117"/>
                </a:cubicBezTo>
                <a:lnTo>
                  <a:pt x="96781" y="69117"/>
                </a:lnTo>
                <a:moveTo>
                  <a:pt x="96781" y="64412"/>
                </a:moveTo>
                <a:lnTo>
                  <a:pt x="130201" y="64412"/>
                </a:lnTo>
                <a:cubicBezTo>
                  <a:pt x="129938" y="59653"/>
                  <a:pt x="129386" y="56300"/>
                  <a:pt x="128546" y="54353"/>
                </a:cubicBezTo>
                <a:cubicBezTo>
                  <a:pt x="127232" y="51324"/>
                  <a:pt x="125275" y="48944"/>
                  <a:pt x="122673" y="47214"/>
                </a:cubicBezTo>
                <a:cubicBezTo>
                  <a:pt x="120072" y="45483"/>
                  <a:pt x="117353" y="44618"/>
                  <a:pt x="114516" y="44618"/>
                </a:cubicBezTo>
                <a:cubicBezTo>
                  <a:pt x="110154" y="44618"/>
                  <a:pt x="106253" y="46362"/>
                  <a:pt x="102811" y="49850"/>
                </a:cubicBezTo>
                <a:cubicBezTo>
                  <a:pt x="99369" y="53339"/>
                  <a:pt x="97359" y="58192"/>
                  <a:pt x="96781" y="64412"/>
                </a:cubicBezTo>
                <a:close/>
                <a:moveTo>
                  <a:pt x="177818" y="54758"/>
                </a:moveTo>
                <a:cubicBezTo>
                  <a:pt x="183073" y="49350"/>
                  <a:pt x="186173" y="46240"/>
                  <a:pt x="187119" y="45429"/>
                </a:cubicBezTo>
                <a:cubicBezTo>
                  <a:pt x="189484" y="43374"/>
                  <a:pt x="192032" y="41778"/>
                  <a:pt x="194765" y="40643"/>
                </a:cubicBezTo>
                <a:cubicBezTo>
                  <a:pt x="197497" y="39507"/>
                  <a:pt x="200203" y="38939"/>
                  <a:pt x="202883" y="38939"/>
                </a:cubicBezTo>
                <a:cubicBezTo>
                  <a:pt x="207402" y="38939"/>
                  <a:pt x="211291" y="40291"/>
                  <a:pt x="214549" y="42995"/>
                </a:cubicBezTo>
                <a:cubicBezTo>
                  <a:pt x="217807" y="45699"/>
                  <a:pt x="219987" y="49620"/>
                  <a:pt x="221091" y="54758"/>
                </a:cubicBezTo>
                <a:cubicBezTo>
                  <a:pt x="226503" y="48268"/>
                  <a:pt x="231075" y="44009"/>
                  <a:pt x="234806" y="41981"/>
                </a:cubicBezTo>
                <a:cubicBezTo>
                  <a:pt x="238536" y="39953"/>
                  <a:pt x="242372" y="38939"/>
                  <a:pt x="246313" y="38939"/>
                </a:cubicBezTo>
                <a:cubicBezTo>
                  <a:pt x="250149" y="38939"/>
                  <a:pt x="253552" y="39952"/>
                  <a:pt x="256521" y="41976"/>
                </a:cubicBezTo>
                <a:cubicBezTo>
                  <a:pt x="259489" y="43999"/>
                  <a:pt x="261841" y="47304"/>
                  <a:pt x="263575" y="51891"/>
                </a:cubicBezTo>
                <a:cubicBezTo>
                  <a:pt x="264731" y="55021"/>
                  <a:pt x="265309" y="59931"/>
                  <a:pt x="265309" y="66622"/>
                </a:cubicBezTo>
                <a:lnTo>
                  <a:pt x="265309" y="98514"/>
                </a:lnTo>
                <a:cubicBezTo>
                  <a:pt x="265309" y="103155"/>
                  <a:pt x="265651" y="106339"/>
                  <a:pt x="266334" y="108066"/>
                </a:cubicBezTo>
                <a:cubicBezTo>
                  <a:pt x="266859" y="109253"/>
                  <a:pt x="267831" y="110264"/>
                  <a:pt x="269250" y="111101"/>
                </a:cubicBezTo>
                <a:cubicBezTo>
                  <a:pt x="270669" y="111937"/>
                  <a:pt x="272981" y="112356"/>
                  <a:pt x="276186" y="112356"/>
                </a:cubicBezTo>
                <a:lnTo>
                  <a:pt x="276186" y="115357"/>
                </a:lnTo>
                <a:lnTo>
                  <a:pt x="240559" y="115357"/>
                </a:lnTo>
                <a:lnTo>
                  <a:pt x="240559" y="112356"/>
                </a:lnTo>
                <a:lnTo>
                  <a:pt x="242057" y="112356"/>
                </a:lnTo>
                <a:cubicBezTo>
                  <a:pt x="245157" y="112356"/>
                  <a:pt x="247574" y="111737"/>
                  <a:pt x="249308" y="110500"/>
                </a:cubicBezTo>
                <a:cubicBezTo>
                  <a:pt x="250517" y="109638"/>
                  <a:pt x="251384" y="108266"/>
                  <a:pt x="251910" y="106383"/>
                </a:cubicBezTo>
                <a:cubicBezTo>
                  <a:pt x="252120" y="105469"/>
                  <a:pt x="252225" y="102859"/>
                  <a:pt x="252225" y="98555"/>
                </a:cubicBezTo>
                <a:lnTo>
                  <a:pt x="252225" y="66754"/>
                </a:lnTo>
                <a:cubicBezTo>
                  <a:pt x="252225" y="60728"/>
                  <a:pt x="251515" y="56477"/>
                  <a:pt x="250097" y="54003"/>
                </a:cubicBezTo>
                <a:cubicBezTo>
                  <a:pt x="248047" y="50558"/>
                  <a:pt x="244763" y="48836"/>
                  <a:pt x="240244" y="48836"/>
                </a:cubicBezTo>
                <a:cubicBezTo>
                  <a:pt x="237459" y="48836"/>
                  <a:pt x="234661" y="49549"/>
                  <a:pt x="231850" y="50976"/>
                </a:cubicBezTo>
                <a:cubicBezTo>
                  <a:pt x="229039" y="52401"/>
                  <a:pt x="225636" y="55051"/>
                  <a:pt x="221643" y="58926"/>
                </a:cubicBezTo>
                <a:lnTo>
                  <a:pt x="221485" y="59813"/>
                </a:lnTo>
                <a:lnTo>
                  <a:pt x="221643" y="63284"/>
                </a:lnTo>
                <a:lnTo>
                  <a:pt x="221643" y="98555"/>
                </a:lnTo>
                <a:cubicBezTo>
                  <a:pt x="221643" y="103613"/>
                  <a:pt x="221918" y="106761"/>
                  <a:pt x="222470" y="107998"/>
                </a:cubicBezTo>
                <a:cubicBezTo>
                  <a:pt x="223022" y="109235"/>
                  <a:pt x="224060" y="110271"/>
                  <a:pt x="225584" y="111106"/>
                </a:cubicBezTo>
                <a:cubicBezTo>
                  <a:pt x="227107" y="111939"/>
                  <a:pt x="229708" y="112356"/>
                  <a:pt x="233387" y="112356"/>
                </a:cubicBezTo>
                <a:lnTo>
                  <a:pt x="233387" y="115357"/>
                </a:lnTo>
                <a:lnTo>
                  <a:pt x="196893" y="115357"/>
                </a:lnTo>
                <a:lnTo>
                  <a:pt x="196893" y="112356"/>
                </a:lnTo>
                <a:cubicBezTo>
                  <a:pt x="200887" y="112356"/>
                  <a:pt x="203632" y="111872"/>
                  <a:pt x="205130" y="110903"/>
                </a:cubicBezTo>
                <a:cubicBezTo>
                  <a:pt x="206627" y="109935"/>
                  <a:pt x="207665" y="108482"/>
                  <a:pt x="208243" y="106545"/>
                </a:cubicBezTo>
                <a:cubicBezTo>
                  <a:pt x="208506" y="105629"/>
                  <a:pt x="208637" y="102966"/>
                  <a:pt x="208637" y="98555"/>
                </a:cubicBezTo>
                <a:lnTo>
                  <a:pt x="208637" y="66754"/>
                </a:lnTo>
                <a:cubicBezTo>
                  <a:pt x="208637" y="60728"/>
                  <a:pt x="207770" y="56396"/>
                  <a:pt x="206036" y="53759"/>
                </a:cubicBezTo>
                <a:cubicBezTo>
                  <a:pt x="203724" y="50315"/>
                  <a:pt x="200492" y="48593"/>
                  <a:pt x="196341" y="48593"/>
                </a:cubicBezTo>
                <a:cubicBezTo>
                  <a:pt x="193504" y="48593"/>
                  <a:pt x="190692" y="49373"/>
                  <a:pt x="187907" y="50933"/>
                </a:cubicBezTo>
                <a:cubicBezTo>
                  <a:pt x="183546" y="53301"/>
                  <a:pt x="180183" y="55964"/>
                  <a:pt x="177818" y="58923"/>
                </a:cubicBezTo>
                <a:lnTo>
                  <a:pt x="177818" y="98555"/>
                </a:lnTo>
                <a:cubicBezTo>
                  <a:pt x="177818" y="103397"/>
                  <a:pt x="178147" y="106544"/>
                  <a:pt x="178804" y="107998"/>
                </a:cubicBezTo>
                <a:cubicBezTo>
                  <a:pt x="179461" y="109450"/>
                  <a:pt x="180433" y="110539"/>
                  <a:pt x="181720" y="111266"/>
                </a:cubicBezTo>
                <a:cubicBezTo>
                  <a:pt x="183007" y="111992"/>
                  <a:pt x="185622" y="112356"/>
                  <a:pt x="189563" y="112356"/>
                </a:cubicBezTo>
                <a:lnTo>
                  <a:pt x="189563" y="115357"/>
                </a:lnTo>
                <a:lnTo>
                  <a:pt x="153857" y="115357"/>
                </a:lnTo>
                <a:lnTo>
                  <a:pt x="153857" y="112356"/>
                </a:lnTo>
                <a:cubicBezTo>
                  <a:pt x="157168" y="112356"/>
                  <a:pt x="159480" y="111991"/>
                  <a:pt x="160793" y="111263"/>
                </a:cubicBezTo>
                <a:cubicBezTo>
                  <a:pt x="162107" y="110535"/>
                  <a:pt x="163105" y="109374"/>
                  <a:pt x="163788" y="107782"/>
                </a:cubicBezTo>
                <a:cubicBezTo>
                  <a:pt x="164472" y="106190"/>
                  <a:pt x="164813" y="103101"/>
                  <a:pt x="164813" y="98514"/>
                </a:cubicBezTo>
                <a:lnTo>
                  <a:pt x="164813" y="70184"/>
                </a:lnTo>
                <a:cubicBezTo>
                  <a:pt x="164813" y="62035"/>
                  <a:pt x="164577" y="56774"/>
                  <a:pt x="164104" y="54401"/>
                </a:cubicBezTo>
                <a:cubicBezTo>
                  <a:pt x="163736" y="52619"/>
                  <a:pt x="163158" y="51392"/>
                  <a:pt x="162370" y="50717"/>
                </a:cubicBezTo>
                <a:cubicBezTo>
                  <a:pt x="161582" y="50043"/>
                  <a:pt x="160504" y="49706"/>
                  <a:pt x="159138" y="49706"/>
                </a:cubicBezTo>
                <a:cubicBezTo>
                  <a:pt x="157667" y="49706"/>
                  <a:pt x="155906" y="50111"/>
                  <a:pt x="153857" y="50920"/>
                </a:cubicBezTo>
                <a:lnTo>
                  <a:pt x="152675" y="48005"/>
                </a:lnTo>
                <a:lnTo>
                  <a:pt x="174429" y="38939"/>
                </a:lnTo>
                <a:lnTo>
                  <a:pt x="177818" y="38939"/>
                </a:lnTo>
                <a:lnTo>
                  <a:pt x="177818" y="54758"/>
                </a:lnTo>
                <a:close/>
                <a:moveTo>
                  <a:pt x="322843" y="104649"/>
                </a:moveTo>
                <a:cubicBezTo>
                  <a:pt x="315433" y="110544"/>
                  <a:pt x="310783" y="113951"/>
                  <a:pt x="308891" y="114871"/>
                </a:cubicBezTo>
                <a:cubicBezTo>
                  <a:pt x="306054" y="116277"/>
                  <a:pt x="303032" y="116980"/>
                  <a:pt x="299827" y="116980"/>
                </a:cubicBezTo>
                <a:cubicBezTo>
                  <a:pt x="294835" y="116980"/>
                  <a:pt x="290723" y="115222"/>
                  <a:pt x="287492" y="111707"/>
                </a:cubicBezTo>
                <a:cubicBezTo>
                  <a:pt x="284260" y="108191"/>
                  <a:pt x="282644" y="103567"/>
                  <a:pt x="282644" y="97835"/>
                </a:cubicBezTo>
                <a:cubicBezTo>
                  <a:pt x="282644" y="94211"/>
                  <a:pt x="283432" y="91074"/>
                  <a:pt x="285009" y="88424"/>
                </a:cubicBezTo>
                <a:cubicBezTo>
                  <a:pt x="287163" y="84747"/>
                  <a:pt x="290907" y="81286"/>
                  <a:pt x="296241" y="78041"/>
                </a:cubicBezTo>
                <a:cubicBezTo>
                  <a:pt x="301574" y="74796"/>
                  <a:pt x="310441" y="70848"/>
                  <a:pt x="322843" y="66197"/>
                </a:cubicBezTo>
                <a:lnTo>
                  <a:pt x="322843" y="63276"/>
                </a:lnTo>
                <a:cubicBezTo>
                  <a:pt x="322843" y="55867"/>
                  <a:pt x="321700" y="50783"/>
                  <a:pt x="319414" y="48025"/>
                </a:cubicBezTo>
                <a:cubicBezTo>
                  <a:pt x="317128" y="45267"/>
                  <a:pt x="313804" y="43888"/>
                  <a:pt x="309443" y="43888"/>
                </a:cubicBezTo>
                <a:cubicBezTo>
                  <a:pt x="306133" y="43888"/>
                  <a:pt x="303505" y="44804"/>
                  <a:pt x="301561" y="46636"/>
                </a:cubicBezTo>
                <a:cubicBezTo>
                  <a:pt x="299564" y="48468"/>
                  <a:pt x="298566" y="50569"/>
                  <a:pt x="298566" y="52941"/>
                </a:cubicBezTo>
                <a:lnTo>
                  <a:pt x="298724" y="57628"/>
                </a:lnTo>
                <a:cubicBezTo>
                  <a:pt x="298724" y="60106"/>
                  <a:pt x="298106" y="62018"/>
                  <a:pt x="296871" y="63365"/>
                </a:cubicBezTo>
                <a:cubicBezTo>
                  <a:pt x="295636" y="64712"/>
                  <a:pt x="294021" y="65385"/>
                  <a:pt x="292024" y="65385"/>
                </a:cubicBezTo>
                <a:cubicBezTo>
                  <a:pt x="290080" y="65385"/>
                  <a:pt x="288490" y="64685"/>
                  <a:pt x="287255" y="63284"/>
                </a:cubicBezTo>
                <a:cubicBezTo>
                  <a:pt x="286020" y="61881"/>
                  <a:pt x="285403" y="59966"/>
                  <a:pt x="285403" y="57539"/>
                </a:cubicBezTo>
                <a:cubicBezTo>
                  <a:pt x="285403" y="52903"/>
                  <a:pt x="287715" y="48644"/>
                  <a:pt x="292339" y="44762"/>
                </a:cubicBezTo>
                <a:cubicBezTo>
                  <a:pt x="296963" y="40880"/>
                  <a:pt x="303453" y="38939"/>
                  <a:pt x="311808" y="38939"/>
                </a:cubicBezTo>
                <a:cubicBezTo>
                  <a:pt x="318218" y="38939"/>
                  <a:pt x="323473" y="40046"/>
                  <a:pt x="327572" y="42260"/>
                </a:cubicBezTo>
                <a:cubicBezTo>
                  <a:pt x="330672" y="43935"/>
                  <a:pt x="332958" y="46555"/>
                  <a:pt x="334429" y="50121"/>
                </a:cubicBezTo>
                <a:cubicBezTo>
                  <a:pt x="335375" y="52444"/>
                  <a:pt x="335848" y="57197"/>
                  <a:pt x="335848" y="64381"/>
                </a:cubicBezTo>
                <a:lnTo>
                  <a:pt x="335848" y="89580"/>
                </a:lnTo>
                <a:cubicBezTo>
                  <a:pt x="335848" y="96657"/>
                  <a:pt x="335979" y="100992"/>
                  <a:pt x="336242" y="102585"/>
                </a:cubicBezTo>
                <a:cubicBezTo>
                  <a:pt x="336505" y="104179"/>
                  <a:pt x="336938" y="105246"/>
                  <a:pt x="337542" y="105787"/>
                </a:cubicBezTo>
                <a:cubicBezTo>
                  <a:pt x="338147" y="106326"/>
                  <a:pt x="338843" y="106596"/>
                  <a:pt x="339631" y="106596"/>
                </a:cubicBezTo>
                <a:cubicBezTo>
                  <a:pt x="340472" y="106596"/>
                  <a:pt x="341208" y="106407"/>
                  <a:pt x="341838" y="106028"/>
                </a:cubicBezTo>
                <a:cubicBezTo>
                  <a:pt x="342942" y="105325"/>
                  <a:pt x="345070" y="103351"/>
                  <a:pt x="348223" y="100106"/>
                </a:cubicBezTo>
                <a:lnTo>
                  <a:pt x="348223" y="104649"/>
                </a:lnTo>
                <a:cubicBezTo>
                  <a:pt x="342337" y="112761"/>
                  <a:pt x="336715" y="116817"/>
                  <a:pt x="331355" y="116817"/>
                </a:cubicBezTo>
                <a:cubicBezTo>
                  <a:pt x="328780" y="116817"/>
                  <a:pt x="326731" y="115898"/>
                  <a:pt x="325207" y="114059"/>
                </a:cubicBezTo>
                <a:cubicBezTo>
                  <a:pt x="323683" y="112221"/>
                  <a:pt x="322895" y="109084"/>
                  <a:pt x="322843" y="104649"/>
                </a:cubicBezTo>
                <a:moveTo>
                  <a:pt x="322843" y="99330"/>
                </a:moveTo>
                <a:lnTo>
                  <a:pt x="322843" y="71145"/>
                </a:lnTo>
                <a:cubicBezTo>
                  <a:pt x="314908" y="74375"/>
                  <a:pt x="309785" y="76663"/>
                  <a:pt x="307473" y="78010"/>
                </a:cubicBezTo>
                <a:cubicBezTo>
                  <a:pt x="303321" y="80380"/>
                  <a:pt x="300352" y="82856"/>
                  <a:pt x="298566" y="85441"/>
                </a:cubicBezTo>
                <a:cubicBezTo>
                  <a:pt x="296779" y="88025"/>
                  <a:pt x="295886" y="90851"/>
                  <a:pt x="295886" y="93920"/>
                </a:cubicBezTo>
                <a:cubicBezTo>
                  <a:pt x="295886" y="97797"/>
                  <a:pt x="297016" y="101015"/>
                  <a:pt x="299275" y="103572"/>
                </a:cubicBezTo>
                <a:cubicBezTo>
                  <a:pt x="301535" y="106129"/>
                  <a:pt x="304136" y="107407"/>
                  <a:pt x="307078" y="107407"/>
                </a:cubicBezTo>
                <a:cubicBezTo>
                  <a:pt x="311072" y="107407"/>
                  <a:pt x="316327" y="104715"/>
                  <a:pt x="322843" y="99330"/>
                </a:cubicBezTo>
                <a:close/>
                <a:moveTo>
                  <a:pt x="374717" y="54677"/>
                </a:moveTo>
                <a:cubicBezTo>
                  <a:pt x="383177" y="44185"/>
                  <a:pt x="391243" y="38939"/>
                  <a:pt x="398915" y="38939"/>
                </a:cubicBezTo>
                <a:cubicBezTo>
                  <a:pt x="402856" y="38939"/>
                  <a:pt x="406245" y="39952"/>
                  <a:pt x="409082" y="41976"/>
                </a:cubicBezTo>
                <a:cubicBezTo>
                  <a:pt x="411920" y="43999"/>
                  <a:pt x="414179" y="47331"/>
                  <a:pt x="415861" y="51972"/>
                </a:cubicBezTo>
                <a:cubicBezTo>
                  <a:pt x="417017" y="55209"/>
                  <a:pt x="417595" y="60173"/>
                  <a:pt x="417595" y="66866"/>
                </a:cubicBezTo>
                <a:lnTo>
                  <a:pt x="417595" y="98514"/>
                </a:lnTo>
                <a:cubicBezTo>
                  <a:pt x="417595" y="103209"/>
                  <a:pt x="417963" y="106393"/>
                  <a:pt x="418698" y="108066"/>
                </a:cubicBezTo>
                <a:cubicBezTo>
                  <a:pt x="419276" y="109415"/>
                  <a:pt x="420209" y="110467"/>
                  <a:pt x="421497" y="111223"/>
                </a:cubicBezTo>
                <a:cubicBezTo>
                  <a:pt x="422784" y="111978"/>
                  <a:pt x="425162" y="112356"/>
                  <a:pt x="428630" y="112356"/>
                </a:cubicBezTo>
                <a:lnTo>
                  <a:pt x="428630" y="115357"/>
                </a:lnTo>
                <a:lnTo>
                  <a:pt x="392924" y="115357"/>
                </a:lnTo>
                <a:lnTo>
                  <a:pt x="392924" y="112356"/>
                </a:lnTo>
                <a:lnTo>
                  <a:pt x="394422" y="112356"/>
                </a:lnTo>
                <a:cubicBezTo>
                  <a:pt x="397785" y="112356"/>
                  <a:pt x="400136" y="111831"/>
                  <a:pt x="401476" y="110781"/>
                </a:cubicBezTo>
                <a:cubicBezTo>
                  <a:pt x="402816" y="109732"/>
                  <a:pt x="403749" y="108185"/>
                  <a:pt x="404274" y="106142"/>
                </a:cubicBezTo>
                <a:cubicBezTo>
                  <a:pt x="404485" y="105334"/>
                  <a:pt x="404590" y="102805"/>
                  <a:pt x="404590" y="98555"/>
                </a:cubicBezTo>
                <a:lnTo>
                  <a:pt x="404590" y="68288"/>
                </a:lnTo>
                <a:cubicBezTo>
                  <a:pt x="404590" y="61563"/>
                  <a:pt x="403736" y="56681"/>
                  <a:pt x="402028" y="53640"/>
                </a:cubicBezTo>
                <a:cubicBezTo>
                  <a:pt x="400320" y="50600"/>
                  <a:pt x="397443" y="49080"/>
                  <a:pt x="393397" y="49080"/>
                </a:cubicBezTo>
                <a:cubicBezTo>
                  <a:pt x="387144" y="49080"/>
                  <a:pt x="380917" y="52577"/>
                  <a:pt x="374717" y="59572"/>
                </a:cubicBezTo>
                <a:lnTo>
                  <a:pt x="374717" y="98555"/>
                </a:lnTo>
                <a:cubicBezTo>
                  <a:pt x="374717" y="103559"/>
                  <a:pt x="375006" y="106653"/>
                  <a:pt x="375584" y="107836"/>
                </a:cubicBezTo>
                <a:cubicBezTo>
                  <a:pt x="376319" y="109396"/>
                  <a:pt x="377331" y="110539"/>
                  <a:pt x="378618" y="111266"/>
                </a:cubicBezTo>
                <a:cubicBezTo>
                  <a:pt x="379906" y="111992"/>
                  <a:pt x="382520" y="112356"/>
                  <a:pt x="386461" y="112356"/>
                </a:cubicBezTo>
                <a:lnTo>
                  <a:pt x="386461" y="115357"/>
                </a:lnTo>
                <a:lnTo>
                  <a:pt x="350755" y="115357"/>
                </a:lnTo>
                <a:lnTo>
                  <a:pt x="350755" y="112356"/>
                </a:lnTo>
                <a:lnTo>
                  <a:pt x="352332" y="112356"/>
                </a:lnTo>
                <a:cubicBezTo>
                  <a:pt x="356010" y="112356"/>
                  <a:pt x="358493" y="111398"/>
                  <a:pt x="359780" y="109483"/>
                </a:cubicBezTo>
                <a:cubicBezTo>
                  <a:pt x="361068" y="107567"/>
                  <a:pt x="361711" y="103910"/>
                  <a:pt x="361711" y="98514"/>
                </a:cubicBezTo>
                <a:lnTo>
                  <a:pt x="361711" y="70993"/>
                </a:lnTo>
                <a:cubicBezTo>
                  <a:pt x="361711" y="62090"/>
                  <a:pt x="361514" y="56667"/>
                  <a:pt x="361120" y="54725"/>
                </a:cubicBezTo>
                <a:cubicBezTo>
                  <a:pt x="360726" y="52782"/>
                  <a:pt x="360122" y="51459"/>
                  <a:pt x="359307" y="50758"/>
                </a:cubicBezTo>
                <a:cubicBezTo>
                  <a:pt x="358493" y="50056"/>
                  <a:pt x="357403" y="49706"/>
                  <a:pt x="356036" y="49706"/>
                </a:cubicBezTo>
                <a:cubicBezTo>
                  <a:pt x="354565" y="49706"/>
                  <a:pt x="352805" y="50111"/>
                  <a:pt x="350755" y="50920"/>
                </a:cubicBezTo>
                <a:lnTo>
                  <a:pt x="349573" y="48005"/>
                </a:lnTo>
                <a:lnTo>
                  <a:pt x="371328" y="38939"/>
                </a:lnTo>
                <a:lnTo>
                  <a:pt x="374717" y="38939"/>
                </a:lnTo>
                <a:lnTo>
                  <a:pt x="374717" y="54677"/>
                </a:lnTo>
                <a:close/>
                <a:moveTo>
                  <a:pt x="455350" y="16549"/>
                </a:moveTo>
                <a:lnTo>
                  <a:pt x="455350" y="41048"/>
                </a:lnTo>
                <a:lnTo>
                  <a:pt x="472217" y="41048"/>
                </a:lnTo>
                <a:lnTo>
                  <a:pt x="472217" y="46727"/>
                </a:lnTo>
                <a:lnTo>
                  <a:pt x="455350" y="46727"/>
                </a:lnTo>
                <a:lnTo>
                  <a:pt x="455350" y="94848"/>
                </a:lnTo>
                <a:cubicBezTo>
                  <a:pt x="455350" y="99657"/>
                  <a:pt x="456020" y="102898"/>
                  <a:pt x="457360" y="104573"/>
                </a:cubicBezTo>
                <a:cubicBezTo>
                  <a:pt x="458700" y="106246"/>
                  <a:pt x="460421" y="107083"/>
                  <a:pt x="462522" y="107083"/>
                </a:cubicBezTo>
                <a:cubicBezTo>
                  <a:pt x="464256" y="107083"/>
                  <a:pt x="465938" y="106528"/>
                  <a:pt x="467567" y="105420"/>
                </a:cubicBezTo>
                <a:cubicBezTo>
                  <a:pt x="469196" y="104311"/>
                  <a:pt x="470457" y="102675"/>
                  <a:pt x="471350" y="100512"/>
                </a:cubicBezTo>
                <a:lnTo>
                  <a:pt x="474424" y="100512"/>
                </a:lnTo>
                <a:cubicBezTo>
                  <a:pt x="472585" y="105827"/>
                  <a:pt x="469984" y="109847"/>
                  <a:pt x="466621" y="112571"/>
                </a:cubicBezTo>
                <a:cubicBezTo>
                  <a:pt x="463258" y="115294"/>
                  <a:pt x="459790" y="116655"/>
                  <a:pt x="456217" y="116655"/>
                </a:cubicBezTo>
                <a:cubicBezTo>
                  <a:pt x="453800" y="116655"/>
                  <a:pt x="451435" y="115965"/>
                  <a:pt x="449123" y="114584"/>
                </a:cubicBezTo>
                <a:cubicBezTo>
                  <a:pt x="446811" y="113203"/>
                  <a:pt x="445103" y="111228"/>
                  <a:pt x="444000" y="108657"/>
                </a:cubicBezTo>
                <a:cubicBezTo>
                  <a:pt x="442896" y="106085"/>
                  <a:pt x="442344" y="102118"/>
                  <a:pt x="442344" y="96757"/>
                </a:cubicBezTo>
                <a:lnTo>
                  <a:pt x="442344" y="46727"/>
                </a:lnTo>
                <a:lnTo>
                  <a:pt x="430915" y="46727"/>
                </a:lnTo>
                <a:lnTo>
                  <a:pt x="430915" y="44050"/>
                </a:lnTo>
                <a:cubicBezTo>
                  <a:pt x="433806" y="42857"/>
                  <a:pt x="436761" y="40836"/>
                  <a:pt x="439783" y="37989"/>
                </a:cubicBezTo>
                <a:cubicBezTo>
                  <a:pt x="442804" y="35141"/>
                  <a:pt x="445497" y="31764"/>
                  <a:pt x="447862" y="27858"/>
                </a:cubicBezTo>
                <a:cubicBezTo>
                  <a:pt x="449070" y="25798"/>
                  <a:pt x="450752" y="22028"/>
                  <a:pt x="452906" y="16549"/>
                </a:cubicBezTo>
                <a:lnTo>
                  <a:pt x="455350" y="16549"/>
                </a:lnTo>
                <a:close/>
                <a:moveTo>
                  <a:pt x="497592" y="0"/>
                </a:moveTo>
                <a:cubicBezTo>
                  <a:pt x="499799" y="0"/>
                  <a:pt x="501678" y="802"/>
                  <a:pt x="503228" y="2406"/>
                </a:cubicBezTo>
                <a:cubicBezTo>
                  <a:pt x="504778" y="4008"/>
                  <a:pt x="505553" y="5951"/>
                  <a:pt x="505553" y="8234"/>
                </a:cubicBezTo>
                <a:cubicBezTo>
                  <a:pt x="505553" y="10517"/>
                  <a:pt x="504778" y="12474"/>
                  <a:pt x="503228" y="14105"/>
                </a:cubicBezTo>
                <a:cubicBezTo>
                  <a:pt x="501678" y="15735"/>
                  <a:pt x="499799" y="16549"/>
                  <a:pt x="497592" y="16549"/>
                </a:cubicBezTo>
                <a:cubicBezTo>
                  <a:pt x="495385" y="16549"/>
                  <a:pt x="493494" y="15735"/>
                  <a:pt x="491917" y="14105"/>
                </a:cubicBezTo>
                <a:cubicBezTo>
                  <a:pt x="490341" y="12474"/>
                  <a:pt x="489553" y="10517"/>
                  <a:pt x="489553" y="8234"/>
                </a:cubicBezTo>
                <a:cubicBezTo>
                  <a:pt x="489553" y="5951"/>
                  <a:pt x="490328" y="4008"/>
                  <a:pt x="491878" y="2406"/>
                </a:cubicBezTo>
                <a:cubicBezTo>
                  <a:pt x="493428" y="802"/>
                  <a:pt x="495333" y="0"/>
                  <a:pt x="497592" y="0"/>
                </a:cubicBezTo>
                <a:moveTo>
                  <a:pt x="504134" y="38939"/>
                </a:moveTo>
                <a:lnTo>
                  <a:pt x="504134" y="98514"/>
                </a:lnTo>
                <a:cubicBezTo>
                  <a:pt x="504134" y="103155"/>
                  <a:pt x="504463" y="106244"/>
                  <a:pt x="505120" y="107782"/>
                </a:cubicBezTo>
                <a:cubicBezTo>
                  <a:pt x="505776" y="109320"/>
                  <a:pt x="506749" y="110467"/>
                  <a:pt x="508036" y="111223"/>
                </a:cubicBezTo>
                <a:cubicBezTo>
                  <a:pt x="509323" y="111978"/>
                  <a:pt x="511675" y="112356"/>
                  <a:pt x="515090" y="112356"/>
                </a:cubicBezTo>
                <a:lnTo>
                  <a:pt x="515090" y="115357"/>
                </a:lnTo>
                <a:lnTo>
                  <a:pt x="480015" y="115357"/>
                </a:lnTo>
                <a:lnTo>
                  <a:pt x="480015" y="112356"/>
                </a:lnTo>
                <a:cubicBezTo>
                  <a:pt x="483536" y="112356"/>
                  <a:pt x="485901" y="112005"/>
                  <a:pt x="487109" y="111304"/>
                </a:cubicBezTo>
                <a:cubicBezTo>
                  <a:pt x="488318" y="110602"/>
                  <a:pt x="489277" y="109442"/>
                  <a:pt x="489986" y="107823"/>
                </a:cubicBezTo>
                <a:cubicBezTo>
                  <a:pt x="490696" y="106204"/>
                  <a:pt x="491050" y="103101"/>
                  <a:pt x="491050" y="98514"/>
                </a:cubicBezTo>
                <a:lnTo>
                  <a:pt x="491050" y="69941"/>
                </a:lnTo>
                <a:cubicBezTo>
                  <a:pt x="491050" y="61900"/>
                  <a:pt x="490814" y="56692"/>
                  <a:pt x="490341" y="54320"/>
                </a:cubicBezTo>
                <a:cubicBezTo>
                  <a:pt x="489973" y="52592"/>
                  <a:pt x="489395" y="51392"/>
                  <a:pt x="488607" y="50717"/>
                </a:cubicBezTo>
                <a:cubicBezTo>
                  <a:pt x="487819" y="50043"/>
                  <a:pt x="486741" y="49706"/>
                  <a:pt x="485375" y="49706"/>
                </a:cubicBezTo>
                <a:cubicBezTo>
                  <a:pt x="483904" y="49706"/>
                  <a:pt x="482117" y="50111"/>
                  <a:pt x="480015" y="50920"/>
                </a:cubicBezTo>
                <a:lnTo>
                  <a:pt x="478912" y="48005"/>
                </a:lnTo>
                <a:lnTo>
                  <a:pt x="500666" y="38939"/>
                </a:lnTo>
                <a:lnTo>
                  <a:pt x="504134" y="38939"/>
                </a:lnTo>
                <a:close/>
                <a:moveTo>
                  <a:pt x="585393" y="87126"/>
                </a:moveTo>
                <a:cubicBezTo>
                  <a:pt x="583448" y="96915"/>
                  <a:pt x="579639" y="104446"/>
                  <a:pt x="573964" y="109719"/>
                </a:cubicBezTo>
                <a:cubicBezTo>
                  <a:pt x="568289" y="114992"/>
                  <a:pt x="562009" y="117629"/>
                  <a:pt x="555126" y="117629"/>
                </a:cubicBezTo>
                <a:cubicBezTo>
                  <a:pt x="546928" y="117629"/>
                  <a:pt x="539782" y="114091"/>
                  <a:pt x="533687" y="107014"/>
                </a:cubicBezTo>
                <a:cubicBezTo>
                  <a:pt x="527591" y="99936"/>
                  <a:pt x="524543" y="90373"/>
                  <a:pt x="524543" y="78325"/>
                </a:cubicBezTo>
                <a:cubicBezTo>
                  <a:pt x="524543" y="66655"/>
                  <a:pt x="527920" y="57173"/>
                  <a:pt x="534672" y="49881"/>
                </a:cubicBezTo>
                <a:cubicBezTo>
                  <a:pt x="541424" y="42586"/>
                  <a:pt x="549529" y="38939"/>
                  <a:pt x="558988" y="38939"/>
                </a:cubicBezTo>
                <a:cubicBezTo>
                  <a:pt x="566082" y="38939"/>
                  <a:pt x="571914" y="40867"/>
                  <a:pt x="576486" y="44722"/>
                </a:cubicBezTo>
                <a:cubicBezTo>
                  <a:pt x="581058" y="48575"/>
                  <a:pt x="583343" y="52577"/>
                  <a:pt x="583343" y="56728"/>
                </a:cubicBezTo>
                <a:cubicBezTo>
                  <a:pt x="583343" y="58776"/>
                  <a:pt x="582700" y="60434"/>
                  <a:pt x="581412" y="61702"/>
                </a:cubicBezTo>
                <a:cubicBezTo>
                  <a:pt x="580125" y="62968"/>
                  <a:pt x="578325" y="63601"/>
                  <a:pt x="576013" y="63601"/>
                </a:cubicBezTo>
                <a:cubicBezTo>
                  <a:pt x="572913" y="63601"/>
                  <a:pt x="570574" y="62573"/>
                  <a:pt x="568998" y="60518"/>
                </a:cubicBezTo>
                <a:cubicBezTo>
                  <a:pt x="568105" y="59382"/>
                  <a:pt x="567514" y="57219"/>
                  <a:pt x="567225" y="54028"/>
                </a:cubicBezTo>
                <a:cubicBezTo>
                  <a:pt x="566936" y="50837"/>
                  <a:pt x="565871" y="48404"/>
                  <a:pt x="564032" y="46727"/>
                </a:cubicBezTo>
                <a:cubicBezTo>
                  <a:pt x="562193" y="45105"/>
                  <a:pt x="559645" y="44293"/>
                  <a:pt x="556387" y="44293"/>
                </a:cubicBezTo>
                <a:cubicBezTo>
                  <a:pt x="551132" y="44293"/>
                  <a:pt x="546902" y="46294"/>
                  <a:pt x="543697" y="50296"/>
                </a:cubicBezTo>
                <a:cubicBezTo>
                  <a:pt x="539440" y="55596"/>
                  <a:pt x="537312" y="62600"/>
                  <a:pt x="537312" y="71307"/>
                </a:cubicBezTo>
                <a:cubicBezTo>
                  <a:pt x="537312" y="80177"/>
                  <a:pt x="539427" y="88005"/>
                  <a:pt x="543657" y="94793"/>
                </a:cubicBezTo>
                <a:cubicBezTo>
                  <a:pt x="547887" y="101580"/>
                  <a:pt x="553602" y="104973"/>
                  <a:pt x="560801" y="104973"/>
                </a:cubicBezTo>
                <a:cubicBezTo>
                  <a:pt x="565950" y="104973"/>
                  <a:pt x="570574" y="103162"/>
                  <a:pt x="574673" y="99538"/>
                </a:cubicBezTo>
                <a:cubicBezTo>
                  <a:pt x="577563" y="97050"/>
                  <a:pt x="580374" y="92535"/>
                  <a:pt x="583107" y="85991"/>
                </a:cubicBezTo>
                <a:lnTo>
                  <a:pt x="585393" y="87126"/>
                </a:lnTo>
                <a:close/>
                <a:moveTo>
                  <a:pt x="664148" y="11357"/>
                </a:moveTo>
                <a:lnTo>
                  <a:pt x="664148" y="54515"/>
                </a:lnTo>
                <a:lnTo>
                  <a:pt x="683617" y="54515"/>
                </a:lnTo>
                <a:cubicBezTo>
                  <a:pt x="688083" y="54515"/>
                  <a:pt x="691354" y="53501"/>
                  <a:pt x="693430" y="51473"/>
                </a:cubicBezTo>
                <a:cubicBezTo>
                  <a:pt x="695505" y="49445"/>
                  <a:pt x="696885" y="45429"/>
                  <a:pt x="697568" y="39426"/>
                </a:cubicBezTo>
                <a:lnTo>
                  <a:pt x="700484" y="39426"/>
                </a:lnTo>
                <a:lnTo>
                  <a:pt x="700484" y="76743"/>
                </a:lnTo>
                <a:lnTo>
                  <a:pt x="697568" y="76743"/>
                </a:lnTo>
                <a:cubicBezTo>
                  <a:pt x="697515" y="72448"/>
                  <a:pt x="696977" y="69295"/>
                  <a:pt x="695952" y="67284"/>
                </a:cubicBezTo>
                <a:cubicBezTo>
                  <a:pt x="694927" y="65271"/>
                  <a:pt x="693509" y="63762"/>
                  <a:pt x="691696" y="62756"/>
                </a:cubicBezTo>
                <a:cubicBezTo>
                  <a:pt x="689883" y="61751"/>
                  <a:pt x="687190" y="61248"/>
                  <a:pt x="683617" y="61248"/>
                </a:cubicBezTo>
                <a:lnTo>
                  <a:pt x="664148" y="61248"/>
                </a:lnTo>
                <a:lnTo>
                  <a:pt x="664148" y="95862"/>
                </a:lnTo>
                <a:cubicBezTo>
                  <a:pt x="664148" y="101441"/>
                  <a:pt x="664490" y="105125"/>
                  <a:pt x="665173" y="106913"/>
                </a:cubicBezTo>
                <a:cubicBezTo>
                  <a:pt x="665698" y="108267"/>
                  <a:pt x="666802" y="109431"/>
                  <a:pt x="668483" y="110406"/>
                </a:cubicBezTo>
                <a:cubicBezTo>
                  <a:pt x="670795" y="111706"/>
                  <a:pt x="673212" y="112356"/>
                  <a:pt x="675735" y="112356"/>
                </a:cubicBezTo>
                <a:lnTo>
                  <a:pt x="679597" y="112356"/>
                </a:lnTo>
                <a:lnTo>
                  <a:pt x="679597" y="115357"/>
                </a:lnTo>
                <a:lnTo>
                  <a:pt x="633723" y="115357"/>
                </a:lnTo>
                <a:lnTo>
                  <a:pt x="633723" y="112356"/>
                </a:lnTo>
                <a:lnTo>
                  <a:pt x="637507" y="112356"/>
                </a:lnTo>
                <a:cubicBezTo>
                  <a:pt x="641921" y="112356"/>
                  <a:pt x="645126" y="111031"/>
                  <a:pt x="647123" y="108381"/>
                </a:cubicBezTo>
                <a:cubicBezTo>
                  <a:pt x="648384" y="106650"/>
                  <a:pt x="649014" y="102486"/>
                  <a:pt x="649014" y="95888"/>
                </a:cubicBezTo>
                <a:lnTo>
                  <a:pt x="649014" y="24824"/>
                </a:lnTo>
                <a:cubicBezTo>
                  <a:pt x="649014" y="19253"/>
                  <a:pt x="648673" y="15576"/>
                  <a:pt x="647990" y="13791"/>
                </a:cubicBezTo>
                <a:cubicBezTo>
                  <a:pt x="647464" y="12439"/>
                  <a:pt x="646387" y="11276"/>
                  <a:pt x="644758" y="10303"/>
                </a:cubicBezTo>
                <a:cubicBezTo>
                  <a:pt x="642499" y="9005"/>
                  <a:pt x="640082" y="8356"/>
                  <a:pt x="637507" y="8356"/>
                </a:cubicBezTo>
                <a:lnTo>
                  <a:pt x="633723" y="8356"/>
                </a:lnTo>
                <a:lnTo>
                  <a:pt x="633723" y="5354"/>
                </a:lnTo>
                <a:lnTo>
                  <a:pt x="713253" y="5354"/>
                </a:lnTo>
                <a:lnTo>
                  <a:pt x="714278" y="29529"/>
                </a:lnTo>
                <a:lnTo>
                  <a:pt x="711519" y="29529"/>
                </a:lnTo>
                <a:cubicBezTo>
                  <a:pt x="710153" y="24391"/>
                  <a:pt x="708563" y="20619"/>
                  <a:pt x="706750" y="18212"/>
                </a:cubicBezTo>
                <a:cubicBezTo>
                  <a:pt x="704937" y="15806"/>
                  <a:pt x="702704" y="14061"/>
                  <a:pt x="700051" y="12980"/>
                </a:cubicBezTo>
                <a:cubicBezTo>
                  <a:pt x="697397" y="11898"/>
                  <a:pt x="693285" y="11357"/>
                  <a:pt x="687715" y="11357"/>
                </a:cubicBezTo>
                <a:lnTo>
                  <a:pt x="664148" y="11357"/>
                </a:lnTo>
                <a:close/>
                <a:moveTo>
                  <a:pt x="737992" y="69117"/>
                </a:moveTo>
                <a:cubicBezTo>
                  <a:pt x="737940" y="80124"/>
                  <a:pt x="740541" y="88758"/>
                  <a:pt x="745796" y="95018"/>
                </a:cubicBezTo>
                <a:cubicBezTo>
                  <a:pt x="751050" y="101276"/>
                  <a:pt x="757224" y="104406"/>
                  <a:pt x="764318" y="104406"/>
                </a:cubicBezTo>
                <a:cubicBezTo>
                  <a:pt x="769047" y="104406"/>
                  <a:pt x="773159" y="103067"/>
                  <a:pt x="776654" y="100390"/>
                </a:cubicBezTo>
                <a:cubicBezTo>
                  <a:pt x="780148" y="97713"/>
                  <a:pt x="783077" y="93129"/>
                  <a:pt x="785442" y="86640"/>
                </a:cubicBezTo>
                <a:lnTo>
                  <a:pt x="787886" y="88262"/>
                </a:lnTo>
                <a:cubicBezTo>
                  <a:pt x="786782" y="95671"/>
                  <a:pt x="783577" y="102418"/>
                  <a:pt x="778269" y="108502"/>
                </a:cubicBezTo>
                <a:cubicBezTo>
                  <a:pt x="772962" y="114587"/>
                  <a:pt x="766315" y="117629"/>
                  <a:pt x="758328" y="117629"/>
                </a:cubicBezTo>
                <a:cubicBezTo>
                  <a:pt x="749658" y="117629"/>
                  <a:pt x="742235" y="114162"/>
                  <a:pt x="736061" y="107227"/>
                </a:cubicBezTo>
                <a:cubicBezTo>
                  <a:pt x="729887" y="100291"/>
                  <a:pt x="726800" y="90967"/>
                  <a:pt x="726800" y="79255"/>
                </a:cubicBezTo>
                <a:cubicBezTo>
                  <a:pt x="726800" y="66573"/>
                  <a:pt x="729966" y="56683"/>
                  <a:pt x="736298" y="49587"/>
                </a:cubicBezTo>
                <a:cubicBezTo>
                  <a:pt x="742630" y="42488"/>
                  <a:pt x="750577" y="38939"/>
                  <a:pt x="760141" y="38939"/>
                </a:cubicBezTo>
                <a:cubicBezTo>
                  <a:pt x="768233" y="38939"/>
                  <a:pt x="774880" y="41677"/>
                  <a:pt x="780082" y="47153"/>
                </a:cubicBezTo>
                <a:cubicBezTo>
                  <a:pt x="785284" y="52627"/>
                  <a:pt x="787886" y="59948"/>
                  <a:pt x="787886" y="69117"/>
                </a:cubicBezTo>
                <a:lnTo>
                  <a:pt x="737992" y="69117"/>
                </a:lnTo>
                <a:moveTo>
                  <a:pt x="737992" y="64412"/>
                </a:moveTo>
                <a:lnTo>
                  <a:pt x="771412" y="64412"/>
                </a:lnTo>
                <a:cubicBezTo>
                  <a:pt x="771149" y="59653"/>
                  <a:pt x="770598" y="56300"/>
                  <a:pt x="769757" y="54353"/>
                </a:cubicBezTo>
                <a:cubicBezTo>
                  <a:pt x="768443" y="51324"/>
                  <a:pt x="766486" y="48944"/>
                  <a:pt x="763885" y="47214"/>
                </a:cubicBezTo>
                <a:cubicBezTo>
                  <a:pt x="761284" y="45483"/>
                  <a:pt x="758564" y="44618"/>
                  <a:pt x="755727" y="44618"/>
                </a:cubicBezTo>
                <a:cubicBezTo>
                  <a:pt x="751365" y="44618"/>
                  <a:pt x="747464" y="46362"/>
                  <a:pt x="744022" y="49850"/>
                </a:cubicBezTo>
                <a:cubicBezTo>
                  <a:pt x="740580" y="53339"/>
                  <a:pt x="738570" y="58192"/>
                  <a:pt x="737992" y="64412"/>
                </a:cubicBezTo>
                <a:close/>
                <a:moveTo>
                  <a:pt x="838498" y="104649"/>
                </a:moveTo>
                <a:cubicBezTo>
                  <a:pt x="831089" y="110544"/>
                  <a:pt x="826439" y="113951"/>
                  <a:pt x="824547" y="114871"/>
                </a:cubicBezTo>
                <a:cubicBezTo>
                  <a:pt x="821710" y="116277"/>
                  <a:pt x="818688" y="116980"/>
                  <a:pt x="815483" y="116980"/>
                </a:cubicBezTo>
                <a:cubicBezTo>
                  <a:pt x="810491" y="116980"/>
                  <a:pt x="806379" y="115222"/>
                  <a:pt x="803148" y="111707"/>
                </a:cubicBezTo>
                <a:cubicBezTo>
                  <a:pt x="799916" y="108191"/>
                  <a:pt x="798300" y="103567"/>
                  <a:pt x="798300" y="97835"/>
                </a:cubicBezTo>
                <a:cubicBezTo>
                  <a:pt x="798300" y="94211"/>
                  <a:pt x="799088" y="91074"/>
                  <a:pt x="800665" y="88424"/>
                </a:cubicBezTo>
                <a:cubicBezTo>
                  <a:pt x="802819" y="84747"/>
                  <a:pt x="806563" y="81286"/>
                  <a:pt x="811897" y="78041"/>
                </a:cubicBezTo>
                <a:cubicBezTo>
                  <a:pt x="817230" y="74796"/>
                  <a:pt x="826097" y="70848"/>
                  <a:pt x="838498" y="66197"/>
                </a:cubicBezTo>
                <a:lnTo>
                  <a:pt x="838498" y="63276"/>
                </a:lnTo>
                <a:cubicBezTo>
                  <a:pt x="838498" y="55867"/>
                  <a:pt x="837355" y="50783"/>
                  <a:pt x="835070" y="48025"/>
                </a:cubicBezTo>
                <a:cubicBezTo>
                  <a:pt x="832784" y="45267"/>
                  <a:pt x="829460" y="43888"/>
                  <a:pt x="825099" y="43888"/>
                </a:cubicBezTo>
                <a:cubicBezTo>
                  <a:pt x="821788" y="43888"/>
                  <a:pt x="819161" y="44804"/>
                  <a:pt x="817217" y="46636"/>
                </a:cubicBezTo>
                <a:cubicBezTo>
                  <a:pt x="815220" y="48468"/>
                  <a:pt x="814222" y="50569"/>
                  <a:pt x="814222" y="52941"/>
                </a:cubicBezTo>
                <a:lnTo>
                  <a:pt x="814379" y="57628"/>
                </a:lnTo>
                <a:cubicBezTo>
                  <a:pt x="814379" y="60106"/>
                  <a:pt x="813762" y="62018"/>
                  <a:pt x="812527" y="63365"/>
                </a:cubicBezTo>
                <a:cubicBezTo>
                  <a:pt x="811292" y="64712"/>
                  <a:pt x="809676" y="65385"/>
                  <a:pt x="807680" y="65385"/>
                </a:cubicBezTo>
                <a:cubicBezTo>
                  <a:pt x="805735" y="65385"/>
                  <a:pt x="804146" y="64685"/>
                  <a:pt x="802911" y="63284"/>
                </a:cubicBezTo>
                <a:cubicBezTo>
                  <a:pt x="801676" y="61881"/>
                  <a:pt x="801059" y="59966"/>
                  <a:pt x="801059" y="57539"/>
                </a:cubicBezTo>
                <a:cubicBezTo>
                  <a:pt x="801059" y="52903"/>
                  <a:pt x="803371" y="48644"/>
                  <a:pt x="807995" y="44762"/>
                </a:cubicBezTo>
                <a:cubicBezTo>
                  <a:pt x="812619" y="40880"/>
                  <a:pt x="819109" y="38939"/>
                  <a:pt x="827464" y="38939"/>
                </a:cubicBezTo>
                <a:cubicBezTo>
                  <a:pt x="833874" y="38939"/>
                  <a:pt x="839129" y="40046"/>
                  <a:pt x="843228" y="42260"/>
                </a:cubicBezTo>
                <a:cubicBezTo>
                  <a:pt x="846328" y="43935"/>
                  <a:pt x="848614" y="46555"/>
                  <a:pt x="850085" y="50121"/>
                </a:cubicBezTo>
                <a:cubicBezTo>
                  <a:pt x="851031" y="52444"/>
                  <a:pt x="851504" y="57197"/>
                  <a:pt x="851504" y="64381"/>
                </a:cubicBezTo>
                <a:lnTo>
                  <a:pt x="851504" y="89580"/>
                </a:lnTo>
                <a:cubicBezTo>
                  <a:pt x="851504" y="96657"/>
                  <a:pt x="851635" y="100992"/>
                  <a:pt x="851898" y="102585"/>
                </a:cubicBezTo>
                <a:cubicBezTo>
                  <a:pt x="852161" y="104179"/>
                  <a:pt x="852594" y="105246"/>
                  <a:pt x="853198" y="105787"/>
                </a:cubicBezTo>
                <a:cubicBezTo>
                  <a:pt x="853803" y="106326"/>
                  <a:pt x="854499" y="106596"/>
                  <a:pt x="855287" y="106596"/>
                </a:cubicBezTo>
                <a:cubicBezTo>
                  <a:pt x="856128" y="106596"/>
                  <a:pt x="856863" y="106407"/>
                  <a:pt x="857494" y="106028"/>
                </a:cubicBezTo>
                <a:cubicBezTo>
                  <a:pt x="858598" y="105325"/>
                  <a:pt x="860726" y="103351"/>
                  <a:pt x="863879" y="100106"/>
                </a:cubicBezTo>
                <a:lnTo>
                  <a:pt x="863879" y="104649"/>
                </a:lnTo>
                <a:cubicBezTo>
                  <a:pt x="857993" y="112761"/>
                  <a:pt x="852371" y="116817"/>
                  <a:pt x="847011" y="116817"/>
                </a:cubicBezTo>
                <a:cubicBezTo>
                  <a:pt x="844436" y="116817"/>
                  <a:pt x="842387" y="115898"/>
                  <a:pt x="840863" y="114059"/>
                </a:cubicBezTo>
                <a:cubicBezTo>
                  <a:pt x="839339" y="112221"/>
                  <a:pt x="838551" y="109084"/>
                  <a:pt x="838498" y="104649"/>
                </a:cubicBezTo>
                <a:moveTo>
                  <a:pt x="838498" y="99330"/>
                </a:moveTo>
                <a:lnTo>
                  <a:pt x="838498" y="71145"/>
                </a:lnTo>
                <a:cubicBezTo>
                  <a:pt x="830564" y="74375"/>
                  <a:pt x="825440" y="76663"/>
                  <a:pt x="823128" y="78010"/>
                </a:cubicBezTo>
                <a:cubicBezTo>
                  <a:pt x="818977" y="80380"/>
                  <a:pt x="816008" y="82856"/>
                  <a:pt x="814222" y="85441"/>
                </a:cubicBezTo>
                <a:cubicBezTo>
                  <a:pt x="812435" y="88025"/>
                  <a:pt x="811542" y="90851"/>
                  <a:pt x="811542" y="93920"/>
                </a:cubicBezTo>
                <a:cubicBezTo>
                  <a:pt x="811542" y="97797"/>
                  <a:pt x="812672" y="101015"/>
                  <a:pt x="814931" y="103572"/>
                </a:cubicBezTo>
                <a:cubicBezTo>
                  <a:pt x="817191" y="106129"/>
                  <a:pt x="819792" y="107407"/>
                  <a:pt x="822734" y="107407"/>
                </a:cubicBezTo>
                <a:cubicBezTo>
                  <a:pt x="826728" y="107407"/>
                  <a:pt x="831983" y="104715"/>
                  <a:pt x="838498" y="99330"/>
                </a:cubicBezTo>
                <a:close/>
                <a:moveTo>
                  <a:pt x="890294" y="16549"/>
                </a:moveTo>
                <a:lnTo>
                  <a:pt x="890294" y="41048"/>
                </a:lnTo>
                <a:lnTo>
                  <a:pt x="907161" y="41048"/>
                </a:lnTo>
                <a:lnTo>
                  <a:pt x="907161" y="46727"/>
                </a:lnTo>
                <a:lnTo>
                  <a:pt x="890294" y="46727"/>
                </a:lnTo>
                <a:lnTo>
                  <a:pt x="890294" y="94848"/>
                </a:lnTo>
                <a:cubicBezTo>
                  <a:pt x="890294" y="99657"/>
                  <a:pt x="890964" y="102898"/>
                  <a:pt x="892304" y="104573"/>
                </a:cubicBezTo>
                <a:cubicBezTo>
                  <a:pt x="893644" y="106246"/>
                  <a:pt x="895365" y="107083"/>
                  <a:pt x="897466" y="107083"/>
                </a:cubicBezTo>
                <a:cubicBezTo>
                  <a:pt x="899201" y="107083"/>
                  <a:pt x="900882" y="106528"/>
                  <a:pt x="902511" y="105420"/>
                </a:cubicBezTo>
                <a:cubicBezTo>
                  <a:pt x="904140" y="104311"/>
                  <a:pt x="905401" y="102675"/>
                  <a:pt x="906294" y="100512"/>
                </a:cubicBezTo>
                <a:lnTo>
                  <a:pt x="909368" y="100512"/>
                </a:lnTo>
                <a:cubicBezTo>
                  <a:pt x="907529" y="105827"/>
                  <a:pt x="904928" y="109847"/>
                  <a:pt x="901565" y="112571"/>
                </a:cubicBezTo>
                <a:cubicBezTo>
                  <a:pt x="898202" y="115294"/>
                  <a:pt x="894734" y="116655"/>
                  <a:pt x="891161" y="116655"/>
                </a:cubicBezTo>
                <a:cubicBezTo>
                  <a:pt x="888744" y="116655"/>
                  <a:pt x="886379" y="115965"/>
                  <a:pt x="884067" y="114584"/>
                </a:cubicBezTo>
                <a:cubicBezTo>
                  <a:pt x="881755" y="113203"/>
                  <a:pt x="880047" y="111228"/>
                  <a:pt x="878944" y="108657"/>
                </a:cubicBezTo>
                <a:cubicBezTo>
                  <a:pt x="877840" y="106085"/>
                  <a:pt x="877288" y="102118"/>
                  <a:pt x="877288" y="96757"/>
                </a:cubicBezTo>
                <a:lnTo>
                  <a:pt x="877288" y="46727"/>
                </a:lnTo>
                <a:lnTo>
                  <a:pt x="865860" y="46727"/>
                </a:lnTo>
                <a:lnTo>
                  <a:pt x="865860" y="44050"/>
                </a:lnTo>
                <a:cubicBezTo>
                  <a:pt x="868750" y="42857"/>
                  <a:pt x="871705" y="40836"/>
                  <a:pt x="874727" y="37989"/>
                </a:cubicBezTo>
                <a:cubicBezTo>
                  <a:pt x="877748" y="35141"/>
                  <a:pt x="880441" y="31764"/>
                  <a:pt x="882806" y="27858"/>
                </a:cubicBezTo>
                <a:cubicBezTo>
                  <a:pt x="884014" y="25798"/>
                  <a:pt x="885696" y="22028"/>
                  <a:pt x="887850" y="16549"/>
                </a:cubicBezTo>
                <a:lnTo>
                  <a:pt x="890294" y="16549"/>
                </a:lnTo>
                <a:close/>
                <a:moveTo>
                  <a:pt x="977464" y="41048"/>
                </a:moveTo>
                <a:lnTo>
                  <a:pt x="977464" y="86072"/>
                </a:lnTo>
                <a:cubicBezTo>
                  <a:pt x="977464" y="94671"/>
                  <a:pt x="977661" y="99930"/>
                  <a:pt x="978055" y="101850"/>
                </a:cubicBezTo>
                <a:cubicBezTo>
                  <a:pt x="978449" y="103770"/>
                  <a:pt x="979079" y="105109"/>
                  <a:pt x="979946" y="105866"/>
                </a:cubicBezTo>
                <a:cubicBezTo>
                  <a:pt x="980813" y="106623"/>
                  <a:pt x="981825" y="107002"/>
                  <a:pt x="982981" y="107002"/>
                </a:cubicBezTo>
                <a:cubicBezTo>
                  <a:pt x="984610" y="107002"/>
                  <a:pt x="986449" y="106542"/>
                  <a:pt x="988498" y="105622"/>
                </a:cubicBezTo>
                <a:lnTo>
                  <a:pt x="989602" y="108462"/>
                </a:lnTo>
                <a:lnTo>
                  <a:pt x="968005" y="117629"/>
                </a:lnTo>
                <a:lnTo>
                  <a:pt x="964458" y="117629"/>
                </a:lnTo>
                <a:lnTo>
                  <a:pt x="964458" y="101891"/>
                </a:lnTo>
                <a:cubicBezTo>
                  <a:pt x="958258" y="108813"/>
                  <a:pt x="953529" y="113167"/>
                  <a:pt x="950271" y="114952"/>
                </a:cubicBezTo>
                <a:cubicBezTo>
                  <a:pt x="947013" y="116736"/>
                  <a:pt x="943571" y="117629"/>
                  <a:pt x="939945" y="117629"/>
                </a:cubicBezTo>
                <a:cubicBezTo>
                  <a:pt x="935899" y="117629"/>
                  <a:pt x="932392" y="116425"/>
                  <a:pt x="929423" y="114019"/>
                </a:cubicBezTo>
                <a:cubicBezTo>
                  <a:pt x="926454" y="111612"/>
                  <a:pt x="924391" y="108516"/>
                  <a:pt x="923235" y="104730"/>
                </a:cubicBezTo>
                <a:cubicBezTo>
                  <a:pt x="922079" y="100944"/>
                  <a:pt x="921501" y="95590"/>
                  <a:pt x="921501" y="88668"/>
                </a:cubicBezTo>
                <a:lnTo>
                  <a:pt x="921501" y="55488"/>
                </a:lnTo>
                <a:cubicBezTo>
                  <a:pt x="921501" y="51973"/>
                  <a:pt x="921133" y="49539"/>
                  <a:pt x="920398" y="48187"/>
                </a:cubicBezTo>
                <a:cubicBezTo>
                  <a:pt x="919662" y="46835"/>
                  <a:pt x="918572" y="45794"/>
                  <a:pt x="917127" y="45064"/>
                </a:cubicBezTo>
                <a:cubicBezTo>
                  <a:pt x="915682" y="44334"/>
                  <a:pt x="913067" y="43996"/>
                  <a:pt x="909284" y="44050"/>
                </a:cubicBezTo>
                <a:lnTo>
                  <a:pt x="909284" y="41048"/>
                </a:lnTo>
                <a:lnTo>
                  <a:pt x="934585" y="41048"/>
                </a:lnTo>
                <a:lnTo>
                  <a:pt x="934585" y="90655"/>
                </a:lnTo>
                <a:cubicBezTo>
                  <a:pt x="934585" y="97561"/>
                  <a:pt x="935755" y="102093"/>
                  <a:pt x="938093" y="104251"/>
                </a:cubicBezTo>
                <a:cubicBezTo>
                  <a:pt x="940431" y="106409"/>
                  <a:pt x="943256" y="107488"/>
                  <a:pt x="946566" y="107488"/>
                </a:cubicBezTo>
                <a:cubicBezTo>
                  <a:pt x="948826" y="107488"/>
                  <a:pt x="951387" y="106760"/>
                  <a:pt x="954251" y="105303"/>
                </a:cubicBezTo>
                <a:cubicBezTo>
                  <a:pt x="957115" y="103846"/>
                  <a:pt x="960517" y="101069"/>
                  <a:pt x="964458" y="96970"/>
                </a:cubicBezTo>
                <a:lnTo>
                  <a:pt x="964458" y="54974"/>
                </a:lnTo>
                <a:cubicBezTo>
                  <a:pt x="964458" y="50765"/>
                  <a:pt x="963709" y="47920"/>
                  <a:pt x="962212" y="46438"/>
                </a:cubicBezTo>
                <a:cubicBezTo>
                  <a:pt x="960714" y="44954"/>
                  <a:pt x="957601" y="44158"/>
                  <a:pt x="952872" y="44050"/>
                </a:cubicBezTo>
                <a:lnTo>
                  <a:pt x="952872" y="41048"/>
                </a:lnTo>
                <a:lnTo>
                  <a:pt x="977464" y="41048"/>
                </a:lnTo>
                <a:close/>
                <a:moveTo>
                  <a:pt x="1016007" y="38939"/>
                </a:moveTo>
                <a:lnTo>
                  <a:pt x="1016007" y="55651"/>
                </a:lnTo>
                <a:cubicBezTo>
                  <a:pt x="1022050" y="44510"/>
                  <a:pt x="1028250" y="38939"/>
                  <a:pt x="1034608" y="38939"/>
                </a:cubicBezTo>
                <a:cubicBezTo>
                  <a:pt x="1037499" y="38939"/>
                  <a:pt x="1039889" y="39845"/>
                  <a:pt x="1041781" y="41657"/>
                </a:cubicBezTo>
                <a:cubicBezTo>
                  <a:pt x="1043673" y="43469"/>
                  <a:pt x="1044619" y="45564"/>
                  <a:pt x="1044619" y="47944"/>
                </a:cubicBezTo>
                <a:cubicBezTo>
                  <a:pt x="1044619" y="50053"/>
                  <a:pt x="1043936" y="51838"/>
                  <a:pt x="1042569" y="53298"/>
                </a:cubicBezTo>
                <a:cubicBezTo>
                  <a:pt x="1041203" y="54758"/>
                  <a:pt x="1039574" y="55488"/>
                  <a:pt x="1037682" y="55488"/>
                </a:cubicBezTo>
                <a:cubicBezTo>
                  <a:pt x="1035843" y="55488"/>
                  <a:pt x="1033781" y="54555"/>
                  <a:pt x="1031495" y="52690"/>
                </a:cubicBezTo>
                <a:cubicBezTo>
                  <a:pt x="1029209" y="50824"/>
                  <a:pt x="1027515" y="49891"/>
                  <a:pt x="1026411" y="49891"/>
                </a:cubicBezTo>
                <a:cubicBezTo>
                  <a:pt x="1025465" y="49891"/>
                  <a:pt x="1024441" y="50430"/>
                  <a:pt x="1023337" y="51508"/>
                </a:cubicBezTo>
                <a:cubicBezTo>
                  <a:pt x="1020973" y="53720"/>
                  <a:pt x="1018529" y="57362"/>
                  <a:pt x="1016007" y="62432"/>
                </a:cubicBezTo>
                <a:lnTo>
                  <a:pt x="1016007" y="97954"/>
                </a:lnTo>
                <a:cubicBezTo>
                  <a:pt x="1016007" y="102052"/>
                  <a:pt x="1016506" y="105153"/>
                  <a:pt x="1017504" y="107258"/>
                </a:cubicBezTo>
                <a:cubicBezTo>
                  <a:pt x="1018188" y="108714"/>
                  <a:pt x="1019396" y="109929"/>
                  <a:pt x="1021130" y="110901"/>
                </a:cubicBezTo>
                <a:cubicBezTo>
                  <a:pt x="1022864" y="111871"/>
                  <a:pt x="1025360" y="112356"/>
                  <a:pt x="1028618" y="112356"/>
                </a:cubicBezTo>
                <a:lnTo>
                  <a:pt x="1028618" y="115357"/>
                </a:lnTo>
                <a:lnTo>
                  <a:pt x="991651" y="115357"/>
                </a:lnTo>
                <a:lnTo>
                  <a:pt x="991651" y="112356"/>
                </a:lnTo>
                <a:cubicBezTo>
                  <a:pt x="995330" y="112356"/>
                  <a:pt x="998062" y="111762"/>
                  <a:pt x="999849" y="110576"/>
                </a:cubicBezTo>
                <a:cubicBezTo>
                  <a:pt x="1001162" y="109712"/>
                  <a:pt x="1002082" y="108336"/>
                  <a:pt x="1002607" y="106446"/>
                </a:cubicBezTo>
                <a:cubicBezTo>
                  <a:pt x="1002870" y="105529"/>
                  <a:pt x="1003002" y="102912"/>
                  <a:pt x="1003002" y="98595"/>
                </a:cubicBezTo>
                <a:lnTo>
                  <a:pt x="1003002" y="69860"/>
                </a:lnTo>
                <a:cubicBezTo>
                  <a:pt x="1003002" y="61225"/>
                  <a:pt x="1002831" y="56086"/>
                  <a:pt x="1002489" y="54441"/>
                </a:cubicBezTo>
                <a:cubicBezTo>
                  <a:pt x="1002148" y="52795"/>
                  <a:pt x="1001517" y="51594"/>
                  <a:pt x="1000598" y="50839"/>
                </a:cubicBezTo>
                <a:cubicBezTo>
                  <a:pt x="999678" y="50083"/>
                  <a:pt x="998535" y="49706"/>
                  <a:pt x="997169" y="49706"/>
                </a:cubicBezTo>
                <a:cubicBezTo>
                  <a:pt x="995540" y="49706"/>
                  <a:pt x="993701" y="50111"/>
                  <a:pt x="991651" y="50920"/>
                </a:cubicBezTo>
                <a:lnTo>
                  <a:pt x="990863" y="48005"/>
                </a:lnTo>
                <a:lnTo>
                  <a:pt x="1012696" y="38939"/>
                </a:lnTo>
                <a:lnTo>
                  <a:pt x="1016007" y="38939"/>
                </a:lnTo>
                <a:close/>
                <a:moveTo>
                  <a:pt x="1060824" y="69117"/>
                </a:moveTo>
                <a:cubicBezTo>
                  <a:pt x="1060772" y="80124"/>
                  <a:pt x="1063373" y="88758"/>
                  <a:pt x="1068627" y="95018"/>
                </a:cubicBezTo>
                <a:cubicBezTo>
                  <a:pt x="1073882" y="101276"/>
                  <a:pt x="1080056" y="104406"/>
                  <a:pt x="1087150" y="104406"/>
                </a:cubicBezTo>
                <a:cubicBezTo>
                  <a:pt x="1091879" y="104406"/>
                  <a:pt x="1095991" y="103067"/>
                  <a:pt x="1099485" y="100390"/>
                </a:cubicBezTo>
                <a:cubicBezTo>
                  <a:pt x="1102980" y="97713"/>
                  <a:pt x="1105909" y="93129"/>
                  <a:pt x="1108274" y="86640"/>
                </a:cubicBezTo>
                <a:lnTo>
                  <a:pt x="1110717" y="88262"/>
                </a:lnTo>
                <a:cubicBezTo>
                  <a:pt x="1109614" y="95671"/>
                  <a:pt x="1106408" y="102418"/>
                  <a:pt x="1101101" y="108502"/>
                </a:cubicBezTo>
                <a:cubicBezTo>
                  <a:pt x="1095794" y="114587"/>
                  <a:pt x="1089147" y="117629"/>
                  <a:pt x="1081160" y="117629"/>
                </a:cubicBezTo>
                <a:cubicBezTo>
                  <a:pt x="1072489" y="117629"/>
                  <a:pt x="1065067" y="114162"/>
                  <a:pt x="1058893" y="107227"/>
                </a:cubicBezTo>
                <a:cubicBezTo>
                  <a:pt x="1052719" y="100291"/>
                  <a:pt x="1049632" y="90967"/>
                  <a:pt x="1049632" y="79255"/>
                </a:cubicBezTo>
                <a:cubicBezTo>
                  <a:pt x="1049632" y="66573"/>
                  <a:pt x="1052798" y="56683"/>
                  <a:pt x="1059129" y="49587"/>
                </a:cubicBezTo>
                <a:cubicBezTo>
                  <a:pt x="1065461" y="42488"/>
                  <a:pt x="1073409" y="38939"/>
                  <a:pt x="1082973" y="38939"/>
                </a:cubicBezTo>
                <a:cubicBezTo>
                  <a:pt x="1091065" y="38939"/>
                  <a:pt x="1097712" y="41677"/>
                  <a:pt x="1102914" y="47153"/>
                </a:cubicBezTo>
                <a:cubicBezTo>
                  <a:pt x="1108116" y="52627"/>
                  <a:pt x="1110717" y="59948"/>
                  <a:pt x="1110717" y="69117"/>
                </a:cubicBezTo>
                <a:lnTo>
                  <a:pt x="1060824" y="69117"/>
                </a:lnTo>
                <a:moveTo>
                  <a:pt x="1060824" y="64412"/>
                </a:moveTo>
                <a:lnTo>
                  <a:pt x="1094244" y="64412"/>
                </a:lnTo>
                <a:cubicBezTo>
                  <a:pt x="1093981" y="59653"/>
                  <a:pt x="1093429" y="56300"/>
                  <a:pt x="1092589" y="54353"/>
                </a:cubicBezTo>
                <a:cubicBezTo>
                  <a:pt x="1091275" y="51324"/>
                  <a:pt x="1089318" y="48944"/>
                  <a:pt x="1086717" y="47214"/>
                </a:cubicBezTo>
                <a:cubicBezTo>
                  <a:pt x="1084115" y="45483"/>
                  <a:pt x="1081396" y="44618"/>
                  <a:pt x="1078559" y="44618"/>
                </a:cubicBezTo>
                <a:cubicBezTo>
                  <a:pt x="1074197" y="44618"/>
                  <a:pt x="1070296" y="46362"/>
                  <a:pt x="1066854" y="49850"/>
                </a:cubicBezTo>
                <a:cubicBezTo>
                  <a:pt x="1063412" y="53339"/>
                  <a:pt x="1061402" y="58192"/>
                  <a:pt x="1060824" y="644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Lines">
            <a:extLst xmlns:a="http://schemas.openxmlformats.org/drawingml/2006/main">
              <a:ext uri="{FF2B5EF4-FFF2-40B4-BE49-F238E27FC236}">
                <a16:creationId xmlns:a16="http://schemas.microsoft.com/office/drawing/2014/main" id="{0B3B3B1C-768D-466C-8C15-FE351DF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192" y="1619437"/>
            <a:ext cx="310247" cy="104559"/>
          </a:xfrm>
          <a:custGeom xmlns:a="http://schemas.openxmlformats.org/drawingml/2006/main">
            <a:pathLst>
              <a:path w="310247" h="104559">
                <a:moveTo>
                  <a:pt x="79381" y="75427"/>
                </a:moveTo>
                <a:lnTo>
                  <a:pt x="81693" y="75934"/>
                </a:lnTo>
                <a:lnTo>
                  <a:pt x="73566" y="102540"/>
                </a:lnTo>
                <a:lnTo>
                  <a:pt x="0" y="102540"/>
                </a:lnTo>
                <a:lnTo>
                  <a:pt x="0" y="99872"/>
                </a:lnTo>
                <a:lnTo>
                  <a:pt x="3573" y="99872"/>
                </a:lnTo>
                <a:cubicBezTo>
                  <a:pt x="7590" y="99872"/>
                  <a:pt x="10463" y="98526"/>
                  <a:pt x="12191" y="95834"/>
                </a:cubicBezTo>
                <a:cubicBezTo>
                  <a:pt x="13172" y="94295"/>
                  <a:pt x="13662" y="90738"/>
                  <a:pt x="13662" y="85161"/>
                </a:cubicBezTo>
                <a:lnTo>
                  <a:pt x="13662" y="22066"/>
                </a:lnTo>
                <a:cubicBezTo>
                  <a:pt x="13662" y="15960"/>
                  <a:pt x="13008" y="12138"/>
                  <a:pt x="11700" y="10600"/>
                </a:cubicBezTo>
                <a:cubicBezTo>
                  <a:pt x="9879" y="8485"/>
                  <a:pt x="7170" y="7427"/>
                  <a:pt x="3573" y="7427"/>
                </a:cubicBezTo>
                <a:lnTo>
                  <a:pt x="0" y="7427"/>
                </a:lnTo>
                <a:lnTo>
                  <a:pt x="0" y="4759"/>
                </a:lnTo>
                <a:lnTo>
                  <a:pt x="43018" y="4759"/>
                </a:lnTo>
                <a:lnTo>
                  <a:pt x="43018" y="7427"/>
                </a:lnTo>
                <a:cubicBezTo>
                  <a:pt x="37974" y="7379"/>
                  <a:pt x="34436" y="7861"/>
                  <a:pt x="32404" y="8872"/>
                </a:cubicBezTo>
                <a:cubicBezTo>
                  <a:pt x="30372" y="9881"/>
                  <a:pt x="28982" y="11156"/>
                  <a:pt x="28235" y="12696"/>
                </a:cubicBezTo>
                <a:cubicBezTo>
                  <a:pt x="27488" y="14236"/>
                  <a:pt x="27114" y="17916"/>
                  <a:pt x="27114" y="23738"/>
                </a:cubicBezTo>
                <a:lnTo>
                  <a:pt x="27114" y="85224"/>
                </a:lnTo>
                <a:cubicBezTo>
                  <a:pt x="27114" y="89218"/>
                  <a:pt x="27488" y="91960"/>
                  <a:pt x="28235" y="93452"/>
                </a:cubicBezTo>
                <a:cubicBezTo>
                  <a:pt x="28796" y="94461"/>
                  <a:pt x="29660" y="95207"/>
                  <a:pt x="30827" y="95689"/>
                </a:cubicBezTo>
                <a:cubicBezTo>
                  <a:pt x="31995" y="96170"/>
                  <a:pt x="35638" y="96410"/>
                  <a:pt x="41757" y="96410"/>
                </a:cubicBezTo>
                <a:lnTo>
                  <a:pt x="48693" y="96410"/>
                </a:lnTo>
                <a:cubicBezTo>
                  <a:pt x="55980" y="96410"/>
                  <a:pt x="61094" y="95854"/>
                  <a:pt x="64037" y="94741"/>
                </a:cubicBezTo>
                <a:cubicBezTo>
                  <a:pt x="66980" y="93627"/>
                  <a:pt x="69665" y="91655"/>
                  <a:pt x="72094" y="88823"/>
                </a:cubicBezTo>
                <a:cubicBezTo>
                  <a:pt x="74523" y="85991"/>
                  <a:pt x="76952" y="81526"/>
                  <a:pt x="79381" y="75427"/>
                </a:cubicBezTo>
                <a:close/>
                <a:moveTo>
                  <a:pt x="105377" y="0"/>
                </a:moveTo>
                <a:cubicBezTo>
                  <a:pt x="107339" y="0"/>
                  <a:pt x="109009" y="713"/>
                  <a:pt x="110387" y="2138"/>
                </a:cubicBezTo>
                <a:cubicBezTo>
                  <a:pt x="111765" y="3563"/>
                  <a:pt x="112454" y="5290"/>
                  <a:pt x="112454" y="7319"/>
                </a:cubicBezTo>
                <a:cubicBezTo>
                  <a:pt x="112454" y="9349"/>
                  <a:pt x="111765" y="11088"/>
                  <a:pt x="110387" y="12538"/>
                </a:cubicBezTo>
                <a:cubicBezTo>
                  <a:pt x="109009" y="13986"/>
                  <a:pt x="107339" y="14710"/>
                  <a:pt x="105377" y="14710"/>
                </a:cubicBezTo>
                <a:cubicBezTo>
                  <a:pt x="103415" y="14710"/>
                  <a:pt x="101734" y="13986"/>
                  <a:pt x="100333" y="12538"/>
                </a:cubicBezTo>
                <a:cubicBezTo>
                  <a:pt x="98931" y="11088"/>
                  <a:pt x="98231" y="9349"/>
                  <a:pt x="98231" y="7319"/>
                </a:cubicBezTo>
                <a:cubicBezTo>
                  <a:pt x="98231" y="5290"/>
                  <a:pt x="98920" y="3563"/>
                  <a:pt x="100298" y="2138"/>
                </a:cubicBezTo>
                <a:cubicBezTo>
                  <a:pt x="101676" y="713"/>
                  <a:pt x="103369" y="0"/>
                  <a:pt x="105377" y="0"/>
                </a:cubicBezTo>
                <a:moveTo>
                  <a:pt x="111192" y="34613"/>
                </a:moveTo>
                <a:lnTo>
                  <a:pt x="111192" y="87568"/>
                </a:lnTo>
                <a:cubicBezTo>
                  <a:pt x="111192" y="91693"/>
                  <a:pt x="111484" y="94439"/>
                  <a:pt x="112068" y="95807"/>
                </a:cubicBezTo>
                <a:cubicBezTo>
                  <a:pt x="112652" y="97174"/>
                  <a:pt x="113516" y="98193"/>
                  <a:pt x="114660" y="98864"/>
                </a:cubicBezTo>
                <a:cubicBezTo>
                  <a:pt x="115805" y="99536"/>
                  <a:pt x="117895" y="99872"/>
                  <a:pt x="120931" y="99872"/>
                </a:cubicBezTo>
                <a:lnTo>
                  <a:pt x="120931" y="102540"/>
                </a:lnTo>
                <a:lnTo>
                  <a:pt x="89753" y="102540"/>
                </a:lnTo>
                <a:lnTo>
                  <a:pt x="89753" y="99872"/>
                </a:lnTo>
                <a:cubicBezTo>
                  <a:pt x="92883" y="99872"/>
                  <a:pt x="94985" y="99560"/>
                  <a:pt x="96059" y="98937"/>
                </a:cubicBezTo>
                <a:cubicBezTo>
                  <a:pt x="97133" y="98313"/>
                  <a:pt x="97986" y="97282"/>
                  <a:pt x="98616" y="95843"/>
                </a:cubicBezTo>
                <a:cubicBezTo>
                  <a:pt x="99247" y="94403"/>
                  <a:pt x="99562" y="91645"/>
                  <a:pt x="99562" y="87568"/>
                </a:cubicBezTo>
                <a:lnTo>
                  <a:pt x="99562" y="62170"/>
                </a:lnTo>
                <a:cubicBezTo>
                  <a:pt x="99562" y="55022"/>
                  <a:pt x="99352" y="50393"/>
                  <a:pt x="98931" y="48284"/>
                </a:cubicBezTo>
                <a:cubicBezTo>
                  <a:pt x="98605" y="46749"/>
                  <a:pt x="98091" y="45681"/>
                  <a:pt x="97390" y="45082"/>
                </a:cubicBezTo>
                <a:cubicBezTo>
                  <a:pt x="96689" y="44483"/>
                  <a:pt x="95732" y="44183"/>
                  <a:pt x="94518" y="44183"/>
                </a:cubicBezTo>
                <a:cubicBezTo>
                  <a:pt x="93210" y="44183"/>
                  <a:pt x="91622" y="44543"/>
                  <a:pt x="89753" y="45262"/>
                </a:cubicBezTo>
                <a:lnTo>
                  <a:pt x="88772" y="42671"/>
                </a:lnTo>
                <a:lnTo>
                  <a:pt x="108110" y="34613"/>
                </a:lnTo>
                <a:lnTo>
                  <a:pt x="111192" y="34613"/>
                </a:lnTo>
                <a:close/>
                <a:moveTo>
                  <a:pt x="148123" y="48602"/>
                </a:moveTo>
                <a:cubicBezTo>
                  <a:pt x="155643" y="39276"/>
                  <a:pt x="162812" y="34613"/>
                  <a:pt x="169632" y="34613"/>
                </a:cubicBezTo>
                <a:cubicBezTo>
                  <a:pt x="173135" y="34613"/>
                  <a:pt x="176148" y="35512"/>
                  <a:pt x="178670" y="37312"/>
                </a:cubicBezTo>
                <a:cubicBezTo>
                  <a:pt x="181192" y="39110"/>
                  <a:pt x="183201" y="42072"/>
                  <a:pt x="184695" y="46197"/>
                </a:cubicBezTo>
                <a:cubicBezTo>
                  <a:pt x="185723" y="49074"/>
                  <a:pt x="186237" y="53487"/>
                  <a:pt x="186237" y="59436"/>
                </a:cubicBezTo>
                <a:lnTo>
                  <a:pt x="186237" y="87568"/>
                </a:lnTo>
                <a:cubicBezTo>
                  <a:pt x="186237" y="91741"/>
                  <a:pt x="186564" y="94572"/>
                  <a:pt x="187218" y="96059"/>
                </a:cubicBezTo>
                <a:cubicBezTo>
                  <a:pt x="187731" y="97258"/>
                  <a:pt x="188560" y="98193"/>
                  <a:pt x="189705" y="98864"/>
                </a:cubicBezTo>
                <a:cubicBezTo>
                  <a:pt x="190849" y="99536"/>
                  <a:pt x="192963" y="99872"/>
                  <a:pt x="196045" y="99872"/>
                </a:cubicBezTo>
                <a:lnTo>
                  <a:pt x="196045" y="102540"/>
                </a:lnTo>
                <a:lnTo>
                  <a:pt x="164307" y="102540"/>
                </a:lnTo>
                <a:lnTo>
                  <a:pt x="164307" y="99872"/>
                </a:lnTo>
                <a:lnTo>
                  <a:pt x="165638" y="99872"/>
                </a:lnTo>
                <a:cubicBezTo>
                  <a:pt x="168628" y="99872"/>
                  <a:pt x="170718" y="99405"/>
                  <a:pt x="171909" y="98472"/>
                </a:cubicBezTo>
                <a:cubicBezTo>
                  <a:pt x="173100" y="97539"/>
                  <a:pt x="173929" y="96165"/>
                  <a:pt x="174396" y="94349"/>
                </a:cubicBezTo>
                <a:cubicBezTo>
                  <a:pt x="174583" y="93631"/>
                  <a:pt x="174676" y="91382"/>
                  <a:pt x="174676" y="87604"/>
                </a:cubicBezTo>
                <a:lnTo>
                  <a:pt x="174676" y="60700"/>
                </a:lnTo>
                <a:cubicBezTo>
                  <a:pt x="174676" y="54723"/>
                  <a:pt x="173917" y="50383"/>
                  <a:pt x="172399" y="47680"/>
                </a:cubicBezTo>
                <a:cubicBezTo>
                  <a:pt x="170881" y="44978"/>
                  <a:pt x="168324" y="43626"/>
                  <a:pt x="164727" y="43626"/>
                </a:cubicBezTo>
                <a:cubicBezTo>
                  <a:pt x="159169" y="43626"/>
                  <a:pt x="153634" y="46735"/>
                  <a:pt x="148123" y="52953"/>
                </a:cubicBezTo>
                <a:lnTo>
                  <a:pt x="148123" y="87604"/>
                </a:lnTo>
                <a:cubicBezTo>
                  <a:pt x="148123" y="92052"/>
                  <a:pt x="148380" y="94802"/>
                  <a:pt x="148893" y="95854"/>
                </a:cubicBezTo>
                <a:cubicBezTo>
                  <a:pt x="149547" y="97240"/>
                  <a:pt x="150446" y="98257"/>
                  <a:pt x="151591" y="98903"/>
                </a:cubicBezTo>
                <a:cubicBezTo>
                  <a:pt x="152735" y="99549"/>
                  <a:pt x="155059" y="99872"/>
                  <a:pt x="158562" y="99872"/>
                </a:cubicBezTo>
                <a:lnTo>
                  <a:pt x="158562" y="102540"/>
                </a:lnTo>
                <a:lnTo>
                  <a:pt x="126824" y="102540"/>
                </a:lnTo>
                <a:lnTo>
                  <a:pt x="126824" y="99872"/>
                </a:lnTo>
                <a:lnTo>
                  <a:pt x="128225" y="99872"/>
                </a:lnTo>
                <a:cubicBezTo>
                  <a:pt x="131495" y="99872"/>
                  <a:pt x="133701" y="99021"/>
                  <a:pt x="134846" y="97319"/>
                </a:cubicBezTo>
                <a:cubicBezTo>
                  <a:pt x="135990" y="95615"/>
                  <a:pt x="136562" y="92365"/>
                  <a:pt x="136562" y="87568"/>
                </a:cubicBezTo>
                <a:lnTo>
                  <a:pt x="136562" y="63105"/>
                </a:lnTo>
                <a:cubicBezTo>
                  <a:pt x="136562" y="55191"/>
                  <a:pt x="136387" y="50371"/>
                  <a:pt x="136037" y="48645"/>
                </a:cubicBezTo>
                <a:cubicBezTo>
                  <a:pt x="135687" y="46917"/>
                  <a:pt x="135149" y="45741"/>
                  <a:pt x="134425" y="45118"/>
                </a:cubicBezTo>
                <a:cubicBezTo>
                  <a:pt x="133701" y="44495"/>
                  <a:pt x="132732" y="44183"/>
                  <a:pt x="131518" y="44183"/>
                </a:cubicBezTo>
                <a:cubicBezTo>
                  <a:pt x="130210" y="44183"/>
                  <a:pt x="128645" y="44543"/>
                  <a:pt x="126824" y="45262"/>
                </a:cubicBezTo>
                <a:lnTo>
                  <a:pt x="125773" y="42671"/>
                </a:lnTo>
                <a:lnTo>
                  <a:pt x="145110" y="34613"/>
                </a:lnTo>
                <a:lnTo>
                  <a:pt x="148123" y="34613"/>
                </a:lnTo>
                <a:lnTo>
                  <a:pt x="148123" y="48602"/>
                </a:lnTo>
                <a:close/>
                <a:moveTo>
                  <a:pt x="211950" y="61437"/>
                </a:moveTo>
                <a:cubicBezTo>
                  <a:pt x="211903" y="71222"/>
                  <a:pt x="214215" y="78896"/>
                  <a:pt x="218886" y="84461"/>
                </a:cubicBezTo>
                <a:cubicBezTo>
                  <a:pt x="223557" y="90024"/>
                  <a:pt x="229045" y="92805"/>
                  <a:pt x="235351" y="92805"/>
                </a:cubicBezTo>
                <a:cubicBezTo>
                  <a:pt x="239554" y="92805"/>
                  <a:pt x="243209" y="91615"/>
                  <a:pt x="246315" y="89236"/>
                </a:cubicBezTo>
                <a:cubicBezTo>
                  <a:pt x="249421" y="86856"/>
                  <a:pt x="252025" y="82782"/>
                  <a:pt x="254127" y="77013"/>
                </a:cubicBezTo>
                <a:lnTo>
                  <a:pt x="256299" y="78455"/>
                </a:lnTo>
                <a:cubicBezTo>
                  <a:pt x="255318" y="85041"/>
                  <a:pt x="252469" y="91038"/>
                  <a:pt x="247752" y="96447"/>
                </a:cubicBezTo>
                <a:cubicBezTo>
                  <a:pt x="243034" y="101855"/>
                  <a:pt x="237125" y="104559"/>
                  <a:pt x="230026" y="104559"/>
                </a:cubicBezTo>
                <a:cubicBezTo>
                  <a:pt x="222319" y="104559"/>
                  <a:pt x="215721" y="101477"/>
                  <a:pt x="210233" y="95313"/>
                </a:cubicBezTo>
                <a:cubicBezTo>
                  <a:pt x="204745" y="89148"/>
                  <a:pt x="202001" y="80860"/>
                  <a:pt x="202001" y="70449"/>
                </a:cubicBezTo>
                <a:cubicBezTo>
                  <a:pt x="202001" y="59176"/>
                  <a:pt x="204815" y="50385"/>
                  <a:pt x="210443" y="44077"/>
                </a:cubicBezTo>
                <a:cubicBezTo>
                  <a:pt x="216072" y="37767"/>
                  <a:pt x="223136" y="34613"/>
                  <a:pt x="231637" y="34613"/>
                </a:cubicBezTo>
                <a:cubicBezTo>
                  <a:pt x="238830" y="34613"/>
                  <a:pt x="244739" y="37046"/>
                  <a:pt x="249363" y="41914"/>
                </a:cubicBezTo>
                <a:cubicBezTo>
                  <a:pt x="253987" y="46780"/>
                  <a:pt x="256299" y="53287"/>
                  <a:pt x="256299" y="61437"/>
                </a:cubicBezTo>
                <a:lnTo>
                  <a:pt x="211950" y="61437"/>
                </a:lnTo>
                <a:moveTo>
                  <a:pt x="211950" y="57255"/>
                </a:moveTo>
                <a:lnTo>
                  <a:pt x="241656" y="57255"/>
                </a:lnTo>
                <a:cubicBezTo>
                  <a:pt x="241423" y="53025"/>
                  <a:pt x="240932" y="50044"/>
                  <a:pt x="240185" y="48313"/>
                </a:cubicBezTo>
                <a:cubicBezTo>
                  <a:pt x="239017" y="45621"/>
                  <a:pt x="237277" y="43506"/>
                  <a:pt x="234965" y="41968"/>
                </a:cubicBezTo>
                <a:cubicBezTo>
                  <a:pt x="232653" y="40429"/>
                  <a:pt x="230236" y="39660"/>
                  <a:pt x="227714" y="39660"/>
                </a:cubicBezTo>
                <a:cubicBezTo>
                  <a:pt x="223837" y="39660"/>
                  <a:pt x="220369" y="41211"/>
                  <a:pt x="217310" y="44311"/>
                </a:cubicBezTo>
                <a:cubicBezTo>
                  <a:pt x="214250" y="47412"/>
                  <a:pt x="212464" y="51727"/>
                  <a:pt x="211950" y="57255"/>
                </a:cubicBezTo>
                <a:close/>
                <a:moveTo>
                  <a:pt x="305413" y="34613"/>
                </a:moveTo>
                <a:lnTo>
                  <a:pt x="305413" y="56967"/>
                </a:lnTo>
                <a:lnTo>
                  <a:pt x="303101" y="56967"/>
                </a:lnTo>
                <a:cubicBezTo>
                  <a:pt x="301326" y="49955"/>
                  <a:pt x="299049" y="45186"/>
                  <a:pt x="296270" y="42660"/>
                </a:cubicBezTo>
                <a:cubicBezTo>
                  <a:pt x="293491" y="40131"/>
                  <a:pt x="289952" y="38867"/>
                  <a:pt x="285655" y="38867"/>
                </a:cubicBezTo>
                <a:cubicBezTo>
                  <a:pt x="282386" y="38867"/>
                  <a:pt x="279747" y="39756"/>
                  <a:pt x="277738" y="41533"/>
                </a:cubicBezTo>
                <a:cubicBezTo>
                  <a:pt x="275730" y="43309"/>
                  <a:pt x="274725" y="45277"/>
                  <a:pt x="274725" y="47439"/>
                </a:cubicBezTo>
                <a:cubicBezTo>
                  <a:pt x="274725" y="50128"/>
                  <a:pt x="275473" y="52433"/>
                  <a:pt x="276967" y="54353"/>
                </a:cubicBezTo>
                <a:cubicBezTo>
                  <a:pt x="278415" y="56322"/>
                  <a:pt x="281358" y="58411"/>
                  <a:pt x="285795" y="60619"/>
                </a:cubicBezTo>
                <a:lnTo>
                  <a:pt x="296024" y="65735"/>
                </a:lnTo>
                <a:cubicBezTo>
                  <a:pt x="305506" y="70488"/>
                  <a:pt x="310247" y="76755"/>
                  <a:pt x="310247" y="84535"/>
                </a:cubicBezTo>
                <a:cubicBezTo>
                  <a:pt x="310247" y="90537"/>
                  <a:pt x="308040" y="95375"/>
                  <a:pt x="303626" y="99049"/>
                </a:cubicBezTo>
                <a:cubicBezTo>
                  <a:pt x="299212" y="102722"/>
                  <a:pt x="294273" y="104559"/>
                  <a:pt x="288808" y="104559"/>
                </a:cubicBezTo>
                <a:cubicBezTo>
                  <a:pt x="284885" y="104559"/>
                  <a:pt x="280401" y="103838"/>
                  <a:pt x="275356" y="102396"/>
                </a:cubicBezTo>
                <a:cubicBezTo>
                  <a:pt x="273815" y="101915"/>
                  <a:pt x="272554" y="101674"/>
                  <a:pt x="271573" y="101674"/>
                </a:cubicBezTo>
                <a:cubicBezTo>
                  <a:pt x="270498" y="101674"/>
                  <a:pt x="269658" y="102299"/>
                  <a:pt x="269050" y="103549"/>
                </a:cubicBezTo>
                <a:lnTo>
                  <a:pt x="266738" y="103549"/>
                </a:lnTo>
                <a:lnTo>
                  <a:pt x="266738" y="79897"/>
                </a:lnTo>
                <a:lnTo>
                  <a:pt x="269050" y="79897"/>
                </a:lnTo>
                <a:cubicBezTo>
                  <a:pt x="270358" y="86652"/>
                  <a:pt x="272857" y="91741"/>
                  <a:pt x="276547" y="95167"/>
                </a:cubicBezTo>
                <a:cubicBezTo>
                  <a:pt x="280237" y="98592"/>
                  <a:pt x="284371" y="100304"/>
                  <a:pt x="288948" y="100304"/>
                </a:cubicBezTo>
                <a:cubicBezTo>
                  <a:pt x="292171" y="100304"/>
                  <a:pt x="294798" y="99332"/>
                  <a:pt x="296830" y="97388"/>
                </a:cubicBezTo>
                <a:cubicBezTo>
                  <a:pt x="298862" y="95443"/>
                  <a:pt x="299878" y="93102"/>
                  <a:pt x="299878" y="90365"/>
                </a:cubicBezTo>
                <a:cubicBezTo>
                  <a:pt x="299878" y="87051"/>
                  <a:pt x="298745" y="84265"/>
                  <a:pt x="296480" y="82009"/>
                </a:cubicBezTo>
                <a:cubicBezTo>
                  <a:pt x="294215" y="79752"/>
                  <a:pt x="289695" y="76896"/>
                  <a:pt x="282923" y="73439"/>
                </a:cubicBezTo>
                <a:cubicBezTo>
                  <a:pt x="276150" y="69981"/>
                  <a:pt x="271713" y="66859"/>
                  <a:pt x="269611" y="64074"/>
                </a:cubicBezTo>
                <a:cubicBezTo>
                  <a:pt x="267509" y="61337"/>
                  <a:pt x="266458" y="57879"/>
                  <a:pt x="266458" y="53701"/>
                </a:cubicBezTo>
                <a:cubicBezTo>
                  <a:pt x="266458" y="48275"/>
                  <a:pt x="268268" y="43737"/>
                  <a:pt x="271888" y="40088"/>
                </a:cubicBezTo>
                <a:cubicBezTo>
                  <a:pt x="275508" y="36438"/>
                  <a:pt x="280190" y="34613"/>
                  <a:pt x="285935" y="34613"/>
                </a:cubicBezTo>
                <a:cubicBezTo>
                  <a:pt x="288458" y="34613"/>
                  <a:pt x="291517" y="35165"/>
                  <a:pt x="295114" y="36271"/>
                </a:cubicBezTo>
                <a:cubicBezTo>
                  <a:pt x="297496" y="36992"/>
                  <a:pt x="299084" y="37353"/>
                  <a:pt x="299878" y="37353"/>
                </a:cubicBezTo>
                <a:cubicBezTo>
                  <a:pt x="300625" y="37353"/>
                  <a:pt x="301209" y="37184"/>
                  <a:pt x="301629" y="36848"/>
                </a:cubicBezTo>
                <a:cubicBezTo>
                  <a:pt x="302050" y="36511"/>
                  <a:pt x="302540" y="35766"/>
                  <a:pt x="303101" y="34613"/>
                </a:cubicBezTo>
                <a:lnTo>
                  <a:pt x="305413" y="346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ofCodes">
            <a:extLst xmlns:a="http://schemas.openxmlformats.org/drawingml/2006/main">
              <a:ext uri="{FF2B5EF4-FFF2-40B4-BE49-F238E27FC236}">
                <a16:creationId xmlns:a16="http://schemas.microsoft.com/office/drawing/2014/main" id="{881347CC-6FC5-4B54-99E9-FB912332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711" y="1801084"/>
            <a:ext cx="503332" cy="104703"/>
          </a:xfrm>
          <a:custGeom xmlns:a="http://schemas.openxmlformats.org/drawingml/2006/main">
            <a:pathLst>
              <a:path w="503332" h="104703">
                <a:moveTo>
                  <a:pt x="31038" y="34613"/>
                </a:moveTo>
                <a:cubicBezTo>
                  <a:pt x="40753" y="34613"/>
                  <a:pt x="48553" y="38407"/>
                  <a:pt x="54439" y="45995"/>
                </a:cubicBezTo>
                <a:cubicBezTo>
                  <a:pt x="59436" y="52477"/>
                  <a:pt x="61935" y="59921"/>
                  <a:pt x="61935" y="68326"/>
                </a:cubicBezTo>
                <a:cubicBezTo>
                  <a:pt x="61935" y="74233"/>
                  <a:pt x="60557" y="80212"/>
                  <a:pt x="57802" y="86263"/>
                </a:cubicBezTo>
                <a:cubicBezTo>
                  <a:pt x="55046" y="92313"/>
                  <a:pt x="51251" y="96875"/>
                  <a:pt x="46416" y="99948"/>
                </a:cubicBezTo>
                <a:cubicBezTo>
                  <a:pt x="41582" y="103022"/>
                  <a:pt x="36199" y="104559"/>
                  <a:pt x="30267" y="104559"/>
                </a:cubicBezTo>
                <a:cubicBezTo>
                  <a:pt x="20598" y="104559"/>
                  <a:pt x="12915" y="100597"/>
                  <a:pt x="7216" y="92672"/>
                </a:cubicBezTo>
                <a:cubicBezTo>
                  <a:pt x="2405" y="85997"/>
                  <a:pt x="0" y="78506"/>
                  <a:pt x="0" y="70199"/>
                </a:cubicBezTo>
                <a:cubicBezTo>
                  <a:pt x="0" y="64147"/>
                  <a:pt x="1460" y="58132"/>
                  <a:pt x="4379" y="52153"/>
                </a:cubicBezTo>
                <a:cubicBezTo>
                  <a:pt x="7298" y="46174"/>
                  <a:pt x="11140" y="41756"/>
                  <a:pt x="15904" y="38899"/>
                </a:cubicBezTo>
                <a:cubicBezTo>
                  <a:pt x="20668" y="36041"/>
                  <a:pt x="25713" y="34613"/>
                  <a:pt x="31038" y="34613"/>
                </a:cubicBezTo>
                <a:moveTo>
                  <a:pt x="28866" y="39372"/>
                </a:moveTo>
                <a:cubicBezTo>
                  <a:pt x="26390" y="39372"/>
                  <a:pt x="23903" y="40128"/>
                  <a:pt x="21404" y="41641"/>
                </a:cubicBezTo>
                <a:cubicBezTo>
                  <a:pt x="18905" y="43154"/>
                  <a:pt x="16885" y="45807"/>
                  <a:pt x="15344" y="49600"/>
                </a:cubicBezTo>
                <a:cubicBezTo>
                  <a:pt x="13802" y="53393"/>
                  <a:pt x="13032" y="58267"/>
                  <a:pt x="13032" y="64220"/>
                </a:cubicBezTo>
                <a:cubicBezTo>
                  <a:pt x="13032" y="73823"/>
                  <a:pt x="14888" y="82106"/>
                  <a:pt x="18602" y="89069"/>
                </a:cubicBezTo>
                <a:cubicBezTo>
                  <a:pt x="22315" y="96030"/>
                  <a:pt x="27208" y="99511"/>
                  <a:pt x="33280" y="99511"/>
                </a:cubicBezTo>
                <a:cubicBezTo>
                  <a:pt x="37810" y="99511"/>
                  <a:pt x="41547" y="97591"/>
                  <a:pt x="44490" y="93749"/>
                </a:cubicBezTo>
                <a:cubicBezTo>
                  <a:pt x="47432" y="89908"/>
                  <a:pt x="48904" y="83306"/>
                  <a:pt x="48904" y="73944"/>
                </a:cubicBezTo>
                <a:cubicBezTo>
                  <a:pt x="48904" y="62228"/>
                  <a:pt x="46451" y="53008"/>
                  <a:pt x="41547" y="46285"/>
                </a:cubicBezTo>
                <a:cubicBezTo>
                  <a:pt x="38231" y="41676"/>
                  <a:pt x="34004" y="39372"/>
                  <a:pt x="28866" y="39372"/>
                </a:cubicBezTo>
                <a:close/>
                <a:moveTo>
                  <a:pt x="96476" y="41535"/>
                </a:moveTo>
                <a:lnTo>
                  <a:pt x="96476" y="84999"/>
                </a:lnTo>
                <a:cubicBezTo>
                  <a:pt x="96476" y="91160"/>
                  <a:pt x="97130" y="95058"/>
                  <a:pt x="98438" y="96694"/>
                </a:cubicBezTo>
                <a:cubicBezTo>
                  <a:pt x="100166" y="98813"/>
                  <a:pt x="102478" y="99872"/>
                  <a:pt x="105374" y="99872"/>
                </a:cubicBezTo>
                <a:lnTo>
                  <a:pt x="111189" y="99872"/>
                </a:lnTo>
                <a:lnTo>
                  <a:pt x="111189" y="102540"/>
                </a:lnTo>
                <a:lnTo>
                  <a:pt x="72865" y="102540"/>
                </a:lnTo>
                <a:lnTo>
                  <a:pt x="72865" y="99872"/>
                </a:lnTo>
                <a:lnTo>
                  <a:pt x="75738" y="99872"/>
                </a:lnTo>
                <a:cubicBezTo>
                  <a:pt x="77606" y="99872"/>
                  <a:pt x="79311" y="99390"/>
                  <a:pt x="80852" y="98427"/>
                </a:cubicBezTo>
                <a:cubicBezTo>
                  <a:pt x="82393" y="97464"/>
                  <a:pt x="83456" y="96165"/>
                  <a:pt x="84040" y="94529"/>
                </a:cubicBezTo>
                <a:cubicBezTo>
                  <a:pt x="84624" y="92893"/>
                  <a:pt x="84916" y="89716"/>
                  <a:pt x="84916" y="84999"/>
                </a:cubicBezTo>
                <a:lnTo>
                  <a:pt x="84916" y="41535"/>
                </a:lnTo>
                <a:lnTo>
                  <a:pt x="72445" y="41535"/>
                </a:lnTo>
                <a:lnTo>
                  <a:pt x="72445" y="36487"/>
                </a:lnTo>
                <a:lnTo>
                  <a:pt x="84916" y="36487"/>
                </a:lnTo>
                <a:lnTo>
                  <a:pt x="84916" y="32143"/>
                </a:lnTo>
                <a:cubicBezTo>
                  <a:pt x="84916" y="25531"/>
                  <a:pt x="85943" y="19933"/>
                  <a:pt x="87998" y="15348"/>
                </a:cubicBezTo>
                <a:cubicBezTo>
                  <a:pt x="90054" y="10763"/>
                  <a:pt x="93195" y="7059"/>
                  <a:pt x="97422" y="4236"/>
                </a:cubicBezTo>
                <a:cubicBezTo>
                  <a:pt x="101649" y="1412"/>
                  <a:pt x="106402" y="0"/>
                  <a:pt x="111680" y="0"/>
                </a:cubicBezTo>
                <a:cubicBezTo>
                  <a:pt x="116584" y="0"/>
                  <a:pt x="121091" y="1634"/>
                  <a:pt x="125202" y="4903"/>
                </a:cubicBezTo>
                <a:cubicBezTo>
                  <a:pt x="127911" y="7067"/>
                  <a:pt x="129265" y="9494"/>
                  <a:pt x="129265" y="12187"/>
                </a:cubicBezTo>
                <a:cubicBezTo>
                  <a:pt x="129265" y="13629"/>
                  <a:pt x="128658" y="14987"/>
                  <a:pt x="127444" y="16261"/>
                </a:cubicBezTo>
                <a:cubicBezTo>
                  <a:pt x="126229" y="17535"/>
                  <a:pt x="124921" y="18172"/>
                  <a:pt x="123520" y="18172"/>
                </a:cubicBezTo>
                <a:cubicBezTo>
                  <a:pt x="122446" y="18172"/>
                  <a:pt x="121313" y="17771"/>
                  <a:pt x="120122" y="16968"/>
                </a:cubicBezTo>
                <a:cubicBezTo>
                  <a:pt x="118931" y="16166"/>
                  <a:pt x="117471" y="14441"/>
                  <a:pt x="115743" y="11792"/>
                </a:cubicBezTo>
                <a:cubicBezTo>
                  <a:pt x="114015" y="9144"/>
                  <a:pt x="112427" y="7357"/>
                  <a:pt x="110979" y="6434"/>
                </a:cubicBezTo>
                <a:cubicBezTo>
                  <a:pt x="109531" y="5510"/>
                  <a:pt x="107920" y="5048"/>
                  <a:pt x="106145" y="5048"/>
                </a:cubicBezTo>
                <a:cubicBezTo>
                  <a:pt x="103996" y="5048"/>
                  <a:pt x="102174" y="5643"/>
                  <a:pt x="100680" y="6832"/>
                </a:cubicBezTo>
                <a:cubicBezTo>
                  <a:pt x="99185" y="8021"/>
                  <a:pt x="98111" y="9864"/>
                  <a:pt x="97457" y="12362"/>
                </a:cubicBezTo>
                <a:cubicBezTo>
                  <a:pt x="96803" y="14861"/>
                  <a:pt x="96476" y="21301"/>
                  <a:pt x="96476" y="31683"/>
                </a:cubicBezTo>
                <a:lnTo>
                  <a:pt x="96476" y="36487"/>
                </a:lnTo>
                <a:lnTo>
                  <a:pt x="113011" y="36487"/>
                </a:lnTo>
                <a:lnTo>
                  <a:pt x="113011" y="41535"/>
                </a:lnTo>
                <a:lnTo>
                  <a:pt x="96476" y="41535"/>
                </a:lnTo>
                <a:close/>
                <a:moveTo>
                  <a:pt x="236251" y="2596"/>
                </a:moveTo>
                <a:lnTo>
                  <a:pt x="238423" y="35766"/>
                </a:lnTo>
                <a:lnTo>
                  <a:pt x="236251" y="35766"/>
                </a:lnTo>
                <a:cubicBezTo>
                  <a:pt x="233355" y="25790"/>
                  <a:pt x="229221" y="18609"/>
                  <a:pt x="223850" y="14224"/>
                </a:cubicBezTo>
                <a:cubicBezTo>
                  <a:pt x="218478" y="9837"/>
                  <a:pt x="212032" y="7644"/>
                  <a:pt x="204512" y="7644"/>
                </a:cubicBezTo>
                <a:cubicBezTo>
                  <a:pt x="198207" y="7644"/>
                  <a:pt x="192508" y="9292"/>
                  <a:pt x="187417" y="12588"/>
                </a:cubicBezTo>
                <a:cubicBezTo>
                  <a:pt x="182326" y="15882"/>
                  <a:pt x="178321" y="21138"/>
                  <a:pt x="175401" y="28355"/>
                </a:cubicBezTo>
                <a:cubicBezTo>
                  <a:pt x="172482" y="35572"/>
                  <a:pt x="171022" y="44545"/>
                  <a:pt x="171022" y="55274"/>
                </a:cubicBezTo>
                <a:cubicBezTo>
                  <a:pt x="171022" y="64126"/>
                  <a:pt x="172400" y="71799"/>
                  <a:pt x="175156" y="78295"/>
                </a:cubicBezTo>
                <a:cubicBezTo>
                  <a:pt x="177912" y="84790"/>
                  <a:pt x="182057" y="89769"/>
                  <a:pt x="187592" y="93233"/>
                </a:cubicBezTo>
                <a:cubicBezTo>
                  <a:pt x="193127" y="96697"/>
                  <a:pt x="199444" y="98430"/>
                  <a:pt x="206544" y="98430"/>
                </a:cubicBezTo>
                <a:cubicBezTo>
                  <a:pt x="212710" y="98430"/>
                  <a:pt x="218151" y="97071"/>
                  <a:pt x="222869" y="94355"/>
                </a:cubicBezTo>
                <a:cubicBezTo>
                  <a:pt x="227586" y="91639"/>
                  <a:pt x="232771" y="86243"/>
                  <a:pt x="238423" y="78167"/>
                </a:cubicBezTo>
                <a:lnTo>
                  <a:pt x="240594" y="79604"/>
                </a:lnTo>
                <a:cubicBezTo>
                  <a:pt x="235830" y="88283"/>
                  <a:pt x="230272" y="94636"/>
                  <a:pt x="223920" y="98664"/>
                </a:cubicBezTo>
                <a:cubicBezTo>
                  <a:pt x="217567" y="102690"/>
                  <a:pt x="210024" y="104703"/>
                  <a:pt x="201289" y="104703"/>
                </a:cubicBezTo>
                <a:cubicBezTo>
                  <a:pt x="185549" y="104703"/>
                  <a:pt x="173358" y="98702"/>
                  <a:pt x="164717" y="86700"/>
                </a:cubicBezTo>
                <a:cubicBezTo>
                  <a:pt x="158271" y="77772"/>
                  <a:pt x="155048" y="67259"/>
                  <a:pt x="155048" y="55162"/>
                </a:cubicBezTo>
                <a:cubicBezTo>
                  <a:pt x="155048" y="45416"/>
                  <a:pt x="157173" y="36463"/>
                  <a:pt x="161424" y="28303"/>
                </a:cubicBezTo>
                <a:cubicBezTo>
                  <a:pt x="165674" y="20143"/>
                  <a:pt x="171525" y="13818"/>
                  <a:pt x="178975" y="9329"/>
                </a:cubicBezTo>
                <a:cubicBezTo>
                  <a:pt x="186425" y="4840"/>
                  <a:pt x="194563" y="2596"/>
                  <a:pt x="203391" y="2596"/>
                </a:cubicBezTo>
                <a:cubicBezTo>
                  <a:pt x="210257" y="2596"/>
                  <a:pt x="217030" y="4327"/>
                  <a:pt x="223709" y="7788"/>
                </a:cubicBezTo>
                <a:cubicBezTo>
                  <a:pt x="225671" y="8845"/>
                  <a:pt x="227072" y="9374"/>
                  <a:pt x="227913" y="9374"/>
                </a:cubicBezTo>
                <a:cubicBezTo>
                  <a:pt x="229174" y="9374"/>
                  <a:pt x="230272" y="8918"/>
                  <a:pt x="231206" y="8004"/>
                </a:cubicBezTo>
                <a:cubicBezTo>
                  <a:pt x="232420" y="6706"/>
                  <a:pt x="233285" y="4903"/>
                  <a:pt x="233798" y="2596"/>
                </a:cubicBezTo>
                <a:lnTo>
                  <a:pt x="236251" y="2596"/>
                </a:lnTo>
                <a:close/>
                <a:moveTo>
                  <a:pt x="282145" y="34613"/>
                </a:moveTo>
                <a:cubicBezTo>
                  <a:pt x="291860" y="34613"/>
                  <a:pt x="299661" y="38407"/>
                  <a:pt x="305546" y="45995"/>
                </a:cubicBezTo>
                <a:cubicBezTo>
                  <a:pt x="310544" y="52477"/>
                  <a:pt x="313043" y="59921"/>
                  <a:pt x="313043" y="68326"/>
                </a:cubicBezTo>
                <a:cubicBezTo>
                  <a:pt x="313043" y="74233"/>
                  <a:pt x="311665" y="80212"/>
                  <a:pt x="308909" y="86263"/>
                </a:cubicBezTo>
                <a:cubicBezTo>
                  <a:pt x="306153" y="92313"/>
                  <a:pt x="302358" y="96875"/>
                  <a:pt x="297524" y="99948"/>
                </a:cubicBezTo>
                <a:cubicBezTo>
                  <a:pt x="292689" y="103022"/>
                  <a:pt x="287306" y="104559"/>
                  <a:pt x="281374" y="104559"/>
                </a:cubicBezTo>
                <a:cubicBezTo>
                  <a:pt x="271706" y="104559"/>
                  <a:pt x="264022" y="100597"/>
                  <a:pt x="258324" y="92672"/>
                </a:cubicBezTo>
                <a:cubicBezTo>
                  <a:pt x="253513" y="85997"/>
                  <a:pt x="251107" y="78506"/>
                  <a:pt x="251107" y="70199"/>
                </a:cubicBezTo>
                <a:cubicBezTo>
                  <a:pt x="251107" y="64147"/>
                  <a:pt x="252567" y="58132"/>
                  <a:pt x="255486" y="52153"/>
                </a:cubicBezTo>
                <a:cubicBezTo>
                  <a:pt x="258406" y="46174"/>
                  <a:pt x="262247" y="41756"/>
                  <a:pt x="267012" y="38899"/>
                </a:cubicBezTo>
                <a:cubicBezTo>
                  <a:pt x="271776" y="36041"/>
                  <a:pt x="276820" y="34613"/>
                  <a:pt x="282145" y="34613"/>
                </a:cubicBezTo>
                <a:moveTo>
                  <a:pt x="279973" y="39372"/>
                </a:moveTo>
                <a:cubicBezTo>
                  <a:pt x="277498" y="39372"/>
                  <a:pt x="275010" y="40128"/>
                  <a:pt x="272511" y="41641"/>
                </a:cubicBezTo>
                <a:cubicBezTo>
                  <a:pt x="270013" y="43154"/>
                  <a:pt x="267992" y="45807"/>
                  <a:pt x="266451" y="49600"/>
                </a:cubicBezTo>
                <a:cubicBezTo>
                  <a:pt x="264910" y="53393"/>
                  <a:pt x="264139" y="58267"/>
                  <a:pt x="264139" y="64220"/>
                </a:cubicBezTo>
                <a:cubicBezTo>
                  <a:pt x="264139" y="73823"/>
                  <a:pt x="265996" y="82106"/>
                  <a:pt x="269709" y="89069"/>
                </a:cubicBezTo>
                <a:cubicBezTo>
                  <a:pt x="273422" y="96030"/>
                  <a:pt x="278315" y="99511"/>
                  <a:pt x="284387" y="99511"/>
                </a:cubicBezTo>
                <a:cubicBezTo>
                  <a:pt x="288918" y="99511"/>
                  <a:pt x="292654" y="97591"/>
                  <a:pt x="295597" y="93749"/>
                </a:cubicBezTo>
                <a:cubicBezTo>
                  <a:pt x="298540" y="89908"/>
                  <a:pt x="300011" y="83306"/>
                  <a:pt x="300011" y="73944"/>
                </a:cubicBezTo>
                <a:cubicBezTo>
                  <a:pt x="300011" y="62228"/>
                  <a:pt x="297559" y="53008"/>
                  <a:pt x="292654" y="46285"/>
                </a:cubicBezTo>
                <a:cubicBezTo>
                  <a:pt x="289338" y="41676"/>
                  <a:pt x="285111" y="39372"/>
                  <a:pt x="279973" y="39372"/>
                </a:cubicBezTo>
                <a:close/>
                <a:moveTo>
                  <a:pt x="367832" y="95113"/>
                </a:moveTo>
                <a:cubicBezTo>
                  <a:pt x="364702" y="98478"/>
                  <a:pt x="361643" y="100893"/>
                  <a:pt x="358653" y="102360"/>
                </a:cubicBezTo>
                <a:cubicBezTo>
                  <a:pt x="355664" y="103826"/>
                  <a:pt x="352441" y="104559"/>
                  <a:pt x="348985" y="104559"/>
                </a:cubicBezTo>
                <a:cubicBezTo>
                  <a:pt x="341979" y="104559"/>
                  <a:pt x="335860" y="101549"/>
                  <a:pt x="330628" y="95529"/>
                </a:cubicBezTo>
                <a:cubicBezTo>
                  <a:pt x="325397" y="89508"/>
                  <a:pt x="322781" y="81771"/>
                  <a:pt x="322781" y="72319"/>
                </a:cubicBezTo>
                <a:cubicBezTo>
                  <a:pt x="322781" y="62868"/>
                  <a:pt x="325677" y="54221"/>
                  <a:pt x="331469" y="46378"/>
                </a:cubicBezTo>
                <a:cubicBezTo>
                  <a:pt x="337261" y="38534"/>
                  <a:pt x="344711" y="34613"/>
                  <a:pt x="353819" y="34613"/>
                </a:cubicBezTo>
                <a:cubicBezTo>
                  <a:pt x="359471" y="34613"/>
                  <a:pt x="364142" y="36463"/>
                  <a:pt x="367832" y="40165"/>
                </a:cubicBezTo>
                <a:lnTo>
                  <a:pt x="367832" y="27951"/>
                </a:lnTo>
                <a:cubicBezTo>
                  <a:pt x="367832" y="20372"/>
                  <a:pt x="367656" y="15714"/>
                  <a:pt x="367306" y="13976"/>
                </a:cubicBezTo>
                <a:cubicBezTo>
                  <a:pt x="366956" y="12238"/>
                  <a:pt x="366407" y="11055"/>
                  <a:pt x="365660" y="10429"/>
                </a:cubicBezTo>
                <a:cubicBezTo>
                  <a:pt x="364912" y="9801"/>
                  <a:pt x="363978" y="9487"/>
                  <a:pt x="362857" y="9487"/>
                </a:cubicBezTo>
                <a:cubicBezTo>
                  <a:pt x="361643" y="9487"/>
                  <a:pt x="360031" y="9873"/>
                  <a:pt x="358023" y="10645"/>
                </a:cubicBezTo>
                <a:lnTo>
                  <a:pt x="357112" y="8110"/>
                </a:lnTo>
                <a:lnTo>
                  <a:pt x="376239" y="0"/>
                </a:lnTo>
                <a:lnTo>
                  <a:pt x="379392" y="0"/>
                </a:lnTo>
                <a:lnTo>
                  <a:pt x="379392" y="76364"/>
                </a:lnTo>
                <a:cubicBezTo>
                  <a:pt x="379392" y="84104"/>
                  <a:pt x="379567" y="88827"/>
                  <a:pt x="379917" y="90534"/>
                </a:cubicBezTo>
                <a:cubicBezTo>
                  <a:pt x="380268" y="92240"/>
                  <a:pt x="380828" y="93430"/>
                  <a:pt x="381599" y="94103"/>
                </a:cubicBezTo>
                <a:cubicBezTo>
                  <a:pt x="382369" y="94776"/>
                  <a:pt x="383269" y="95113"/>
                  <a:pt x="384296" y="95113"/>
                </a:cubicBezTo>
                <a:cubicBezTo>
                  <a:pt x="385557" y="95113"/>
                  <a:pt x="387239" y="94704"/>
                  <a:pt x="389341" y="93887"/>
                </a:cubicBezTo>
                <a:lnTo>
                  <a:pt x="390111" y="96410"/>
                </a:lnTo>
                <a:lnTo>
                  <a:pt x="371054" y="104559"/>
                </a:lnTo>
                <a:lnTo>
                  <a:pt x="367832" y="104559"/>
                </a:lnTo>
                <a:lnTo>
                  <a:pt x="367832" y="95113"/>
                </a:lnTo>
                <a:moveTo>
                  <a:pt x="367832" y="90081"/>
                </a:moveTo>
                <a:lnTo>
                  <a:pt x="367832" y="56131"/>
                </a:lnTo>
                <a:cubicBezTo>
                  <a:pt x="367551" y="52869"/>
                  <a:pt x="366711" y="49896"/>
                  <a:pt x="365309" y="47211"/>
                </a:cubicBezTo>
                <a:cubicBezTo>
                  <a:pt x="363908" y="44525"/>
                  <a:pt x="362051" y="42500"/>
                  <a:pt x="359739" y="41134"/>
                </a:cubicBezTo>
                <a:cubicBezTo>
                  <a:pt x="357427" y="39767"/>
                  <a:pt x="355174" y="39083"/>
                  <a:pt x="352978" y="39083"/>
                </a:cubicBezTo>
                <a:cubicBezTo>
                  <a:pt x="348868" y="39083"/>
                  <a:pt x="345201" y="40978"/>
                  <a:pt x="341979" y="44767"/>
                </a:cubicBezTo>
                <a:cubicBezTo>
                  <a:pt x="337728" y="49753"/>
                  <a:pt x="335603" y="57041"/>
                  <a:pt x="335603" y="66631"/>
                </a:cubicBezTo>
                <a:cubicBezTo>
                  <a:pt x="335603" y="76318"/>
                  <a:pt x="337658" y="83739"/>
                  <a:pt x="341768" y="88895"/>
                </a:cubicBezTo>
                <a:cubicBezTo>
                  <a:pt x="345879" y="94050"/>
                  <a:pt x="350456" y="96627"/>
                  <a:pt x="355501" y="96627"/>
                </a:cubicBezTo>
                <a:cubicBezTo>
                  <a:pt x="359751" y="96627"/>
                  <a:pt x="363861" y="94445"/>
                  <a:pt x="367832" y="90081"/>
                </a:cubicBezTo>
                <a:close/>
                <a:moveTo>
                  <a:pt x="405035" y="61437"/>
                </a:moveTo>
                <a:cubicBezTo>
                  <a:pt x="404988" y="71222"/>
                  <a:pt x="407300" y="78896"/>
                  <a:pt x="411971" y="84461"/>
                </a:cubicBezTo>
                <a:cubicBezTo>
                  <a:pt x="416642" y="90024"/>
                  <a:pt x="422130" y="92805"/>
                  <a:pt x="428435" y="92805"/>
                </a:cubicBezTo>
                <a:cubicBezTo>
                  <a:pt x="432639" y="92805"/>
                  <a:pt x="436294" y="91615"/>
                  <a:pt x="439400" y="89236"/>
                </a:cubicBezTo>
                <a:cubicBezTo>
                  <a:pt x="442506" y="86856"/>
                  <a:pt x="445110" y="82782"/>
                  <a:pt x="447212" y="77013"/>
                </a:cubicBezTo>
                <a:lnTo>
                  <a:pt x="449384" y="78455"/>
                </a:lnTo>
                <a:cubicBezTo>
                  <a:pt x="448403" y="85041"/>
                  <a:pt x="445554" y="91038"/>
                  <a:pt x="440836" y="96447"/>
                </a:cubicBezTo>
                <a:cubicBezTo>
                  <a:pt x="436119" y="101855"/>
                  <a:pt x="430210" y="104559"/>
                  <a:pt x="423111" y="104559"/>
                </a:cubicBezTo>
                <a:cubicBezTo>
                  <a:pt x="415404" y="104559"/>
                  <a:pt x="408806" y="101477"/>
                  <a:pt x="403318" y="95313"/>
                </a:cubicBezTo>
                <a:cubicBezTo>
                  <a:pt x="397830" y="89148"/>
                  <a:pt x="395086" y="80860"/>
                  <a:pt x="395086" y="70449"/>
                </a:cubicBezTo>
                <a:cubicBezTo>
                  <a:pt x="395086" y="59176"/>
                  <a:pt x="397900" y="50385"/>
                  <a:pt x="403528" y="44077"/>
                </a:cubicBezTo>
                <a:cubicBezTo>
                  <a:pt x="409157" y="37767"/>
                  <a:pt x="416221" y="34613"/>
                  <a:pt x="424722" y="34613"/>
                </a:cubicBezTo>
                <a:cubicBezTo>
                  <a:pt x="431915" y="34613"/>
                  <a:pt x="437824" y="37046"/>
                  <a:pt x="442448" y="41914"/>
                </a:cubicBezTo>
                <a:cubicBezTo>
                  <a:pt x="447072" y="46780"/>
                  <a:pt x="449384" y="53287"/>
                  <a:pt x="449384" y="61437"/>
                </a:cubicBezTo>
                <a:lnTo>
                  <a:pt x="405035" y="61437"/>
                </a:lnTo>
                <a:moveTo>
                  <a:pt x="405035" y="57255"/>
                </a:moveTo>
                <a:lnTo>
                  <a:pt x="434741" y="57255"/>
                </a:lnTo>
                <a:cubicBezTo>
                  <a:pt x="434508" y="53025"/>
                  <a:pt x="434017" y="50044"/>
                  <a:pt x="433270" y="48313"/>
                </a:cubicBezTo>
                <a:cubicBezTo>
                  <a:pt x="432102" y="45621"/>
                  <a:pt x="430362" y="43506"/>
                  <a:pt x="428050" y="41968"/>
                </a:cubicBezTo>
                <a:cubicBezTo>
                  <a:pt x="425738" y="40429"/>
                  <a:pt x="423321" y="39660"/>
                  <a:pt x="420799" y="39660"/>
                </a:cubicBezTo>
                <a:cubicBezTo>
                  <a:pt x="416922" y="39660"/>
                  <a:pt x="413454" y="41211"/>
                  <a:pt x="410394" y="44311"/>
                </a:cubicBezTo>
                <a:cubicBezTo>
                  <a:pt x="407335" y="47412"/>
                  <a:pt x="405548" y="51727"/>
                  <a:pt x="405035" y="57255"/>
                </a:cubicBezTo>
                <a:close/>
                <a:moveTo>
                  <a:pt x="498498" y="34613"/>
                </a:moveTo>
                <a:lnTo>
                  <a:pt x="498498" y="56967"/>
                </a:lnTo>
                <a:lnTo>
                  <a:pt x="496186" y="56967"/>
                </a:lnTo>
                <a:cubicBezTo>
                  <a:pt x="494411" y="49955"/>
                  <a:pt x="492134" y="45186"/>
                  <a:pt x="489355" y="42660"/>
                </a:cubicBezTo>
                <a:cubicBezTo>
                  <a:pt x="486576" y="40131"/>
                  <a:pt x="483037" y="38867"/>
                  <a:pt x="478740" y="38867"/>
                </a:cubicBezTo>
                <a:cubicBezTo>
                  <a:pt x="475471" y="38867"/>
                  <a:pt x="472832" y="39756"/>
                  <a:pt x="470823" y="41533"/>
                </a:cubicBezTo>
                <a:cubicBezTo>
                  <a:pt x="468815" y="43309"/>
                  <a:pt x="467810" y="45277"/>
                  <a:pt x="467810" y="47439"/>
                </a:cubicBezTo>
                <a:cubicBezTo>
                  <a:pt x="467810" y="50128"/>
                  <a:pt x="468558" y="52433"/>
                  <a:pt x="470052" y="54353"/>
                </a:cubicBezTo>
                <a:cubicBezTo>
                  <a:pt x="471500" y="56322"/>
                  <a:pt x="474443" y="58411"/>
                  <a:pt x="478880" y="60619"/>
                </a:cubicBezTo>
                <a:lnTo>
                  <a:pt x="489109" y="65735"/>
                </a:lnTo>
                <a:cubicBezTo>
                  <a:pt x="498591" y="70488"/>
                  <a:pt x="503332" y="76755"/>
                  <a:pt x="503332" y="84535"/>
                </a:cubicBezTo>
                <a:cubicBezTo>
                  <a:pt x="503332" y="90537"/>
                  <a:pt x="501125" y="95375"/>
                  <a:pt x="496711" y="99049"/>
                </a:cubicBezTo>
                <a:cubicBezTo>
                  <a:pt x="492297" y="102722"/>
                  <a:pt x="487358" y="104559"/>
                  <a:pt x="481893" y="104559"/>
                </a:cubicBezTo>
                <a:cubicBezTo>
                  <a:pt x="477970" y="104559"/>
                  <a:pt x="473486" y="103838"/>
                  <a:pt x="468441" y="102396"/>
                </a:cubicBezTo>
                <a:cubicBezTo>
                  <a:pt x="466900" y="101915"/>
                  <a:pt x="465639" y="101674"/>
                  <a:pt x="464658" y="101674"/>
                </a:cubicBezTo>
                <a:cubicBezTo>
                  <a:pt x="463583" y="101674"/>
                  <a:pt x="462743" y="102299"/>
                  <a:pt x="462135" y="103549"/>
                </a:cubicBezTo>
                <a:lnTo>
                  <a:pt x="459823" y="103549"/>
                </a:lnTo>
                <a:lnTo>
                  <a:pt x="459823" y="79897"/>
                </a:lnTo>
                <a:lnTo>
                  <a:pt x="462135" y="79897"/>
                </a:lnTo>
                <a:cubicBezTo>
                  <a:pt x="463443" y="86652"/>
                  <a:pt x="465942" y="91741"/>
                  <a:pt x="469632" y="95167"/>
                </a:cubicBezTo>
                <a:cubicBezTo>
                  <a:pt x="473322" y="98592"/>
                  <a:pt x="477456" y="100304"/>
                  <a:pt x="482033" y="100304"/>
                </a:cubicBezTo>
                <a:cubicBezTo>
                  <a:pt x="485256" y="100304"/>
                  <a:pt x="487883" y="99332"/>
                  <a:pt x="489915" y="97388"/>
                </a:cubicBezTo>
                <a:cubicBezTo>
                  <a:pt x="491947" y="95443"/>
                  <a:pt x="492963" y="93102"/>
                  <a:pt x="492963" y="90365"/>
                </a:cubicBezTo>
                <a:cubicBezTo>
                  <a:pt x="492963" y="87051"/>
                  <a:pt x="491830" y="84265"/>
                  <a:pt x="489565" y="82009"/>
                </a:cubicBezTo>
                <a:cubicBezTo>
                  <a:pt x="487299" y="79752"/>
                  <a:pt x="482780" y="76896"/>
                  <a:pt x="476008" y="73439"/>
                </a:cubicBezTo>
                <a:cubicBezTo>
                  <a:pt x="469235" y="69981"/>
                  <a:pt x="464798" y="66859"/>
                  <a:pt x="462696" y="64074"/>
                </a:cubicBezTo>
                <a:cubicBezTo>
                  <a:pt x="460594" y="61337"/>
                  <a:pt x="459543" y="57879"/>
                  <a:pt x="459543" y="53701"/>
                </a:cubicBezTo>
                <a:cubicBezTo>
                  <a:pt x="459543" y="48275"/>
                  <a:pt x="461353" y="43737"/>
                  <a:pt x="464973" y="40088"/>
                </a:cubicBezTo>
                <a:cubicBezTo>
                  <a:pt x="468593" y="36438"/>
                  <a:pt x="473275" y="34613"/>
                  <a:pt x="479020" y="34613"/>
                </a:cubicBezTo>
                <a:cubicBezTo>
                  <a:pt x="481543" y="34613"/>
                  <a:pt x="484602" y="35165"/>
                  <a:pt x="488199" y="36271"/>
                </a:cubicBezTo>
                <a:cubicBezTo>
                  <a:pt x="490581" y="36992"/>
                  <a:pt x="492169" y="37353"/>
                  <a:pt x="492963" y="37353"/>
                </a:cubicBezTo>
                <a:cubicBezTo>
                  <a:pt x="493710" y="37353"/>
                  <a:pt x="494294" y="37184"/>
                  <a:pt x="494714" y="36848"/>
                </a:cubicBezTo>
                <a:cubicBezTo>
                  <a:pt x="495135" y="36511"/>
                  <a:pt x="495625" y="35766"/>
                  <a:pt x="496186" y="34613"/>
                </a:cubicBezTo>
                <a:lnTo>
                  <a:pt x="498498" y="346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Identity">
            <a:extLst xmlns:a="http://schemas.openxmlformats.org/drawingml/2006/main">
              <a:ext uri="{FF2B5EF4-FFF2-40B4-BE49-F238E27FC236}">
                <a16:creationId xmlns:a16="http://schemas.microsoft.com/office/drawing/2014/main" id="{CE86AE8E-9FBC-4230-894E-4F4DEF63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783" y="1721811"/>
            <a:ext cx="497240" cy="151214"/>
          </a:xfrm>
          <a:custGeom xmlns:a="http://schemas.openxmlformats.org/drawingml/2006/main">
            <a:pathLst>
              <a:path w="497240" h="151214">
                <a:moveTo>
                  <a:pt x="45795" y="112356"/>
                </a:moveTo>
                <a:lnTo>
                  <a:pt x="45795" y="115357"/>
                </a:lnTo>
                <a:lnTo>
                  <a:pt x="0" y="115357"/>
                </a:lnTo>
                <a:lnTo>
                  <a:pt x="0" y="112356"/>
                </a:lnTo>
                <a:lnTo>
                  <a:pt x="3783" y="112356"/>
                </a:lnTo>
                <a:cubicBezTo>
                  <a:pt x="8197" y="112356"/>
                  <a:pt x="11403" y="111031"/>
                  <a:pt x="13399" y="108381"/>
                </a:cubicBezTo>
                <a:cubicBezTo>
                  <a:pt x="14661" y="106650"/>
                  <a:pt x="15291" y="102486"/>
                  <a:pt x="15291" y="95888"/>
                </a:cubicBezTo>
                <a:lnTo>
                  <a:pt x="15291" y="24824"/>
                </a:lnTo>
                <a:cubicBezTo>
                  <a:pt x="15291" y="19253"/>
                  <a:pt x="14950" y="15576"/>
                  <a:pt x="14266" y="13791"/>
                </a:cubicBezTo>
                <a:cubicBezTo>
                  <a:pt x="13741" y="12439"/>
                  <a:pt x="12664" y="11276"/>
                  <a:pt x="11035" y="10303"/>
                </a:cubicBezTo>
                <a:cubicBezTo>
                  <a:pt x="8723" y="9005"/>
                  <a:pt x="6306" y="8356"/>
                  <a:pt x="3783" y="8356"/>
                </a:cubicBezTo>
                <a:lnTo>
                  <a:pt x="0" y="8356"/>
                </a:lnTo>
                <a:lnTo>
                  <a:pt x="0" y="5354"/>
                </a:lnTo>
                <a:lnTo>
                  <a:pt x="45795" y="5354"/>
                </a:lnTo>
                <a:lnTo>
                  <a:pt x="45795" y="8356"/>
                </a:lnTo>
                <a:lnTo>
                  <a:pt x="41932" y="8356"/>
                </a:lnTo>
                <a:cubicBezTo>
                  <a:pt x="37571" y="8356"/>
                  <a:pt x="34392" y="9681"/>
                  <a:pt x="32395" y="12331"/>
                </a:cubicBezTo>
                <a:cubicBezTo>
                  <a:pt x="31081" y="14061"/>
                  <a:pt x="30425" y="18226"/>
                  <a:pt x="30425" y="24824"/>
                </a:cubicBezTo>
                <a:lnTo>
                  <a:pt x="30425" y="95888"/>
                </a:lnTo>
                <a:cubicBezTo>
                  <a:pt x="30425" y="101458"/>
                  <a:pt x="30766" y="105136"/>
                  <a:pt x="31449" y="106920"/>
                </a:cubicBezTo>
                <a:cubicBezTo>
                  <a:pt x="31975" y="108273"/>
                  <a:pt x="33078" y="109435"/>
                  <a:pt x="34760" y="110409"/>
                </a:cubicBezTo>
                <a:cubicBezTo>
                  <a:pt x="37019" y="111707"/>
                  <a:pt x="39410" y="112356"/>
                  <a:pt x="41932" y="112356"/>
                </a:cubicBezTo>
                <a:lnTo>
                  <a:pt x="45795" y="112356"/>
                </a:lnTo>
                <a:close/>
                <a:moveTo>
                  <a:pt x="105824" y="107002"/>
                </a:moveTo>
                <a:cubicBezTo>
                  <a:pt x="102303" y="110787"/>
                  <a:pt x="98861" y="113505"/>
                  <a:pt x="95498" y="115154"/>
                </a:cubicBezTo>
                <a:cubicBezTo>
                  <a:pt x="92135" y="116804"/>
                  <a:pt x="88510" y="117629"/>
                  <a:pt x="84621" y="117629"/>
                </a:cubicBezTo>
                <a:cubicBezTo>
                  <a:pt x="76739" y="117629"/>
                  <a:pt x="69856" y="114243"/>
                  <a:pt x="63970" y="107471"/>
                </a:cubicBezTo>
                <a:cubicBezTo>
                  <a:pt x="58085" y="100697"/>
                  <a:pt x="55142" y="91993"/>
                  <a:pt x="55142" y="81359"/>
                </a:cubicBezTo>
                <a:cubicBezTo>
                  <a:pt x="55142" y="70727"/>
                  <a:pt x="58400" y="60999"/>
                  <a:pt x="64916" y="52175"/>
                </a:cubicBezTo>
                <a:cubicBezTo>
                  <a:pt x="71432" y="43351"/>
                  <a:pt x="79813" y="38939"/>
                  <a:pt x="90060" y="38939"/>
                </a:cubicBezTo>
                <a:cubicBezTo>
                  <a:pt x="96418" y="38939"/>
                  <a:pt x="101673" y="41021"/>
                  <a:pt x="105824" y="45186"/>
                </a:cubicBezTo>
                <a:lnTo>
                  <a:pt x="105824" y="31445"/>
                </a:lnTo>
                <a:cubicBezTo>
                  <a:pt x="105824" y="22919"/>
                  <a:pt x="105627" y="17678"/>
                  <a:pt x="105233" y="15723"/>
                </a:cubicBezTo>
                <a:cubicBezTo>
                  <a:pt x="104839" y="13767"/>
                  <a:pt x="104221" y="12437"/>
                  <a:pt x="103380" y="11732"/>
                </a:cubicBezTo>
                <a:cubicBezTo>
                  <a:pt x="102540" y="11026"/>
                  <a:pt x="101489" y="10673"/>
                  <a:pt x="100228" y="10673"/>
                </a:cubicBezTo>
                <a:cubicBezTo>
                  <a:pt x="98861" y="10673"/>
                  <a:pt x="97049" y="11107"/>
                  <a:pt x="94789" y="11976"/>
                </a:cubicBezTo>
                <a:lnTo>
                  <a:pt x="93764" y="9124"/>
                </a:lnTo>
                <a:lnTo>
                  <a:pt x="115282" y="0"/>
                </a:lnTo>
                <a:lnTo>
                  <a:pt x="118829" y="0"/>
                </a:lnTo>
                <a:lnTo>
                  <a:pt x="118829" y="85910"/>
                </a:lnTo>
                <a:cubicBezTo>
                  <a:pt x="118829" y="94617"/>
                  <a:pt x="119026" y="99930"/>
                  <a:pt x="119420" y="101850"/>
                </a:cubicBezTo>
                <a:cubicBezTo>
                  <a:pt x="119814" y="103770"/>
                  <a:pt x="120445" y="105109"/>
                  <a:pt x="121312" y="105866"/>
                </a:cubicBezTo>
                <a:cubicBezTo>
                  <a:pt x="122179" y="106623"/>
                  <a:pt x="123191" y="107002"/>
                  <a:pt x="124347" y="107002"/>
                </a:cubicBezTo>
                <a:cubicBezTo>
                  <a:pt x="125765" y="107002"/>
                  <a:pt x="127657" y="106542"/>
                  <a:pt x="130022" y="105622"/>
                </a:cubicBezTo>
                <a:lnTo>
                  <a:pt x="130889" y="108462"/>
                </a:lnTo>
                <a:lnTo>
                  <a:pt x="109450" y="117629"/>
                </a:lnTo>
                <a:lnTo>
                  <a:pt x="105824" y="117629"/>
                </a:lnTo>
                <a:lnTo>
                  <a:pt x="105824" y="107002"/>
                </a:lnTo>
                <a:moveTo>
                  <a:pt x="105824" y="101341"/>
                </a:moveTo>
                <a:lnTo>
                  <a:pt x="105824" y="63147"/>
                </a:lnTo>
                <a:cubicBezTo>
                  <a:pt x="105509" y="59478"/>
                  <a:pt x="104563" y="56133"/>
                  <a:pt x="102986" y="53113"/>
                </a:cubicBezTo>
                <a:cubicBezTo>
                  <a:pt x="101410" y="50091"/>
                  <a:pt x="99321" y="47812"/>
                  <a:pt x="96720" y="46276"/>
                </a:cubicBezTo>
                <a:cubicBezTo>
                  <a:pt x="94119" y="44738"/>
                  <a:pt x="91584" y="43969"/>
                  <a:pt x="89114" y="43969"/>
                </a:cubicBezTo>
                <a:cubicBezTo>
                  <a:pt x="84490" y="43969"/>
                  <a:pt x="80365" y="46100"/>
                  <a:pt x="76739" y="50362"/>
                </a:cubicBezTo>
                <a:cubicBezTo>
                  <a:pt x="71957" y="55972"/>
                  <a:pt x="69567" y="64171"/>
                  <a:pt x="69567" y="74960"/>
                </a:cubicBezTo>
                <a:cubicBezTo>
                  <a:pt x="69567" y="85858"/>
                  <a:pt x="71879" y="94207"/>
                  <a:pt x="76503" y="100007"/>
                </a:cubicBezTo>
                <a:cubicBezTo>
                  <a:pt x="81127" y="105806"/>
                  <a:pt x="86276" y="108705"/>
                  <a:pt x="91951" y="108705"/>
                </a:cubicBezTo>
                <a:cubicBezTo>
                  <a:pt x="96733" y="108705"/>
                  <a:pt x="101357" y="106250"/>
                  <a:pt x="105824" y="101341"/>
                </a:cubicBezTo>
                <a:close/>
                <a:moveTo>
                  <a:pt x="147678" y="69117"/>
                </a:moveTo>
                <a:cubicBezTo>
                  <a:pt x="147625" y="80124"/>
                  <a:pt x="150226" y="88758"/>
                  <a:pt x="155481" y="95018"/>
                </a:cubicBezTo>
                <a:cubicBezTo>
                  <a:pt x="160735" y="101276"/>
                  <a:pt x="166910" y="104406"/>
                  <a:pt x="174003" y="104406"/>
                </a:cubicBezTo>
                <a:cubicBezTo>
                  <a:pt x="178733" y="104406"/>
                  <a:pt x="182845" y="103067"/>
                  <a:pt x="186339" y="100390"/>
                </a:cubicBezTo>
                <a:cubicBezTo>
                  <a:pt x="189833" y="97713"/>
                  <a:pt x="192763" y="93129"/>
                  <a:pt x="195127" y="86640"/>
                </a:cubicBezTo>
                <a:lnTo>
                  <a:pt x="197571" y="88262"/>
                </a:lnTo>
                <a:cubicBezTo>
                  <a:pt x="196467" y="95671"/>
                  <a:pt x="193262" y="102418"/>
                  <a:pt x="187955" y="108502"/>
                </a:cubicBezTo>
                <a:cubicBezTo>
                  <a:pt x="182647" y="114587"/>
                  <a:pt x="176000" y="117629"/>
                  <a:pt x="168013" y="117629"/>
                </a:cubicBezTo>
                <a:cubicBezTo>
                  <a:pt x="159343" y="117629"/>
                  <a:pt x="151921" y="114162"/>
                  <a:pt x="145746" y="107227"/>
                </a:cubicBezTo>
                <a:cubicBezTo>
                  <a:pt x="139572" y="100291"/>
                  <a:pt x="136485" y="90967"/>
                  <a:pt x="136485" y="79255"/>
                </a:cubicBezTo>
                <a:cubicBezTo>
                  <a:pt x="136485" y="66573"/>
                  <a:pt x="139651" y="56683"/>
                  <a:pt x="145983" y="49587"/>
                </a:cubicBezTo>
                <a:cubicBezTo>
                  <a:pt x="152315" y="42488"/>
                  <a:pt x="160262" y="38939"/>
                  <a:pt x="169826" y="38939"/>
                </a:cubicBezTo>
                <a:cubicBezTo>
                  <a:pt x="177918" y="38939"/>
                  <a:pt x="184565" y="41677"/>
                  <a:pt x="189768" y="47153"/>
                </a:cubicBezTo>
                <a:cubicBezTo>
                  <a:pt x="194970" y="52627"/>
                  <a:pt x="197571" y="59948"/>
                  <a:pt x="197571" y="69117"/>
                </a:cubicBezTo>
                <a:lnTo>
                  <a:pt x="147678" y="69117"/>
                </a:lnTo>
                <a:moveTo>
                  <a:pt x="147678" y="64412"/>
                </a:moveTo>
                <a:lnTo>
                  <a:pt x="181097" y="64412"/>
                </a:lnTo>
                <a:cubicBezTo>
                  <a:pt x="180835" y="59653"/>
                  <a:pt x="180283" y="56300"/>
                  <a:pt x="179442" y="54353"/>
                </a:cubicBezTo>
                <a:cubicBezTo>
                  <a:pt x="178128" y="51324"/>
                  <a:pt x="176171" y="48944"/>
                  <a:pt x="173570" y="47214"/>
                </a:cubicBezTo>
                <a:cubicBezTo>
                  <a:pt x="170969" y="45483"/>
                  <a:pt x="168250" y="44618"/>
                  <a:pt x="165412" y="44618"/>
                </a:cubicBezTo>
                <a:cubicBezTo>
                  <a:pt x="161051" y="44618"/>
                  <a:pt x="157149" y="46362"/>
                  <a:pt x="153707" y="49850"/>
                </a:cubicBezTo>
                <a:cubicBezTo>
                  <a:pt x="150265" y="53339"/>
                  <a:pt x="148256" y="58192"/>
                  <a:pt x="147678" y="64412"/>
                </a:cubicBezTo>
                <a:close/>
                <a:moveTo>
                  <a:pt x="228321" y="54677"/>
                </a:moveTo>
                <a:cubicBezTo>
                  <a:pt x="236781" y="44185"/>
                  <a:pt x="244847" y="38939"/>
                  <a:pt x="252518" y="38939"/>
                </a:cubicBezTo>
                <a:cubicBezTo>
                  <a:pt x="256459" y="38939"/>
                  <a:pt x="259849" y="39952"/>
                  <a:pt x="262686" y="41976"/>
                </a:cubicBezTo>
                <a:cubicBezTo>
                  <a:pt x="265524" y="43999"/>
                  <a:pt x="267783" y="47331"/>
                  <a:pt x="269465" y="51972"/>
                </a:cubicBezTo>
                <a:cubicBezTo>
                  <a:pt x="270621" y="55209"/>
                  <a:pt x="271199" y="60173"/>
                  <a:pt x="271199" y="66866"/>
                </a:cubicBezTo>
                <a:lnTo>
                  <a:pt x="271199" y="98514"/>
                </a:lnTo>
                <a:cubicBezTo>
                  <a:pt x="271199" y="103209"/>
                  <a:pt x="271567" y="106393"/>
                  <a:pt x="272302" y="108066"/>
                </a:cubicBezTo>
                <a:cubicBezTo>
                  <a:pt x="272880" y="109415"/>
                  <a:pt x="273813" y="110467"/>
                  <a:pt x="275100" y="111223"/>
                </a:cubicBezTo>
                <a:cubicBezTo>
                  <a:pt x="276388" y="111978"/>
                  <a:pt x="278766" y="112356"/>
                  <a:pt x="282234" y="112356"/>
                </a:cubicBezTo>
                <a:lnTo>
                  <a:pt x="282234" y="115357"/>
                </a:lnTo>
                <a:lnTo>
                  <a:pt x="246528" y="115357"/>
                </a:lnTo>
                <a:lnTo>
                  <a:pt x="246528" y="112356"/>
                </a:lnTo>
                <a:lnTo>
                  <a:pt x="248026" y="112356"/>
                </a:lnTo>
                <a:cubicBezTo>
                  <a:pt x="251389" y="112356"/>
                  <a:pt x="253740" y="111831"/>
                  <a:pt x="255080" y="110781"/>
                </a:cubicBezTo>
                <a:cubicBezTo>
                  <a:pt x="256420" y="109732"/>
                  <a:pt x="257353" y="108185"/>
                  <a:pt x="257878" y="106142"/>
                </a:cubicBezTo>
                <a:cubicBezTo>
                  <a:pt x="258088" y="105334"/>
                  <a:pt x="258194" y="102805"/>
                  <a:pt x="258194" y="98555"/>
                </a:cubicBezTo>
                <a:lnTo>
                  <a:pt x="258194" y="68288"/>
                </a:lnTo>
                <a:cubicBezTo>
                  <a:pt x="258194" y="61563"/>
                  <a:pt x="257340" y="56681"/>
                  <a:pt x="255632" y="53640"/>
                </a:cubicBezTo>
                <a:cubicBezTo>
                  <a:pt x="253924" y="50600"/>
                  <a:pt x="251047" y="49080"/>
                  <a:pt x="247001" y="49080"/>
                </a:cubicBezTo>
                <a:cubicBezTo>
                  <a:pt x="240748" y="49080"/>
                  <a:pt x="234521" y="52577"/>
                  <a:pt x="228321" y="59572"/>
                </a:cubicBezTo>
                <a:lnTo>
                  <a:pt x="228321" y="98555"/>
                </a:lnTo>
                <a:cubicBezTo>
                  <a:pt x="228321" y="103559"/>
                  <a:pt x="228610" y="106653"/>
                  <a:pt x="229188" y="107836"/>
                </a:cubicBezTo>
                <a:cubicBezTo>
                  <a:pt x="229923" y="109396"/>
                  <a:pt x="230935" y="110539"/>
                  <a:pt x="232222" y="111266"/>
                </a:cubicBezTo>
                <a:cubicBezTo>
                  <a:pt x="233510" y="111992"/>
                  <a:pt x="236124" y="112356"/>
                  <a:pt x="240065" y="112356"/>
                </a:cubicBezTo>
                <a:lnTo>
                  <a:pt x="240065" y="115357"/>
                </a:lnTo>
                <a:lnTo>
                  <a:pt x="204359" y="115357"/>
                </a:lnTo>
                <a:lnTo>
                  <a:pt x="204359" y="112356"/>
                </a:lnTo>
                <a:lnTo>
                  <a:pt x="205936" y="112356"/>
                </a:lnTo>
                <a:cubicBezTo>
                  <a:pt x="209614" y="112356"/>
                  <a:pt x="212097" y="111398"/>
                  <a:pt x="213384" y="109483"/>
                </a:cubicBezTo>
                <a:cubicBezTo>
                  <a:pt x="214672" y="107567"/>
                  <a:pt x="215315" y="103910"/>
                  <a:pt x="215315" y="98514"/>
                </a:cubicBezTo>
                <a:lnTo>
                  <a:pt x="215315" y="70993"/>
                </a:lnTo>
                <a:cubicBezTo>
                  <a:pt x="215315" y="62090"/>
                  <a:pt x="215118" y="56667"/>
                  <a:pt x="214724" y="54725"/>
                </a:cubicBezTo>
                <a:cubicBezTo>
                  <a:pt x="214330" y="52782"/>
                  <a:pt x="213726" y="51459"/>
                  <a:pt x="212911" y="50758"/>
                </a:cubicBezTo>
                <a:cubicBezTo>
                  <a:pt x="212097" y="50056"/>
                  <a:pt x="211006" y="49706"/>
                  <a:pt x="209640" y="49706"/>
                </a:cubicBezTo>
                <a:cubicBezTo>
                  <a:pt x="208169" y="49706"/>
                  <a:pt x="206409" y="50111"/>
                  <a:pt x="204359" y="50920"/>
                </a:cubicBezTo>
                <a:lnTo>
                  <a:pt x="203177" y="48005"/>
                </a:lnTo>
                <a:lnTo>
                  <a:pt x="224931" y="38939"/>
                </a:lnTo>
                <a:lnTo>
                  <a:pt x="228321" y="38939"/>
                </a:lnTo>
                <a:lnTo>
                  <a:pt x="228321" y="54677"/>
                </a:lnTo>
                <a:close/>
                <a:moveTo>
                  <a:pt x="308954" y="16549"/>
                </a:moveTo>
                <a:lnTo>
                  <a:pt x="308954" y="41048"/>
                </a:lnTo>
                <a:lnTo>
                  <a:pt x="325821" y="41048"/>
                </a:lnTo>
                <a:lnTo>
                  <a:pt x="325821" y="46727"/>
                </a:lnTo>
                <a:lnTo>
                  <a:pt x="308954" y="46727"/>
                </a:lnTo>
                <a:lnTo>
                  <a:pt x="308954" y="94848"/>
                </a:lnTo>
                <a:cubicBezTo>
                  <a:pt x="308954" y="99657"/>
                  <a:pt x="309624" y="102898"/>
                  <a:pt x="310964" y="104573"/>
                </a:cubicBezTo>
                <a:cubicBezTo>
                  <a:pt x="312304" y="106246"/>
                  <a:pt x="314025" y="107083"/>
                  <a:pt x="316127" y="107083"/>
                </a:cubicBezTo>
                <a:cubicBezTo>
                  <a:pt x="317861" y="107083"/>
                  <a:pt x="319542" y="106528"/>
                  <a:pt x="321171" y="105420"/>
                </a:cubicBezTo>
                <a:cubicBezTo>
                  <a:pt x="322800" y="104311"/>
                  <a:pt x="324061" y="102675"/>
                  <a:pt x="324954" y="100512"/>
                </a:cubicBezTo>
                <a:lnTo>
                  <a:pt x="328028" y="100512"/>
                </a:lnTo>
                <a:cubicBezTo>
                  <a:pt x="326189" y="105827"/>
                  <a:pt x="323588" y="109847"/>
                  <a:pt x="320225" y="112571"/>
                </a:cubicBezTo>
                <a:cubicBezTo>
                  <a:pt x="316862" y="115294"/>
                  <a:pt x="313394" y="116655"/>
                  <a:pt x="309821" y="116655"/>
                </a:cubicBezTo>
                <a:cubicBezTo>
                  <a:pt x="307404" y="116655"/>
                  <a:pt x="305039" y="115965"/>
                  <a:pt x="302727" y="114584"/>
                </a:cubicBezTo>
                <a:cubicBezTo>
                  <a:pt x="300415" y="113203"/>
                  <a:pt x="298707" y="111228"/>
                  <a:pt x="297604" y="108657"/>
                </a:cubicBezTo>
                <a:cubicBezTo>
                  <a:pt x="296500" y="106085"/>
                  <a:pt x="295949" y="102118"/>
                  <a:pt x="295949" y="96757"/>
                </a:cubicBezTo>
                <a:lnTo>
                  <a:pt x="295949" y="46727"/>
                </a:lnTo>
                <a:lnTo>
                  <a:pt x="284520" y="46727"/>
                </a:lnTo>
                <a:lnTo>
                  <a:pt x="284520" y="44050"/>
                </a:lnTo>
                <a:cubicBezTo>
                  <a:pt x="287410" y="42857"/>
                  <a:pt x="290365" y="40836"/>
                  <a:pt x="293387" y="37989"/>
                </a:cubicBezTo>
                <a:cubicBezTo>
                  <a:pt x="296408" y="35141"/>
                  <a:pt x="299101" y="31764"/>
                  <a:pt x="301466" y="27858"/>
                </a:cubicBezTo>
                <a:cubicBezTo>
                  <a:pt x="302675" y="25798"/>
                  <a:pt x="304356" y="22028"/>
                  <a:pt x="306510" y="16549"/>
                </a:cubicBezTo>
                <a:lnTo>
                  <a:pt x="308954" y="16549"/>
                </a:lnTo>
                <a:close/>
                <a:moveTo>
                  <a:pt x="351196" y="0"/>
                </a:moveTo>
                <a:cubicBezTo>
                  <a:pt x="353403" y="0"/>
                  <a:pt x="355282" y="802"/>
                  <a:pt x="356832" y="2406"/>
                </a:cubicBezTo>
                <a:cubicBezTo>
                  <a:pt x="358382" y="4008"/>
                  <a:pt x="359157" y="5951"/>
                  <a:pt x="359157" y="8234"/>
                </a:cubicBezTo>
                <a:cubicBezTo>
                  <a:pt x="359157" y="10517"/>
                  <a:pt x="358382" y="12474"/>
                  <a:pt x="356832" y="14105"/>
                </a:cubicBezTo>
                <a:cubicBezTo>
                  <a:pt x="355282" y="15735"/>
                  <a:pt x="353403" y="16549"/>
                  <a:pt x="351196" y="16549"/>
                </a:cubicBezTo>
                <a:cubicBezTo>
                  <a:pt x="348989" y="16549"/>
                  <a:pt x="347098" y="15735"/>
                  <a:pt x="345521" y="14105"/>
                </a:cubicBezTo>
                <a:cubicBezTo>
                  <a:pt x="343945" y="12474"/>
                  <a:pt x="343157" y="10517"/>
                  <a:pt x="343157" y="8234"/>
                </a:cubicBezTo>
                <a:cubicBezTo>
                  <a:pt x="343157" y="5951"/>
                  <a:pt x="343932" y="4008"/>
                  <a:pt x="345482" y="2406"/>
                </a:cubicBezTo>
                <a:cubicBezTo>
                  <a:pt x="347032" y="802"/>
                  <a:pt x="348937" y="0"/>
                  <a:pt x="351196" y="0"/>
                </a:cubicBezTo>
                <a:moveTo>
                  <a:pt x="357739" y="38939"/>
                </a:moveTo>
                <a:lnTo>
                  <a:pt x="357739" y="98514"/>
                </a:lnTo>
                <a:cubicBezTo>
                  <a:pt x="357739" y="103155"/>
                  <a:pt x="358067" y="106244"/>
                  <a:pt x="358724" y="107782"/>
                </a:cubicBezTo>
                <a:cubicBezTo>
                  <a:pt x="359381" y="109320"/>
                  <a:pt x="360353" y="110467"/>
                  <a:pt x="361640" y="111223"/>
                </a:cubicBezTo>
                <a:cubicBezTo>
                  <a:pt x="362928" y="111978"/>
                  <a:pt x="365279" y="112356"/>
                  <a:pt x="368695" y="112356"/>
                </a:cubicBezTo>
                <a:lnTo>
                  <a:pt x="368695" y="115357"/>
                </a:lnTo>
                <a:lnTo>
                  <a:pt x="333620" y="115357"/>
                </a:lnTo>
                <a:lnTo>
                  <a:pt x="333620" y="112356"/>
                </a:lnTo>
                <a:cubicBezTo>
                  <a:pt x="337140" y="112356"/>
                  <a:pt x="339505" y="112005"/>
                  <a:pt x="340713" y="111304"/>
                </a:cubicBezTo>
                <a:cubicBezTo>
                  <a:pt x="341922" y="110602"/>
                  <a:pt x="342881" y="109442"/>
                  <a:pt x="343590" y="107823"/>
                </a:cubicBezTo>
                <a:cubicBezTo>
                  <a:pt x="344300" y="106204"/>
                  <a:pt x="344654" y="103101"/>
                  <a:pt x="344654" y="98514"/>
                </a:cubicBezTo>
                <a:lnTo>
                  <a:pt x="344654" y="69941"/>
                </a:lnTo>
                <a:cubicBezTo>
                  <a:pt x="344654" y="61900"/>
                  <a:pt x="344418" y="56692"/>
                  <a:pt x="343945" y="54320"/>
                </a:cubicBezTo>
                <a:cubicBezTo>
                  <a:pt x="343577" y="52592"/>
                  <a:pt x="342999" y="51392"/>
                  <a:pt x="342211" y="50717"/>
                </a:cubicBezTo>
                <a:cubicBezTo>
                  <a:pt x="341423" y="50043"/>
                  <a:pt x="340346" y="49706"/>
                  <a:pt x="338979" y="49706"/>
                </a:cubicBezTo>
                <a:cubicBezTo>
                  <a:pt x="337508" y="49706"/>
                  <a:pt x="335721" y="50111"/>
                  <a:pt x="333620" y="50920"/>
                </a:cubicBezTo>
                <a:lnTo>
                  <a:pt x="332516" y="48005"/>
                </a:lnTo>
                <a:lnTo>
                  <a:pt x="354270" y="38939"/>
                </a:lnTo>
                <a:lnTo>
                  <a:pt x="357739" y="38939"/>
                </a:lnTo>
                <a:close/>
                <a:moveTo>
                  <a:pt x="398641" y="16549"/>
                </a:moveTo>
                <a:lnTo>
                  <a:pt x="398641" y="41048"/>
                </a:lnTo>
                <a:lnTo>
                  <a:pt x="415509" y="41048"/>
                </a:lnTo>
                <a:lnTo>
                  <a:pt x="415509" y="46727"/>
                </a:lnTo>
                <a:lnTo>
                  <a:pt x="398641" y="46727"/>
                </a:lnTo>
                <a:lnTo>
                  <a:pt x="398641" y="94848"/>
                </a:lnTo>
                <a:cubicBezTo>
                  <a:pt x="398641" y="99657"/>
                  <a:pt x="399311" y="102898"/>
                  <a:pt x="400651" y="104573"/>
                </a:cubicBezTo>
                <a:cubicBezTo>
                  <a:pt x="401991" y="106246"/>
                  <a:pt x="403712" y="107083"/>
                  <a:pt x="405814" y="107083"/>
                </a:cubicBezTo>
                <a:cubicBezTo>
                  <a:pt x="407548" y="107083"/>
                  <a:pt x="409229" y="106528"/>
                  <a:pt x="410858" y="105420"/>
                </a:cubicBezTo>
                <a:cubicBezTo>
                  <a:pt x="412487" y="104311"/>
                  <a:pt x="413748" y="102675"/>
                  <a:pt x="414642" y="100512"/>
                </a:cubicBezTo>
                <a:lnTo>
                  <a:pt x="417716" y="100512"/>
                </a:lnTo>
                <a:cubicBezTo>
                  <a:pt x="415876" y="105827"/>
                  <a:pt x="413275" y="109847"/>
                  <a:pt x="409912" y="112571"/>
                </a:cubicBezTo>
                <a:cubicBezTo>
                  <a:pt x="406549" y="115294"/>
                  <a:pt x="403081" y="116655"/>
                  <a:pt x="399508" y="116655"/>
                </a:cubicBezTo>
                <a:cubicBezTo>
                  <a:pt x="397091" y="116655"/>
                  <a:pt x="394726" y="115965"/>
                  <a:pt x="392414" y="114584"/>
                </a:cubicBezTo>
                <a:cubicBezTo>
                  <a:pt x="390102" y="113203"/>
                  <a:pt x="388394" y="111228"/>
                  <a:pt x="387291" y="108657"/>
                </a:cubicBezTo>
                <a:cubicBezTo>
                  <a:pt x="386188" y="106085"/>
                  <a:pt x="385636" y="102118"/>
                  <a:pt x="385636" y="96757"/>
                </a:cubicBezTo>
                <a:lnTo>
                  <a:pt x="385636" y="46727"/>
                </a:lnTo>
                <a:lnTo>
                  <a:pt x="374207" y="46727"/>
                </a:lnTo>
                <a:lnTo>
                  <a:pt x="374207" y="44050"/>
                </a:lnTo>
                <a:cubicBezTo>
                  <a:pt x="377097" y="42857"/>
                  <a:pt x="380053" y="40836"/>
                  <a:pt x="383074" y="37989"/>
                </a:cubicBezTo>
                <a:cubicBezTo>
                  <a:pt x="386096" y="35141"/>
                  <a:pt x="388789" y="31764"/>
                  <a:pt x="391153" y="27858"/>
                </a:cubicBezTo>
                <a:cubicBezTo>
                  <a:pt x="392362" y="25798"/>
                  <a:pt x="394043" y="22028"/>
                  <a:pt x="396198" y="16549"/>
                </a:cubicBezTo>
                <a:lnTo>
                  <a:pt x="398641" y="16549"/>
                </a:lnTo>
                <a:close/>
                <a:moveTo>
                  <a:pt x="418420" y="41048"/>
                </a:moveTo>
                <a:lnTo>
                  <a:pt x="452076" y="41048"/>
                </a:lnTo>
                <a:lnTo>
                  <a:pt x="452076" y="44050"/>
                </a:lnTo>
                <a:lnTo>
                  <a:pt x="450421" y="44050"/>
                </a:lnTo>
                <a:cubicBezTo>
                  <a:pt x="448056" y="44050"/>
                  <a:pt x="446283" y="44577"/>
                  <a:pt x="445101" y="45632"/>
                </a:cubicBezTo>
                <a:cubicBezTo>
                  <a:pt x="443918" y="46686"/>
                  <a:pt x="443327" y="47998"/>
                  <a:pt x="443327" y="49566"/>
                </a:cubicBezTo>
                <a:cubicBezTo>
                  <a:pt x="443327" y="51676"/>
                  <a:pt x="444194" y="54596"/>
                  <a:pt x="445928" y="58328"/>
                </a:cubicBezTo>
                <a:lnTo>
                  <a:pt x="463505" y="95807"/>
                </a:lnTo>
                <a:lnTo>
                  <a:pt x="479663" y="54758"/>
                </a:lnTo>
                <a:cubicBezTo>
                  <a:pt x="480557" y="52541"/>
                  <a:pt x="481003" y="50351"/>
                  <a:pt x="481003" y="48187"/>
                </a:cubicBezTo>
                <a:cubicBezTo>
                  <a:pt x="481003" y="47214"/>
                  <a:pt x="480819" y="46484"/>
                  <a:pt x="480451" y="45997"/>
                </a:cubicBezTo>
                <a:cubicBezTo>
                  <a:pt x="480031" y="45402"/>
                  <a:pt x="479374" y="44929"/>
                  <a:pt x="478481" y="44577"/>
                </a:cubicBezTo>
                <a:cubicBezTo>
                  <a:pt x="477588" y="44226"/>
                  <a:pt x="476011" y="44050"/>
                  <a:pt x="473752" y="44050"/>
                </a:cubicBezTo>
                <a:lnTo>
                  <a:pt x="473752" y="41048"/>
                </a:lnTo>
                <a:lnTo>
                  <a:pt x="497240" y="41048"/>
                </a:lnTo>
                <a:lnTo>
                  <a:pt x="497240" y="44050"/>
                </a:lnTo>
                <a:cubicBezTo>
                  <a:pt x="495296" y="44266"/>
                  <a:pt x="493798" y="44699"/>
                  <a:pt x="492747" y="45348"/>
                </a:cubicBezTo>
                <a:cubicBezTo>
                  <a:pt x="491696" y="45997"/>
                  <a:pt x="490540" y="47214"/>
                  <a:pt x="489279" y="48998"/>
                </a:cubicBezTo>
                <a:cubicBezTo>
                  <a:pt x="488806" y="49756"/>
                  <a:pt x="487913" y="51838"/>
                  <a:pt x="486599" y="55245"/>
                </a:cubicBezTo>
                <a:lnTo>
                  <a:pt x="457199" y="129392"/>
                </a:lnTo>
                <a:cubicBezTo>
                  <a:pt x="454362" y="136585"/>
                  <a:pt x="450644" y="142020"/>
                  <a:pt x="446046" y="145697"/>
                </a:cubicBezTo>
                <a:cubicBezTo>
                  <a:pt x="441449" y="149375"/>
                  <a:pt x="437021" y="151214"/>
                  <a:pt x="432765" y="151214"/>
                </a:cubicBezTo>
                <a:cubicBezTo>
                  <a:pt x="429665" y="151214"/>
                  <a:pt x="427116" y="150305"/>
                  <a:pt x="425120" y="148489"/>
                </a:cubicBezTo>
                <a:cubicBezTo>
                  <a:pt x="423123" y="146672"/>
                  <a:pt x="422124" y="144588"/>
                  <a:pt x="422124" y="142237"/>
                </a:cubicBezTo>
                <a:cubicBezTo>
                  <a:pt x="422124" y="139993"/>
                  <a:pt x="422847" y="138182"/>
                  <a:pt x="424292" y="136807"/>
                </a:cubicBezTo>
                <a:cubicBezTo>
                  <a:pt x="425737" y="135433"/>
                  <a:pt x="427721" y="134746"/>
                  <a:pt x="430243" y="134746"/>
                </a:cubicBezTo>
                <a:cubicBezTo>
                  <a:pt x="431977" y="134746"/>
                  <a:pt x="434342" y="135341"/>
                  <a:pt x="437337" y="136530"/>
                </a:cubicBezTo>
                <a:cubicBezTo>
                  <a:pt x="439439" y="137342"/>
                  <a:pt x="440752" y="137747"/>
                  <a:pt x="441278" y="137747"/>
                </a:cubicBezTo>
                <a:cubicBezTo>
                  <a:pt x="442854" y="137747"/>
                  <a:pt x="444575" y="136903"/>
                  <a:pt x="446440" y="135215"/>
                </a:cubicBezTo>
                <a:cubicBezTo>
                  <a:pt x="448306" y="133528"/>
                  <a:pt x="450184" y="130263"/>
                  <a:pt x="452076" y="125419"/>
                </a:cubicBezTo>
                <a:lnTo>
                  <a:pt x="457199" y="112437"/>
                </a:lnTo>
                <a:lnTo>
                  <a:pt x="431268" y="56381"/>
                </a:lnTo>
                <a:cubicBezTo>
                  <a:pt x="430479" y="54704"/>
                  <a:pt x="429218" y="52622"/>
                  <a:pt x="427484" y="50134"/>
                </a:cubicBezTo>
                <a:cubicBezTo>
                  <a:pt x="426171" y="48241"/>
                  <a:pt x="425093" y="46970"/>
                  <a:pt x="424253" y="46321"/>
                </a:cubicBezTo>
                <a:cubicBezTo>
                  <a:pt x="423044" y="45456"/>
                  <a:pt x="421100" y="44699"/>
                  <a:pt x="418420" y="44050"/>
                </a:cubicBezTo>
                <a:lnTo>
                  <a:pt x="418420" y="41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Location">
            <a:extLst xmlns:a="http://schemas.openxmlformats.org/drawingml/2006/main">
              <a:ext uri="{FF2B5EF4-FFF2-40B4-BE49-F238E27FC236}">
                <a16:creationId xmlns:a16="http://schemas.microsoft.com/office/drawing/2014/main" id="{E4ABD669-8EAD-4F8C-9B12-6CB86CAC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217" y="2541437"/>
            <a:ext cx="570001" cy="117629"/>
          </a:xfrm>
          <a:custGeom xmlns:a="http://schemas.openxmlformats.org/drawingml/2006/main">
            <a:pathLst>
              <a:path w="570001" h="117629">
                <a:moveTo>
                  <a:pt x="89303" y="84855"/>
                </a:moveTo>
                <a:lnTo>
                  <a:pt x="91904" y="85425"/>
                </a:lnTo>
                <a:lnTo>
                  <a:pt x="82761" y="115357"/>
                </a:lnTo>
                <a:lnTo>
                  <a:pt x="0" y="115357"/>
                </a:lnTo>
                <a:lnTo>
                  <a:pt x="0" y="112356"/>
                </a:lnTo>
                <a:lnTo>
                  <a:pt x="4020" y="112356"/>
                </a:lnTo>
                <a:cubicBezTo>
                  <a:pt x="8539" y="112356"/>
                  <a:pt x="11770" y="110841"/>
                  <a:pt x="13715" y="107813"/>
                </a:cubicBezTo>
                <a:cubicBezTo>
                  <a:pt x="14818" y="106082"/>
                  <a:pt x="15370" y="102080"/>
                  <a:pt x="15370" y="95807"/>
                </a:cubicBezTo>
                <a:lnTo>
                  <a:pt x="15370" y="24824"/>
                </a:lnTo>
                <a:cubicBezTo>
                  <a:pt x="15370" y="17955"/>
                  <a:pt x="14634" y="13656"/>
                  <a:pt x="13163" y="11925"/>
                </a:cubicBezTo>
                <a:cubicBezTo>
                  <a:pt x="11114" y="9545"/>
                  <a:pt x="8066" y="8356"/>
                  <a:pt x="4020" y="8356"/>
                </a:cubicBezTo>
                <a:lnTo>
                  <a:pt x="0" y="8356"/>
                </a:lnTo>
                <a:lnTo>
                  <a:pt x="0" y="5354"/>
                </a:lnTo>
                <a:lnTo>
                  <a:pt x="48396" y="5354"/>
                </a:lnTo>
                <a:lnTo>
                  <a:pt x="48396" y="8356"/>
                </a:lnTo>
                <a:cubicBezTo>
                  <a:pt x="42721" y="8302"/>
                  <a:pt x="38740" y="8843"/>
                  <a:pt x="36454" y="9981"/>
                </a:cubicBezTo>
                <a:cubicBezTo>
                  <a:pt x="34169" y="11116"/>
                  <a:pt x="32605" y="12550"/>
                  <a:pt x="31765" y="14283"/>
                </a:cubicBezTo>
                <a:cubicBezTo>
                  <a:pt x="30924" y="16015"/>
                  <a:pt x="30503" y="20156"/>
                  <a:pt x="30503" y="26705"/>
                </a:cubicBezTo>
                <a:lnTo>
                  <a:pt x="30503" y="95878"/>
                </a:lnTo>
                <a:cubicBezTo>
                  <a:pt x="30503" y="100370"/>
                  <a:pt x="30924" y="103455"/>
                  <a:pt x="31765" y="105133"/>
                </a:cubicBezTo>
                <a:cubicBezTo>
                  <a:pt x="32395" y="106269"/>
                  <a:pt x="33367" y="107108"/>
                  <a:pt x="34681" y="107651"/>
                </a:cubicBezTo>
                <a:cubicBezTo>
                  <a:pt x="35995" y="108191"/>
                  <a:pt x="40093" y="108462"/>
                  <a:pt x="46977" y="108462"/>
                </a:cubicBezTo>
                <a:lnTo>
                  <a:pt x="54780" y="108462"/>
                </a:lnTo>
                <a:cubicBezTo>
                  <a:pt x="62977" y="108462"/>
                  <a:pt x="68731" y="107836"/>
                  <a:pt x="72042" y="106583"/>
                </a:cubicBezTo>
                <a:cubicBezTo>
                  <a:pt x="75352" y="105331"/>
                  <a:pt x="78374" y="103112"/>
                  <a:pt x="81106" y="99926"/>
                </a:cubicBezTo>
                <a:cubicBezTo>
                  <a:pt x="83838" y="96740"/>
                  <a:pt x="86571" y="91717"/>
                  <a:pt x="89303" y="84855"/>
                </a:cubicBezTo>
                <a:close/>
                <a:moveTo>
                  <a:pt x="135770" y="38939"/>
                </a:moveTo>
                <a:cubicBezTo>
                  <a:pt x="146700" y="38939"/>
                  <a:pt x="155476" y="43207"/>
                  <a:pt x="162096" y="51744"/>
                </a:cubicBezTo>
                <a:cubicBezTo>
                  <a:pt x="167719" y="59037"/>
                  <a:pt x="170530" y="67411"/>
                  <a:pt x="170530" y="76867"/>
                </a:cubicBezTo>
                <a:cubicBezTo>
                  <a:pt x="170530" y="83512"/>
                  <a:pt x="168980" y="90239"/>
                  <a:pt x="165880" y="97046"/>
                </a:cubicBezTo>
                <a:cubicBezTo>
                  <a:pt x="162780" y="103852"/>
                  <a:pt x="158510" y="108984"/>
                  <a:pt x="153072" y="112442"/>
                </a:cubicBezTo>
                <a:cubicBezTo>
                  <a:pt x="147633" y="115900"/>
                  <a:pt x="141577" y="117629"/>
                  <a:pt x="134903" y="117629"/>
                </a:cubicBezTo>
                <a:cubicBezTo>
                  <a:pt x="124026" y="117629"/>
                  <a:pt x="115382" y="113171"/>
                  <a:pt x="108972" y="104256"/>
                </a:cubicBezTo>
                <a:cubicBezTo>
                  <a:pt x="103559" y="96747"/>
                  <a:pt x="100853" y="88320"/>
                  <a:pt x="100853" y="78973"/>
                </a:cubicBezTo>
                <a:cubicBezTo>
                  <a:pt x="100853" y="72166"/>
                  <a:pt x="102495" y="65399"/>
                  <a:pt x="105779" y="58672"/>
                </a:cubicBezTo>
                <a:cubicBezTo>
                  <a:pt x="109064" y="51946"/>
                  <a:pt x="113386" y="46975"/>
                  <a:pt x="118745" y="43761"/>
                </a:cubicBezTo>
                <a:cubicBezTo>
                  <a:pt x="124105" y="40546"/>
                  <a:pt x="129780" y="38939"/>
                  <a:pt x="135770" y="38939"/>
                </a:cubicBezTo>
                <a:moveTo>
                  <a:pt x="133327" y="44293"/>
                </a:moveTo>
                <a:cubicBezTo>
                  <a:pt x="130542" y="44293"/>
                  <a:pt x="127744" y="45144"/>
                  <a:pt x="124933" y="46846"/>
                </a:cubicBezTo>
                <a:cubicBezTo>
                  <a:pt x="122121" y="48548"/>
                  <a:pt x="119849" y="51533"/>
                  <a:pt x="118115" y="55800"/>
                </a:cubicBezTo>
                <a:cubicBezTo>
                  <a:pt x="116381" y="60068"/>
                  <a:pt x="115514" y="65550"/>
                  <a:pt x="115514" y="72248"/>
                </a:cubicBezTo>
                <a:cubicBezTo>
                  <a:pt x="115514" y="83051"/>
                  <a:pt x="117602" y="92369"/>
                  <a:pt x="121780" y="100202"/>
                </a:cubicBezTo>
                <a:cubicBezTo>
                  <a:pt x="125957" y="108034"/>
                  <a:pt x="131462" y="111950"/>
                  <a:pt x="138293" y="111950"/>
                </a:cubicBezTo>
                <a:cubicBezTo>
                  <a:pt x="143390" y="111950"/>
                  <a:pt x="147594" y="109789"/>
                  <a:pt x="150904" y="105468"/>
                </a:cubicBezTo>
                <a:cubicBezTo>
                  <a:pt x="154214" y="101146"/>
                  <a:pt x="155870" y="93719"/>
                  <a:pt x="155870" y="83187"/>
                </a:cubicBezTo>
                <a:cubicBezTo>
                  <a:pt x="155870" y="70006"/>
                  <a:pt x="153111" y="59634"/>
                  <a:pt x="147594" y="52071"/>
                </a:cubicBezTo>
                <a:cubicBezTo>
                  <a:pt x="143863" y="46886"/>
                  <a:pt x="139107" y="44293"/>
                  <a:pt x="133327" y="44293"/>
                </a:cubicBezTo>
                <a:close/>
                <a:moveTo>
                  <a:pt x="242493" y="87126"/>
                </a:moveTo>
                <a:cubicBezTo>
                  <a:pt x="240549" y="96915"/>
                  <a:pt x="236739" y="104446"/>
                  <a:pt x="231064" y="109719"/>
                </a:cubicBezTo>
                <a:cubicBezTo>
                  <a:pt x="225389" y="114992"/>
                  <a:pt x="219110" y="117629"/>
                  <a:pt x="212226" y="117629"/>
                </a:cubicBezTo>
                <a:cubicBezTo>
                  <a:pt x="204029" y="117629"/>
                  <a:pt x="196882" y="114091"/>
                  <a:pt x="190787" y="107014"/>
                </a:cubicBezTo>
                <a:cubicBezTo>
                  <a:pt x="184692" y="99936"/>
                  <a:pt x="181644" y="90373"/>
                  <a:pt x="181644" y="78325"/>
                </a:cubicBezTo>
                <a:cubicBezTo>
                  <a:pt x="181644" y="66655"/>
                  <a:pt x="185020" y="57173"/>
                  <a:pt x="191772" y="49881"/>
                </a:cubicBezTo>
                <a:cubicBezTo>
                  <a:pt x="198525" y="42586"/>
                  <a:pt x="206630" y="38939"/>
                  <a:pt x="216088" y="38939"/>
                </a:cubicBezTo>
                <a:cubicBezTo>
                  <a:pt x="223182" y="38939"/>
                  <a:pt x="229015" y="40867"/>
                  <a:pt x="233586" y="44722"/>
                </a:cubicBezTo>
                <a:cubicBezTo>
                  <a:pt x="238158" y="48575"/>
                  <a:pt x="240444" y="52577"/>
                  <a:pt x="240444" y="56728"/>
                </a:cubicBezTo>
                <a:cubicBezTo>
                  <a:pt x="240444" y="58776"/>
                  <a:pt x="239800" y="60434"/>
                  <a:pt x="238513" y="61702"/>
                </a:cubicBezTo>
                <a:cubicBezTo>
                  <a:pt x="237225" y="62968"/>
                  <a:pt x="235426" y="63601"/>
                  <a:pt x="233114" y="63601"/>
                </a:cubicBezTo>
                <a:cubicBezTo>
                  <a:pt x="230013" y="63601"/>
                  <a:pt x="227675" y="62573"/>
                  <a:pt x="226099" y="60518"/>
                </a:cubicBezTo>
                <a:cubicBezTo>
                  <a:pt x="225205" y="59382"/>
                  <a:pt x="224614" y="57219"/>
                  <a:pt x="224325" y="54028"/>
                </a:cubicBezTo>
                <a:cubicBezTo>
                  <a:pt x="224036" y="50837"/>
                  <a:pt x="222972" y="48404"/>
                  <a:pt x="221133" y="46727"/>
                </a:cubicBezTo>
                <a:cubicBezTo>
                  <a:pt x="219294" y="45105"/>
                  <a:pt x="216745" y="44293"/>
                  <a:pt x="213487" y="44293"/>
                </a:cubicBezTo>
                <a:cubicBezTo>
                  <a:pt x="208233" y="44293"/>
                  <a:pt x="204003" y="46294"/>
                  <a:pt x="200797" y="50296"/>
                </a:cubicBezTo>
                <a:cubicBezTo>
                  <a:pt x="196541" y="55596"/>
                  <a:pt x="194413" y="62600"/>
                  <a:pt x="194413" y="71307"/>
                </a:cubicBezTo>
                <a:cubicBezTo>
                  <a:pt x="194413" y="80177"/>
                  <a:pt x="196528" y="88005"/>
                  <a:pt x="200758" y="94793"/>
                </a:cubicBezTo>
                <a:cubicBezTo>
                  <a:pt x="204988" y="101580"/>
                  <a:pt x="210702" y="104973"/>
                  <a:pt x="217901" y="104973"/>
                </a:cubicBezTo>
                <a:cubicBezTo>
                  <a:pt x="223051" y="104973"/>
                  <a:pt x="227675" y="103162"/>
                  <a:pt x="231774" y="99538"/>
                </a:cubicBezTo>
                <a:cubicBezTo>
                  <a:pt x="234664" y="97050"/>
                  <a:pt x="237475" y="92535"/>
                  <a:pt x="240207" y="85991"/>
                </a:cubicBezTo>
                <a:lnTo>
                  <a:pt x="242493" y="87126"/>
                </a:lnTo>
                <a:close/>
                <a:moveTo>
                  <a:pt x="293815" y="104649"/>
                </a:moveTo>
                <a:cubicBezTo>
                  <a:pt x="286406" y="110544"/>
                  <a:pt x="281756" y="113951"/>
                  <a:pt x="279864" y="114871"/>
                </a:cubicBezTo>
                <a:cubicBezTo>
                  <a:pt x="277027" y="116277"/>
                  <a:pt x="274005" y="116980"/>
                  <a:pt x="270800" y="116980"/>
                </a:cubicBezTo>
                <a:cubicBezTo>
                  <a:pt x="265808" y="116980"/>
                  <a:pt x="261696" y="115222"/>
                  <a:pt x="258464" y="111707"/>
                </a:cubicBezTo>
                <a:cubicBezTo>
                  <a:pt x="255233" y="108191"/>
                  <a:pt x="253617" y="103567"/>
                  <a:pt x="253617" y="97835"/>
                </a:cubicBezTo>
                <a:cubicBezTo>
                  <a:pt x="253617" y="94211"/>
                  <a:pt x="254405" y="91074"/>
                  <a:pt x="255982" y="88424"/>
                </a:cubicBezTo>
                <a:cubicBezTo>
                  <a:pt x="258136" y="84747"/>
                  <a:pt x="261880" y="81286"/>
                  <a:pt x="267214" y="78041"/>
                </a:cubicBezTo>
                <a:cubicBezTo>
                  <a:pt x="272547" y="74796"/>
                  <a:pt x="281414" y="70848"/>
                  <a:pt x="293815" y="66197"/>
                </a:cubicBezTo>
                <a:lnTo>
                  <a:pt x="293815" y="63276"/>
                </a:lnTo>
                <a:cubicBezTo>
                  <a:pt x="293815" y="55867"/>
                  <a:pt x="292672" y="50783"/>
                  <a:pt x="290387" y="48025"/>
                </a:cubicBezTo>
                <a:cubicBezTo>
                  <a:pt x="288101" y="45267"/>
                  <a:pt x="284777" y="43888"/>
                  <a:pt x="280416" y="43888"/>
                </a:cubicBezTo>
                <a:cubicBezTo>
                  <a:pt x="277105" y="43888"/>
                  <a:pt x="274478" y="44804"/>
                  <a:pt x="272534" y="46636"/>
                </a:cubicBezTo>
                <a:cubicBezTo>
                  <a:pt x="270537" y="48468"/>
                  <a:pt x="269539" y="50569"/>
                  <a:pt x="269539" y="52941"/>
                </a:cubicBezTo>
                <a:lnTo>
                  <a:pt x="269696" y="57628"/>
                </a:lnTo>
                <a:cubicBezTo>
                  <a:pt x="269696" y="60106"/>
                  <a:pt x="269079" y="62018"/>
                  <a:pt x="267844" y="63365"/>
                </a:cubicBezTo>
                <a:cubicBezTo>
                  <a:pt x="266609" y="64712"/>
                  <a:pt x="264993" y="65385"/>
                  <a:pt x="262997" y="65385"/>
                </a:cubicBezTo>
                <a:cubicBezTo>
                  <a:pt x="261052" y="65385"/>
                  <a:pt x="259463" y="64685"/>
                  <a:pt x="258228" y="63284"/>
                </a:cubicBezTo>
                <a:cubicBezTo>
                  <a:pt x="256993" y="61881"/>
                  <a:pt x="256376" y="59966"/>
                  <a:pt x="256376" y="57539"/>
                </a:cubicBezTo>
                <a:cubicBezTo>
                  <a:pt x="256376" y="52903"/>
                  <a:pt x="258688" y="48644"/>
                  <a:pt x="263312" y="44762"/>
                </a:cubicBezTo>
                <a:cubicBezTo>
                  <a:pt x="267936" y="40880"/>
                  <a:pt x="274426" y="38939"/>
                  <a:pt x="282781" y="38939"/>
                </a:cubicBezTo>
                <a:cubicBezTo>
                  <a:pt x="289191" y="38939"/>
                  <a:pt x="294446" y="40046"/>
                  <a:pt x="298545" y="42260"/>
                </a:cubicBezTo>
                <a:cubicBezTo>
                  <a:pt x="301645" y="43935"/>
                  <a:pt x="303931" y="46555"/>
                  <a:pt x="305402" y="50121"/>
                </a:cubicBezTo>
                <a:cubicBezTo>
                  <a:pt x="306348" y="52444"/>
                  <a:pt x="306821" y="57197"/>
                  <a:pt x="306821" y="64381"/>
                </a:cubicBezTo>
                <a:lnTo>
                  <a:pt x="306821" y="89580"/>
                </a:lnTo>
                <a:cubicBezTo>
                  <a:pt x="306821" y="96657"/>
                  <a:pt x="306952" y="100992"/>
                  <a:pt x="307215" y="102585"/>
                </a:cubicBezTo>
                <a:cubicBezTo>
                  <a:pt x="307478" y="104179"/>
                  <a:pt x="307911" y="105246"/>
                  <a:pt x="308515" y="105787"/>
                </a:cubicBezTo>
                <a:cubicBezTo>
                  <a:pt x="309120" y="106326"/>
                  <a:pt x="309816" y="106596"/>
                  <a:pt x="310604" y="106596"/>
                </a:cubicBezTo>
                <a:cubicBezTo>
                  <a:pt x="311445" y="106596"/>
                  <a:pt x="312180" y="106407"/>
                  <a:pt x="312811" y="106028"/>
                </a:cubicBezTo>
                <a:cubicBezTo>
                  <a:pt x="313915" y="105325"/>
                  <a:pt x="316043" y="103351"/>
                  <a:pt x="319195" y="100106"/>
                </a:cubicBezTo>
                <a:lnTo>
                  <a:pt x="319195" y="104649"/>
                </a:lnTo>
                <a:cubicBezTo>
                  <a:pt x="313310" y="112761"/>
                  <a:pt x="307688" y="116817"/>
                  <a:pt x="302328" y="116817"/>
                </a:cubicBezTo>
                <a:cubicBezTo>
                  <a:pt x="299753" y="116817"/>
                  <a:pt x="297704" y="115898"/>
                  <a:pt x="296180" y="114059"/>
                </a:cubicBezTo>
                <a:cubicBezTo>
                  <a:pt x="294656" y="112221"/>
                  <a:pt x="293868" y="109084"/>
                  <a:pt x="293815" y="104649"/>
                </a:cubicBezTo>
                <a:moveTo>
                  <a:pt x="293815" y="99330"/>
                </a:moveTo>
                <a:lnTo>
                  <a:pt x="293815" y="71145"/>
                </a:lnTo>
                <a:cubicBezTo>
                  <a:pt x="285881" y="74375"/>
                  <a:pt x="280757" y="76663"/>
                  <a:pt x="278445" y="78010"/>
                </a:cubicBezTo>
                <a:cubicBezTo>
                  <a:pt x="274294" y="80380"/>
                  <a:pt x="271325" y="82856"/>
                  <a:pt x="269539" y="85441"/>
                </a:cubicBezTo>
                <a:cubicBezTo>
                  <a:pt x="267752" y="88025"/>
                  <a:pt x="266859" y="90851"/>
                  <a:pt x="266859" y="93920"/>
                </a:cubicBezTo>
                <a:cubicBezTo>
                  <a:pt x="266859" y="97797"/>
                  <a:pt x="267989" y="101015"/>
                  <a:pt x="270248" y="103572"/>
                </a:cubicBezTo>
                <a:cubicBezTo>
                  <a:pt x="272508" y="106129"/>
                  <a:pt x="275109" y="107407"/>
                  <a:pt x="278051" y="107407"/>
                </a:cubicBezTo>
                <a:cubicBezTo>
                  <a:pt x="282045" y="107407"/>
                  <a:pt x="287300" y="104715"/>
                  <a:pt x="293815" y="99330"/>
                </a:cubicBezTo>
                <a:close/>
                <a:moveTo>
                  <a:pt x="345611" y="16549"/>
                </a:moveTo>
                <a:lnTo>
                  <a:pt x="345611" y="41048"/>
                </a:lnTo>
                <a:lnTo>
                  <a:pt x="362478" y="41048"/>
                </a:lnTo>
                <a:lnTo>
                  <a:pt x="362478" y="46727"/>
                </a:lnTo>
                <a:lnTo>
                  <a:pt x="345611" y="46727"/>
                </a:lnTo>
                <a:lnTo>
                  <a:pt x="345611" y="94848"/>
                </a:lnTo>
                <a:cubicBezTo>
                  <a:pt x="345611" y="99657"/>
                  <a:pt x="346281" y="102898"/>
                  <a:pt x="347620" y="104573"/>
                </a:cubicBezTo>
                <a:cubicBezTo>
                  <a:pt x="348960" y="106246"/>
                  <a:pt x="350681" y="107083"/>
                  <a:pt x="352783" y="107083"/>
                </a:cubicBezTo>
                <a:cubicBezTo>
                  <a:pt x="354517" y="107083"/>
                  <a:pt x="356199" y="106528"/>
                  <a:pt x="357828" y="105420"/>
                </a:cubicBezTo>
                <a:cubicBezTo>
                  <a:pt x="359457" y="104311"/>
                  <a:pt x="360718" y="102675"/>
                  <a:pt x="361611" y="100512"/>
                </a:cubicBezTo>
                <a:lnTo>
                  <a:pt x="364685" y="100512"/>
                </a:lnTo>
                <a:cubicBezTo>
                  <a:pt x="362846" y="105827"/>
                  <a:pt x="360245" y="109847"/>
                  <a:pt x="356882" y="112571"/>
                </a:cubicBezTo>
                <a:cubicBezTo>
                  <a:pt x="353519" y="115294"/>
                  <a:pt x="350051" y="116655"/>
                  <a:pt x="346478" y="116655"/>
                </a:cubicBezTo>
                <a:cubicBezTo>
                  <a:pt x="344060" y="116655"/>
                  <a:pt x="341696" y="115965"/>
                  <a:pt x="339384" y="114584"/>
                </a:cubicBezTo>
                <a:cubicBezTo>
                  <a:pt x="337072" y="113203"/>
                  <a:pt x="335364" y="111228"/>
                  <a:pt x="334260" y="108657"/>
                </a:cubicBezTo>
                <a:cubicBezTo>
                  <a:pt x="333157" y="106085"/>
                  <a:pt x="332605" y="102118"/>
                  <a:pt x="332605" y="96757"/>
                </a:cubicBezTo>
                <a:lnTo>
                  <a:pt x="332605" y="46727"/>
                </a:lnTo>
                <a:lnTo>
                  <a:pt x="321176" y="46727"/>
                </a:lnTo>
                <a:lnTo>
                  <a:pt x="321176" y="44050"/>
                </a:lnTo>
                <a:cubicBezTo>
                  <a:pt x="324066" y="42857"/>
                  <a:pt x="327022" y="40836"/>
                  <a:pt x="330044" y="37989"/>
                </a:cubicBezTo>
                <a:cubicBezTo>
                  <a:pt x="333065" y="35141"/>
                  <a:pt x="335758" y="31764"/>
                  <a:pt x="338123" y="27858"/>
                </a:cubicBezTo>
                <a:cubicBezTo>
                  <a:pt x="339331" y="25798"/>
                  <a:pt x="341013" y="22028"/>
                  <a:pt x="343167" y="16549"/>
                </a:cubicBezTo>
                <a:lnTo>
                  <a:pt x="345611" y="16549"/>
                </a:lnTo>
                <a:close/>
                <a:moveTo>
                  <a:pt x="387853" y="0"/>
                </a:moveTo>
                <a:cubicBezTo>
                  <a:pt x="390060" y="0"/>
                  <a:pt x="391939" y="802"/>
                  <a:pt x="393489" y="2406"/>
                </a:cubicBezTo>
                <a:cubicBezTo>
                  <a:pt x="395039" y="4008"/>
                  <a:pt x="395814" y="5951"/>
                  <a:pt x="395814" y="8234"/>
                </a:cubicBezTo>
                <a:cubicBezTo>
                  <a:pt x="395814" y="10517"/>
                  <a:pt x="395039" y="12474"/>
                  <a:pt x="393489" y="14105"/>
                </a:cubicBezTo>
                <a:cubicBezTo>
                  <a:pt x="391939" y="15735"/>
                  <a:pt x="390060" y="16549"/>
                  <a:pt x="387853" y="16549"/>
                </a:cubicBezTo>
                <a:cubicBezTo>
                  <a:pt x="385646" y="16549"/>
                  <a:pt x="383754" y="15735"/>
                  <a:pt x="382178" y="14105"/>
                </a:cubicBezTo>
                <a:cubicBezTo>
                  <a:pt x="380602" y="12474"/>
                  <a:pt x="379813" y="10517"/>
                  <a:pt x="379813" y="8234"/>
                </a:cubicBezTo>
                <a:cubicBezTo>
                  <a:pt x="379813" y="5951"/>
                  <a:pt x="380588" y="4008"/>
                  <a:pt x="382139" y="2406"/>
                </a:cubicBezTo>
                <a:cubicBezTo>
                  <a:pt x="383689" y="802"/>
                  <a:pt x="385594" y="0"/>
                  <a:pt x="387853" y="0"/>
                </a:cubicBezTo>
                <a:moveTo>
                  <a:pt x="394395" y="38939"/>
                </a:moveTo>
                <a:lnTo>
                  <a:pt x="394395" y="98514"/>
                </a:lnTo>
                <a:cubicBezTo>
                  <a:pt x="394395" y="103155"/>
                  <a:pt x="394724" y="106244"/>
                  <a:pt x="395380" y="107782"/>
                </a:cubicBezTo>
                <a:cubicBezTo>
                  <a:pt x="396037" y="109320"/>
                  <a:pt x="397009" y="110467"/>
                  <a:pt x="398297" y="111223"/>
                </a:cubicBezTo>
                <a:cubicBezTo>
                  <a:pt x="399584" y="111978"/>
                  <a:pt x="401936" y="112356"/>
                  <a:pt x="405351" y="112356"/>
                </a:cubicBezTo>
                <a:lnTo>
                  <a:pt x="405351" y="115357"/>
                </a:lnTo>
                <a:lnTo>
                  <a:pt x="370276" y="115357"/>
                </a:lnTo>
                <a:lnTo>
                  <a:pt x="370276" y="112356"/>
                </a:lnTo>
                <a:cubicBezTo>
                  <a:pt x="373797" y="112356"/>
                  <a:pt x="376161" y="112005"/>
                  <a:pt x="377370" y="111304"/>
                </a:cubicBezTo>
                <a:cubicBezTo>
                  <a:pt x="378579" y="110602"/>
                  <a:pt x="379538" y="109442"/>
                  <a:pt x="380247" y="107823"/>
                </a:cubicBezTo>
                <a:cubicBezTo>
                  <a:pt x="380956" y="106204"/>
                  <a:pt x="381311" y="103101"/>
                  <a:pt x="381311" y="98514"/>
                </a:cubicBezTo>
                <a:lnTo>
                  <a:pt x="381311" y="69941"/>
                </a:lnTo>
                <a:cubicBezTo>
                  <a:pt x="381311" y="61900"/>
                  <a:pt x="381075" y="56692"/>
                  <a:pt x="380602" y="54320"/>
                </a:cubicBezTo>
                <a:cubicBezTo>
                  <a:pt x="380234" y="52592"/>
                  <a:pt x="379656" y="51392"/>
                  <a:pt x="378868" y="50717"/>
                </a:cubicBezTo>
                <a:cubicBezTo>
                  <a:pt x="378079" y="50043"/>
                  <a:pt x="377002" y="49706"/>
                  <a:pt x="375636" y="49706"/>
                </a:cubicBezTo>
                <a:cubicBezTo>
                  <a:pt x="374165" y="49706"/>
                  <a:pt x="372378" y="50111"/>
                  <a:pt x="370276" y="50920"/>
                </a:cubicBezTo>
                <a:lnTo>
                  <a:pt x="369173" y="48005"/>
                </a:lnTo>
                <a:lnTo>
                  <a:pt x="390927" y="38939"/>
                </a:lnTo>
                <a:lnTo>
                  <a:pt x="394395" y="38939"/>
                </a:lnTo>
                <a:close/>
                <a:moveTo>
                  <a:pt x="449643" y="38939"/>
                </a:moveTo>
                <a:cubicBezTo>
                  <a:pt x="460573" y="38939"/>
                  <a:pt x="469348" y="43207"/>
                  <a:pt x="475969" y="51744"/>
                </a:cubicBezTo>
                <a:cubicBezTo>
                  <a:pt x="481592" y="59037"/>
                  <a:pt x="484403" y="67411"/>
                  <a:pt x="484403" y="76867"/>
                </a:cubicBezTo>
                <a:cubicBezTo>
                  <a:pt x="484403" y="83512"/>
                  <a:pt x="482853" y="90239"/>
                  <a:pt x="479752" y="97046"/>
                </a:cubicBezTo>
                <a:cubicBezTo>
                  <a:pt x="476652" y="103852"/>
                  <a:pt x="472383" y="108984"/>
                  <a:pt x="466944" y="112442"/>
                </a:cubicBezTo>
                <a:cubicBezTo>
                  <a:pt x="461505" y="115900"/>
                  <a:pt x="455449" y="117629"/>
                  <a:pt x="448776" y="117629"/>
                </a:cubicBezTo>
                <a:cubicBezTo>
                  <a:pt x="437899" y="117629"/>
                  <a:pt x="429255" y="113171"/>
                  <a:pt x="422844" y="104256"/>
                </a:cubicBezTo>
                <a:cubicBezTo>
                  <a:pt x="417432" y="96747"/>
                  <a:pt x="414726" y="88320"/>
                  <a:pt x="414726" y="78973"/>
                </a:cubicBezTo>
                <a:cubicBezTo>
                  <a:pt x="414726" y="72166"/>
                  <a:pt x="416368" y="65399"/>
                  <a:pt x="419652" y="58672"/>
                </a:cubicBezTo>
                <a:cubicBezTo>
                  <a:pt x="422936" y="51946"/>
                  <a:pt x="427258" y="46975"/>
                  <a:pt x="432618" y="43761"/>
                </a:cubicBezTo>
                <a:cubicBezTo>
                  <a:pt x="437978" y="40546"/>
                  <a:pt x="443653" y="38939"/>
                  <a:pt x="449643" y="38939"/>
                </a:cubicBezTo>
                <a:moveTo>
                  <a:pt x="447200" y="44293"/>
                </a:moveTo>
                <a:cubicBezTo>
                  <a:pt x="444415" y="44293"/>
                  <a:pt x="441617" y="45144"/>
                  <a:pt x="438805" y="46846"/>
                </a:cubicBezTo>
                <a:cubicBezTo>
                  <a:pt x="435994" y="48548"/>
                  <a:pt x="433721" y="51533"/>
                  <a:pt x="431987" y="55800"/>
                </a:cubicBezTo>
                <a:cubicBezTo>
                  <a:pt x="430253" y="60068"/>
                  <a:pt x="429386" y="65550"/>
                  <a:pt x="429386" y="72248"/>
                </a:cubicBezTo>
                <a:cubicBezTo>
                  <a:pt x="429386" y="83051"/>
                  <a:pt x="431475" y="92369"/>
                  <a:pt x="435652" y="100202"/>
                </a:cubicBezTo>
                <a:cubicBezTo>
                  <a:pt x="439830" y="108034"/>
                  <a:pt x="445334" y="111950"/>
                  <a:pt x="452165" y="111950"/>
                </a:cubicBezTo>
                <a:cubicBezTo>
                  <a:pt x="457262" y="111950"/>
                  <a:pt x="461466" y="109789"/>
                  <a:pt x="464777" y="105468"/>
                </a:cubicBezTo>
                <a:cubicBezTo>
                  <a:pt x="468087" y="101146"/>
                  <a:pt x="469742" y="93719"/>
                  <a:pt x="469742" y="83187"/>
                </a:cubicBezTo>
                <a:cubicBezTo>
                  <a:pt x="469742" y="70006"/>
                  <a:pt x="466983" y="59634"/>
                  <a:pt x="461466" y="52071"/>
                </a:cubicBezTo>
                <a:cubicBezTo>
                  <a:pt x="457735" y="46886"/>
                  <a:pt x="452980" y="44293"/>
                  <a:pt x="447200" y="44293"/>
                </a:cubicBezTo>
                <a:close/>
                <a:moveTo>
                  <a:pt x="516088" y="54677"/>
                </a:moveTo>
                <a:cubicBezTo>
                  <a:pt x="524548" y="44185"/>
                  <a:pt x="532614" y="38939"/>
                  <a:pt x="540286" y="38939"/>
                </a:cubicBezTo>
                <a:cubicBezTo>
                  <a:pt x="544227" y="38939"/>
                  <a:pt x="547616" y="39952"/>
                  <a:pt x="550454" y="41976"/>
                </a:cubicBezTo>
                <a:cubicBezTo>
                  <a:pt x="553292" y="43999"/>
                  <a:pt x="555551" y="47331"/>
                  <a:pt x="557233" y="51972"/>
                </a:cubicBezTo>
                <a:cubicBezTo>
                  <a:pt x="558389" y="55209"/>
                  <a:pt x="558967" y="60173"/>
                  <a:pt x="558967" y="66866"/>
                </a:cubicBezTo>
                <a:lnTo>
                  <a:pt x="558967" y="98514"/>
                </a:lnTo>
                <a:cubicBezTo>
                  <a:pt x="558967" y="103209"/>
                  <a:pt x="559334" y="106393"/>
                  <a:pt x="560070" y="108066"/>
                </a:cubicBezTo>
                <a:cubicBezTo>
                  <a:pt x="560648" y="109415"/>
                  <a:pt x="561581" y="110467"/>
                  <a:pt x="562868" y="111223"/>
                </a:cubicBezTo>
                <a:cubicBezTo>
                  <a:pt x="564156" y="111978"/>
                  <a:pt x="566533" y="112356"/>
                  <a:pt x="570001" y="112356"/>
                </a:cubicBezTo>
                <a:lnTo>
                  <a:pt x="570001" y="115357"/>
                </a:lnTo>
                <a:lnTo>
                  <a:pt x="534296" y="115357"/>
                </a:lnTo>
                <a:lnTo>
                  <a:pt x="534296" y="112356"/>
                </a:lnTo>
                <a:lnTo>
                  <a:pt x="535793" y="112356"/>
                </a:lnTo>
                <a:cubicBezTo>
                  <a:pt x="539156" y="112356"/>
                  <a:pt x="541508" y="111831"/>
                  <a:pt x="542848" y="110781"/>
                </a:cubicBezTo>
                <a:cubicBezTo>
                  <a:pt x="544188" y="109732"/>
                  <a:pt x="545120" y="108185"/>
                  <a:pt x="545646" y="106142"/>
                </a:cubicBezTo>
                <a:cubicBezTo>
                  <a:pt x="545856" y="105334"/>
                  <a:pt x="545961" y="102805"/>
                  <a:pt x="545961" y="98555"/>
                </a:cubicBezTo>
                <a:lnTo>
                  <a:pt x="545961" y="68288"/>
                </a:lnTo>
                <a:cubicBezTo>
                  <a:pt x="545961" y="61563"/>
                  <a:pt x="545107" y="56681"/>
                  <a:pt x="543400" y="53640"/>
                </a:cubicBezTo>
                <a:cubicBezTo>
                  <a:pt x="541692" y="50600"/>
                  <a:pt x="538815" y="49080"/>
                  <a:pt x="534769" y="49080"/>
                </a:cubicBezTo>
                <a:cubicBezTo>
                  <a:pt x="528516" y="49080"/>
                  <a:pt x="522289" y="52577"/>
                  <a:pt x="516088" y="59572"/>
                </a:cubicBezTo>
                <a:lnTo>
                  <a:pt x="516088" y="98555"/>
                </a:lnTo>
                <a:cubicBezTo>
                  <a:pt x="516088" y="103559"/>
                  <a:pt x="516377" y="106653"/>
                  <a:pt x="516955" y="107836"/>
                </a:cubicBezTo>
                <a:cubicBezTo>
                  <a:pt x="517691" y="109396"/>
                  <a:pt x="518703" y="110539"/>
                  <a:pt x="519990" y="111266"/>
                </a:cubicBezTo>
                <a:cubicBezTo>
                  <a:pt x="521277" y="111992"/>
                  <a:pt x="523892" y="112356"/>
                  <a:pt x="527833" y="112356"/>
                </a:cubicBezTo>
                <a:lnTo>
                  <a:pt x="527833" y="115357"/>
                </a:lnTo>
                <a:lnTo>
                  <a:pt x="492127" y="115357"/>
                </a:lnTo>
                <a:lnTo>
                  <a:pt x="492127" y="112356"/>
                </a:lnTo>
                <a:lnTo>
                  <a:pt x="493703" y="112356"/>
                </a:lnTo>
                <a:cubicBezTo>
                  <a:pt x="497382" y="112356"/>
                  <a:pt x="499865" y="111398"/>
                  <a:pt x="501152" y="109483"/>
                </a:cubicBezTo>
                <a:cubicBezTo>
                  <a:pt x="502439" y="107567"/>
                  <a:pt x="503083" y="103910"/>
                  <a:pt x="503083" y="98514"/>
                </a:cubicBezTo>
                <a:lnTo>
                  <a:pt x="503083" y="70993"/>
                </a:lnTo>
                <a:cubicBezTo>
                  <a:pt x="503083" y="62090"/>
                  <a:pt x="502886" y="56667"/>
                  <a:pt x="502492" y="54725"/>
                </a:cubicBezTo>
                <a:cubicBezTo>
                  <a:pt x="502098" y="52782"/>
                  <a:pt x="501493" y="51459"/>
                  <a:pt x="500679" y="50758"/>
                </a:cubicBezTo>
                <a:cubicBezTo>
                  <a:pt x="499865" y="50056"/>
                  <a:pt x="498774" y="49706"/>
                  <a:pt x="497408" y="49706"/>
                </a:cubicBezTo>
                <a:cubicBezTo>
                  <a:pt x="495937" y="49706"/>
                  <a:pt x="494176" y="50111"/>
                  <a:pt x="492127" y="50920"/>
                </a:cubicBezTo>
                <a:lnTo>
                  <a:pt x="490945" y="48005"/>
                </a:lnTo>
                <a:lnTo>
                  <a:pt x="512699" y="38939"/>
                </a:lnTo>
                <a:lnTo>
                  <a:pt x="516088" y="38939"/>
                </a:lnTo>
                <a:lnTo>
                  <a:pt x="516088" y="54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Token">
            <a:extLst xmlns:a="http://schemas.openxmlformats.org/drawingml/2006/main">
              <a:ext uri="{FF2B5EF4-FFF2-40B4-BE49-F238E27FC236}">
                <a16:creationId xmlns:a16="http://schemas.microsoft.com/office/drawing/2014/main" id="{23B21A14-EBD1-4B5B-AD63-0AB4A89E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888" y="2554728"/>
            <a:ext cx="406922" cy="117629"/>
          </a:xfrm>
          <a:custGeom xmlns:a="http://schemas.openxmlformats.org/drawingml/2006/main">
            <a:pathLst>
              <a:path w="406922" h="117629">
                <a:moveTo>
                  <a:pt x="88515" y="5354"/>
                </a:moveTo>
                <a:lnTo>
                  <a:pt x="89697" y="31151"/>
                </a:lnTo>
                <a:lnTo>
                  <a:pt x="86702" y="31151"/>
                </a:lnTo>
                <a:cubicBezTo>
                  <a:pt x="86124" y="26608"/>
                  <a:pt x="85336" y="23363"/>
                  <a:pt x="84338" y="21417"/>
                </a:cubicBezTo>
                <a:cubicBezTo>
                  <a:pt x="82709" y="18280"/>
                  <a:pt x="80541" y="15968"/>
                  <a:pt x="77835" y="14481"/>
                </a:cubicBezTo>
                <a:cubicBezTo>
                  <a:pt x="75129" y="12993"/>
                  <a:pt x="71569" y="12250"/>
                  <a:pt x="67155" y="12250"/>
                </a:cubicBezTo>
                <a:lnTo>
                  <a:pt x="52100" y="12250"/>
                </a:lnTo>
                <a:lnTo>
                  <a:pt x="52100" y="96293"/>
                </a:lnTo>
                <a:cubicBezTo>
                  <a:pt x="52100" y="103054"/>
                  <a:pt x="52810" y="107272"/>
                  <a:pt x="54228" y="108949"/>
                </a:cubicBezTo>
                <a:cubicBezTo>
                  <a:pt x="56225" y="111220"/>
                  <a:pt x="59299" y="112356"/>
                  <a:pt x="63450" y="112356"/>
                </a:cubicBezTo>
                <a:lnTo>
                  <a:pt x="67155" y="112356"/>
                </a:lnTo>
                <a:lnTo>
                  <a:pt x="67155" y="115357"/>
                </a:lnTo>
                <a:lnTo>
                  <a:pt x="21833" y="115357"/>
                </a:lnTo>
                <a:lnTo>
                  <a:pt x="21833" y="112356"/>
                </a:lnTo>
                <a:lnTo>
                  <a:pt x="25617" y="112356"/>
                </a:lnTo>
                <a:cubicBezTo>
                  <a:pt x="30136" y="112356"/>
                  <a:pt x="33341" y="110950"/>
                  <a:pt x="35233" y="108137"/>
                </a:cubicBezTo>
                <a:cubicBezTo>
                  <a:pt x="36389" y="106407"/>
                  <a:pt x="36967" y="102459"/>
                  <a:pt x="36967" y="96293"/>
                </a:cubicBezTo>
                <a:lnTo>
                  <a:pt x="36967" y="12250"/>
                </a:lnTo>
                <a:lnTo>
                  <a:pt x="24119" y="12250"/>
                </a:lnTo>
                <a:cubicBezTo>
                  <a:pt x="19127" y="12250"/>
                  <a:pt x="15580" y="12628"/>
                  <a:pt x="13478" y="13385"/>
                </a:cubicBezTo>
                <a:cubicBezTo>
                  <a:pt x="10746" y="14413"/>
                  <a:pt x="8407" y="16387"/>
                  <a:pt x="6463" y="19307"/>
                </a:cubicBezTo>
                <a:cubicBezTo>
                  <a:pt x="4519" y="22228"/>
                  <a:pt x="3363" y="26176"/>
                  <a:pt x="2995" y="31151"/>
                </a:cubicBezTo>
                <a:lnTo>
                  <a:pt x="0" y="31151"/>
                </a:lnTo>
                <a:lnTo>
                  <a:pt x="1261" y="5354"/>
                </a:lnTo>
                <a:lnTo>
                  <a:pt x="88515" y="5354"/>
                </a:lnTo>
                <a:close/>
                <a:moveTo>
                  <a:pt x="134115" y="38939"/>
                </a:moveTo>
                <a:cubicBezTo>
                  <a:pt x="145045" y="38939"/>
                  <a:pt x="153820" y="43207"/>
                  <a:pt x="160441" y="51744"/>
                </a:cubicBezTo>
                <a:cubicBezTo>
                  <a:pt x="166064" y="59037"/>
                  <a:pt x="168875" y="67411"/>
                  <a:pt x="168875" y="76867"/>
                </a:cubicBezTo>
                <a:cubicBezTo>
                  <a:pt x="168875" y="83512"/>
                  <a:pt x="167325" y="90239"/>
                  <a:pt x="164224" y="97046"/>
                </a:cubicBezTo>
                <a:cubicBezTo>
                  <a:pt x="161124" y="103852"/>
                  <a:pt x="156855" y="108984"/>
                  <a:pt x="151416" y="112442"/>
                </a:cubicBezTo>
                <a:cubicBezTo>
                  <a:pt x="145978" y="115900"/>
                  <a:pt x="139922" y="117629"/>
                  <a:pt x="133248" y="117629"/>
                </a:cubicBezTo>
                <a:cubicBezTo>
                  <a:pt x="122371" y="117629"/>
                  <a:pt x="113727" y="113171"/>
                  <a:pt x="107316" y="104256"/>
                </a:cubicBezTo>
                <a:cubicBezTo>
                  <a:pt x="101904" y="96747"/>
                  <a:pt x="99198" y="88320"/>
                  <a:pt x="99198" y="78973"/>
                </a:cubicBezTo>
                <a:cubicBezTo>
                  <a:pt x="99198" y="72166"/>
                  <a:pt x="100840" y="65399"/>
                  <a:pt x="104124" y="58672"/>
                </a:cubicBezTo>
                <a:cubicBezTo>
                  <a:pt x="107408" y="51946"/>
                  <a:pt x="111730" y="46975"/>
                  <a:pt x="117090" y="43761"/>
                </a:cubicBezTo>
                <a:cubicBezTo>
                  <a:pt x="122450" y="40546"/>
                  <a:pt x="128125" y="38939"/>
                  <a:pt x="134115" y="38939"/>
                </a:cubicBezTo>
                <a:moveTo>
                  <a:pt x="131672" y="44293"/>
                </a:moveTo>
                <a:cubicBezTo>
                  <a:pt x="128887" y="44293"/>
                  <a:pt x="126089" y="45144"/>
                  <a:pt x="123277" y="46846"/>
                </a:cubicBezTo>
                <a:cubicBezTo>
                  <a:pt x="120466" y="48548"/>
                  <a:pt x="118193" y="51533"/>
                  <a:pt x="116459" y="55800"/>
                </a:cubicBezTo>
                <a:cubicBezTo>
                  <a:pt x="114725" y="60068"/>
                  <a:pt x="113858" y="65550"/>
                  <a:pt x="113858" y="72248"/>
                </a:cubicBezTo>
                <a:cubicBezTo>
                  <a:pt x="113858" y="83051"/>
                  <a:pt x="115947" y="92369"/>
                  <a:pt x="120125" y="100202"/>
                </a:cubicBezTo>
                <a:cubicBezTo>
                  <a:pt x="124302" y="108034"/>
                  <a:pt x="129806" y="111950"/>
                  <a:pt x="136637" y="111950"/>
                </a:cubicBezTo>
                <a:cubicBezTo>
                  <a:pt x="141734" y="111950"/>
                  <a:pt x="145938" y="109789"/>
                  <a:pt x="149249" y="105468"/>
                </a:cubicBezTo>
                <a:cubicBezTo>
                  <a:pt x="152559" y="101146"/>
                  <a:pt x="154214" y="93719"/>
                  <a:pt x="154214" y="83187"/>
                </a:cubicBezTo>
                <a:cubicBezTo>
                  <a:pt x="154214" y="70006"/>
                  <a:pt x="151456" y="59634"/>
                  <a:pt x="145938" y="52071"/>
                </a:cubicBezTo>
                <a:cubicBezTo>
                  <a:pt x="142207" y="46886"/>
                  <a:pt x="137452" y="44293"/>
                  <a:pt x="131672" y="44293"/>
                </a:cubicBezTo>
                <a:close/>
                <a:moveTo>
                  <a:pt x="200876" y="0"/>
                </a:moveTo>
                <a:lnTo>
                  <a:pt x="200876" y="73903"/>
                </a:lnTo>
                <a:lnTo>
                  <a:pt x="219241" y="56705"/>
                </a:lnTo>
                <a:cubicBezTo>
                  <a:pt x="223130" y="53028"/>
                  <a:pt x="225389" y="50702"/>
                  <a:pt x="226020" y="49729"/>
                </a:cubicBezTo>
                <a:cubicBezTo>
                  <a:pt x="226440" y="49080"/>
                  <a:pt x="226650" y="48431"/>
                  <a:pt x="226650" y="47782"/>
                </a:cubicBezTo>
                <a:cubicBezTo>
                  <a:pt x="226650" y="46700"/>
                  <a:pt x="226217" y="45767"/>
                  <a:pt x="225350" y="44983"/>
                </a:cubicBezTo>
                <a:cubicBezTo>
                  <a:pt x="224483" y="44199"/>
                  <a:pt x="223051" y="43752"/>
                  <a:pt x="221054" y="43644"/>
                </a:cubicBezTo>
                <a:lnTo>
                  <a:pt x="221054" y="41048"/>
                </a:lnTo>
                <a:lnTo>
                  <a:pt x="252424" y="41048"/>
                </a:lnTo>
                <a:lnTo>
                  <a:pt x="252424" y="43644"/>
                </a:lnTo>
                <a:cubicBezTo>
                  <a:pt x="248116" y="43752"/>
                  <a:pt x="244529" y="44429"/>
                  <a:pt x="241666" y="45672"/>
                </a:cubicBezTo>
                <a:cubicBezTo>
                  <a:pt x="238802" y="46916"/>
                  <a:pt x="235662" y="49134"/>
                  <a:pt x="232246" y="52325"/>
                </a:cubicBezTo>
                <a:lnTo>
                  <a:pt x="213724" y="69928"/>
                </a:lnTo>
                <a:lnTo>
                  <a:pt x="232246" y="93976"/>
                </a:lnTo>
                <a:cubicBezTo>
                  <a:pt x="237396" y="100615"/>
                  <a:pt x="240864" y="104825"/>
                  <a:pt x="242651" y="106606"/>
                </a:cubicBezTo>
                <a:cubicBezTo>
                  <a:pt x="245173" y="109143"/>
                  <a:pt x="247380" y="110790"/>
                  <a:pt x="249272" y="111547"/>
                </a:cubicBezTo>
                <a:cubicBezTo>
                  <a:pt x="250585" y="112086"/>
                  <a:pt x="252871" y="112356"/>
                  <a:pt x="256129" y="112356"/>
                </a:cubicBezTo>
                <a:lnTo>
                  <a:pt x="256129" y="115357"/>
                </a:lnTo>
                <a:lnTo>
                  <a:pt x="221054" y="115357"/>
                </a:lnTo>
                <a:lnTo>
                  <a:pt x="221054" y="112356"/>
                </a:lnTo>
                <a:cubicBezTo>
                  <a:pt x="223051" y="112302"/>
                  <a:pt x="224404" y="111991"/>
                  <a:pt x="225113" y="111425"/>
                </a:cubicBezTo>
                <a:cubicBezTo>
                  <a:pt x="225823" y="110857"/>
                  <a:pt x="226177" y="110061"/>
                  <a:pt x="226177" y="109037"/>
                </a:cubicBezTo>
                <a:cubicBezTo>
                  <a:pt x="226177" y="107795"/>
                  <a:pt x="225126" y="105798"/>
                  <a:pt x="223025" y="103047"/>
                </a:cubicBezTo>
                <a:lnTo>
                  <a:pt x="200876" y="73984"/>
                </a:lnTo>
                <a:lnTo>
                  <a:pt x="200876" y="98593"/>
                </a:lnTo>
                <a:cubicBezTo>
                  <a:pt x="200876" y="103396"/>
                  <a:pt x="201204" y="106554"/>
                  <a:pt x="201861" y="108066"/>
                </a:cubicBezTo>
                <a:cubicBezTo>
                  <a:pt x="202518" y="109577"/>
                  <a:pt x="203451" y="110656"/>
                  <a:pt x="204659" y="111304"/>
                </a:cubicBezTo>
                <a:cubicBezTo>
                  <a:pt x="205868" y="111951"/>
                  <a:pt x="208495" y="112302"/>
                  <a:pt x="212541" y="112356"/>
                </a:cubicBezTo>
                <a:lnTo>
                  <a:pt x="212541" y="115357"/>
                </a:lnTo>
                <a:lnTo>
                  <a:pt x="175811" y="115357"/>
                </a:lnTo>
                <a:lnTo>
                  <a:pt x="175811" y="112356"/>
                </a:lnTo>
                <a:cubicBezTo>
                  <a:pt x="179489" y="112356"/>
                  <a:pt x="182248" y="111896"/>
                  <a:pt x="184087" y="110977"/>
                </a:cubicBezTo>
                <a:cubicBezTo>
                  <a:pt x="185191" y="110383"/>
                  <a:pt x="186032" y="109465"/>
                  <a:pt x="186610" y="108221"/>
                </a:cubicBezTo>
                <a:cubicBezTo>
                  <a:pt x="187398" y="106438"/>
                  <a:pt x="187792" y="103358"/>
                  <a:pt x="187792" y="98981"/>
                </a:cubicBezTo>
                <a:lnTo>
                  <a:pt x="187792" y="31372"/>
                </a:lnTo>
                <a:cubicBezTo>
                  <a:pt x="187792" y="22780"/>
                  <a:pt x="187608" y="17524"/>
                  <a:pt x="187240" y="15606"/>
                </a:cubicBezTo>
                <a:cubicBezTo>
                  <a:pt x="186872" y="13686"/>
                  <a:pt x="186268" y="12362"/>
                  <a:pt x="185427" y="11634"/>
                </a:cubicBezTo>
                <a:cubicBezTo>
                  <a:pt x="184587" y="10903"/>
                  <a:pt x="183483" y="10538"/>
                  <a:pt x="182117" y="10538"/>
                </a:cubicBezTo>
                <a:cubicBezTo>
                  <a:pt x="181013" y="10538"/>
                  <a:pt x="179358" y="10998"/>
                  <a:pt x="177151" y="11918"/>
                </a:cubicBezTo>
                <a:lnTo>
                  <a:pt x="175811" y="9078"/>
                </a:lnTo>
                <a:lnTo>
                  <a:pt x="197250" y="0"/>
                </a:lnTo>
                <a:lnTo>
                  <a:pt x="200876" y="0"/>
                </a:lnTo>
                <a:close/>
                <a:moveTo>
                  <a:pt x="272366" y="69117"/>
                </a:moveTo>
                <a:cubicBezTo>
                  <a:pt x="272313" y="80124"/>
                  <a:pt x="274914" y="88758"/>
                  <a:pt x="280169" y="95018"/>
                </a:cubicBezTo>
                <a:cubicBezTo>
                  <a:pt x="285424" y="101276"/>
                  <a:pt x="291598" y="104406"/>
                  <a:pt x="298692" y="104406"/>
                </a:cubicBezTo>
                <a:cubicBezTo>
                  <a:pt x="303421" y="104406"/>
                  <a:pt x="307533" y="103067"/>
                  <a:pt x="311027" y="100390"/>
                </a:cubicBezTo>
                <a:cubicBezTo>
                  <a:pt x="314522" y="97713"/>
                  <a:pt x="317451" y="93129"/>
                  <a:pt x="319816" y="86640"/>
                </a:cubicBezTo>
                <a:lnTo>
                  <a:pt x="322259" y="88262"/>
                </a:lnTo>
                <a:cubicBezTo>
                  <a:pt x="321156" y="95671"/>
                  <a:pt x="317950" y="102418"/>
                  <a:pt x="312643" y="108502"/>
                </a:cubicBezTo>
                <a:cubicBezTo>
                  <a:pt x="307336" y="114587"/>
                  <a:pt x="300689" y="117629"/>
                  <a:pt x="292702" y="117629"/>
                </a:cubicBezTo>
                <a:cubicBezTo>
                  <a:pt x="284031" y="117629"/>
                  <a:pt x="276609" y="114162"/>
                  <a:pt x="270435" y="107227"/>
                </a:cubicBezTo>
                <a:cubicBezTo>
                  <a:pt x="264261" y="100291"/>
                  <a:pt x="261173" y="90967"/>
                  <a:pt x="261173" y="79255"/>
                </a:cubicBezTo>
                <a:cubicBezTo>
                  <a:pt x="261173" y="66573"/>
                  <a:pt x="264339" y="56683"/>
                  <a:pt x="270671" y="49587"/>
                </a:cubicBezTo>
                <a:cubicBezTo>
                  <a:pt x="277003" y="42488"/>
                  <a:pt x="284951" y="38939"/>
                  <a:pt x="294514" y="38939"/>
                </a:cubicBezTo>
                <a:cubicBezTo>
                  <a:pt x="302607" y="38939"/>
                  <a:pt x="309254" y="41677"/>
                  <a:pt x="314456" y="47153"/>
                </a:cubicBezTo>
                <a:cubicBezTo>
                  <a:pt x="319658" y="52627"/>
                  <a:pt x="322259" y="59948"/>
                  <a:pt x="322259" y="69117"/>
                </a:cubicBezTo>
                <a:lnTo>
                  <a:pt x="272366" y="69117"/>
                </a:lnTo>
                <a:moveTo>
                  <a:pt x="272366" y="64412"/>
                </a:moveTo>
                <a:lnTo>
                  <a:pt x="305786" y="64412"/>
                </a:lnTo>
                <a:cubicBezTo>
                  <a:pt x="305523" y="59653"/>
                  <a:pt x="304971" y="56300"/>
                  <a:pt x="304130" y="54353"/>
                </a:cubicBezTo>
                <a:cubicBezTo>
                  <a:pt x="302817" y="51324"/>
                  <a:pt x="300859" y="48944"/>
                  <a:pt x="298258" y="47214"/>
                </a:cubicBezTo>
                <a:cubicBezTo>
                  <a:pt x="295657" y="45483"/>
                  <a:pt x="292938" y="44618"/>
                  <a:pt x="290100" y="44618"/>
                </a:cubicBezTo>
                <a:cubicBezTo>
                  <a:pt x="285739" y="44618"/>
                  <a:pt x="281837" y="46362"/>
                  <a:pt x="278396" y="49850"/>
                </a:cubicBezTo>
                <a:cubicBezTo>
                  <a:pt x="274954" y="53339"/>
                  <a:pt x="272944" y="58192"/>
                  <a:pt x="272366" y="64412"/>
                </a:cubicBezTo>
                <a:close/>
                <a:moveTo>
                  <a:pt x="353009" y="54677"/>
                </a:moveTo>
                <a:cubicBezTo>
                  <a:pt x="361469" y="44185"/>
                  <a:pt x="369535" y="38939"/>
                  <a:pt x="377207" y="38939"/>
                </a:cubicBezTo>
                <a:cubicBezTo>
                  <a:pt x="381148" y="38939"/>
                  <a:pt x="384537" y="39952"/>
                  <a:pt x="387375" y="41976"/>
                </a:cubicBezTo>
                <a:cubicBezTo>
                  <a:pt x="390212" y="43999"/>
                  <a:pt x="392472" y="47331"/>
                  <a:pt x="394153" y="51972"/>
                </a:cubicBezTo>
                <a:cubicBezTo>
                  <a:pt x="395309" y="55209"/>
                  <a:pt x="395887" y="60173"/>
                  <a:pt x="395887" y="66866"/>
                </a:cubicBezTo>
                <a:lnTo>
                  <a:pt x="395887" y="98514"/>
                </a:lnTo>
                <a:cubicBezTo>
                  <a:pt x="395887" y="103209"/>
                  <a:pt x="396255" y="106393"/>
                  <a:pt x="396991" y="108066"/>
                </a:cubicBezTo>
                <a:cubicBezTo>
                  <a:pt x="397569" y="109415"/>
                  <a:pt x="398502" y="110467"/>
                  <a:pt x="399789" y="111223"/>
                </a:cubicBezTo>
                <a:cubicBezTo>
                  <a:pt x="401076" y="111978"/>
                  <a:pt x="403454" y="112356"/>
                  <a:pt x="406922" y="112356"/>
                </a:cubicBezTo>
                <a:lnTo>
                  <a:pt x="406922" y="115357"/>
                </a:lnTo>
                <a:lnTo>
                  <a:pt x="371217" y="115357"/>
                </a:lnTo>
                <a:lnTo>
                  <a:pt x="371217" y="112356"/>
                </a:lnTo>
                <a:lnTo>
                  <a:pt x="372714" y="112356"/>
                </a:lnTo>
                <a:cubicBezTo>
                  <a:pt x="376077" y="112356"/>
                  <a:pt x="378429" y="111831"/>
                  <a:pt x="379769" y="110781"/>
                </a:cubicBezTo>
                <a:cubicBezTo>
                  <a:pt x="381109" y="109732"/>
                  <a:pt x="382041" y="108185"/>
                  <a:pt x="382567" y="106142"/>
                </a:cubicBezTo>
                <a:cubicBezTo>
                  <a:pt x="382777" y="105334"/>
                  <a:pt x="382882" y="102805"/>
                  <a:pt x="382882" y="98555"/>
                </a:cubicBezTo>
                <a:lnTo>
                  <a:pt x="382882" y="68288"/>
                </a:lnTo>
                <a:cubicBezTo>
                  <a:pt x="382882" y="61563"/>
                  <a:pt x="382028" y="56681"/>
                  <a:pt x="380321" y="53640"/>
                </a:cubicBezTo>
                <a:cubicBezTo>
                  <a:pt x="378613" y="50600"/>
                  <a:pt x="375736" y="49080"/>
                  <a:pt x="371690" y="49080"/>
                </a:cubicBezTo>
                <a:cubicBezTo>
                  <a:pt x="365437" y="49080"/>
                  <a:pt x="359210" y="52577"/>
                  <a:pt x="353009" y="59572"/>
                </a:cubicBezTo>
                <a:lnTo>
                  <a:pt x="353009" y="98555"/>
                </a:lnTo>
                <a:cubicBezTo>
                  <a:pt x="353009" y="103559"/>
                  <a:pt x="353298" y="106653"/>
                  <a:pt x="353876" y="107836"/>
                </a:cubicBezTo>
                <a:cubicBezTo>
                  <a:pt x="354612" y="109396"/>
                  <a:pt x="355623" y="110539"/>
                  <a:pt x="356911" y="111266"/>
                </a:cubicBezTo>
                <a:cubicBezTo>
                  <a:pt x="358198" y="111992"/>
                  <a:pt x="360812" y="112356"/>
                  <a:pt x="364754" y="112356"/>
                </a:cubicBezTo>
                <a:lnTo>
                  <a:pt x="364754" y="115357"/>
                </a:lnTo>
                <a:lnTo>
                  <a:pt x="329048" y="115357"/>
                </a:lnTo>
                <a:lnTo>
                  <a:pt x="329048" y="112356"/>
                </a:lnTo>
                <a:lnTo>
                  <a:pt x="330624" y="112356"/>
                </a:lnTo>
                <a:cubicBezTo>
                  <a:pt x="334303" y="112356"/>
                  <a:pt x="336785" y="111398"/>
                  <a:pt x="338073" y="109483"/>
                </a:cubicBezTo>
                <a:cubicBezTo>
                  <a:pt x="339360" y="107567"/>
                  <a:pt x="340004" y="103910"/>
                  <a:pt x="340004" y="98514"/>
                </a:cubicBezTo>
                <a:lnTo>
                  <a:pt x="340004" y="70993"/>
                </a:lnTo>
                <a:cubicBezTo>
                  <a:pt x="340004" y="62090"/>
                  <a:pt x="339807" y="56667"/>
                  <a:pt x="339413" y="54725"/>
                </a:cubicBezTo>
                <a:cubicBezTo>
                  <a:pt x="339019" y="52782"/>
                  <a:pt x="338414" y="51459"/>
                  <a:pt x="337600" y="50758"/>
                </a:cubicBezTo>
                <a:cubicBezTo>
                  <a:pt x="336785" y="50056"/>
                  <a:pt x="335695" y="49706"/>
                  <a:pt x="334329" y="49706"/>
                </a:cubicBezTo>
                <a:cubicBezTo>
                  <a:pt x="332858" y="49706"/>
                  <a:pt x="331097" y="50111"/>
                  <a:pt x="329048" y="50920"/>
                </a:cubicBezTo>
                <a:lnTo>
                  <a:pt x="327866" y="48005"/>
                </a:lnTo>
                <a:lnTo>
                  <a:pt x="349620" y="38939"/>
                </a:lnTo>
                <a:lnTo>
                  <a:pt x="353009" y="38939"/>
                </a:lnTo>
                <a:lnTo>
                  <a:pt x="353009" y="54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890754-8D15-4598-8BB2-5B69D61F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41" y="1476672"/>
            <a:ext cx="687891" cy="505548"/>
          </a:xfrm>
          <a:custGeom xmlns:a="http://schemas.openxmlformats.org/drawingml/2006/main">
            <a:pathLst>
              <a:path w="687891" h="505548" fill="none">
                <a:moveTo>
                  <a:pt x="0" y="0"/>
                </a:moveTo>
                <a:lnTo>
                  <a:pt x="687891" y="0"/>
                </a:lnTo>
                <a:lnTo>
                  <a:pt x="687891" y="505548"/>
                </a:lnTo>
                <a:lnTo>
                  <a:pt x="0" y="50554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7" cap="flat">
            <a:solidFill>
              <a:srgbClr val="000000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D3F6C2-D4F6-466B-8D8C-75A35CCA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375" y="1477759"/>
            <a:ext cx="687891" cy="504460"/>
          </a:xfrm>
          <a:custGeom xmlns:a="http://schemas.openxmlformats.org/drawingml/2006/main">
            <a:pathLst>
              <a:path w="687891" h="504460" fill="none">
                <a:moveTo>
                  <a:pt x="0" y="0"/>
                </a:moveTo>
                <a:lnTo>
                  <a:pt x="687891" y="0"/>
                </a:lnTo>
                <a:lnTo>
                  <a:pt x="687891" y="504460"/>
                </a:lnTo>
                <a:lnTo>
                  <a:pt x="0" y="5044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7" cap="flat">
            <a:solidFill>
              <a:srgbClr val="000000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DF63E-E6F9-4311-BD8D-B02D2F24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32" y="2319526"/>
            <a:ext cx="687891" cy="495367"/>
          </a:xfrm>
          <a:custGeom xmlns:a="http://schemas.openxmlformats.org/drawingml/2006/main">
            <a:pathLst>
              <a:path w="687891" h="495367" fill="none">
                <a:moveTo>
                  <a:pt x="0" y="0"/>
                </a:moveTo>
                <a:lnTo>
                  <a:pt x="687891" y="0"/>
                </a:lnTo>
                <a:lnTo>
                  <a:pt x="687891" y="495367"/>
                </a:lnTo>
                <a:lnTo>
                  <a:pt x="0" y="4953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7" cap="flat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FD079B-B003-43FC-9E5F-D79A746E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199" y="2319524"/>
            <a:ext cx="687891" cy="495367"/>
          </a:xfrm>
          <a:custGeom xmlns:a="http://schemas.openxmlformats.org/drawingml/2006/main">
            <a:pathLst>
              <a:path w="687891" h="495367" fill="none">
                <a:moveTo>
                  <a:pt x="0" y="0"/>
                </a:moveTo>
                <a:lnTo>
                  <a:pt x="687891" y="0"/>
                </a:lnTo>
                <a:lnTo>
                  <a:pt x="687891" y="495367"/>
                </a:lnTo>
                <a:lnTo>
                  <a:pt x="0" y="4953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7" cap="flat">
            <a:solidFill>
              <a:srgbClr val="000000"/>
            </a:solidFill>
            <a:miter/>
          </a:ln>
        </p:spPr>
      </p:sp>
      <p:pic>
        <p:nvPicPr>
          <p:cNvPr id="3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fc42dd9164618"/>
          <a:stretch xmlns:a="http://schemas.openxmlformats.org/drawingml/2006/main"/>
        </p:blipFill>
        <p:spPr>
          <a:xfrm xmlns:a="http://schemas.openxmlformats.org/drawingml/2006/main">
            <a:off x="1592067" y="2186879"/>
            <a:ext cx="210338" cy="217468"/>
          </a:xfrm>
          <a:prstGeom xmlns:a="http://schemas.openxmlformats.org/drawingml/2006/main" prst="rect">
            <a:avLst/>
          </a:prstGeom>
        </p:spPr>
      </p:pic>
      <p:pic>
        <p:nvPicPr>
          <p:cNvPr id="3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f0d0998df4a35"/>
          <a:stretch xmlns:a="http://schemas.openxmlformats.org/drawingml/2006/main"/>
        </p:blipFill>
        <p:spPr>
          <a:xfrm xmlns:a="http://schemas.openxmlformats.org/drawingml/2006/main">
            <a:off x="1584369" y="1403765"/>
            <a:ext cx="210681" cy="216038"/>
          </a:xfrm>
          <a:prstGeom xmlns:a="http://schemas.openxmlformats.org/drawingml/2006/main" prst="rect">
            <a:avLst/>
          </a:prstGeom>
        </p:spPr>
      </p:pic>
      <p:pic>
        <p:nvPicPr>
          <p:cNvPr id="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ed66f2c32424e"/>
          <a:stretch xmlns:a="http://schemas.openxmlformats.org/drawingml/2006/main"/>
        </p:blipFill>
        <p:spPr>
          <a:xfrm xmlns:a="http://schemas.openxmlformats.org/drawingml/2006/main">
            <a:off x="2361363" y="1414591"/>
            <a:ext cx="189829" cy="195201"/>
          </a:xfrm>
          <a:prstGeom xmlns:a="http://schemas.openxmlformats.org/drawingml/2006/main" prst="rect">
            <a:avLst/>
          </a:prstGeom>
        </p:spPr>
      </p:pic>
      <p:pic>
        <p:nvPicPr>
          <p:cNvPr id="3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88d59ff9e47fe"/>
          <a:stretch xmlns:a="http://schemas.openxmlformats.org/drawingml/2006/main"/>
        </p:blipFill>
        <p:spPr>
          <a:xfrm xmlns:a="http://schemas.openxmlformats.org/drawingml/2006/main">
            <a:off x="2360140" y="2169128"/>
            <a:ext cx="229679" cy="235021"/>
          </a:xfrm>
          <a:prstGeom xmlns:a="http://schemas.openxmlformats.org/drawingml/2006/main" prst="rect">
            <a:avLst/>
          </a:prstGeom>
        </p:spPr>
      </p:pic>
      <p:sp>
        <p:nvSpPr>
          <p:cNvPr id="62" name="Text CVE">
            <a:extLst xmlns:a="http://schemas.openxmlformats.org/drawingml/2006/main">
              <a:ext uri="{FF2B5EF4-FFF2-40B4-BE49-F238E27FC236}">
                <a16:creationId xmlns:a16="http://schemas.microsoft.com/office/drawing/2014/main" id="{8416573D-9807-4F0C-8A5E-2CF8ECDF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221" y="1404943"/>
            <a:ext cx="278733" cy="102107"/>
          </a:xfrm>
          <a:custGeom xmlns:a="http://schemas.openxmlformats.org/drawingml/2006/main">
            <a:pathLst>
              <a:path w="278733" h="102107">
                <a:moveTo>
                  <a:pt x="81202" y="0"/>
                </a:moveTo>
                <a:lnTo>
                  <a:pt x="83374" y="33170"/>
                </a:lnTo>
                <a:lnTo>
                  <a:pt x="81202" y="33170"/>
                </a:lnTo>
                <a:cubicBezTo>
                  <a:pt x="78306" y="23194"/>
                  <a:pt x="74173" y="16013"/>
                  <a:pt x="68801" y="11628"/>
                </a:cubicBezTo>
                <a:cubicBezTo>
                  <a:pt x="63430" y="7241"/>
                  <a:pt x="56984" y="5048"/>
                  <a:pt x="49464" y="5048"/>
                </a:cubicBezTo>
                <a:cubicBezTo>
                  <a:pt x="43158" y="5048"/>
                  <a:pt x="37460" y="6696"/>
                  <a:pt x="32369" y="9992"/>
                </a:cubicBezTo>
                <a:cubicBezTo>
                  <a:pt x="27278" y="13286"/>
                  <a:pt x="23272" y="18542"/>
                  <a:pt x="20353" y="25759"/>
                </a:cubicBezTo>
                <a:cubicBezTo>
                  <a:pt x="17434" y="32976"/>
                  <a:pt x="15974" y="41949"/>
                  <a:pt x="15974" y="52678"/>
                </a:cubicBezTo>
                <a:cubicBezTo>
                  <a:pt x="15974" y="61530"/>
                  <a:pt x="17352" y="69203"/>
                  <a:pt x="20108" y="75699"/>
                </a:cubicBezTo>
                <a:cubicBezTo>
                  <a:pt x="22864" y="82194"/>
                  <a:pt x="27009" y="87173"/>
                  <a:pt x="32544" y="90637"/>
                </a:cubicBezTo>
                <a:cubicBezTo>
                  <a:pt x="38079" y="94101"/>
                  <a:pt x="44396" y="95834"/>
                  <a:pt x="51496" y="95834"/>
                </a:cubicBezTo>
                <a:cubicBezTo>
                  <a:pt x="57661" y="95834"/>
                  <a:pt x="63103" y="94476"/>
                  <a:pt x="67820" y="91759"/>
                </a:cubicBezTo>
                <a:cubicBezTo>
                  <a:pt x="72538" y="89043"/>
                  <a:pt x="77723" y="83647"/>
                  <a:pt x="83374" y="75571"/>
                </a:cubicBezTo>
                <a:lnTo>
                  <a:pt x="85546" y="77008"/>
                </a:lnTo>
                <a:cubicBezTo>
                  <a:pt x="80782" y="85687"/>
                  <a:pt x="75224" y="92040"/>
                  <a:pt x="68871" y="96068"/>
                </a:cubicBezTo>
                <a:cubicBezTo>
                  <a:pt x="62519" y="100094"/>
                  <a:pt x="54976" y="102107"/>
                  <a:pt x="46241" y="102107"/>
                </a:cubicBezTo>
                <a:cubicBezTo>
                  <a:pt x="30501" y="102107"/>
                  <a:pt x="18310" y="96106"/>
                  <a:pt x="9669" y="84105"/>
                </a:cubicBezTo>
                <a:cubicBezTo>
                  <a:pt x="3223" y="75176"/>
                  <a:pt x="0" y="64663"/>
                  <a:pt x="0" y="52566"/>
                </a:cubicBezTo>
                <a:cubicBezTo>
                  <a:pt x="0" y="42820"/>
                  <a:pt x="2125" y="33867"/>
                  <a:pt x="6376" y="25707"/>
                </a:cubicBezTo>
                <a:cubicBezTo>
                  <a:pt x="10626" y="17547"/>
                  <a:pt x="16476" y="11222"/>
                  <a:pt x="23926" y="6733"/>
                </a:cubicBezTo>
                <a:cubicBezTo>
                  <a:pt x="31376" y="2244"/>
                  <a:pt x="39515" y="0"/>
                  <a:pt x="48343" y="0"/>
                </a:cubicBezTo>
                <a:cubicBezTo>
                  <a:pt x="55209" y="0"/>
                  <a:pt x="61982" y="1731"/>
                  <a:pt x="68661" y="5192"/>
                </a:cubicBezTo>
                <a:cubicBezTo>
                  <a:pt x="70623" y="6249"/>
                  <a:pt x="72024" y="6778"/>
                  <a:pt x="72865" y="6778"/>
                </a:cubicBezTo>
                <a:cubicBezTo>
                  <a:pt x="74126" y="6778"/>
                  <a:pt x="75224" y="6322"/>
                  <a:pt x="76158" y="5408"/>
                </a:cubicBezTo>
                <a:cubicBezTo>
                  <a:pt x="77372" y="4110"/>
                  <a:pt x="78236" y="2308"/>
                  <a:pt x="78750" y="0"/>
                </a:cubicBezTo>
                <a:lnTo>
                  <a:pt x="81202" y="0"/>
                </a:lnTo>
                <a:close/>
                <a:moveTo>
                  <a:pt x="193095" y="2163"/>
                </a:moveTo>
                <a:lnTo>
                  <a:pt x="193095" y="4831"/>
                </a:lnTo>
                <a:cubicBezTo>
                  <a:pt x="189732" y="5456"/>
                  <a:pt x="187187" y="6561"/>
                  <a:pt x="185459" y="8146"/>
                </a:cubicBezTo>
                <a:cubicBezTo>
                  <a:pt x="182983" y="10500"/>
                  <a:pt x="180788" y="14103"/>
                  <a:pt x="178873" y="18954"/>
                </a:cubicBezTo>
                <a:lnTo>
                  <a:pt x="145733" y="102107"/>
                </a:lnTo>
                <a:lnTo>
                  <a:pt x="143141" y="102107"/>
                </a:lnTo>
                <a:lnTo>
                  <a:pt x="107549" y="17874"/>
                </a:lnTo>
                <a:cubicBezTo>
                  <a:pt x="105728" y="13551"/>
                  <a:pt x="104443" y="10908"/>
                  <a:pt x="103696" y="9947"/>
                </a:cubicBezTo>
                <a:cubicBezTo>
                  <a:pt x="102528" y="8458"/>
                  <a:pt x="101092" y="7294"/>
                  <a:pt x="99387" y="6454"/>
                </a:cubicBezTo>
                <a:cubicBezTo>
                  <a:pt x="97682" y="5613"/>
                  <a:pt x="95382" y="5072"/>
                  <a:pt x="92486" y="4831"/>
                </a:cubicBezTo>
                <a:lnTo>
                  <a:pt x="92486" y="2163"/>
                </a:lnTo>
                <a:lnTo>
                  <a:pt x="131300" y="2163"/>
                </a:lnTo>
                <a:lnTo>
                  <a:pt x="131300" y="4831"/>
                </a:lnTo>
                <a:cubicBezTo>
                  <a:pt x="126910" y="5264"/>
                  <a:pt x="124061" y="6033"/>
                  <a:pt x="122753" y="7139"/>
                </a:cubicBezTo>
                <a:cubicBezTo>
                  <a:pt x="121445" y="8243"/>
                  <a:pt x="120791" y="9660"/>
                  <a:pt x="120791" y="11389"/>
                </a:cubicBezTo>
                <a:cubicBezTo>
                  <a:pt x="120791" y="13791"/>
                  <a:pt x="121865" y="17538"/>
                  <a:pt x="124014" y="22629"/>
                </a:cubicBezTo>
                <a:lnTo>
                  <a:pt x="148185" y="79913"/>
                </a:lnTo>
                <a:lnTo>
                  <a:pt x="170605" y="23350"/>
                </a:lnTo>
                <a:cubicBezTo>
                  <a:pt x="172801" y="17778"/>
                  <a:pt x="173898" y="13911"/>
                  <a:pt x="173898" y="11749"/>
                </a:cubicBezTo>
                <a:cubicBezTo>
                  <a:pt x="173898" y="10355"/>
                  <a:pt x="173221" y="9022"/>
                  <a:pt x="171866" y="7750"/>
                </a:cubicBezTo>
                <a:cubicBezTo>
                  <a:pt x="170512" y="6477"/>
                  <a:pt x="168223" y="5576"/>
                  <a:pt x="165000" y="5048"/>
                </a:cubicBezTo>
                <a:cubicBezTo>
                  <a:pt x="164767" y="5000"/>
                  <a:pt x="164370" y="4927"/>
                  <a:pt x="163809" y="4831"/>
                </a:cubicBezTo>
                <a:lnTo>
                  <a:pt x="163809" y="2163"/>
                </a:lnTo>
                <a:lnTo>
                  <a:pt x="193095" y="2163"/>
                </a:lnTo>
                <a:close/>
                <a:moveTo>
                  <a:pt x="224365" y="7499"/>
                </a:moveTo>
                <a:lnTo>
                  <a:pt x="224365" y="46150"/>
                </a:lnTo>
                <a:lnTo>
                  <a:pt x="245243" y="46150"/>
                </a:lnTo>
                <a:cubicBezTo>
                  <a:pt x="250662" y="46150"/>
                  <a:pt x="254281" y="45304"/>
                  <a:pt x="256103" y="43613"/>
                </a:cubicBezTo>
                <a:cubicBezTo>
                  <a:pt x="258532" y="41391"/>
                  <a:pt x="259886" y="37477"/>
                  <a:pt x="260167" y="31872"/>
                </a:cubicBezTo>
                <a:lnTo>
                  <a:pt x="262759" y="31872"/>
                </a:lnTo>
                <a:lnTo>
                  <a:pt x="262759" y="65908"/>
                </a:lnTo>
                <a:lnTo>
                  <a:pt x="260167" y="65908"/>
                </a:lnTo>
                <a:cubicBezTo>
                  <a:pt x="259513" y="61195"/>
                  <a:pt x="258859" y="58173"/>
                  <a:pt x="258205" y="56840"/>
                </a:cubicBezTo>
                <a:cubicBezTo>
                  <a:pt x="257364" y="55174"/>
                  <a:pt x="255986" y="53866"/>
                  <a:pt x="254071" y="52915"/>
                </a:cubicBezTo>
                <a:cubicBezTo>
                  <a:pt x="252156" y="51962"/>
                  <a:pt x="249214" y="51486"/>
                  <a:pt x="245243" y="51486"/>
                </a:cubicBezTo>
                <a:lnTo>
                  <a:pt x="224365" y="51486"/>
                </a:lnTo>
                <a:lnTo>
                  <a:pt x="224365" y="83665"/>
                </a:lnTo>
                <a:cubicBezTo>
                  <a:pt x="224365" y="87984"/>
                  <a:pt x="224552" y="90612"/>
                  <a:pt x="224925" y="91548"/>
                </a:cubicBezTo>
                <a:cubicBezTo>
                  <a:pt x="225299" y="92484"/>
                  <a:pt x="225953" y="93228"/>
                  <a:pt x="226887" y="93781"/>
                </a:cubicBezTo>
                <a:cubicBezTo>
                  <a:pt x="227821" y="94332"/>
                  <a:pt x="229596" y="94608"/>
                  <a:pt x="232212" y="94608"/>
                </a:cubicBezTo>
                <a:lnTo>
                  <a:pt x="248326" y="94608"/>
                </a:lnTo>
                <a:cubicBezTo>
                  <a:pt x="253698" y="94608"/>
                  <a:pt x="257598" y="94223"/>
                  <a:pt x="260027" y="93454"/>
                </a:cubicBezTo>
                <a:cubicBezTo>
                  <a:pt x="262455" y="92685"/>
                  <a:pt x="264791" y="91171"/>
                  <a:pt x="267033" y="88911"/>
                </a:cubicBezTo>
                <a:cubicBezTo>
                  <a:pt x="269929" y="85931"/>
                  <a:pt x="272895" y="81436"/>
                  <a:pt x="275931" y="75427"/>
                </a:cubicBezTo>
                <a:lnTo>
                  <a:pt x="278733" y="75427"/>
                </a:lnTo>
                <a:lnTo>
                  <a:pt x="270536" y="99944"/>
                </a:lnTo>
                <a:lnTo>
                  <a:pt x="197321" y="99944"/>
                </a:lnTo>
                <a:lnTo>
                  <a:pt x="197321" y="97276"/>
                </a:lnTo>
                <a:lnTo>
                  <a:pt x="200684" y="97276"/>
                </a:lnTo>
                <a:cubicBezTo>
                  <a:pt x="202926" y="97276"/>
                  <a:pt x="205051" y="96723"/>
                  <a:pt x="207059" y="95617"/>
                </a:cubicBezTo>
                <a:cubicBezTo>
                  <a:pt x="208554" y="94848"/>
                  <a:pt x="209570" y="93694"/>
                  <a:pt x="210107" y="92156"/>
                </a:cubicBezTo>
                <a:cubicBezTo>
                  <a:pt x="210644" y="90618"/>
                  <a:pt x="210913" y="87469"/>
                  <a:pt x="210913" y="82710"/>
                </a:cubicBezTo>
                <a:lnTo>
                  <a:pt x="210913" y="19181"/>
                </a:lnTo>
                <a:cubicBezTo>
                  <a:pt x="210913" y="12980"/>
                  <a:pt x="210306" y="9158"/>
                  <a:pt x="209091" y="7716"/>
                </a:cubicBezTo>
                <a:cubicBezTo>
                  <a:pt x="207410" y="5793"/>
                  <a:pt x="204607" y="4831"/>
                  <a:pt x="200684" y="4831"/>
                </a:cubicBezTo>
                <a:lnTo>
                  <a:pt x="197321" y="4831"/>
                </a:lnTo>
                <a:lnTo>
                  <a:pt x="197321" y="2163"/>
                </a:lnTo>
                <a:lnTo>
                  <a:pt x="270536" y="2163"/>
                </a:lnTo>
                <a:lnTo>
                  <a:pt x="271587" y="23508"/>
                </a:lnTo>
                <a:lnTo>
                  <a:pt x="268854" y="23508"/>
                </a:lnTo>
                <a:cubicBezTo>
                  <a:pt x="267874" y="18386"/>
                  <a:pt x="266788" y="14869"/>
                  <a:pt x="265597" y="12955"/>
                </a:cubicBezTo>
                <a:cubicBezTo>
                  <a:pt x="264405" y="11041"/>
                  <a:pt x="262642" y="9582"/>
                  <a:pt x="260307" y="8577"/>
                </a:cubicBezTo>
                <a:cubicBezTo>
                  <a:pt x="258439" y="7858"/>
                  <a:pt x="255146" y="7499"/>
                  <a:pt x="250428" y="7499"/>
                </a:cubicBezTo>
                <a:lnTo>
                  <a:pt x="224365" y="74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Description">
            <a:extLst xmlns:a="http://schemas.openxmlformats.org/drawingml/2006/main">
              <a:ext uri="{FF2B5EF4-FFF2-40B4-BE49-F238E27FC236}">
                <a16:creationId xmlns:a16="http://schemas.microsoft.com/office/drawing/2014/main" id="{1B6B5128-20C8-448A-A53A-A4FA25E2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18" y="1552982"/>
            <a:ext cx="665040" cy="134124"/>
          </a:xfrm>
          <a:custGeom xmlns:a="http://schemas.openxmlformats.org/drawingml/2006/main">
            <a:pathLst>
              <a:path w="665040" h="134124">
                <a:moveTo>
                  <a:pt x="0" y="102540"/>
                </a:moveTo>
                <a:lnTo>
                  <a:pt x="0" y="99872"/>
                </a:lnTo>
                <a:lnTo>
                  <a:pt x="3573" y="99872"/>
                </a:lnTo>
                <a:cubicBezTo>
                  <a:pt x="7590" y="99872"/>
                  <a:pt x="10439" y="98550"/>
                  <a:pt x="12121" y="95906"/>
                </a:cubicBezTo>
                <a:cubicBezTo>
                  <a:pt x="13148" y="94319"/>
                  <a:pt x="13662" y="90762"/>
                  <a:pt x="13662" y="85233"/>
                </a:cubicBezTo>
                <a:lnTo>
                  <a:pt x="13662" y="22066"/>
                </a:lnTo>
                <a:cubicBezTo>
                  <a:pt x="13662" y="15960"/>
                  <a:pt x="13008" y="12138"/>
                  <a:pt x="11700" y="10600"/>
                </a:cubicBezTo>
                <a:cubicBezTo>
                  <a:pt x="9879" y="8485"/>
                  <a:pt x="7170" y="7427"/>
                  <a:pt x="3573" y="7427"/>
                </a:cubicBezTo>
                <a:lnTo>
                  <a:pt x="0" y="7427"/>
                </a:lnTo>
                <a:lnTo>
                  <a:pt x="0" y="4759"/>
                </a:lnTo>
                <a:lnTo>
                  <a:pt x="38674" y="4759"/>
                </a:lnTo>
                <a:cubicBezTo>
                  <a:pt x="52874" y="4759"/>
                  <a:pt x="63675" y="6418"/>
                  <a:pt x="71078" y="9735"/>
                </a:cubicBezTo>
                <a:cubicBezTo>
                  <a:pt x="78482" y="13052"/>
                  <a:pt x="84437" y="18580"/>
                  <a:pt x="88944" y="26320"/>
                </a:cubicBezTo>
                <a:cubicBezTo>
                  <a:pt x="93452" y="34060"/>
                  <a:pt x="95705" y="43001"/>
                  <a:pt x="95705" y="53145"/>
                </a:cubicBezTo>
                <a:cubicBezTo>
                  <a:pt x="95705" y="66749"/>
                  <a:pt x="91688" y="78119"/>
                  <a:pt x="83655" y="87253"/>
                </a:cubicBezTo>
                <a:cubicBezTo>
                  <a:pt x="74640" y="97444"/>
                  <a:pt x="60908" y="102540"/>
                  <a:pt x="42458" y="102540"/>
                </a:cubicBezTo>
                <a:lnTo>
                  <a:pt x="0" y="102540"/>
                </a:lnTo>
                <a:moveTo>
                  <a:pt x="27114" y="95545"/>
                </a:moveTo>
                <a:cubicBezTo>
                  <a:pt x="33046" y="96843"/>
                  <a:pt x="38021" y="97492"/>
                  <a:pt x="42037" y="97492"/>
                </a:cubicBezTo>
                <a:cubicBezTo>
                  <a:pt x="52874" y="97492"/>
                  <a:pt x="61865" y="93574"/>
                  <a:pt x="69011" y="85738"/>
                </a:cubicBezTo>
                <a:cubicBezTo>
                  <a:pt x="76158" y="77902"/>
                  <a:pt x="79731" y="67278"/>
                  <a:pt x="79731" y="53866"/>
                </a:cubicBezTo>
                <a:cubicBezTo>
                  <a:pt x="79731" y="40357"/>
                  <a:pt x="76158" y="29709"/>
                  <a:pt x="69011" y="21921"/>
                </a:cubicBezTo>
                <a:cubicBezTo>
                  <a:pt x="61865" y="14133"/>
                  <a:pt x="52687" y="10240"/>
                  <a:pt x="41477" y="10240"/>
                </a:cubicBezTo>
                <a:cubicBezTo>
                  <a:pt x="37273" y="10240"/>
                  <a:pt x="32486" y="10937"/>
                  <a:pt x="27114" y="12331"/>
                </a:cubicBezTo>
                <a:lnTo>
                  <a:pt x="27114" y="95545"/>
                </a:lnTo>
                <a:close/>
                <a:moveTo>
                  <a:pt x="115946" y="61437"/>
                </a:moveTo>
                <a:cubicBezTo>
                  <a:pt x="115900" y="71222"/>
                  <a:pt x="118212" y="78896"/>
                  <a:pt x="122882" y="84461"/>
                </a:cubicBezTo>
                <a:cubicBezTo>
                  <a:pt x="127553" y="90024"/>
                  <a:pt x="133042" y="92805"/>
                  <a:pt x="139347" y="92805"/>
                </a:cubicBezTo>
                <a:cubicBezTo>
                  <a:pt x="143551" y="92805"/>
                  <a:pt x="147206" y="91615"/>
                  <a:pt x="150312" y="89236"/>
                </a:cubicBezTo>
                <a:cubicBezTo>
                  <a:pt x="153418" y="86856"/>
                  <a:pt x="156022" y="82782"/>
                  <a:pt x="158124" y="77013"/>
                </a:cubicBezTo>
                <a:lnTo>
                  <a:pt x="160296" y="78455"/>
                </a:lnTo>
                <a:cubicBezTo>
                  <a:pt x="159315" y="85041"/>
                  <a:pt x="156466" y="91038"/>
                  <a:pt x="151748" y="96447"/>
                </a:cubicBezTo>
                <a:cubicBezTo>
                  <a:pt x="147031" y="101855"/>
                  <a:pt x="141122" y="104559"/>
                  <a:pt x="134022" y="104559"/>
                </a:cubicBezTo>
                <a:cubicBezTo>
                  <a:pt x="126316" y="104559"/>
                  <a:pt x="119718" y="101477"/>
                  <a:pt x="114230" y="95313"/>
                </a:cubicBezTo>
                <a:cubicBezTo>
                  <a:pt x="108742" y="89148"/>
                  <a:pt x="105997" y="80860"/>
                  <a:pt x="105997" y="70449"/>
                </a:cubicBezTo>
                <a:cubicBezTo>
                  <a:pt x="105997" y="59176"/>
                  <a:pt x="108812" y="50385"/>
                  <a:pt x="114440" y="44077"/>
                </a:cubicBezTo>
                <a:cubicBezTo>
                  <a:pt x="120068" y="37767"/>
                  <a:pt x="127133" y="34613"/>
                  <a:pt x="135634" y="34613"/>
                </a:cubicBezTo>
                <a:cubicBezTo>
                  <a:pt x="142827" y="34613"/>
                  <a:pt x="148736" y="37046"/>
                  <a:pt x="153360" y="41914"/>
                </a:cubicBezTo>
                <a:cubicBezTo>
                  <a:pt x="157984" y="46780"/>
                  <a:pt x="160296" y="53287"/>
                  <a:pt x="160296" y="61437"/>
                </a:cubicBezTo>
                <a:lnTo>
                  <a:pt x="115946" y="61437"/>
                </a:lnTo>
                <a:moveTo>
                  <a:pt x="115946" y="57255"/>
                </a:moveTo>
                <a:lnTo>
                  <a:pt x="145653" y="57255"/>
                </a:lnTo>
                <a:cubicBezTo>
                  <a:pt x="145419" y="53025"/>
                  <a:pt x="144929" y="50044"/>
                  <a:pt x="144181" y="48313"/>
                </a:cubicBezTo>
                <a:cubicBezTo>
                  <a:pt x="143014" y="45621"/>
                  <a:pt x="141274" y="43506"/>
                  <a:pt x="138962" y="41968"/>
                </a:cubicBezTo>
                <a:cubicBezTo>
                  <a:pt x="136650" y="40429"/>
                  <a:pt x="134233" y="39660"/>
                  <a:pt x="131710" y="39660"/>
                </a:cubicBezTo>
                <a:cubicBezTo>
                  <a:pt x="127834" y="39660"/>
                  <a:pt x="124365" y="41211"/>
                  <a:pt x="121306" y="44311"/>
                </a:cubicBezTo>
                <a:cubicBezTo>
                  <a:pt x="118247" y="47412"/>
                  <a:pt x="116460" y="51727"/>
                  <a:pt x="115946" y="57255"/>
                </a:cubicBezTo>
                <a:close/>
                <a:moveTo>
                  <a:pt x="209409" y="34613"/>
                </a:moveTo>
                <a:lnTo>
                  <a:pt x="209409" y="56967"/>
                </a:lnTo>
                <a:lnTo>
                  <a:pt x="207097" y="56967"/>
                </a:lnTo>
                <a:cubicBezTo>
                  <a:pt x="205323" y="49955"/>
                  <a:pt x="203045" y="45186"/>
                  <a:pt x="200266" y="42660"/>
                </a:cubicBezTo>
                <a:cubicBezTo>
                  <a:pt x="197487" y="40131"/>
                  <a:pt x="193949" y="38867"/>
                  <a:pt x="189652" y="38867"/>
                </a:cubicBezTo>
                <a:cubicBezTo>
                  <a:pt x="186382" y="38867"/>
                  <a:pt x="183743" y="39756"/>
                  <a:pt x="181735" y="41533"/>
                </a:cubicBezTo>
                <a:cubicBezTo>
                  <a:pt x="179726" y="43309"/>
                  <a:pt x="178722" y="45277"/>
                  <a:pt x="178722" y="47439"/>
                </a:cubicBezTo>
                <a:cubicBezTo>
                  <a:pt x="178722" y="50128"/>
                  <a:pt x="179469" y="52433"/>
                  <a:pt x="180964" y="54353"/>
                </a:cubicBezTo>
                <a:cubicBezTo>
                  <a:pt x="182412" y="56322"/>
                  <a:pt x="185355" y="58411"/>
                  <a:pt x="189792" y="60619"/>
                </a:cubicBezTo>
                <a:lnTo>
                  <a:pt x="200021" y="65735"/>
                </a:lnTo>
                <a:cubicBezTo>
                  <a:pt x="209503" y="70488"/>
                  <a:pt x="214244" y="76755"/>
                  <a:pt x="214244" y="84535"/>
                </a:cubicBezTo>
                <a:cubicBezTo>
                  <a:pt x="214244" y="90537"/>
                  <a:pt x="212037" y="95375"/>
                  <a:pt x="207623" y="99049"/>
                </a:cubicBezTo>
                <a:cubicBezTo>
                  <a:pt x="203209" y="102722"/>
                  <a:pt x="198270" y="104559"/>
                  <a:pt x="192805" y="104559"/>
                </a:cubicBezTo>
                <a:cubicBezTo>
                  <a:pt x="188881" y="104559"/>
                  <a:pt x="184397" y="103838"/>
                  <a:pt x="179353" y="102396"/>
                </a:cubicBezTo>
                <a:cubicBezTo>
                  <a:pt x="177811" y="101915"/>
                  <a:pt x="176550" y="101674"/>
                  <a:pt x="175569" y="101674"/>
                </a:cubicBezTo>
                <a:cubicBezTo>
                  <a:pt x="174495" y="101674"/>
                  <a:pt x="173654" y="102299"/>
                  <a:pt x="173047" y="103549"/>
                </a:cubicBezTo>
                <a:lnTo>
                  <a:pt x="170735" y="103549"/>
                </a:lnTo>
                <a:lnTo>
                  <a:pt x="170735" y="79897"/>
                </a:lnTo>
                <a:lnTo>
                  <a:pt x="173047" y="79897"/>
                </a:lnTo>
                <a:cubicBezTo>
                  <a:pt x="174355" y="86652"/>
                  <a:pt x="176854" y="91741"/>
                  <a:pt x="180544" y="95167"/>
                </a:cubicBezTo>
                <a:cubicBezTo>
                  <a:pt x="184234" y="98592"/>
                  <a:pt x="188367" y="100304"/>
                  <a:pt x="192945" y="100304"/>
                </a:cubicBezTo>
                <a:cubicBezTo>
                  <a:pt x="196168" y="100304"/>
                  <a:pt x="198795" y="99332"/>
                  <a:pt x="200827" y="97388"/>
                </a:cubicBezTo>
                <a:cubicBezTo>
                  <a:pt x="202859" y="95443"/>
                  <a:pt x="203875" y="93102"/>
                  <a:pt x="203875" y="90365"/>
                </a:cubicBezTo>
                <a:cubicBezTo>
                  <a:pt x="203875" y="87051"/>
                  <a:pt x="202742" y="84265"/>
                  <a:pt x="200477" y="82009"/>
                </a:cubicBezTo>
                <a:cubicBezTo>
                  <a:pt x="198211" y="79752"/>
                  <a:pt x="193692" y="76896"/>
                  <a:pt x="186919" y="73439"/>
                </a:cubicBezTo>
                <a:cubicBezTo>
                  <a:pt x="180147" y="69981"/>
                  <a:pt x="175709" y="66859"/>
                  <a:pt x="173608" y="64074"/>
                </a:cubicBezTo>
                <a:cubicBezTo>
                  <a:pt x="171506" y="61337"/>
                  <a:pt x="170455" y="57879"/>
                  <a:pt x="170455" y="53701"/>
                </a:cubicBezTo>
                <a:cubicBezTo>
                  <a:pt x="170455" y="48275"/>
                  <a:pt x="172265" y="43737"/>
                  <a:pt x="175885" y="40088"/>
                </a:cubicBezTo>
                <a:cubicBezTo>
                  <a:pt x="179504" y="36438"/>
                  <a:pt x="184187" y="34613"/>
                  <a:pt x="189932" y="34613"/>
                </a:cubicBezTo>
                <a:cubicBezTo>
                  <a:pt x="192454" y="34613"/>
                  <a:pt x="195514" y="35165"/>
                  <a:pt x="199110" y="36271"/>
                </a:cubicBezTo>
                <a:cubicBezTo>
                  <a:pt x="201492" y="36992"/>
                  <a:pt x="203081" y="37353"/>
                  <a:pt x="203875" y="37353"/>
                </a:cubicBezTo>
                <a:cubicBezTo>
                  <a:pt x="204622" y="37353"/>
                  <a:pt x="205206" y="37184"/>
                  <a:pt x="205626" y="36848"/>
                </a:cubicBezTo>
                <a:cubicBezTo>
                  <a:pt x="206046" y="36511"/>
                  <a:pt x="206537" y="35766"/>
                  <a:pt x="207097" y="34613"/>
                </a:cubicBezTo>
                <a:lnTo>
                  <a:pt x="209409" y="34613"/>
                </a:lnTo>
                <a:close/>
                <a:moveTo>
                  <a:pt x="278488" y="77446"/>
                </a:moveTo>
                <a:cubicBezTo>
                  <a:pt x="276759" y="86147"/>
                  <a:pt x="273373" y="92841"/>
                  <a:pt x="268328" y="97528"/>
                </a:cubicBezTo>
                <a:cubicBezTo>
                  <a:pt x="263284" y="102215"/>
                  <a:pt x="257702" y="104559"/>
                  <a:pt x="251584" y="104559"/>
                </a:cubicBezTo>
                <a:cubicBezTo>
                  <a:pt x="244297" y="104559"/>
                  <a:pt x="237945" y="101414"/>
                  <a:pt x="232527" y="95124"/>
                </a:cubicBezTo>
                <a:cubicBezTo>
                  <a:pt x="227108" y="88832"/>
                  <a:pt x="224399" y="80332"/>
                  <a:pt x="224399" y="69622"/>
                </a:cubicBezTo>
                <a:cubicBezTo>
                  <a:pt x="224399" y="59249"/>
                  <a:pt x="227400" y="50821"/>
                  <a:pt x="233402" y="44338"/>
                </a:cubicBezTo>
                <a:cubicBezTo>
                  <a:pt x="239404" y="37855"/>
                  <a:pt x="246609" y="34613"/>
                  <a:pt x="255017" y="34613"/>
                </a:cubicBezTo>
                <a:cubicBezTo>
                  <a:pt x="261322" y="34613"/>
                  <a:pt x="266507" y="36326"/>
                  <a:pt x="270570" y="39753"/>
                </a:cubicBezTo>
                <a:cubicBezTo>
                  <a:pt x="274634" y="43178"/>
                  <a:pt x="276666" y="46735"/>
                  <a:pt x="276666" y="50425"/>
                </a:cubicBezTo>
                <a:cubicBezTo>
                  <a:pt x="276666" y="52246"/>
                  <a:pt x="276094" y="53719"/>
                  <a:pt x="274949" y="54846"/>
                </a:cubicBezTo>
                <a:cubicBezTo>
                  <a:pt x="273805" y="55971"/>
                  <a:pt x="272205" y="56534"/>
                  <a:pt x="270150" y="56534"/>
                </a:cubicBezTo>
                <a:cubicBezTo>
                  <a:pt x="267394" y="56534"/>
                  <a:pt x="265316" y="55621"/>
                  <a:pt x="263915" y="53794"/>
                </a:cubicBezTo>
                <a:cubicBezTo>
                  <a:pt x="263120" y="52784"/>
                  <a:pt x="262595" y="50861"/>
                  <a:pt x="262338" y="48025"/>
                </a:cubicBezTo>
                <a:cubicBezTo>
                  <a:pt x="262081" y="45189"/>
                  <a:pt x="261135" y="43025"/>
                  <a:pt x="259501" y="41535"/>
                </a:cubicBezTo>
                <a:cubicBezTo>
                  <a:pt x="257866" y="40093"/>
                  <a:pt x="255600" y="39372"/>
                  <a:pt x="252705" y="39372"/>
                </a:cubicBezTo>
                <a:cubicBezTo>
                  <a:pt x="248034" y="39372"/>
                  <a:pt x="244274" y="41151"/>
                  <a:pt x="241424" y="44708"/>
                </a:cubicBezTo>
                <a:cubicBezTo>
                  <a:pt x="237641" y="49419"/>
                  <a:pt x="235749" y="55645"/>
                  <a:pt x="235749" y="63384"/>
                </a:cubicBezTo>
                <a:cubicBezTo>
                  <a:pt x="235749" y="71268"/>
                  <a:pt x="237629" y="78227"/>
                  <a:pt x="241389" y="84260"/>
                </a:cubicBezTo>
                <a:cubicBezTo>
                  <a:pt x="245149" y="90293"/>
                  <a:pt x="250229" y="93310"/>
                  <a:pt x="256628" y="93310"/>
                </a:cubicBezTo>
                <a:cubicBezTo>
                  <a:pt x="261205" y="93310"/>
                  <a:pt x="265316" y="91699"/>
                  <a:pt x="268959" y="88478"/>
                </a:cubicBezTo>
                <a:cubicBezTo>
                  <a:pt x="271528" y="86267"/>
                  <a:pt x="274027" y="82253"/>
                  <a:pt x="276456" y="76436"/>
                </a:cubicBezTo>
                <a:lnTo>
                  <a:pt x="278488" y="77446"/>
                </a:lnTo>
                <a:close/>
                <a:moveTo>
                  <a:pt x="305532" y="34613"/>
                </a:moveTo>
                <a:lnTo>
                  <a:pt x="305532" y="49467"/>
                </a:lnTo>
                <a:cubicBezTo>
                  <a:pt x="310903" y="39564"/>
                  <a:pt x="316415" y="34613"/>
                  <a:pt x="322066" y="34613"/>
                </a:cubicBezTo>
                <a:cubicBezTo>
                  <a:pt x="324635" y="34613"/>
                  <a:pt x="326760" y="35418"/>
                  <a:pt x="328442" y="37028"/>
                </a:cubicBezTo>
                <a:cubicBezTo>
                  <a:pt x="330123" y="38639"/>
                  <a:pt x="330964" y="40502"/>
                  <a:pt x="330964" y="42617"/>
                </a:cubicBezTo>
                <a:cubicBezTo>
                  <a:pt x="330964" y="44492"/>
                  <a:pt x="330357" y="46078"/>
                  <a:pt x="329143" y="47376"/>
                </a:cubicBezTo>
                <a:cubicBezTo>
                  <a:pt x="327928" y="48674"/>
                  <a:pt x="326480" y="49323"/>
                  <a:pt x="324799" y="49323"/>
                </a:cubicBezTo>
                <a:cubicBezTo>
                  <a:pt x="323164" y="49323"/>
                  <a:pt x="321331" y="48494"/>
                  <a:pt x="319299" y="46835"/>
                </a:cubicBezTo>
                <a:cubicBezTo>
                  <a:pt x="317267" y="45177"/>
                  <a:pt x="315761" y="44347"/>
                  <a:pt x="314780" y="44347"/>
                </a:cubicBezTo>
                <a:cubicBezTo>
                  <a:pt x="313939" y="44347"/>
                  <a:pt x="313028" y="44827"/>
                  <a:pt x="312047" y="45785"/>
                </a:cubicBezTo>
                <a:cubicBezTo>
                  <a:pt x="309945" y="47752"/>
                  <a:pt x="307774" y="50988"/>
                  <a:pt x="305532" y="55495"/>
                </a:cubicBezTo>
                <a:lnTo>
                  <a:pt x="305532" y="87070"/>
                </a:lnTo>
                <a:cubicBezTo>
                  <a:pt x="305532" y="90713"/>
                  <a:pt x="305975" y="93470"/>
                  <a:pt x="306863" y="95340"/>
                </a:cubicBezTo>
                <a:cubicBezTo>
                  <a:pt x="307470" y="96635"/>
                  <a:pt x="308544" y="97714"/>
                  <a:pt x="310086" y="98578"/>
                </a:cubicBezTo>
                <a:cubicBezTo>
                  <a:pt x="311627" y="99441"/>
                  <a:pt x="313846" y="99872"/>
                  <a:pt x="316742" y="99872"/>
                </a:cubicBezTo>
                <a:lnTo>
                  <a:pt x="316742" y="102540"/>
                </a:lnTo>
                <a:lnTo>
                  <a:pt x="283882" y="102540"/>
                </a:lnTo>
                <a:lnTo>
                  <a:pt x="283882" y="99872"/>
                </a:lnTo>
                <a:cubicBezTo>
                  <a:pt x="287152" y="99872"/>
                  <a:pt x="289581" y="99344"/>
                  <a:pt x="291169" y="98290"/>
                </a:cubicBezTo>
                <a:cubicBezTo>
                  <a:pt x="292336" y="97522"/>
                  <a:pt x="293154" y="96299"/>
                  <a:pt x="293621" y="94619"/>
                </a:cubicBezTo>
                <a:cubicBezTo>
                  <a:pt x="293854" y="93803"/>
                  <a:pt x="293971" y="91477"/>
                  <a:pt x="293971" y="87640"/>
                </a:cubicBezTo>
                <a:lnTo>
                  <a:pt x="293971" y="62098"/>
                </a:lnTo>
                <a:cubicBezTo>
                  <a:pt x="293971" y="54422"/>
                  <a:pt x="293819" y="49854"/>
                  <a:pt x="293516" y="48392"/>
                </a:cubicBezTo>
                <a:cubicBezTo>
                  <a:pt x="293212" y="46929"/>
                  <a:pt x="292652" y="45862"/>
                  <a:pt x="291834" y="45190"/>
                </a:cubicBezTo>
                <a:cubicBezTo>
                  <a:pt x="291017" y="44519"/>
                  <a:pt x="290001" y="44183"/>
                  <a:pt x="288787" y="44183"/>
                </a:cubicBezTo>
                <a:cubicBezTo>
                  <a:pt x="287339" y="44183"/>
                  <a:pt x="285704" y="44543"/>
                  <a:pt x="283882" y="45262"/>
                </a:cubicBezTo>
                <a:lnTo>
                  <a:pt x="283182" y="42671"/>
                </a:lnTo>
                <a:lnTo>
                  <a:pt x="302589" y="34613"/>
                </a:lnTo>
                <a:lnTo>
                  <a:pt x="305532" y="34613"/>
                </a:lnTo>
                <a:close/>
                <a:moveTo>
                  <a:pt x="350158" y="0"/>
                </a:moveTo>
                <a:cubicBezTo>
                  <a:pt x="352120" y="0"/>
                  <a:pt x="353789" y="713"/>
                  <a:pt x="355167" y="2138"/>
                </a:cubicBezTo>
                <a:cubicBezTo>
                  <a:pt x="356545" y="3563"/>
                  <a:pt x="357234" y="5290"/>
                  <a:pt x="357234" y="7319"/>
                </a:cubicBezTo>
                <a:cubicBezTo>
                  <a:pt x="357234" y="9349"/>
                  <a:pt x="356545" y="11088"/>
                  <a:pt x="355167" y="12538"/>
                </a:cubicBezTo>
                <a:cubicBezTo>
                  <a:pt x="353789" y="13986"/>
                  <a:pt x="352120" y="14710"/>
                  <a:pt x="350158" y="14710"/>
                </a:cubicBezTo>
                <a:cubicBezTo>
                  <a:pt x="348196" y="14710"/>
                  <a:pt x="346515" y="13986"/>
                  <a:pt x="345113" y="12538"/>
                </a:cubicBezTo>
                <a:cubicBezTo>
                  <a:pt x="343712" y="11088"/>
                  <a:pt x="343011" y="9349"/>
                  <a:pt x="343011" y="7319"/>
                </a:cubicBezTo>
                <a:cubicBezTo>
                  <a:pt x="343011" y="5290"/>
                  <a:pt x="343700" y="3563"/>
                  <a:pt x="345078" y="2138"/>
                </a:cubicBezTo>
                <a:cubicBezTo>
                  <a:pt x="346456" y="713"/>
                  <a:pt x="348149" y="0"/>
                  <a:pt x="350158" y="0"/>
                </a:cubicBezTo>
                <a:moveTo>
                  <a:pt x="355973" y="34613"/>
                </a:moveTo>
                <a:lnTo>
                  <a:pt x="355973" y="87568"/>
                </a:lnTo>
                <a:cubicBezTo>
                  <a:pt x="355973" y="91693"/>
                  <a:pt x="356265" y="94439"/>
                  <a:pt x="356849" y="95807"/>
                </a:cubicBezTo>
                <a:cubicBezTo>
                  <a:pt x="357433" y="97174"/>
                  <a:pt x="358297" y="98193"/>
                  <a:pt x="359441" y="98864"/>
                </a:cubicBezTo>
                <a:cubicBezTo>
                  <a:pt x="360585" y="99536"/>
                  <a:pt x="362676" y="99872"/>
                  <a:pt x="365712" y="99872"/>
                </a:cubicBezTo>
                <a:lnTo>
                  <a:pt x="365712" y="102540"/>
                </a:lnTo>
                <a:lnTo>
                  <a:pt x="334534" y="102540"/>
                </a:lnTo>
                <a:lnTo>
                  <a:pt x="334534" y="99872"/>
                </a:lnTo>
                <a:cubicBezTo>
                  <a:pt x="337663" y="99872"/>
                  <a:pt x="339765" y="99560"/>
                  <a:pt x="340840" y="98937"/>
                </a:cubicBezTo>
                <a:cubicBezTo>
                  <a:pt x="341914" y="98313"/>
                  <a:pt x="342766" y="97282"/>
                  <a:pt x="343397" y="95843"/>
                </a:cubicBezTo>
                <a:cubicBezTo>
                  <a:pt x="344027" y="94403"/>
                  <a:pt x="344343" y="91645"/>
                  <a:pt x="344343" y="87568"/>
                </a:cubicBezTo>
                <a:lnTo>
                  <a:pt x="344343" y="62170"/>
                </a:lnTo>
                <a:cubicBezTo>
                  <a:pt x="344343" y="55022"/>
                  <a:pt x="344132" y="50393"/>
                  <a:pt x="343712" y="48284"/>
                </a:cubicBezTo>
                <a:cubicBezTo>
                  <a:pt x="343385" y="46749"/>
                  <a:pt x="342871" y="45681"/>
                  <a:pt x="342171" y="45082"/>
                </a:cubicBezTo>
                <a:cubicBezTo>
                  <a:pt x="341470" y="44483"/>
                  <a:pt x="340513" y="44183"/>
                  <a:pt x="339298" y="44183"/>
                </a:cubicBezTo>
                <a:cubicBezTo>
                  <a:pt x="337990" y="44183"/>
                  <a:pt x="336402" y="44543"/>
                  <a:pt x="334534" y="45262"/>
                </a:cubicBezTo>
                <a:lnTo>
                  <a:pt x="333553" y="42671"/>
                </a:lnTo>
                <a:lnTo>
                  <a:pt x="352890" y="34613"/>
                </a:lnTo>
                <a:lnTo>
                  <a:pt x="355973" y="34613"/>
                </a:lnTo>
                <a:close/>
                <a:moveTo>
                  <a:pt x="369572" y="42984"/>
                </a:moveTo>
                <a:lnTo>
                  <a:pt x="389330" y="34757"/>
                </a:lnTo>
                <a:lnTo>
                  <a:pt x="391992" y="34757"/>
                </a:lnTo>
                <a:lnTo>
                  <a:pt x="391992" y="50188"/>
                </a:lnTo>
                <a:cubicBezTo>
                  <a:pt x="395308" y="44371"/>
                  <a:pt x="398636" y="40321"/>
                  <a:pt x="401976" y="38038"/>
                </a:cubicBezTo>
                <a:cubicBezTo>
                  <a:pt x="405316" y="35754"/>
                  <a:pt x="408831" y="34613"/>
                  <a:pt x="412520" y="34613"/>
                </a:cubicBezTo>
                <a:cubicBezTo>
                  <a:pt x="418966" y="34613"/>
                  <a:pt x="424338" y="37206"/>
                  <a:pt x="428635" y="42391"/>
                </a:cubicBezTo>
                <a:cubicBezTo>
                  <a:pt x="433913" y="48731"/>
                  <a:pt x="436552" y="56991"/>
                  <a:pt x="436552" y="67172"/>
                </a:cubicBezTo>
                <a:cubicBezTo>
                  <a:pt x="436552" y="78554"/>
                  <a:pt x="433376" y="87966"/>
                  <a:pt x="427023" y="95410"/>
                </a:cubicBezTo>
                <a:cubicBezTo>
                  <a:pt x="421792" y="101509"/>
                  <a:pt x="415206" y="104559"/>
                  <a:pt x="407266" y="104559"/>
                </a:cubicBezTo>
                <a:cubicBezTo>
                  <a:pt x="403809" y="104559"/>
                  <a:pt x="400820" y="104054"/>
                  <a:pt x="398298" y="103045"/>
                </a:cubicBezTo>
                <a:cubicBezTo>
                  <a:pt x="396429" y="102323"/>
                  <a:pt x="394328" y="100881"/>
                  <a:pt x="391992" y="98718"/>
                </a:cubicBezTo>
                <a:lnTo>
                  <a:pt x="391992" y="118837"/>
                </a:lnTo>
                <a:cubicBezTo>
                  <a:pt x="391992" y="123355"/>
                  <a:pt x="392261" y="126228"/>
                  <a:pt x="392798" y="127454"/>
                </a:cubicBezTo>
                <a:cubicBezTo>
                  <a:pt x="393335" y="128680"/>
                  <a:pt x="394269" y="129653"/>
                  <a:pt x="395600" y="130374"/>
                </a:cubicBezTo>
                <a:cubicBezTo>
                  <a:pt x="396932" y="131095"/>
                  <a:pt x="399349" y="131456"/>
                  <a:pt x="402852" y="131456"/>
                </a:cubicBezTo>
                <a:lnTo>
                  <a:pt x="402852" y="134124"/>
                </a:lnTo>
                <a:lnTo>
                  <a:pt x="369222" y="134124"/>
                </a:lnTo>
                <a:lnTo>
                  <a:pt x="369222" y="131456"/>
                </a:lnTo>
                <a:lnTo>
                  <a:pt x="370973" y="131456"/>
                </a:lnTo>
                <a:cubicBezTo>
                  <a:pt x="373542" y="131504"/>
                  <a:pt x="375738" y="130998"/>
                  <a:pt x="377559" y="129939"/>
                </a:cubicBezTo>
                <a:cubicBezTo>
                  <a:pt x="378447" y="129410"/>
                  <a:pt x="379136" y="128556"/>
                  <a:pt x="379626" y="127377"/>
                </a:cubicBezTo>
                <a:cubicBezTo>
                  <a:pt x="380117" y="126199"/>
                  <a:pt x="380362" y="123205"/>
                  <a:pt x="380362" y="118395"/>
                </a:cubicBezTo>
                <a:lnTo>
                  <a:pt x="380362" y="55901"/>
                </a:lnTo>
                <a:cubicBezTo>
                  <a:pt x="380362" y="51619"/>
                  <a:pt x="380175" y="48902"/>
                  <a:pt x="379801" y="47748"/>
                </a:cubicBezTo>
                <a:cubicBezTo>
                  <a:pt x="379428" y="46593"/>
                  <a:pt x="378832" y="45726"/>
                  <a:pt x="378015" y="45150"/>
                </a:cubicBezTo>
                <a:cubicBezTo>
                  <a:pt x="377197" y="44571"/>
                  <a:pt x="376088" y="44282"/>
                  <a:pt x="374687" y="44282"/>
                </a:cubicBezTo>
                <a:cubicBezTo>
                  <a:pt x="373566" y="44282"/>
                  <a:pt x="372141" y="44619"/>
                  <a:pt x="370413" y="45292"/>
                </a:cubicBezTo>
                <a:lnTo>
                  <a:pt x="369572" y="42984"/>
                </a:lnTo>
                <a:moveTo>
                  <a:pt x="391992" y="54573"/>
                </a:moveTo>
                <a:lnTo>
                  <a:pt x="391992" y="79203"/>
                </a:lnTo>
                <a:cubicBezTo>
                  <a:pt x="391992" y="84533"/>
                  <a:pt x="392202" y="88038"/>
                  <a:pt x="392623" y="89718"/>
                </a:cubicBezTo>
                <a:cubicBezTo>
                  <a:pt x="393277" y="92503"/>
                  <a:pt x="394876" y="94952"/>
                  <a:pt x="397422" y="97064"/>
                </a:cubicBezTo>
                <a:cubicBezTo>
                  <a:pt x="399968" y="99176"/>
                  <a:pt x="403179" y="100232"/>
                  <a:pt x="407056" y="100232"/>
                </a:cubicBezTo>
                <a:cubicBezTo>
                  <a:pt x="411726" y="100232"/>
                  <a:pt x="415510" y="98360"/>
                  <a:pt x="418406" y="94614"/>
                </a:cubicBezTo>
                <a:cubicBezTo>
                  <a:pt x="422189" y="89719"/>
                  <a:pt x="424081" y="82829"/>
                  <a:pt x="424081" y="73946"/>
                </a:cubicBezTo>
                <a:cubicBezTo>
                  <a:pt x="424081" y="63864"/>
                  <a:pt x="421932" y="56111"/>
                  <a:pt x="417635" y="50686"/>
                </a:cubicBezTo>
                <a:cubicBezTo>
                  <a:pt x="414646" y="46941"/>
                  <a:pt x="411096" y="45068"/>
                  <a:pt x="406986" y="45068"/>
                </a:cubicBezTo>
                <a:cubicBezTo>
                  <a:pt x="404744" y="45068"/>
                  <a:pt x="402525" y="45645"/>
                  <a:pt x="400330" y="46797"/>
                </a:cubicBezTo>
                <a:cubicBezTo>
                  <a:pt x="398648" y="47661"/>
                  <a:pt x="395869" y="50253"/>
                  <a:pt x="391992" y="54573"/>
                </a:cubicBezTo>
                <a:close/>
                <a:moveTo>
                  <a:pt x="464577" y="14710"/>
                </a:moveTo>
                <a:lnTo>
                  <a:pt x="464577" y="36487"/>
                </a:lnTo>
                <a:lnTo>
                  <a:pt x="479570" y="36487"/>
                </a:lnTo>
                <a:lnTo>
                  <a:pt x="479570" y="41535"/>
                </a:lnTo>
                <a:lnTo>
                  <a:pt x="464577" y="41535"/>
                </a:lnTo>
                <a:lnTo>
                  <a:pt x="464577" y="84310"/>
                </a:lnTo>
                <a:cubicBezTo>
                  <a:pt x="464577" y="88584"/>
                  <a:pt x="465173" y="91465"/>
                  <a:pt x="466364" y="92954"/>
                </a:cubicBezTo>
                <a:cubicBezTo>
                  <a:pt x="467555" y="94441"/>
                  <a:pt x="469084" y="95185"/>
                  <a:pt x="470953" y="95185"/>
                </a:cubicBezTo>
                <a:cubicBezTo>
                  <a:pt x="472494" y="95185"/>
                  <a:pt x="473989" y="94692"/>
                  <a:pt x="475437" y="93706"/>
                </a:cubicBezTo>
                <a:cubicBezTo>
                  <a:pt x="476885" y="92721"/>
                  <a:pt x="478006" y="91267"/>
                  <a:pt x="478800" y="89344"/>
                </a:cubicBezTo>
                <a:lnTo>
                  <a:pt x="481532" y="89344"/>
                </a:lnTo>
                <a:cubicBezTo>
                  <a:pt x="479897" y="94068"/>
                  <a:pt x="477585" y="97642"/>
                  <a:pt x="474596" y="100063"/>
                </a:cubicBezTo>
                <a:cubicBezTo>
                  <a:pt x="471607" y="102483"/>
                  <a:pt x="468524" y="103694"/>
                  <a:pt x="465348" y="103694"/>
                </a:cubicBezTo>
                <a:cubicBezTo>
                  <a:pt x="463199" y="103694"/>
                  <a:pt x="461097" y="103080"/>
                  <a:pt x="459042" y="101852"/>
                </a:cubicBezTo>
                <a:cubicBezTo>
                  <a:pt x="456987" y="100625"/>
                  <a:pt x="455469" y="98869"/>
                  <a:pt x="454488" y="96584"/>
                </a:cubicBezTo>
                <a:cubicBezTo>
                  <a:pt x="453507" y="94298"/>
                  <a:pt x="453017" y="90772"/>
                  <a:pt x="453017" y="86006"/>
                </a:cubicBezTo>
                <a:lnTo>
                  <a:pt x="453017" y="41535"/>
                </a:lnTo>
                <a:lnTo>
                  <a:pt x="442858" y="41535"/>
                </a:lnTo>
                <a:lnTo>
                  <a:pt x="442858" y="39155"/>
                </a:lnTo>
                <a:cubicBezTo>
                  <a:pt x="445427" y="38095"/>
                  <a:pt x="448054" y="36299"/>
                  <a:pt x="450740" y="33768"/>
                </a:cubicBezTo>
                <a:cubicBezTo>
                  <a:pt x="453425" y="31236"/>
                  <a:pt x="455819" y="28235"/>
                  <a:pt x="457921" y="24763"/>
                </a:cubicBezTo>
                <a:cubicBezTo>
                  <a:pt x="458995" y="22932"/>
                  <a:pt x="460490" y="19581"/>
                  <a:pt x="462405" y="14710"/>
                </a:cubicBezTo>
                <a:lnTo>
                  <a:pt x="464577" y="14710"/>
                </a:lnTo>
                <a:close/>
                <a:moveTo>
                  <a:pt x="502628" y="0"/>
                </a:moveTo>
                <a:cubicBezTo>
                  <a:pt x="504590" y="0"/>
                  <a:pt x="506260" y="713"/>
                  <a:pt x="507637" y="2138"/>
                </a:cubicBezTo>
                <a:cubicBezTo>
                  <a:pt x="509015" y="3563"/>
                  <a:pt x="509704" y="5290"/>
                  <a:pt x="509704" y="7319"/>
                </a:cubicBezTo>
                <a:cubicBezTo>
                  <a:pt x="509704" y="9349"/>
                  <a:pt x="509015" y="11088"/>
                  <a:pt x="507637" y="12538"/>
                </a:cubicBezTo>
                <a:cubicBezTo>
                  <a:pt x="506260" y="13986"/>
                  <a:pt x="504590" y="14710"/>
                  <a:pt x="502628" y="14710"/>
                </a:cubicBezTo>
                <a:cubicBezTo>
                  <a:pt x="500666" y="14710"/>
                  <a:pt x="498985" y="13986"/>
                  <a:pt x="497584" y="12538"/>
                </a:cubicBezTo>
                <a:cubicBezTo>
                  <a:pt x="496182" y="11088"/>
                  <a:pt x="495482" y="9349"/>
                  <a:pt x="495482" y="7319"/>
                </a:cubicBezTo>
                <a:cubicBezTo>
                  <a:pt x="495482" y="5290"/>
                  <a:pt x="496171" y="3563"/>
                  <a:pt x="497548" y="2138"/>
                </a:cubicBezTo>
                <a:cubicBezTo>
                  <a:pt x="498926" y="713"/>
                  <a:pt x="500620" y="0"/>
                  <a:pt x="502628" y="0"/>
                </a:cubicBezTo>
                <a:moveTo>
                  <a:pt x="508443" y="34613"/>
                </a:moveTo>
                <a:lnTo>
                  <a:pt x="508443" y="87568"/>
                </a:lnTo>
                <a:cubicBezTo>
                  <a:pt x="508443" y="91693"/>
                  <a:pt x="508735" y="94439"/>
                  <a:pt x="509319" y="95807"/>
                </a:cubicBezTo>
                <a:cubicBezTo>
                  <a:pt x="509903" y="97174"/>
                  <a:pt x="510767" y="98193"/>
                  <a:pt x="511911" y="98864"/>
                </a:cubicBezTo>
                <a:cubicBezTo>
                  <a:pt x="513056" y="99536"/>
                  <a:pt x="515146" y="99872"/>
                  <a:pt x="518182" y="99872"/>
                </a:cubicBezTo>
                <a:lnTo>
                  <a:pt x="518182" y="102540"/>
                </a:lnTo>
                <a:lnTo>
                  <a:pt x="487004" y="102540"/>
                </a:lnTo>
                <a:lnTo>
                  <a:pt x="487004" y="99872"/>
                </a:lnTo>
                <a:cubicBezTo>
                  <a:pt x="490134" y="99872"/>
                  <a:pt x="492235" y="99560"/>
                  <a:pt x="493310" y="98937"/>
                </a:cubicBezTo>
                <a:cubicBezTo>
                  <a:pt x="494384" y="98313"/>
                  <a:pt x="495236" y="97282"/>
                  <a:pt x="495867" y="95843"/>
                </a:cubicBezTo>
                <a:cubicBezTo>
                  <a:pt x="496498" y="94403"/>
                  <a:pt x="496813" y="91645"/>
                  <a:pt x="496813" y="87568"/>
                </a:cubicBezTo>
                <a:lnTo>
                  <a:pt x="496813" y="62170"/>
                </a:lnTo>
                <a:cubicBezTo>
                  <a:pt x="496813" y="55022"/>
                  <a:pt x="496603" y="50393"/>
                  <a:pt x="496182" y="48284"/>
                </a:cubicBezTo>
                <a:cubicBezTo>
                  <a:pt x="495855" y="46749"/>
                  <a:pt x="495342" y="45681"/>
                  <a:pt x="494641" y="45082"/>
                </a:cubicBezTo>
                <a:cubicBezTo>
                  <a:pt x="493940" y="44483"/>
                  <a:pt x="492983" y="44183"/>
                  <a:pt x="491768" y="44183"/>
                </a:cubicBezTo>
                <a:cubicBezTo>
                  <a:pt x="490461" y="44183"/>
                  <a:pt x="488872" y="44543"/>
                  <a:pt x="487004" y="45262"/>
                </a:cubicBezTo>
                <a:lnTo>
                  <a:pt x="486023" y="42671"/>
                </a:lnTo>
                <a:lnTo>
                  <a:pt x="505360" y="34613"/>
                </a:lnTo>
                <a:lnTo>
                  <a:pt x="508443" y="34613"/>
                </a:lnTo>
                <a:close/>
                <a:moveTo>
                  <a:pt x="558055" y="34613"/>
                </a:moveTo>
                <a:cubicBezTo>
                  <a:pt x="567770" y="34613"/>
                  <a:pt x="575570" y="38407"/>
                  <a:pt x="581456" y="45995"/>
                </a:cubicBezTo>
                <a:cubicBezTo>
                  <a:pt x="586453" y="52477"/>
                  <a:pt x="588952" y="59921"/>
                  <a:pt x="588952" y="68326"/>
                </a:cubicBezTo>
                <a:cubicBezTo>
                  <a:pt x="588952" y="74233"/>
                  <a:pt x="587574" y="80212"/>
                  <a:pt x="584819" y="86263"/>
                </a:cubicBezTo>
                <a:cubicBezTo>
                  <a:pt x="582063" y="92313"/>
                  <a:pt x="578268" y="96875"/>
                  <a:pt x="573433" y="99948"/>
                </a:cubicBezTo>
                <a:cubicBezTo>
                  <a:pt x="568599" y="103022"/>
                  <a:pt x="563216" y="104559"/>
                  <a:pt x="557284" y="104559"/>
                </a:cubicBezTo>
                <a:cubicBezTo>
                  <a:pt x="547615" y="104559"/>
                  <a:pt x="539932" y="100597"/>
                  <a:pt x="534234" y="92672"/>
                </a:cubicBezTo>
                <a:cubicBezTo>
                  <a:pt x="529423" y="85997"/>
                  <a:pt x="527017" y="78506"/>
                  <a:pt x="527017" y="70199"/>
                </a:cubicBezTo>
                <a:cubicBezTo>
                  <a:pt x="527017" y="64147"/>
                  <a:pt x="528477" y="58132"/>
                  <a:pt x="531396" y="52153"/>
                </a:cubicBezTo>
                <a:cubicBezTo>
                  <a:pt x="534315" y="46174"/>
                  <a:pt x="538157" y="41756"/>
                  <a:pt x="542921" y="38899"/>
                </a:cubicBezTo>
                <a:cubicBezTo>
                  <a:pt x="547686" y="36041"/>
                  <a:pt x="552730" y="34613"/>
                  <a:pt x="558055" y="34613"/>
                </a:cubicBezTo>
                <a:moveTo>
                  <a:pt x="555883" y="39372"/>
                </a:moveTo>
                <a:cubicBezTo>
                  <a:pt x="553407" y="39372"/>
                  <a:pt x="550920" y="40128"/>
                  <a:pt x="548421" y="41641"/>
                </a:cubicBezTo>
                <a:cubicBezTo>
                  <a:pt x="545922" y="43154"/>
                  <a:pt x="543902" y="45807"/>
                  <a:pt x="542361" y="49600"/>
                </a:cubicBezTo>
                <a:cubicBezTo>
                  <a:pt x="540819" y="53393"/>
                  <a:pt x="540049" y="58267"/>
                  <a:pt x="540049" y="64220"/>
                </a:cubicBezTo>
                <a:cubicBezTo>
                  <a:pt x="540049" y="73823"/>
                  <a:pt x="541905" y="82106"/>
                  <a:pt x="545619" y="89069"/>
                </a:cubicBezTo>
                <a:cubicBezTo>
                  <a:pt x="549332" y="96030"/>
                  <a:pt x="554225" y="99511"/>
                  <a:pt x="560297" y="99511"/>
                </a:cubicBezTo>
                <a:cubicBezTo>
                  <a:pt x="564827" y="99511"/>
                  <a:pt x="568564" y="97591"/>
                  <a:pt x="571507" y="93749"/>
                </a:cubicBezTo>
                <a:cubicBezTo>
                  <a:pt x="574449" y="89908"/>
                  <a:pt x="575921" y="83306"/>
                  <a:pt x="575921" y="73944"/>
                </a:cubicBezTo>
                <a:cubicBezTo>
                  <a:pt x="575921" y="62228"/>
                  <a:pt x="573469" y="53008"/>
                  <a:pt x="568564" y="46285"/>
                </a:cubicBezTo>
                <a:cubicBezTo>
                  <a:pt x="565248" y="41676"/>
                  <a:pt x="561021" y="39372"/>
                  <a:pt x="555883" y="39372"/>
                </a:cubicBezTo>
                <a:close/>
                <a:moveTo>
                  <a:pt x="617117" y="48602"/>
                </a:moveTo>
                <a:cubicBezTo>
                  <a:pt x="624637" y="39276"/>
                  <a:pt x="631807" y="34613"/>
                  <a:pt x="638626" y="34613"/>
                </a:cubicBezTo>
                <a:cubicBezTo>
                  <a:pt x="642129" y="34613"/>
                  <a:pt x="645142" y="35512"/>
                  <a:pt x="647664" y="37312"/>
                </a:cubicBezTo>
                <a:cubicBezTo>
                  <a:pt x="650186" y="39110"/>
                  <a:pt x="652195" y="42072"/>
                  <a:pt x="653690" y="46197"/>
                </a:cubicBezTo>
                <a:cubicBezTo>
                  <a:pt x="654717" y="49074"/>
                  <a:pt x="655231" y="53487"/>
                  <a:pt x="655231" y="59436"/>
                </a:cubicBezTo>
                <a:lnTo>
                  <a:pt x="655231" y="87568"/>
                </a:lnTo>
                <a:cubicBezTo>
                  <a:pt x="655231" y="91741"/>
                  <a:pt x="655558" y="94572"/>
                  <a:pt x="656212" y="96059"/>
                </a:cubicBezTo>
                <a:cubicBezTo>
                  <a:pt x="656726" y="97258"/>
                  <a:pt x="657555" y="98193"/>
                  <a:pt x="658699" y="98864"/>
                </a:cubicBezTo>
                <a:cubicBezTo>
                  <a:pt x="659843" y="99536"/>
                  <a:pt x="661957" y="99872"/>
                  <a:pt x="665040" y="99872"/>
                </a:cubicBezTo>
                <a:lnTo>
                  <a:pt x="665040" y="102540"/>
                </a:lnTo>
                <a:lnTo>
                  <a:pt x="633301" y="102540"/>
                </a:lnTo>
                <a:lnTo>
                  <a:pt x="633301" y="99872"/>
                </a:lnTo>
                <a:lnTo>
                  <a:pt x="634633" y="99872"/>
                </a:lnTo>
                <a:cubicBezTo>
                  <a:pt x="637622" y="99872"/>
                  <a:pt x="639712" y="99405"/>
                  <a:pt x="640903" y="98472"/>
                </a:cubicBezTo>
                <a:cubicBezTo>
                  <a:pt x="642094" y="97539"/>
                  <a:pt x="642923" y="96165"/>
                  <a:pt x="643390" y="94349"/>
                </a:cubicBezTo>
                <a:cubicBezTo>
                  <a:pt x="643577" y="93631"/>
                  <a:pt x="643671" y="91382"/>
                  <a:pt x="643671" y="87604"/>
                </a:cubicBezTo>
                <a:lnTo>
                  <a:pt x="643671" y="60700"/>
                </a:lnTo>
                <a:cubicBezTo>
                  <a:pt x="643671" y="54723"/>
                  <a:pt x="642912" y="50383"/>
                  <a:pt x="641394" y="47680"/>
                </a:cubicBezTo>
                <a:cubicBezTo>
                  <a:pt x="639876" y="44978"/>
                  <a:pt x="637318" y="43626"/>
                  <a:pt x="633722" y="43626"/>
                </a:cubicBezTo>
                <a:cubicBezTo>
                  <a:pt x="628164" y="43626"/>
                  <a:pt x="622629" y="46735"/>
                  <a:pt x="617117" y="52953"/>
                </a:cubicBezTo>
                <a:lnTo>
                  <a:pt x="617117" y="87604"/>
                </a:lnTo>
                <a:cubicBezTo>
                  <a:pt x="617117" y="92052"/>
                  <a:pt x="617374" y="94802"/>
                  <a:pt x="617888" y="95854"/>
                </a:cubicBezTo>
                <a:cubicBezTo>
                  <a:pt x="618542" y="97240"/>
                  <a:pt x="619441" y="98257"/>
                  <a:pt x="620585" y="98903"/>
                </a:cubicBezTo>
                <a:cubicBezTo>
                  <a:pt x="621729" y="99549"/>
                  <a:pt x="624053" y="99872"/>
                  <a:pt x="627556" y="99872"/>
                </a:cubicBezTo>
                <a:lnTo>
                  <a:pt x="627556" y="102540"/>
                </a:lnTo>
                <a:lnTo>
                  <a:pt x="595818" y="102540"/>
                </a:lnTo>
                <a:lnTo>
                  <a:pt x="595818" y="99872"/>
                </a:lnTo>
                <a:lnTo>
                  <a:pt x="597219" y="99872"/>
                </a:lnTo>
                <a:cubicBezTo>
                  <a:pt x="600489" y="99872"/>
                  <a:pt x="602696" y="99021"/>
                  <a:pt x="603840" y="97319"/>
                </a:cubicBezTo>
                <a:cubicBezTo>
                  <a:pt x="604985" y="95615"/>
                  <a:pt x="605557" y="92365"/>
                  <a:pt x="605557" y="87568"/>
                </a:cubicBezTo>
                <a:lnTo>
                  <a:pt x="605557" y="63105"/>
                </a:lnTo>
                <a:cubicBezTo>
                  <a:pt x="605557" y="55191"/>
                  <a:pt x="605382" y="50371"/>
                  <a:pt x="605031" y="48645"/>
                </a:cubicBezTo>
                <a:cubicBezTo>
                  <a:pt x="604681" y="46917"/>
                  <a:pt x="604144" y="45741"/>
                  <a:pt x="603420" y="45118"/>
                </a:cubicBezTo>
                <a:cubicBezTo>
                  <a:pt x="602696" y="44495"/>
                  <a:pt x="601727" y="44183"/>
                  <a:pt x="600512" y="44183"/>
                </a:cubicBezTo>
                <a:cubicBezTo>
                  <a:pt x="599204" y="44183"/>
                  <a:pt x="597640" y="44543"/>
                  <a:pt x="595818" y="45262"/>
                </a:cubicBezTo>
                <a:lnTo>
                  <a:pt x="594767" y="42671"/>
                </a:lnTo>
                <a:lnTo>
                  <a:pt x="614104" y="34613"/>
                </a:lnTo>
                <a:lnTo>
                  <a:pt x="617117" y="34613"/>
                </a:lnTo>
                <a:lnTo>
                  <a:pt x="617117" y="486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Commit">
            <a:extLst xmlns:a="http://schemas.openxmlformats.org/drawingml/2006/main">
              <a:ext uri="{FF2B5EF4-FFF2-40B4-BE49-F238E27FC236}">
                <a16:creationId xmlns:a16="http://schemas.microsoft.com/office/drawing/2014/main" id="{66FB237D-2673-421F-99C8-207C827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383" y="1916275"/>
            <a:ext cx="467593" cy="104703"/>
          </a:xfrm>
          <a:custGeom xmlns:a="http://schemas.openxmlformats.org/drawingml/2006/main">
            <a:pathLst>
              <a:path w="467593" h="104703">
                <a:moveTo>
                  <a:pt x="81202" y="2596"/>
                </a:moveTo>
                <a:lnTo>
                  <a:pt x="83374" y="35766"/>
                </a:lnTo>
                <a:lnTo>
                  <a:pt x="81202" y="35766"/>
                </a:lnTo>
                <a:cubicBezTo>
                  <a:pt x="78306" y="25790"/>
                  <a:pt x="74173" y="18609"/>
                  <a:pt x="68801" y="14224"/>
                </a:cubicBezTo>
                <a:cubicBezTo>
                  <a:pt x="63430" y="9837"/>
                  <a:pt x="56984" y="7644"/>
                  <a:pt x="49464" y="7644"/>
                </a:cubicBezTo>
                <a:cubicBezTo>
                  <a:pt x="43158" y="7644"/>
                  <a:pt x="37460" y="9292"/>
                  <a:pt x="32369" y="12588"/>
                </a:cubicBezTo>
                <a:cubicBezTo>
                  <a:pt x="27278" y="15882"/>
                  <a:pt x="23272" y="21138"/>
                  <a:pt x="20353" y="28355"/>
                </a:cubicBezTo>
                <a:cubicBezTo>
                  <a:pt x="17434" y="35572"/>
                  <a:pt x="15974" y="44545"/>
                  <a:pt x="15974" y="55274"/>
                </a:cubicBezTo>
                <a:cubicBezTo>
                  <a:pt x="15974" y="64126"/>
                  <a:pt x="17352" y="71799"/>
                  <a:pt x="20108" y="78295"/>
                </a:cubicBezTo>
                <a:cubicBezTo>
                  <a:pt x="22864" y="84790"/>
                  <a:pt x="27009" y="89769"/>
                  <a:pt x="32544" y="93233"/>
                </a:cubicBezTo>
                <a:cubicBezTo>
                  <a:pt x="38079" y="96697"/>
                  <a:pt x="44396" y="98430"/>
                  <a:pt x="51496" y="98430"/>
                </a:cubicBezTo>
                <a:cubicBezTo>
                  <a:pt x="57661" y="98430"/>
                  <a:pt x="63103" y="97071"/>
                  <a:pt x="67820" y="94355"/>
                </a:cubicBezTo>
                <a:cubicBezTo>
                  <a:pt x="72538" y="91639"/>
                  <a:pt x="77723" y="86243"/>
                  <a:pt x="83374" y="78167"/>
                </a:cubicBezTo>
                <a:lnTo>
                  <a:pt x="85546" y="79604"/>
                </a:lnTo>
                <a:cubicBezTo>
                  <a:pt x="80782" y="88283"/>
                  <a:pt x="75224" y="94636"/>
                  <a:pt x="68871" y="98664"/>
                </a:cubicBezTo>
                <a:cubicBezTo>
                  <a:pt x="62519" y="102690"/>
                  <a:pt x="54976" y="104703"/>
                  <a:pt x="46241" y="104703"/>
                </a:cubicBezTo>
                <a:cubicBezTo>
                  <a:pt x="30501" y="104703"/>
                  <a:pt x="18310" y="98702"/>
                  <a:pt x="9669" y="86700"/>
                </a:cubicBezTo>
                <a:cubicBezTo>
                  <a:pt x="3223" y="77772"/>
                  <a:pt x="0" y="67259"/>
                  <a:pt x="0" y="55162"/>
                </a:cubicBezTo>
                <a:cubicBezTo>
                  <a:pt x="0" y="45416"/>
                  <a:pt x="2125" y="36463"/>
                  <a:pt x="6376" y="28303"/>
                </a:cubicBezTo>
                <a:cubicBezTo>
                  <a:pt x="10626" y="20143"/>
                  <a:pt x="16476" y="13818"/>
                  <a:pt x="23926" y="9329"/>
                </a:cubicBezTo>
                <a:cubicBezTo>
                  <a:pt x="31376" y="4840"/>
                  <a:pt x="39515" y="2596"/>
                  <a:pt x="48343" y="2596"/>
                </a:cubicBezTo>
                <a:cubicBezTo>
                  <a:pt x="55209" y="2596"/>
                  <a:pt x="61982" y="4327"/>
                  <a:pt x="68661" y="7788"/>
                </a:cubicBezTo>
                <a:cubicBezTo>
                  <a:pt x="70623" y="8845"/>
                  <a:pt x="72024" y="9374"/>
                  <a:pt x="72865" y="9374"/>
                </a:cubicBezTo>
                <a:cubicBezTo>
                  <a:pt x="74126" y="9374"/>
                  <a:pt x="75224" y="8918"/>
                  <a:pt x="76158" y="8004"/>
                </a:cubicBezTo>
                <a:cubicBezTo>
                  <a:pt x="77372" y="6706"/>
                  <a:pt x="78236" y="4903"/>
                  <a:pt x="78750" y="2596"/>
                </a:cubicBezTo>
                <a:lnTo>
                  <a:pt x="81202" y="2596"/>
                </a:lnTo>
                <a:close/>
                <a:moveTo>
                  <a:pt x="127097" y="34613"/>
                </a:moveTo>
                <a:cubicBezTo>
                  <a:pt x="136812" y="34613"/>
                  <a:pt x="144612" y="38407"/>
                  <a:pt x="150498" y="45995"/>
                </a:cubicBezTo>
                <a:cubicBezTo>
                  <a:pt x="155495" y="52477"/>
                  <a:pt x="157994" y="59921"/>
                  <a:pt x="157994" y="68326"/>
                </a:cubicBezTo>
                <a:cubicBezTo>
                  <a:pt x="157994" y="74233"/>
                  <a:pt x="156616" y="80212"/>
                  <a:pt x="153861" y="86263"/>
                </a:cubicBezTo>
                <a:cubicBezTo>
                  <a:pt x="151105" y="92313"/>
                  <a:pt x="147310" y="96875"/>
                  <a:pt x="142475" y="99948"/>
                </a:cubicBezTo>
                <a:cubicBezTo>
                  <a:pt x="137641" y="103022"/>
                  <a:pt x="132258" y="104559"/>
                  <a:pt x="126326" y="104559"/>
                </a:cubicBezTo>
                <a:cubicBezTo>
                  <a:pt x="116657" y="104559"/>
                  <a:pt x="108974" y="100597"/>
                  <a:pt x="103276" y="92672"/>
                </a:cubicBezTo>
                <a:cubicBezTo>
                  <a:pt x="98465" y="85997"/>
                  <a:pt x="96059" y="78506"/>
                  <a:pt x="96059" y="70199"/>
                </a:cubicBezTo>
                <a:cubicBezTo>
                  <a:pt x="96059" y="64147"/>
                  <a:pt x="97519" y="58132"/>
                  <a:pt x="100438" y="52153"/>
                </a:cubicBezTo>
                <a:cubicBezTo>
                  <a:pt x="103357" y="46174"/>
                  <a:pt x="107199" y="41756"/>
                  <a:pt x="111963" y="38899"/>
                </a:cubicBezTo>
                <a:cubicBezTo>
                  <a:pt x="116728" y="36041"/>
                  <a:pt x="121772" y="34613"/>
                  <a:pt x="127097" y="34613"/>
                </a:cubicBezTo>
                <a:moveTo>
                  <a:pt x="124925" y="39372"/>
                </a:moveTo>
                <a:cubicBezTo>
                  <a:pt x="122449" y="39372"/>
                  <a:pt x="119962" y="40128"/>
                  <a:pt x="117463" y="41641"/>
                </a:cubicBezTo>
                <a:cubicBezTo>
                  <a:pt x="114964" y="43154"/>
                  <a:pt x="112944" y="45807"/>
                  <a:pt x="111403" y="49600"/>
                </a:cubicBezTo>
                <a:cubicBezTo>
                  <a:pt x="109861" y="53393"/>
                  <a:pt x="109091" y="58267"/>
                  <a:pt x="109091" y="64220"/>
                </a:cubicBezTo>
                <a:cubicBezTo>
                  <a:pt x="109091" y="73823"/>
                  <a:pt x="110947" y="82106"/>
                  <a:pt x="114661" y="89069"/>
                </a:cubicBezTo>
                <a:cubicBezTo>
                  <a:pt x="118374" y="96030"/>
                  <a:pt x="123267" y="99511"/>
                  <a:pt x="129339" y="99511"/>
                </a:cubicBezTo>
                <a:cubicBezTo>
                  <a:pt x="133869" y="99511"/>
                  <a:pt x="137606" y="97591"/>
                  <a:pt x="140549" y="93749"/>
                </a:cubicBezTo>
                <a:cubicBezTo>
                  <a:pt x="143491" y="89908"/>
                  <a:pt x="144963" y="83306"/>
                  <a:pt x="144963" y="73944"/>
                </a:cubicBezTo>
                <a:cubicBezTo>
                  <a:pt x="144963" y="62228"/>
                  <a:pt x="142511" y="53008"/>
                  <a:pt x="137606" y="46285"/>
                </a:cubicBezTo>
                <a:cubicBezTo>
                  <a:pt x="134290" y="41676"/>
                  <a:pt x="130063" y="39372"/>
                  <a:pt x="124925" y="39372"/>
                </a:cubicBezTo>
                <a:close/>
                <a:moveTo>
                  <a:pt x="186510" y="48674"/>
                </a:moveTo>
                <a:cubicBezTo>
                  <a:pt x="191181" y="43867"/>
                  <a:pt x="193936" y="41102"/>
                  <a:pt x="194777" y="40381"/>
                </a:cubicBezTo>
                <a:cubicBezTo>
                  <a:pt x="196879" y="38555"/>
                  <a:pt x="199144" y="37136"/>
                  <a:pt x="201573" y="36127"/>
                </a:cubicBezTo>
                <a:cubicBezTo>
                  <a:pt x="204002" y="35117"/>
                  <a:pt x="206407" y="34613"/>
                  <a:pt x="208790" y="34613"/>
                </a:cubicBezTo>
                <a:cubicBezTo>
                  <a:pt x="212806" y="34613"/>
                  <a:pt x="216263" y="35814"/>
                  <a:pt x="219159" y="38218"/>
                </a:cubicBezTo>
                <a:cubicBezTo>
                  <a:pt x="222055" y="40622"/>
                  <a:pt x="223993" y="44107"/>
                  <a:pt x="224974" y="48674"/>
                </a:cubicBezTo>
                <a:cubicBezTo>
                  <a:pt x="229785" y="42905"/>
                  <a:pt x="233849" y="39119"/>
                  <a:pt x="237165" y="37317"/>
                </a:cubicBezTo>
                <a:cubicBezTo>
                  <a:pt x="240481" y="35514"/>
                  <a:pt x="243891" y="34613"/>
                  <a:pt x="247394" y="34613"/>
                </a:cubicBezTo>
                <a:cubicBezTo>
                  <a:pt x="250804" y="34613"/>
                  <a:pt x="253828" y="35512"/>
                  <a:pt x="256467" y="37312"/>
                </a:cubicBezTo>
                <a:cubicBezTo>
                  <a:pt x="259106" y="39110"/>
                  <a:pt x="261196" y="42048"/>
                  <a:pt x="262738" y="46125"/>
                </a:cubicBezTo>
                <a:cubicBezTo>
                  <a:pt x="263765" y="48908"/>
                  <a:pt x="264279" y="53272"/>
                  <a:pt x="264279" y="59220"/>
                </a:cubicBezTo>
                <a:lnTo>
                  <a:pt x="264279" y="87568"/>
                </a:lnTo>
                <a:cubicBezTo>
                  <a:pt x="264279" y="91693"/>
                  <a:pt x="264583" y="94524"/>
                  <a:pt x="265190" y="96059"/>
                </a:cubicBezTo>
                <a:cubicBezTo>
                  <a:pt x="265657" y="97114"/>
                  <a:pt x="266521" y="98013"/>
                  <a:pt x="267782" y="98756"/>
                </a:cubicBezTo>
                <a:cubicBezTo>
                  <a:pt x="269043" y="99500"/>
                  <a:pt x="271098" y="99872"/>
                  <a:pt x="273948" y="99872"/>
                </a:cubicBezTo>
                <a:lnTo>
                  <a:pt x="273948" y="102540"/>
                </a:lnTo>
                <a:lnTo>
                  <a:pt x="242279" y="102540"/>
                </a:lnTo>
                <a:lnTo>
                  <a:pt x="242279" y="99872"/>
                </a:lnTo>
                <a:lnTo>
                  <a:pt x="243611" y="99872"/>
                </a:lnTo>
                <a:cubicBezTo>
                  <a:pt x="246366" y="99872"/>
                  <a:pt x="248515" y="99322"/>
                  <a:pt x="250056" y="98222"/>
                </a:cubicBezTo>
                <a:cubicBezTo>
                  <a:pt x="251131" y="97456"/>
                  <a:pt x="251901" y="96236"/>
                  <a:pt x="252368" y="94563"/>
                </a:cubicBezTo>
                <a:cubicBezTo>
                  <a:pt x="252555" y="93750"/>
                  <a:pt x="252649" y="91430"/>
                  <a:pt x="252649" y="87604"/>
                </a:cubicBezTo>
                <a:lnTo>
                  <a:pt x="252649" y="59337"/>
                </a:lnTo>
                <a:cubicBezTo>
                  <a:pt x="252649" y="53980"/>
                  <a:pt x="252018" y="50202"/>
                  <a:pt x="250757" y="48002"/>
                </a:cubicBezTo>
                <a:cubicBezTo>
                  <a:pt x="248935" y="44941"/>
                  <a:pt x="246016" y="43410"/>
                  <a:pt x="241999" y="43410"/>
                </a:cubicBezTo>
                <a:cubicBezTo>
                  <a:pt x="239524" y="43410"/>
                  <a:pt x="237036" y="44044"/>
                  <a:pt x="234537" y="45312"/>
                </a:cubicBezTo>
                <a:cubicBezTo>
                  <a:pt x="232039" y="46578"/>
                  <a:pt x="229014" y="48934"/>
                  <a:pt x="225464" y="52379"/>
                </a:cubicBezTo>
                <a:lnTo>
                  <a:pt x="225324" y="53167"/>
                </a:lnTo>
                <a:lnTo>
                  <a:pt x="225464" y="56252"/>
                </a:lnTo>
                <a:lnTo>
                  <a:pt x="225464" y="87604"/>
                </a:lnTo>
                <a:cubicBezTo>
                  <a:pt x="225464" y="92100"/>
                  <a:pt x="225710" y="94898"/>
                  <a:pt x="226200" y="95998"/>
                </a:cubicBezTo>
                <a:cubicBezTo>
                  <a:pt x="226690" y="97098"/>
                  <a:pt x="227613" y="98019"/>
                  <a:pt x="228968" y="98761"/>
                </a:cubicBezTo>
                <a:cubicBezTo>
                  <a:pt x="230322" y="99501"/>
                  <a:pt x="232634" y="99872"/>
                  <a:pt x="235904" y="99872"/>
                </a:cubicBezTo>
                <a:lnTo>
                  <a:pt x="235904" y="102540"/>
                </a:lnTo>
                <a:lnTo>
                  <a:pt x="203465" y="102540"/>
                </a:lnTo>
                <a:lnTo>
                  <a:pt x="203465" y="99872"/>
                </a:lnTo>
                <a:cubicBezTo>
                  <a:pt x="207015" y="99872"/>
                  <a:pt x="209455" y="99441"/>
                  <a:pt x="210786" y="98581"/>
                </a:cubicBezTo>
                <a:cubicBezTo>
                  <a:pt x="212118" y="97720"/>
                  <a:pt x="213040" y="96429"/>
                  <a:pt x="213554" y="94707"/>
                </a:cubicBezTo>
                <a:cubicBezTo>
                  <a:pt x="213787" y="93893"/>
                  <a:pt x="213904" y="91525"/>
                  <a:pt x="213904" y="87604"/>
                </a:cubicBezTo>
                <a:lnTo>
                  <a:pt x="213904" y="59337"/>
                </a:lnTo>
                <a:cubicBezTo>
                  <a:pt x="213904" y="53980"/>
                  <a:pt x="213133" y="50130"/>
                  <a:pt x="211592" y="47786"/>
                </a:cubicBezTo>
                <a:cubicBezTo>
                  <a:pt x="209537" y="44724"/>
                  <a:pt x="206664" y="43194"/>
                  <a:pt x="202974" y="43194"/>
                </a:cubicBezTo>
                <a:cubicBezTo>
                  <a:pt x="200452" y="43194"/>
                  <a:pt x="197953" y="43887"/>
                  <a:pt x="195478" y="45274"/>
                </a:cubicBezTo>
                <a:cubicBezTo>
                  <a:pt x="191601" y="47378"/>
                  <a:pt x="188612" y="49746"/>
                  <a:pt x="186510" y="52376"/>
                </a:cubicBezTo>
                <a:lnTo>
                  <a:pt x="186510" y="87604"/>
                </a:lnTo>
                <a:cubicBezTo>
                  <a:pt x="186510" y="91908"/>
                  <a:pt x="186802" y="94706"/>
                  <a:pt x="187385" y="95998"/>
                </a:cubicBezTo>
                <a:cubicBezTo>
                  <a:pt x="187969" y="97289"/>
                  <a:pt x="188833" y="98257"/>
                  <a:pt x="189978" y="98903"/>
                </a:cubicBezTo>
                <a:cubicBezTo>
                  <a:pt x="191122" y="99549"/>
                  <a:pt x="193446" y="99872"/>
                  <a:pt x="196949" y="99872"/>
                </a:cubicBezTo>
                <a:lnTo>
                  <a:pt x="196949" y="102540"/>
                </a:lnTo>
                <a:lnTo>
                  <a:pt x="165211" y="102540"/>
                </a:lnTo>
                <a:lnTo>
                  <a:pt x="165211" y="99872"/>
                </a:lnTo>
                <a:cubicBezTo>
                  <a:pt x="168153" y="99872"/>
                  <a:pt x="170208" y="99548"/>
                  <a:pt x="171376" y="98901"/>
                </a:cubicBezTo>
                <a:cubicBezTo>
                  <a:pt x="172544" y="98253"/>
                  <a:pt x="173431" y="97222"/>
                  <a:pt x="174039" y="95807"/>
                </a:cubicBezTo>
                <a:cubicBezTo>
                  <a:pt x="174646" y="94391"/>
                  <a:pt x="174949" y="91645"/>
                  <a:pt x="174949" y="87568"/>
                </a:cubicBezTo>
                <a:lnTo>
                  <a:pt x="174949" y="62386"/>
                </a:lnTo>
                <a:cubicBezTo>
                  <a:pt x="174949" y="55142"/>
                  <a:pt x="174739" y="50465"/>
                  <a:pt x="174319" y="48356"/>
                </a:cubicBezTo>
                <a:cubicBezTo>
                  <a:pt x="173992" y="46773"/>
                  <a:pt x="173478" y="45681"/>
                  <a:pt x="172777" y="45082"/>
                </a:cubicBezTo>
                <a:cubicBezTo>
                  <a:pt x="172077" y="44483"/>
                  <a:pt x="171119" y="44183"/>
                  <a:pt x="169905" y="44183"/>
                </a:cubicBezTo>
                <a:cubicBezTo>
                  <a:pt x="168597" y="44183"/>
                  <a:pt x="167032" y="44543"/>
                  <a:pt x="165211" y="45262"/>
                </a:cubicBezTo>
                <a:lnTo>
                  <a:pt x="164160" y="42671"/>
                </a:lnTo>
                <a:lnTo>
                  <a:pt x="183497" y="34613"/>
                </a:lnTo>
                <a:lnTo>
                  <a:pt x="186510" y="34613"/>
                </a:lnTo>
                <a:lnTo>
                  <a:pt x="186510" y="48674"/>
                </a:lnTo>
                <a:close/>
                <a:moveTo>
                  <a:pt x="298602" y="48674"/>
                </a:moveTo>
                <a:cubicBezTo>
                  <a:pt x="303273" y="43867"/>
                  <a:pt x="306029" y="41102"/>
                  <a:pt x="306870" y="40381"/>
                </a:cubicBezTo>
                <a:cubicBezTo>
                  <a:pt x="308972" y="38555"/>
                  <a:pt x="311237" y="37136"/>
                  <a:pt x="313666" y="36127"/>
                </a:cubicBezTo>
                <a:cubicBezTo>
                  <a:pt x="316095" y="35117"/>
                  <a:pt x="318500" y="34613"/>
                  <a:pt x="320882" y="34613"/>
                </a:cubicBezTo>
                <a:cubicBezTo>
                  <a:pt x="324899" y="34613"/>
                  <a:pt x="328355" y="35814"/>
                  <a:pt x="331251" y="38218"/>
                </a:cubicBezTo>
                <a:cubicBezTo>
                  <a:pt x="334147" y="40622"/>
                  <a:pt x="336086" y="44107"/>
                  <a:pt x="337067" y="48674"/>
                </a:cubicBezTo>
                <a:cubicBezTo>
                  <a:pt x="341877" y="42905"/>
                  <a:pt x="345941" y="39119"/>
                  <a:pt x="349257" y="37317"/>
                </a:cubicBezTo>
                <a:cubicBezTo>
                  <a:pt x="352574" y="35514"/>
                  <a:pt x="355983" y="34613"/>
                  <a:pt x="359487" y="34613"/>
                </a:cubicBezTo>
                <a:cubicBezTo>
                  <a:pt x="362896" y="34613"/>
                  <a:pt x="365921" y="35512"/>
                  <a:pt x="368560" y="37312"/>
                </a:cubicBezTo>
                <a:cubicBezTo>
                  <a:pt x="371199" y="39110"/>
                  <a:pt x="373289" y="42048"/>
                  <a:pt x="374830" y="46125"/>
                </a:cubicBezTo>
                <a:cubicBezTo>
                  <a:pt x="375858" y="48908"/>
                  <a:pt x="376372" y="53272"/>
                  <a:pt x="376372" y="59220"/>
                </a:cubicBezTo>
                <a:lnTo>
                  <a:pt x="376372" y="87568"/>
                </a:lnTo>
                <a:cubicBezTo>
                  <a:pt x="376372" y="91693"/>
                  <a:pt x="376675" y="94524"/>
                  <a:pt x="377282" y="96059"/>
                </a:cubicBezTo>
                <a:cubicBezTo>
                  <a:pt x="377749" y="97114"/>
                  <a:pt x="378614" y="98013"/>
                  <a:pt x="379875" y="98756"/>
                </a:cubicBezTo>
                <a:cubicBezTo>
                  <a:pt x="381136" y="99500"/>
                  <a:pt x="383191" y="99872"/>
                  <a:pt x="386040" y="99872"/>
                </a:cubicBezTo>
                <a:lnTo>
                  <a:pt x="386040" y="102540"/>
                </a:lnTo>
                <a:lnTo>
                  <a:pt x="354372" y="102540"/>
                </a:lnTo>
                <a:lnTo>
                  <a:pt x="354372" y="99872"/>
                </a:lnTo>
                <a:lnTo>
                  <a:pt x="355703" y="99872"/>
                </a:lnTo>
                <a:cubicBezTo>
                  <a:pt x="358459" y="99872"/>
                  <a:pt x="360608" y="99322"/>
                  <a:pt x="362149" y="98222"/>
                </a:cubicBezTo>
                <a:cubicBezTo>
                  <a:pt x="363223" y="97456"/>
                  <a:pt x="363994" y="96236"/>
                  <a:pt x="364461" y="94563"/>
                </a:cubicBezTo>
                <a:cubicBezTo>
                  <a:pt x="364648" y="93750"/>
                  <a:pt x="364741" y="91430"/>
                  <a:pt x="364741" y="87604"/>
                </a:cubicBezTo>
                <a:lnTo>
                  <a:pt x="364741" y="59337"/>
                </a:lnTo>
                <a:cubicBezTo>
                  <a:pt x="364741" y="53980"/>
                  <a:pt x="364111" y="50202"/>
                  <a:pt x="362850" y="48002"/>
                </a:cubicBezTo>
                <a:cubicBezTo>
                  <a:pt x="361028" y="44941"/>
                  <a:pt x="358109" y="43410"/>
                  <a:pt x="354092" y="43410"/>
                </a:cubicBezTo>
                <a:cubicBezTo>
                  <a:pt x="351616" y="43410"/>
                  <a:pt x="349129" y="44044"/>
                  <a:pt x="346630" y="45312"/>
                </a:cubicBezTo>
                <a:cubicBezTo>
                  <a:pt x="344131" y="46578"/>
                  <a:pt x="341107" y="48934"/>
                  <a:pt x="337557" y="52379"/>
                </a:cubicBezTo>
                <a:lnTo>
                  <a:pt x="337417" y="53167"/>
                </a:lnTo>
                <a:lnTo>
                  <a:pt x="337557" y="56252"/>
                </a:lnTo>
                <a:lnTo>
                  <a:pt x="337557" y="87604"/>
                </a:lnTo>
                <a:cubicBezTo>
                  <a:pt x="337557" y="92100"/>
                  <a:pt x="337802" y="94898"/>
                  <a:pt x="338293" y="95998"/>
                </a:cubicBezTo>
                <a:cubicBezTo>
                  <a:pt x="338783" y="97098"/>
                  <a:pt x="339706" y="98019"/>
                  <a:pt x="341060" y="98761"/>
                </a:cubicBezTo>
                <a:cubicBezTo>
                  <a:pt x="342415" y="99501"/>
                  <a:pt x="344727" y="99872"/>
                  <a:pt x="347996" y="99872"/>
                </a:cubicBezTo>
                <a:lnTo>
                  <a:pt x="347996" y="102540"/>
                </a:lnTo>
                <a:lnTo>
                  <a:pt x="315557" y="102540"/>
                </a:lnTo>
                <a:lnTo>
                  <a:pt x="315557" y="99872"/>
                </a:lnTo>
                <a:cubicBezTo>
                  <a:pt x="319107" y="99872"/>
                  <a:pt x="321548" y="99441"/>
                  <a:pt x="322879" y="98581"/>
                </a:cubicBezTo>
                <a:cubicBezTo>
                  <a:pt x="324210" y="97720"/>
                  <a:pt x="325133" y="96429"/>
                  <a:pt x="325646" y="94707"/>
                </a:cubicBezTo>
                <a:cubicBezTo>
                  <a:pt x="325880" y="93893"/>
                  <a:pt x="325997" y="91525"/>
                  <a:pt x="325997" y="87604"/>
                </a:cubicBezTo>
                <a:lnTo>
                  <a:pt x="325997" y="59337"/>
                </a:lnTo>
                <a:cubicBezTo>
                  <a:pt x="325997" y="53980"/>
                  <a:pt x="325226" y="50130"/>
                  <a:pt x="323685" y="47786"/>
                </a:cubicBezTo>
                <a:cubicBezTo>
                  <a:pt x="321629" y="44724"/>
                  <a:pt x="318757" y="43194"/>
                  <a:pt x="315067" y="43194"/>
                </a:cubicBezTo>
                <a:cubicBezTo>
                  <a:pt x="312545" y="43194"/>
                  <a:pt x="310046" y="43887"/>
                  <a:pt x="307570" y="45274"/>
                </a:cubicBezTo>
                <a:cubicBezTo>
                  <a:pt x="303693" y="47378"/>
                  <a:pt x="300704" y="49746"/>
                  <a:pt x="298602" y="52376"/>
                </a:cubicBezTo>
                <a:lnTo>
                  <a:pt x="298602" y="87604"/>
                </a:lnTo>
                <a:cubicBezTo>
                  <a:pt x="298602" y="91908"/>
                  <a:pt x="298894" y="94706"/>
                  <a:pt x="299478" y="95998"/>
                </a:cubicBezTo>
                <a:cubicBezTo>
                  <a:pt x="300062" y="97289"/>
                  <a:pt x="300926" y="98257"/>
                  <a:pt x="302070" y="98903"/>
                </a:cubicBezTo>
                <a:cubicBezTo>
                  <a:pt x="303215" y="99549"/>
                  <a:pt x="305538" y="99872"/>
                  <a:pt x="309042" y="99872"/>
                </a:cubicBezTo>
                <a:lnTo>
                  <a:pt x="309042" y="102540"/>
                </a:lnTo>
                <a:lnTo>
                  <a:pt x="277303" y="102540"/>
                </a:lnTo>
                <a:lnTo>
                  <a:pt x="277303" y="99872"/>
                </a:lnTo>
                <a:cubicBezTo>
                  <a:pt x="280246" y="99872"/>
                  <a:pt x="282301" y="99548"/>
                  <a:pt x="283469" y="98901"/>
                </a:cubicBezTo>
                <a:cubicBezTo>
                  <a:pt x="284636" y="98253"/>
                  <a:pt x="285524" y="97222"/>
                  <a:pt x="286131" y="95807"/>
                </a:cubicBezTo>
                <a:cubicBezTo>
                  <a:pt x="286738" y="94391"/>
                  <a:pt x="287042" y="91645"/>
                  <a:pt x="287042" y="87568"/>
                </a:cubicBezTo>
                <a:lnTo>
                  <a:pt x="287042" y="62386"/>
                </a:lnTo>
                <a:cubicBezTo>
                  <a:pt x="287042" y="55142"/>
                  <a:pt x="286832" y="50465"/>
                  <a:pt x="286411" y="48356"/>
                </a:cubicBezTo>
                <a:cubicBezTo>
                  <a:pt x="286084" y="46773"/>
                  <a:pt x="285571" y="45681"/>
                  <a:pt x="284870" y="45082"/>
                </a:cubicBezTo>
                <a:cubicBezTo>
                  <a:pt x="284169" y="44483"/>
                  <a:pt x="283212" y="44183"/>
                  <a:pt x="281997" y="44183"/>
                </a:cubicBezTo>
                <a:cubicBezTo>
                  <a:pt x="280690" y="44183"/>
                  <a:pt x="279125" y="44543"/>
                  <a:pt x="277303" y="45262"/>
                </a:cubicBezTo>
                <a:lnTo>
                  <a:pt x="276252" y="42671"/>
                </a:lnTo>
                <a:lnTo>
                  <a:pt x="295590" y="34613"/>
                </a:lnTo>
                <a:lnTo>
                  <a:pt x="298602" y="34613"/>
                </a:lnTo>
                <a:lnTo>
                  <a:pt x="298602" y="48674"/>
                </a:lnTo>
                <a:close/>
                <a:moveTo>
                  <a:pt x="407963" y="0"/>
                </a:moveTo>
                <a:cubicBezTo>
                  <a:pt x="409924" y="0"/>
                  <a:pt x="411594" y="713"/>
                  <a:pt x="412972" y="2138"/>
                </a:cubicBezTo>
                <a:cubicBezTo>
                  <a:pt x="414350" y="3563"/>
                  <a:pt x="415039" y="5290"/>
                  <a:pt x="415039" y="7319"/>
                </a:cubicBezTo>
                <a:cubicBezTo>
                  <a:pt x="415039" y="9349"/>
                  <a:pt x="414350" y="11088"/>
                  <a:pt x="412972" y="12538"/>
                </a:cubicBezTo>
                <a:cubicBezTo>
                  <a:pt x="411594" y="13986"/>
                  <a:pt x="409924" y="14710"/>
                  <a:pt x="407963" y="14710"/>
                </a:cubicBezTo>
                <a:cubicBezTo>
                  <a:pt x="406001" y="14710"/>
                  <a:pt x="404319" y="13986"/>
                  <a:pt x="402918" y="12538"/>
                </a:cubicBezTo>
                <a:cubicBezTo>
                  <a:pt x="401517" y="11088"/>
                  <a:pt x="400816" y="9349"/>
                  <a:pt x="400816" y="7319"/>
                </a:cubicBezTo>
                <a:cubicBezTo>
                  <a:pt x="400816" y="5290"/>
                  <a:pt x="401505" y="3563"/>
                  <a:pt x="402883" y="2138"/>
                </a:cubicBezTo>
                <a:cubicBezTo>
                  <a:pt x="404261" y="713"/>
                  <a:pt x="405954" y="0"/>
                  <a:pt x="407963" y="0"/>
                </a:cubicBezTo>
                <a:moveTo>
                  <a:pt x="413778" y="34613"/>
                </a:moveTo>
                <a:lnTo>
                  <a:pt x="413778" y="87568"/>
                </a:lnTo>
                <a:cubicBezTo>
                  <a:pt x="413778" y="91693"/>
                  <a:pt x="414070" y="94439"/>
                  <a:pt x="414654" y="95807"/>
                </a:cubicBezTo>
                <a:cubicBezTo>
                  <a:pt x="415238" y="97174"/>
                  <a:pt x="416102" y="98193"/>
                  <a:pt x="417246" y="98864"/>
                </a:cubicBezTo>
                <a:cubicBezTo>
                  <a:pt x="418390" y="99536"/>
                  <a:pt x="420481" y="99872"/>
                  <a:pt x="423517" y="99872"/>
                </a:cubicBezTo>
                <a:lnTo>
                  <a:pt x="423517" y="102540"/>
                </a:lnTo>
                <a:lnTo>
                  <a:pt x="392339" y="102540"/>
                </a:lnTo>
                <a:lnTo>
                  <a:pt x="392339" y="99872"/>
                </a:lnTo>
                <a:cubicBezTo>
                  <a:pt x="395468" y="99872"/>
                  <a:pt x="397570" y="99560"/>
                  <a:pt x="398644" y="98937"/>
                </a:cubicBezTo>
                <a:cubicBezTo>
                  <a:pt x="399719" y="98313"/>
                  <a:pt x="400571" y="97282"/>
                  <a:pt x="401202" y="95843"/>
                </a:cubicBezTo>
                <a:cubicBezTo>
                  <a:pt x="401832" y="94403"/>
                  <a:pt x="402148" y="91645"/>
                  <a:pt x="402148" y="87568"/>
                </a:cubicBezTo>
                <a:lnTo>
                  <a:pt x="402148" y="62170"/>
                </a:lnTo>
                <a:cubicBezTo>
                  <a:pt x="402148" y="55022"/>
                  <a:pt x="401937" y="50393"/>
                  <a:pt x="401517" y="48284"/>
                </a:cubicBezTo>
                <a:cubicBezTo>
                  <a:pt x="401190" y="46749"/>
                  <a:pt x="400676" y="45681"/>
                  <a:pt x="399976" y="45082"/>
                </a:cubicBezTo>
                <a:cubicBezTo>
                  <a:pt x="399275" y="44483"/>
                  <a:pt x="398317" y="44183"/>
                  <a:pt x="397103" y="44183"/>
                </a:cubicBezTo>
                <a:cubicBezTo>
                  <a:pt x="395795" y="44183"/>
                  <a:pt x="394207" y="44543"/>
                  <a:pt x="392339" y="45262"/>
                </a:cubicBezTo>
                <a:lnTo>
                  <a:pt x="391358" y="42671"/>
                </a:lnTo>
                <a:lnTo>
                  <a:pt x="410695" y="34613"/>
                </a:lnTo>
                <a:lnTo>
                  <a:pt x="413778" y="34613"/>
                </a:lnTo>
                <a:close/>
                <a:moveTo>
                  <a:pt x="450638" y="14710"/>
                </a:moveTo>
                <a:lnTo>
                  <a:pt x="450638" y="36487"/>
                </a:lnTo>
                <a:lnTo>
                  <a:pt x="465631" y="36487"/>
                </a:lnTo>
                <a:lnTo>
                  <a:pt x="465631" y="41535"/>
                </a:lnTo>
                <a:lnTo>
                  <a:pt x="450638" y="41535"/>
                </a:lnTo>
                <a:lnTo>
                  <a:pt x="450638" y="84310"/>
                </a:lnTo>
                <a:cubicBezTo>
                  <a:pt x="450638" y="88584"/>
                  <a:pt x="451234" y="91465"/>
                  <a:pt x="452425" y="92954"/>
                </a:cubicBezTo>
                <a:cubicBezTo>
                  <a:pt x="453616" y="94441"/>
                  <a:pt x="455145" y="95185"/>
                  <a:pt x="457014" y="95185"/>
                </a:cubicBezTo>
                <a:cubicBezTo>
                  <a:pt x="458555" y="95185"/>
                  <a:pt x="460050" y="94692"/>
                  <a:pt x="461498" y="93706"/>
                </a:cubicBezTo>
                <a:cubicBezTo>
                  <a:pt x="462946" y="92721"/>
                  <a:pt x="464067" y="91267"/>
                  <a:pt x="464861" y="89344"/>
                </a:cubicBezTo>
                <a:lnTo>
                  <a:pt x="467593" y="89344"/>
                </a:lnTo>
                <a:cubicBezTo>
                  <a:pt x="465958" y="94068"/>
                  <a:pt x="463646" y="97642"/>
                  <a:pt x="460657" y="100063"/>
                </a:cubicBezTo>
                <a:cubicBezTo>
                  <a:pt x="457668" y="102483"/>
                  <a:pt x="454585" y="103694"/>
                  <a:pt x="451409" y="103694"/>
                </a:cubicBezTo>
                <a:cubicBezTo>
                  <a:pt x="449260" y="103694"/>
                  <a:pt x="447158" y="103080"/>
                  <a:pt x="445103" y="101852"/>
                </a:cubicBezTo>
                <a:cubicBezTo>
                  <a:pt x="443048" y="100625"/>
                  <a:pt x="441530" y="98869"/>
                  <a:pt x="440549" y="96584"/>
                </a:cubicBezTo>
                <a:cubicBezTo>
                  <a:pt x="439568" y="94298"/>
                  <a:pt x="439078" y="90772"/>
                  <a:pt x="439078" y="86006"/>
                </a:cubicBezTo>
                <a:lnTo>
                  <a:pt x="439078" y="41535"/>
                </a:lnTo>
                <a:lnTo>
                  <a:pt x="428919" y="41535"/>
                </a:lnTo>
                <a:lnTo>
                  <a:pt x="428919" y="39155"/>
                </a:lnTo>
                <a:cubicBezTo>
                  <a:pt x="431488" y="38095"/>
                  <a:pt x="434115" y="36299"/>
                  <a:pt x="436801" y="33768"/>
                </a:cubicBezTo>
                <a:cubicBezTo>
                  <a:pt x="439486" y="31236"/>
                  <a:pt x="441880" y="28235"/>
                  <a:pt x="443982" y="24763"/>
                </a:cubicBezTo>
                <a:cubicBezTo>
                  <a:pt x="445056" y="22932"/>
                  <a:pt x="446551" y="19581"/>
                  <a:pt x="448466" y="14710"/>
                </a:cubicBezTo>
                <a:lnTo>
                  <a:pt x="450638" y="14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Message">
            <a:extLst xmlns:a="http://schemas.openxmlformats.org/drawingml/2006/main">
              <a:ext uri="{FF2B5EF4-FFF2-40B4-BE49-F238E27FC236}">
                <a16:creationId xmlns:a16="http://schemas.microsoft.com/office/drawing/2014/main" id="{C7D48486-86B2-42C8-A9E4-E346431F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128" y="2071668"/>
            <a:ext cx="494420" cy="129653"/>
          </a:xfrm>
          <a:custGeom xmlns:a="http://schemas.openxmlformats.org/drawingml/2006/main">
            <a:pathLst>
              <a:path w="494420" h="129653">
                <a:moveTo>
                  <a:pt x="56330" y="97781"/>
                </a:moveTo>
                <a:lnTo>
                  <a:pt x="19617" y="15504"/>
                </a:lnTo>
                <a:lnTo>
                  <a:pt x="19617" y="80835"/>
                </a:lnTo>
                <a:cubicBezTo>
                  <a:pt x="19617" y="86844"/>
                  <a:pt x="20248" y="90594"/>
                  <a:pt x="21509" y="92084"/>
                </a:cubicBezTo>
                <a:cubicBezTo>
                  <a:pt x="23237" y="94103"/>
                  <a:pt x="25970" y="95113"/>
                  <a:pt x="29706" y="95113"/>
                </a:cubicBezTo>
                <a:lnTo>
                  <a:pt x="33069" y="95113"/>
                </a:lnTo>
                <a:lnTo>
                  <a:pt x="33069" y="97781"/>
                </a:lnTo>
                <a:lnTo>
                  <a:pt x="0" y="97781"/>
                </a:lnTo>
                <a:lnTo>
                  <a:pt x="0" y="95113"/>
                </a:lnTo>
                <a:lnTo>
                  <a:pt x="3363" y="95113"/>
                </a:lnTo>
                <a:cubicBezTo>
                  <a:pt x="7380" y="95113"/>
                  <a:pt x="10229" y="93863"/>
                  <a:pt x="11911" y="91363"/>
                </a:cubicBezTo>
                <a:cubicBezTo>
                  <a:pt x="12938" y="89824"/>
                  <a:pt x="13452" y="86315"/>
                  <a:pt x="13452" y="80835"/>
                </a:cubicBezTo>
                <a:lnTo>
                  <a:pt x="13452" y="16946"/>
                </a:lnTo>
                <a:cubicBezTo>
                  <a:pt x="13452" y="12619"/>
                  <a:pt x="12985" y="9494"/>
                  <a:pt x="12051" y="7572"/>
                </a:cubicBezTo>
                <a:cubicBezTo>
                  <a:pt x="11397" y="6177"/>
                  <a:pt x="10194" y="5012"/>
                  <a:pt x="8443" y="4074"/>
                </a:cubicBezTo>
                <a:cubicBezTo>
                  <a:pt x="6691" y="3137"/>
                  <a:pt x="3877" y="2668"/>
                  <a:pt x="0" y="2668"/>
                </a:cubicBezTo>
                <a:lnTo>
                  <a:pt x="0" y="0"/>
                </a:lnTo>
                <a:lnTo>
                  <a:pt x="26904" y="0"/>
                </a:lnTo>
                <a:lnTo>
                  <a:pt x="61375" y="76508"/>
                </a:lnTo>
                <a:lnTo>
                  <a:pt x="95285" y="0"/>
                </a:lnTo>
                <a:lnTo>
                  <a:pt x="122189" y="0"/>
                </a:lnTo>
                <a:lnTo>
                  <a:pt x="122189" y="2668"/>
                </a:lnTo>
                <a:lnTo>
                  <a:pt x="118896" y="2668"/>
                </a:lnTo>
                <a:cubicBezTo>
                  <a:pt x="114832" y="2668"/>
                  <a:pt x="111960" y="3918"/>
                  <a:pt x="110278" y="6418"/>
                </a:cubicBezTo>
                <a:cubicBezTo>
                  <a:pt x="109251" y="7956"/>
                  <a:pt x="108737" y="11465"/>
                  <a:pt x="108737" y="16946"/>
                </a:cubicBezTo>
                <a:lnTo>
                  <a:pt x="108737" y="80835"/>
                </a:lnTo>
                <a:cubicBezTo>
                  <a:pt x="108737" y="86844"/>
                  <a:pt x="109391" y="90594"/>
                  <a:pt x="110699" y="92084"/>
                </a:cubicBezTo>
                <a:cubicBezTo>
                  <a:pt x="112427" y="94103"/>
                  <a:pt x="115159" y="95113"/>
                  <a:pt x="118896" y="95113"/>
                </a:cubicBezTo>
                <a:lnTo>
                  <a:pt x="122189" y="95113"/>
                </a:lnTo>
                <a:lnTo>
                  <a:pt x="122189" y="97781"/>
                </a:lnTo>
                <a:lnTo>
                  <a:pt x="81833" y="97781"/>
                </a:lnTo>
                <a:lnTo>
                  <a:pt x="81833" y="95113"/>
                </a:lnTo>
                <a:lnTo>
                  <a:pt x="85196" y="95113"/>
                </a:lnTo>
                <a:cubicBezTo>
                  <a:pt x="89260" y="95113"/>
                  <a:pt x="92109" y="93863"/>
                  <a:pt x="93744" y="91363"/>
                </a:cubicBezTo>
                <a:cubicBezTo>
                  <a:pt x="94771" y="89824"/>
                  <a:pt x="95285" y="86315"/>
                  <a:pt x="95285" y="80835"/>
                </a:cubicBezTo>
                <a:lnTo>
                  <a:pt x="95285" y="15504"/>
                </a:lnTo>
                <a:lnTo>
                  <a:pt x="58642" y="97781"/>
                </a:lnTo>
                <a:lnTo>
                  <a:pt x="56330" y="97781"/>
                </a:lnTo>
                <a:close/>
                <a:moveTo>
                  <a:pt x="140682" y="56678"/>
                </a:moveTo>
                <a:cubicBezTo>
                  <a:pt x="140635" y="66462"/>
                  <a:pt x="142947" y="74137"/>
                  <a:pt x="147618" y="79701"/>
                </a:cubicBezTo>
                <a:cubicBezTo>
                  <a:pt x="152289" y="85264"/>
                  <a:pt x="157777" y="88046"/>
                  <a:pt x="164083" y="88046"/>
                </a:cubicBezTo>
                <a:cubicBezTo>
                  <a:pt x="168286" y="88046"/>
                  <a:pt x="171941" y="86856"/>
                  <a:pt x="175047" y="84476"/>
                </a:cubicBezTo>
                <a:cubicBezTo>
                  <a:pt x="178153" y="82097"/>
                  <a:pt x="180757" y="78023"/>
                  <a:pt x="182859" y="72254"/>
                </a:cubicBezTo>
                <a:lnTo>
                  <a:pt x="185031" y="73696"/>
                </a:lnTo>
                <a:cubicBezTo>
                  <a:pt x="184050" y="80282"/>
                  <a:pt x="181201" y="86279"/>
                  <a:pt x="176484" y="91687"/>
                </a:cubicBezTo>
                <a:cubicBezTo>
                  <a:pt x="171766" y="97096"/>
                  <a:pt x="165858" y="99800"/>
                  <a:pt x="158758" y="99800"/>
                </a:cubicBezTo>
                <a:cubicBezTo>
                  <a:pt x="151051" y="99800"/>
                  <a:pt x="144453" y="96718"/>
                  <a:pt x="138965" y="90554"/>
                </a:cubicBezTo>
                <a:cubicBezTo>
                  <a:pt x="133477" y="84388"/>
                  <a:pt x="130733" y="76100"/>
                  <a:pt x="130733" y="65690"/>
                </a:cubicBezTo>
                <a:cubicBezTo>
                  <a:pt x="130733" y="54416"/>
                  <a:pt x="133547" y="45626"/>
                  <a:pt x="139175" y="39318"/>
                </a:cubicBezTo>
                <a:cubicBezTo>
                  <a:pt x="144804" y="33008"/>
                  <a:pt x="151868" y="29853"/>
                  <a:pt x="160369" y="29853"/>
                </a:cubicBezTo>
                <a:cubicBezTo>
                  <a:pt x="167562" y="29853"/>
                  <a:pt x="173471" y="32287"/>
                  <a:pt x="178095" y="37154"/>
                </a:cubicBezTo>
                <a:cubicBezTo>
                  <a:pt x="182719" y="42020"/>
                  <a:pt x="185031" y="48528"/>
                  <a:pt x="185031" y="56678"/>
                </a:cubicBezTo>
                <a:lnTo>
                  <a:pt x="140682" y="56678"/>
                </a:lnTo>
                <a:moveTo>
                  <a:pt x="140682" y="52496"/>
                </a:moveTo>
                <a:lnTo>
                  <a:pt x="170388" y="52496"/>
                </a:lnTo>
                <a:cubicBezTo>
                  <a:pt x="170155" y="48265"/>
                  <a:pt x="169664" y="45285"/>
                  <a:pt x="168917" y="43554"/>
                </a:cubicBezTo>
                <a:cubicBezTo>
                  <a:pt x="167749" y="40862"/>
                  <a:pt x="166009" y="38747"/>
                  <a:pt x="163697" y="37209"/>
                </a:cubicBezTo>
                <a:cubicBezTo>
                  <a:pt x="161385" y="35670"/>
                  <a:pt x="158968" y="34901"/>
                  <a:pt x="156446" y="34901"/>
                </a:cubicBezTo>
                <a:cubicBezTo>
                  <a:pt x="152569" y="34901"/>
                  <a:pt x="149101" y="36451"/>
                  <a:pt x="146042" y="39552"/>
                </a:cubicBezTo>
                <a:cubicBezTo>
                  <a:pt x="142982" y="42653"/>
                  <a:pt x="141196" y="46967"/>
                  <a:pt x="140682" y="52496"/>
                </a:cubicBezTo>
                <a:close/>
                <a:moveTo>
                  <a:pt x="234145" y="29853"/>
                </a:moveTo>
                <a:lnTo>
                  <a:pt x="234145" y="52207"/>
                </a:lnTo>
                <a:lnTo>
                  <a:pt x="231833" y="52207"/>
                </a:lnTo>
                <a:cubicBezTo>
                  <a:pt x="230058" y="45196"/>
                  <a:pt x="227781" y="40427"/>
                  <a:pt x="225002" y="37900"/>
                </a:cubicBezTo>
                <a:cubicBezTo>
                  <a:pt x="222223" y="35372"/>
                  <a:pt x="218685" y="34108"/>
                  <a:pt x="214388" y="34108"/>
                </a:cubicBezTo>
                <a:cubicBezTo>
                  <a:pt x="211118" y="34108"/>
                  <a:pt x="208479" y="34996"/>
                  <a:pt x="206471" y="36774"/>
                </a:cubicBezTo>
                <a:cubicBezTo>
                  <a:pt x="204462" y="38549"/>
                  <a:pt x="203458" y="40518"/>
                  <a:pt x="203458" y="42680"/>
                </a:cubicBezTo>
                <a:cubicBezTo>
                  <a:pt x="203458" y="45369"/>
                  <a:pt x="204205" y="47673"/>
                  <a:pt x="205700" y="49593"/>
                </a:cubicBezTo>
                <a:cubicBezTo>
                  <a:pt x="207148" y="51563"/>
                  <a:pt x="210090" y="53652"/>
                  <a:pt x="214528" y="55860"/>
                </a:cubicBezTo>
                <a:lnTo>
                  <a:pt x="224757" y="60975"/>
                </a:lnTo>
                <a:cubicBezTo>
                  <a:pt x="234239" y="65729"/>
                  <a:pt x="238979" y="71995"/>
                  <a:pt x="238979" y="79776"/>
                </a:cubicBezTo>
                <a:cubicBezTo>
                  <a:pt x="238979" y="85777"/>
                  <a:pt x="236773" y="90615"/>
                  <a:pt x="232359" y="94290"/>
                </a:cubicBezTo>
                <a:cubicBezTo>
                  <a:pt x="227945" y="97963"/>
                  <a:pt x="223005" y="99800"/>
                  <a:pt x="217540" y="99800"/>
                </a:cubicBezTo>
                <a:cubicBezTo>
                  <a:pt x="213617" y="99800"/>
                  <a:pt x="209133" y="99079"/>
                  <a:pt x="204088" y="97636"/>
                </a:cubicBezTo>
                <a:cubicBezTo>
                  <a:pt x="202547" y="97156"/>
                  <a:pt x="201286" y="96915"/>
                  <a:pt x="200305" y="96915"/>
                </a:cubicBezTo>
                <a:cubicBezTo>
                  <a:pt x="199231" y="96915"/>
                  <a:pt x="198390" y="97540"/>
                  <a:pt x="197783" y="98790"/>
                </a:cubicBezTo>
                <a:lnTo>
                  <a:pt x="195471" y="98790"/>
                </a:lnTo>
                <a:lnTo>
                  <a:pt x="195471" y="75138"/>
                </a:lnTo>
                <a:lnTo>
                  <a:pt x="197783" y="75138"/>
                </a:lnTo>
                <a:cubicBezTo>
                  <a:pt x="199091" y="81892"/>
                  <a:pt x="201589" y="86982"/>
                  <a:pt x="205279" y="90407"/>
                </a:cubicBezTo>
                <a:cubicBezTo>
                  <a:pt x="208969" y="93833"/>
                  <a:pt x="213103" y="95545"/>
                  <a:pt x="217680" y="95545"/>
                </a:cubicBezTo>
                <a:cubicBezTo>
                  <a:pt x="220903" y="95545"/>
                  <a:pt x="223531" y="94573"/>
                  <a:pt x="225563" y="92629"/>
                </a:cubicBezTo>
                <a:cubicBezTo>
                  <a:pt x="227594" y="90684"/>
                  <a:pt x="228610" y="88342"/>
                  <a:pt x="228610" y="85605"/>
                </a:cubicBezTo>
                <a:cubicBezTo>
                  <a:pt x="228610" y="82291"/>
                  <a:pt x="227478" y="79506"/>
                  <a:pt x="225212" y="77250"/>
                </a:cubicBezTo>
                <a:cubicBezTo>
                  <a:pt x="222947" y="74993"/>
                  <a:pt x="218428" y="72137"/>
                  <a:pt x="211655" y="68680"/>
                </a:cubicBezTo>
                <a:cubicBezTo>
                  <a:pt x="204882" y="65222"/>
                  <a:pt x="200445" y="62100"/>
                  <a:pt x="198343" y="59315"/>
                </a:cubicBezTo>
                <a:cubicBezTo>
                  <a:pt x="196241" y="56577"/>
                  <a:pt x="195190" y="53120"/>
                  <a:pt x="195190" y="48942"/>
                </a:cubicBezTo>
                <a:cubicBezTo>
                  <a:pt x="195190" y="43516"/>
                  <a:pt x="197000" y="38978"/>
                  <a:pt x="200620" y="35329"/>
                </a:cubicBezTo>
                <a:cubicBezTo>
                  <a:pt x="204240" y="31679"/>
                  <a:pt x="208923" y="29853"/>
                  <a:pt x="214668" y="29853"/>
                </a:cubicBezTo>
                <a:cubicBezTo>
                  <a:pt x="217190" y="29853"/>
                  <a:pt x="220249" y="30406"/>
                  <a:pt x="223846" y="31512"/>
                </a:cubicBezTo>
                <a:cubicBezTo>
                  <a:pt x="226228" y="32233"/>
                  <a:pt x="227816" y="32594"/>
                  <a:pt x="228610" y="32594"/>
                </a:cubicBezTo>
                <a:cubicBezTo>
                  <a:pt x="229358" y="32594"/>
                  <a:pt x="229941" y="32425"/>
                  <a:pt x="230362" y="32089"/>
                </a:cubicBezTo>
                <a:cubicBezTo>
                  <a:pt x="230782" y="31752"/>
                  <a:pt x="231273" y="31007"/>
                  <a:pt x="231833" y="29853"/>
                </a:cubicBezTo>
                <a:lnTo>
                  <a:pt x="234145" y="29853"/>
                </a:lnTo>
                <a:close/>
                <a:moveTo>
                  <a:pt x="290192" y="29853"/>
                </a:moveTo>
                <a:lnTo>
                  <a:pt x="290192" y="52207"/>
                </a:lnTo>
                <a:lnTo>
                  <a:pt x="287880" y="52207"/>
                </a:lnTo>
                <a:cubicBezTo>
                  <a:pt x="286105" y="45196"/>
                  <a:pt x="283828" y="40427"/>
                  <a:pt x="281048" y="37900"/>
                </a:cubicBezTo>
                <a:cubicBezTo>
                  <a:pt x="278269" y="35372"/>
                  <a:pt x="274731" y="34108"/>
                  <a:pt x="270434" y="34108"/>
                </a:cubicBezTo>
                <a:cubicBezTo>
                  <a:pt x="267164" y="34108"/>
                  <a:pt x="264525" y="34996"/>
                  <a:pt x="262517" y="36774"/>
                </a:cubicBezTo>
                <a:cubicBezTo>
                  <a:pt x="260508" y="38549"/>
                  <a:pt x="259504" y="40518"/>
                  <a:pt x="259504" y="42680"/>
                </a:cubicBezTo>
                <a:cubicBezTo>
                  <a:pt x="259504" y="45369"/>
                  <a:pt x="260252" y="47673"/>
                  <a:pt x="261746" y="49593"/>
                </a:cubicBezTo>
                <a:cubicBezTo>
                  <a:pt x="263194" y="51563"/>
                  <a:pt x="266137" y="53652"/>
                  <a:pt x="270574" y="55860"/>
                </a:cubicBezTo>
                <a:lnTo>
                  <a:pt x="280803" y="60975"/>
                </a:lnTo>
                <a:cubicBezTo>
                  <a:pt x="290285" y="65729"/>
                  <a:pt x="295026" y="71995"/>
                  <a:pt x="295026" y="79776"/>
                </a:cubicBezTo>
                <a:cubicBezTo>
                  <a:pt x="295026" y="85777"/>
                  <a:pt x="292819" y="90615"/>
                  <a:pt x="288405" y="94290"/>
                </a:cubicBezTo>
                <a:cubicBezTo>
                  <a:pt x="283991" y="97963"/>
                  <a:pt x="279052" y="99800"/>
                  <a:pt x="273587" y="99800"/>
                </a:cubicBezTo>
                <a:cubicBezTo>
                  <a:pt x="269663" y="99800"/>
                  <a:pt x="265179" y="99079"/>
                  <a:pt x="260135" y="97636"/>
                </a:cubicBezTo>
                <a:cubicBezTo>
                  <a:pt x="258593" y="97156"/>
                  <a:pt x="257332" y="96915"/>
                  <a:pt x="256351" y="96915"/>
                </a:cubicBezTo>
                <a:cubicBezTo>
                  <a:pt x="255277" y="96915"/>
                  <a:pt x="254436" y="97540"/>
                  <a:pt x="253829" y="98790"/>
                </a:cubicBezTo>
                <a:lnTo>
                  <a:pt x="251517" y="98790"/>
                </a:lnTo>
                <a:lnTo>
                  <a:pt x="251517" y="75138"/>
                </a:lnTo>
                <a:lnTo>
                  <a:pt x="253829" y="75138"/>
                </a:lnTo>
                <a:cubicBezTo>
                  <a:pt x="255137" y="81892"/>
                  <a:pt x="257636" y="86982"/>
                  <a:pt x="261326" y="90407"/>
                </a:cubicBezTo>
                <a:cubicBezTo>
                  <a:pt x="265016" y="93833"/>
                  <a:pt x="269150" y="95545"/>
                  <a:pt x="273727" y="95545"/>
                </a:cubicBezTo>
                <a:cubicBezTo>
                  <a:pt x="276950" y="95545"/>
                  <a:pt x="279577" y="94573"/>
                  <a:pt x="281609" y="92629"/>
                </a:cubicBezTo>
                <a:cubicBezTo>
                  <a:pt x="283641" y="90684"/>
                  <a:pt x="284657" y="88342"/>
                  <a:pt x="284657" y="85605"/>
                </a:cubicBezTo>
                <a:cubicBezTo>
                  <a:pt x="284657" y="82291"/>
                  <a:pt x="283524" y="79506"/>
                  <a:pt x="281259" y="77250"/>
                </a:cubicBezTo>
                <a:cubicBezTo>
                  <a:pt x="278993" y="74993"/>
                  <a:pt x="274474" y="72137"/>
                  <a:pt x="267702" y="68680"/>
                </a:cubicBezTo>
                <a:cubicBezTo>
                  <a:pt x="260929" y="65222"/>
                  <a:pt x="256492" y="62100"/>
                  <a:pt x="254390" y="59315"/>
                </a:cubicBezTo>
                <a:cubicBezTo>
                  <a:pt x="252288" y="56577"/>
                  <a:pt x="251237" y="53120"/>
                  <a:pt x="251237" y="48942"/>
                </a:cubicBezTo>
                <a:cubicBezTo>
                  <a:pt x="251237" y="43516"/>
                  <a:pt x="253047" y="38978"/>
                  <a:pt x="256667" y="35329"/>
                </a:cubicBezTo>
                <a:cubicBezTo>
                  <a:pt x="260287" y="31679"/>
                  <a:pt x="264969" y="29853"/>
                  <a:pt x="270714" y="29853"/>
                </a:cubicBezTo>
                <a:cubicBezTo>
                  <a:pt x="273236" y="29853"/>
                  <a:pt x="276296" y="30406"/>
                  <a:pt x="279892" y="31512"/>
                </a:cubicBezTo>
                <a:cubicBezTo>
                  <a:pt x="282275" y="32233"/>
                  <a:pt x="283863" y="32594"/>
                  <a:pt x="284657" y="32594"/>
                </a:cubicBezTo>
                <a:cubicBezTo>
                  <a:pt x="285404" y="32594"/>
                  <a:pt x="285988" y="32425"/>
                  <a:pt x="286408" y="32089"/>
                </a:cubicBezTo>
                <a:cubicBezTo>
                  <a:pt x="286829" y="31752"/>
                  <a:pt x="287319" y="31007"/>
                  <a:pt x="287880" y="29853"/>
                </a:cubicBezTo>
                <a:lnTo>
                  <a:pt x="290192" y="29853"/>
                </a:lnTo>
                <a:close/>
                <a:moveTo>
                  <a:pt x="341124" y="88262"/>
                </a:moveTo>
                <a:cubicBezTo>
                  <a:pt x="334538" y="93502"/>
                  <a:pt x="330404" y="96531"/>
                  <a:pt x="328722" y="97348"/>
                </a:cubicBezTo>
                <a:cubicBezTo>
                  <a:pt x="326200" y="98598"/>
                  <a:pt x="323515" y="99223"/>
                  <a:pt x="320665" y="99223"/>
                </a:cubicBezTo>
                <a:cubicBezTo>
                  <a:pt x="316228" y="99223"/>
                  <a:pt x="312573" y="97660"/>
                  <a:pt x="309701" y="94536"/>
                </a:cubicBezTo>
                <a:cubicBezTo>
                  <a:pt x="306828" y="91411"/>
                  <a:pt x="305392" y="87301"/>
                  <a:pt x="305392" y="82205"/>
                </a:cubicBezTo>
                <a:cubicBezTo>
                  <a:pt x="305392" y="78984"/>
                  <a:pt x="306092" y="76196"/>
                  <a:pt x="307494" y="73840"/>
                </a:cubicBezTo>
                <a:cubicBezTo>
                  <a:pt x="309409" y="70571"/>
                  <a:pt x="312737" y="67495"/>
                  <a:pt x="317477" y="64610"/>
                </a:cubicBezTo>
                <a:cubicBezTo>
                  <a:pt x="322218" y="61726"/>
                  <a:pt x="330100" y="58216"/>
                  <a:pt x="341124" y="54082"/>
                </a:cubicBezTo>
                <a:lnTo>
                  <a:pt x="341124" y="51486"/>
                </a:lnTo>
                <a:cubicBezTo>
                  <a:pt x="341124" y="44900"/>
                  <a:pt x="340108" y="40381"/>
                  <a:pt x="338076" y="37930"/>
                </a:cubicBezTo>
                <a:cubicBezTo>
                  <a:pt x="336044" y="35478"/>
                  <a:pt x="333090" y="34252"/>
                  <a:pt x="329213" y="34252"/>
                </a:cubicBezTo>
                <a:cubicBezTo>
                  <a:pt x="326270" y="34252"/>
                  <a:pt x="323935" y="35066"/>
                  <a:pt x="322207" y="36695"/>
                </a:cubicBezTo>
                <a:cubicBezTo>
                  <a:pt x="320432" y="38323"/>
                  <a:pt x="319544" y="40191"/>
                  <a:pt x="319544" y="42299"/>
                </a:cubicBezTo>
                <a:lnTo>
                  <a:pt x="319684" y="46466"/>
                </a:lnTo>
                <a:cubicBezTo>
                  <a:pt x="319684" y="48668"/>
                  <a:pt x="319136" y="50368"/>
                  <a:pt x="318038" y="51565"/>
                </a:cubicBezTo>
                <a:cubicBezTo>
                  <a:pt x="316940" y="52762"/>
                  <a:pt x="315504" y="53361"/>
                  <a:pt x="313729" y="53361"/>
                </a:cubicBezTo>
                <a:cubicBezTo>
                  <a:pt x="312001" y="53361"/>
                  <a:pt x="310588" y="52738"/>
                  <a:pt x="309490" y="51493"/>
                </a:cubicBezTo>
                <a:cubicBezTo>
                  <a:pt x="308393" y="50246"/>
                  <a:pt x="307844" y="48544"/>
                  <a:pt x="307844" y="46387"/>
                </a:cubicBezTo>
                <a:cubicBezTo>
                  <a:pt x="307844" y="42266"/>
                  <a:pt x="309899" y="38480"/>
                  <a:pt x="314009" y="35029"/>
                </a:cubicBezTo>
                <a:cubicBezTo>
                  <a:pt x="318120" y="31579"/>
                  <a:pt x="323888" y="29853"/>
                  <a:pt x="331315" y="29853"/>
                </a:cubicBezTo>
                <a:cubicBezTo>
                  <a:pt x="337013" y="29853"/>
                  <a:pt x="341684" y="30837"/>
                  <a:pt x="345327" y="32805"/>
                </a:cubicBezTo>
                <a:cubicBezTo>
                  <a:pt x="348083" y="34294"/>
                  <a:pt x="350115" y="36623"/>
                  <a:pt x="351423" y="39793"/>
                </a:cubicBezTo>
                <a:cubicBezTo>
                  <a:pt x="352263" y="41857"/>
                  <a:pt x="352684" y="46083"/>
                  <a:pt x="352684" y="52469"/>
                </a:cubicBezTo>
                <a:lnTo>
                  <a:pt x="352684" y="74868"/>
                </a:lnTo>
                <a:cubicBezTo>
                  <a:pt x="352684" y="81158"/>
                  <a:pt x="352801" y="85011"/>
                  <a:pt x="353034" y="86428"/>
                </a:cubicBezTo>
                <a:cubicBezTo>
                  <a:pt x="353268" y="87844"/>
                  <a:pt x="353653" y="88793"/>
                  <a:pt x="354190" y="89274"/>
                </a:cubicBezTo>
                <a:cubicBezTo>
                  <a:pt x="354727" y="89753"/>
                  <a:pt x="355346" y="89993"/>
                  <a:pt x="356047" y="89993"/>
                </a:cubicBezTo>
                <a:cubicBezTo>
                  <a:pt x="356794" y="89993"/>
                  <a:pt x="357448" y="89824"/>
                  <a:pt x="358009" y="89488"/>
                </a:cubicBezTo>
                <a:cubicBezTo>
                  <a:pt x="358989" y="88863"/>
                  <a:pt x="360881" y="87108"/>
                  <a:pt x="363684" y="84224"/>
                </a:cubicBezTo>
                <a:lnTo>
                  <a:pt x="363684" y="88262"/>
                </a:lnTo>
                <a:cubicBezTo>
                  <a:pt x="358452" y="95473"/>
                  <a:pt x="353455" y="99079"/>
                  <a:pt x="348690" y="99079"/>
                </a:cubicBezTo>
                <a:cubicBezTo>
                  <a:pt x="346402" y="99079"/>
                  <a:pt x="344580" y="98261"/>
                  <a:pt x="343225" y="96627"/>
                </a:cubicBezTo>
                <a:cubicBezTo>
                  <a:pt x="341871" y="94992"/>
                  <a:pt x="341170" y="92204"/>
                  <a:pt x="341124" y="88262"/>
                </a:cubicBezTo>
                <a:moveTo>
                  <a:pt x="341124" y="83534"/>
                </a:moveTo>
                <a:lnTo>
                  <a:pt x="341124" y="58481"/>
                </a:lnTo>
                <a:cubicBezTo>
                  <a:pt x="334071" y="61352"/>
                  <a:pt x="329517" y="63386"/>
                  <a:pt x="327461" y="64583"/>
                </a:cubicBezTo>
                <a:cubicBezTo>
                  <a:pt x="323771" y="66689"/>
                  <a:pt x="321132" y="68891"/>
                  <a:pt x="319544" y="71188"/>
                </a:cubicBezTo>
                <a:cubicBezTo>
                  <a:pt x="317956" y="73485"/>
                  <a:pt x="317162" y="75997"/>
                  <a:pt x="317162" y="78726"/>
                </a:cubicBezTo>
                <a:cubicBezTo>
                  <a:pt x="317162" y="82172"/>
                  <a:pt x="318166" y="85031"/>
                  <a:pt x="320175" y="87304"/>
                </a:cubicBezTo>
                <a:cubicBezTo>
                  <a:pt x="322183" y="89577"/>
                  <a:pt x="324495" y="90714"/>
                  <a:pt x="327111" y="90714"/>
                </a:cubicBezTo>
                <a:cubicBezTo>
                  <a:pt x="330661" y="90714"/>
                  <a:pt x="335332" y="88321"/>
                  <a:pt x="341124" y="83534"/>
                </a:cubicBezTo>
                <a:close/>
                <a:moveTo>
                  <a:pt x="384702" y="73712"/>
                </a:moveTo>
                <a:cubicBezTo>
                  <a:pt x="380779" y="71744"/>
                  <a:pt x="377766" y="68995"/>
                  <a:pt x="375664" y="65466"/>
                </a:cubicBezTo>
                <a:cubicBezTo>
                  <a:pt x="373562" y="61938"/>
                  <a:pt x="372511" y="58036"/>
                  <a:pt x="372511" y="53762"/>
                </a:cubicBezTo>
                <a:cubicBezTo>
                  <a:pt x="372511" y="47233"/>
                  <a:pt x="374905" y="41616"/>
                  <a:pt x="379693" y="36911"/>
                </a:cubicBezTo>
                <a:cubicBezTo>
                  <a:pt x="384480" y="32206"/>
                  <a:pt x="390611" y="29853"/>
                  <a:pt x="398084" y="29853"/>
                </a:cubicBezTo>
                <a:cubicBezTo>
                  <a:pt x="404203" y="29853"/>
                  <a:pt x="409504" y="31392"/>
                  <a:pt x="413988" y="34468"/>
                </a:cubicBezTo>
                <a:lnTo>
                  <a:pt x="427580" y="34468"/>
                </a:lnTo>
                <a:cubicBezTo>
                  <a:pt x="429589" y="34468"/>
                  <a:pt x="430757" y="34528"/>
                  <a:pt x="431084" y="34646"/>
                </a:cubicBezTo>
                <a:cubicBezTo>
                  <a:pt x="431411" y="34765"/>
                  <a:pt x="431644" y="34967"/>
                  <a:pt x="431784" y="35253"/>
                </a:cubicBezTo>
                <a:cubicBezTo>
                  <a:pt x="432064" y="35681"/>
                  <a:pt x="432205" y="36442"/>
                  <a:pt x="432205" y="37535"/>
                </a:cubicBezTo>
                <a:cubicBezTo>
                  <a:pt x="432205" y="38770"/>
                  <a:pt x="432088" y="39626"/>
                  <a:pt x="431854" y="40102"/>
                </a:cubicBezTo>
                <a:cubicBezTo>
                  <a:pt x="431714" y="40339"/>
                  <a:pt x="431469" y="40529"/>
                  <a:pt x="431119" y="40672"/>
                </a:cubicBezTo>
                <a:cubicBezTo>
                  <a:pt x="430768" y="40815"/>
                  <a:pt x="429589" y="40886"/>
                  <a:pt x="427580" y="40886"/>
                </a:cubicBezTo>
                <a:lnTo>
                  <a:pt x="419243" y="40886"/>
                </a:lnTo>
                <a:cubicBezTo>
                  <a:pt x="421859" y="44355"/>
                  <a:pt x="423167" y="48787"/>
                  <a:pt x="423167" y="54181"/>
                </a:cubicBezTo>
                <a:cubicBezTo>
                  <a:pt x="423167" y="60347"/>
                  <a:pt x="420878" y="65621"/>
                  <a:pt x="416300" y="70005"/>
                </a:cubicBezTo>
                <a:cubicBezTo>
                  <a:pt x="411723" y="74389"/>
                  <a:pt x="405581" y="76580"/>
                  <a:pt x="397874" y="76580"/>
                </a:cubicBezTo>
                <a:cubicBezTo>
                  <a:pt x="394698" y="76580"/>
                  <a:pt x="391452" y="76090"/>
                  <a:pt x="388135" y="75109"/>
                </a:cubicBezTo>
                <a:cubicBezTo>
                  <a:pt x="386080" y="76934"/>
                  <a:pt x="384691" y="78532"/>
                  <a:pt x="383967" y="79902"/>
                </a:cubicBezTo>
                <a:cubicBezTo>
                  <a:pt x="383243" y="81270"/>
                  <a:pt x="382881" y="82435"/>
                  <a:pt x="382881" y="83395"/>
                </a:cubicBezTo>
                <a:cubicBezTo>
                  <a:pt x="382881" y="84212"/>
                  <a:pt x="383266" y="85005"/>
                  <a:pt x="384037" y="85774"/>
                </a:cubicBezTo>
                <a:cubicBezTo>
                  <a:pt x="384807" y="86542"/>
                  <a:pt x="386314" y="87094"/>
                  <a:pt x="388556" y="87431"/>
                </a:cubicBezTo>
                <a:cubicBezTo>
                  <a:pt x="389864" y="87623"/>
                  <a:pt x="393133" y="87791"/>
                  <a:pt x="398364" y="87935"/>
                </a:cubicBezTo>
                <a:cubicBezTo>
                  <a:pt x="407986" y="88174"/>
                  <a:pt x="414222" y="88510"/>
                  <a:pt x="417071" y="88943"/>
                </a:cubicBezTo>
                <a:cubicBezTo>
                  <a:pt x="421415" y="89568"/>
                  <a:pt x="424883" y="91225"/>
                  <a:pt x="427475" y="93916"/>
                </a:cubicBezTo>
                <a:cubicBezTo>
                  <a:pt x="430068" y="96605"/>
                  <a:pt x="431364" y="99919"/>
                  <a:pt x="431364" y="103858"/>
                </a:cubicBezTo>
                <a:cubicBezTo>
                  <a:pt x="431364" y="109286"/>
                  <a:pt x="428888" y="114378"/>
                  <a:pt x="423937" y="119134"/>
                </a:cubicBezTo>
                <a:cubicBezTo>
                  <a:pt x="416651" y="126147"/>
                  <a:pt x="407146" y="129653"/>
                  <a:pt x="395422" y="129653"/>
                </a:cubicBezTo>
                <a:cubicBezTo>
                  <a:pt x="386407" y="129653"/>
                  <a:pt x="378794" y="127565"/>
                  <a:pt x="372581" y="123388"/>
                </a:cubicBezTo>
                <a:cubicBezTo>
                  <a:pt x="369078" y="120988"/>
                  <a:pt x="367327" y="118491"/>
                  <a:pt x="367327" y="115898"/>
                </a:cubicBezTo>
                <a:cubicBezTo>
                  <a:pt x="367327" y="114747"/>
                  <a:pt x="367584" y="113596"/>
                  <a:pt x="368097" y="112444"/>
                </a:cubicBezTo>
                <a:cubicBezTo>
                  <a:pt x="368892" y="110666"/>
                  <a:pt x="370526" y="108194"/>
                  <a:pt x="373002" y="105025"/>
                </a:cubicBezTo>
                <a:cubicBezTo>
                  <a:pt x="373329" y="104594"/>
                  <a:pt x="375711" y="102002"/>
                  <a:pt x="380148" y="97249"/>
                </a:cubicBezTo>
                <a:cubicBezTo>
                  <a:pt x="377719" y="95757"/>
                  <a:pt x="376003" y="94421"/>
                  <a:pt x="374999" y="93242"/>
                </a:cubicBezTo>
                <a:cubicBezTo>
                  <a:pt x="373994" y="92063"/>
                  <a:pt x="373492" y="90727"/>
                  <a:pt x="373492" y="89236"/>
                </a:cubicBezTo>
                <a:cubicBezTo>
                  <a:pt x="373492" y="87550"/>
                  <a:pt x="374158" y="85576"/>
                  <a:pt x="375489" y="83314"/>
                </a:cubicBezTo>
                <a:cubicBezTo>
                  <a:pt x="376820" y="81051"/>
                  <a:pt x="379891" y="77851"/>
                  <a:pt x="384702" y="73712"/>
                </a:cubicBezTo>
                <a:moveTo>
                  <a:pt x="396893" y="33459"/>
                </a:moveTo>
                <a:cubicBezTo>
                  <a:pt x="393437" y="33459"/>
                  <a:pt x="390541" y="34869"/>
                  <a:pt x="388205" y="37691"/>
                </a:cubicBezTo>
                <a:cubicBezTo>
                  <a:pt x="385870" y="40511"/>
                  <a:pt x="384702" y="44837"/>
                  <a:pt x="384702" y="50670"/>
                </a:cubicBezTo>
                <a:cubicBezTo>
                  <a:pt x="384702" y="58225"/>
                  <a:pt x="386290" y="64082"/>
                  <a:pt x="389467" y="68240"/>
                </a:cubicBezTo>
                <a:cubicBezTo>
                  <a:pt x="391895" y="71397"/>
                  <a:pt x="394978" y="72975"/>
                  <a:pt x="398715" y="72975"/>
                </a:cubicBezTo>
                <a:cubicBezTo>
                  <a:pt x="402265" y="72975"/>
                  <a:pt x="405184" y="71612"/>
                  <a:pt x="407473" y="68887"/>
                </a:cubicBezTo>
                <a:cubicBezTo>
                  <a:pt x="409761" y="66162"/>
                  <a:pt x="410906" y="61883"/>
                  <a:pt x="410906" y="56049"/>
                </a:cubicBezTo>
                <a:cubicBezTo>
                  <a:pt x="410906" y="48448"/>
                  <a:pt x="409294" y="42495"/>
                  <a:pt x="406071" y="38191"/>
                </a:cubicBezTo>
                <a:cubicBezTo>
                  <a:pt x="403689" y="35036"/>
                  <a:pt x="400630" y="33459"/>
                  <a:pt x="396893" y="33459"/>
                </a:cubicBezTo>
                <a:moveTo>
                  <a:pt x="384002" y="97823"/>
                </a:moveTo>
                <a:cubicBezTo>
                  <a:pt x="381806" y="100271"/>
                  <a:pt x="380148" y="102550"/>
                  <a:pt x="379027" y="104660"/>
                </a:cubicBezTo>
                <a:cubicBezTo>
                  <a:pt x="377906" y="106772"/>
                  <a:pt x="377346" y="108716"/>
                  <a:pt x="377346" y="110492"/>
                </a:cubicBezTo>
                <a:cubicBezTo>
                  <a:pt x="377346" y="112795"/>
                  <a:pt x="378700" y="114810"/>
                  <a:pt x="381409" y="116538"/>
                </a:cubicBezTo>
                <a:cubicBezTo>
                  <a:pt x="386080" y="119513"/>
                  <a:pt x="392830" y="121000"/>
                  <a:pt x="401657" y="121000"/>
                </a:cubicBezTo>
                <a:cubicBezTo>
                  <a:pt x="410065" y="121000"/>
                  <a:pt x="416265" y="119476"/>
                  <a:pt x="420259" y="116428"/>
                </a:cubicBezTo>
                <a:cubicBezTo>
                  <a:pt x="424253" y="113381"/>
                  <a:pt x="426249" y="110131"/>
                  <a:pt x="426249" y="106677"/>
                </a:cubicBezTo>
                <a:cubicBezTo>
                  <a:pt x="426249" y="104182"/>
                  <a:pt x="425058" y="102406"/>
                  <a:pt x="422676" y="101350"/>
                </a:cubicBezTo>
                <a:cubicBezTo>
                  <a:pt x="420247" y="100294"/>
                  <a:pt x="415436" y="99670"/>
                  <a:pt x="408243" y="99480"/>
                </a:cubicBezTo>
                <a:cubicBezTo>
                  <a:pt x="397734" y="99191"/>
                  <a:pt x="389653" y="98639"/>
                  <a:pt x="384002" y="97823"/>
                </a:cubicBezTo>
                <a:close/>
                <a:moveTo>
                  <a:pt x="450070" y="56678"/>
                </a:moveTo>
                <a:cubicBezTo>
                  <a:pt x="450023" y="66462"/>
                  <a:pt x="452335" y="74137"/>
                  <a:pt x="457006" y="79701"/>
                </a:cubicBezTo>
                <a:cubicBezTo>
                  <a:pt x="461677" y="85264"/>
                  <a:pt x="467165" y="88046"/>
                  <a:pt x="473471" y="88046"/>
                </a:cubicBezTo>
                <a:cubicBezTo>
                  <a:pt x="477675" y="88046"/>
                  <a:pt x="481330" y="86856"/>
                  <a:pt x="484436" y="84476"/>
                </a:cubicBezTo>
                <a:cubicBezTo>
                  <a:pt x="487542" y="82097"/>
                  <a:pt x="490146" y="78023"/>
                  <a:pt x="492248" y="72254"/>
                </a:cubicBezTo>
                <a:lnTo>
                  <a:pt x="494420" y="73696"/>
                </a:lnTo>
                <a:cubicBezTo>
                  <a:pt x="493439" y="80282"/>
                  <a:pt x="490590" y="86279"/>
                  <a:pt x="485872" y="91687"/>
                </a:cubicBezTo>
                <a:cubicBezTo>
                  <a:pt x="481154" y="97096"/>
                  <a:pt x="475246" y="99800"/>
                  <a:pt x="468146" y="99800"/>
                </a:cubicBezTo>
                <a:cubicBezTo>
                  <a:pt x="460439" y="99800"/>
                  <a:pt x="453842" y="96718"/>
                  <a:pt x="448354" y="90554"/>
                </a:cubicBezTo>
                <a:cubicBezTo>
                  <a:pt x="442865" y="84388"/>
                  <a:pt x="440121" y="76100"/>
                  <a:pt x="440121" y="65690"/>
                </a:cubicBezTo>
                <a:cubicBezTo>
                  <a:pt x="440121" y="54416"/>
                  <a:pt x="442935" y="45626"/>
                  <a:pt x="448564" y="39318"/>
                </a:cubicBezTo>
                <a:cubicBezTo>
                  <a:pt x="454192" y="33008"/>
                  <a:pt x="461257" y="29853"/>
                  <a:pt x="469758" y="29853"/>
                </a:cubicBezTo>
                <a:cubicBezTo>
                  <a:pt x="476951" y="29853"/>
                  <a:pt x="482859" y="32287"/>
                  <a:pt x="487483" y="37154"/>
                </a:cubicBezTo>
                <a:cubicBezTo>
                  <a:pt x="492108" y="42020"/>
                  <a:pt x="494420" y="48528"/>
                  <a:pt x="494420" y="56678"/>
                </a:cubicBezTo>
                <a:lnTo>
                  <a:pt x="450070" y="56678"/>
                </a:lnTo>
                <a:moveTo>
                  <a:pt x="450070" y="52496"/>
                </a:moveTo>
                <a:lnTo>
                  <a:pt x="479777" y="52496"/>
                </a:lnTo>
                <a:cubicBezTo>
                  <a:pt x="479543" y="48265"/>
                  <a:pt x="479053" y="45285"/>
                  <a:pt x="478305" y="43554"/>
                </a:cubicBezTo>
                <a:cubicBezTo>
                  <a:pt x="477138" y="40862"/>
                  <a:pt x="475398" y="38747"/>
                  <a:pt x="473086" y="37209"/>
                </a:cubicBezTo>
                <a:cubicBezTo>
                  <a:pt x="470774" y="35670"/>
                  <a:pt x="468356" y="34901"/>
                  <a:pt x="465834" y="34901"/>
                </a:cubicBezTo>
                <a:cubicBezTo>
                  <a:pt x="461957" y="34901"/>
                  <a:pt x="458489" y="36451"/>
                  <a:pt x="455430" y="39552"/>
                </a:cubicBezTo>
                <a:cubicBezTo>
                  <a:pt x="452371" y="42653"/>
                  <a:pt x="450584" y="46967"/>
                  <a:pt x="450070" y="524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Code">
            <a:extLst xmlns:a="http://schemas.openxmlformats.org/drawingml/2006/main">
              <a:ext uri="{FF2B5EF4-FFF2-40B4-BE49-F238E27FC236}">
                <a16:creationId xmlns:a16="http://schemas.microsoft.com/office/drawing/2014/main" id="{B5ADCA96-9F15-4CC7-B6C7-F1C6F370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801" y="1517538"/>
            <a:ext cx="294336" cy="104703"/>
          </a:xfrm>
          <a:custGeom xmlns:a="http://schemas.openxmlformats.org/drawingml/2006/main">
            <a:pathLst>
              <a:path w="294336" h="104703">
                <a:moveTo>
                  <a:pt x="81202" y="2596"/>
                </a:moveTo>
                <a:lnTo>
                  <a:pt x="83374" y="35766"/>
                </a:lnTo>
                <a:lnTo>
                  <a:pt x="81202" y="35766"/>
                </a:lnTo>
                <a:cubicBezTo>
                  <a:pt x="78306" y="25790"/>
                  <a:pt x="74173" y="18609"/>
                  <a:pt x="68801" y="14224"/>
                </a:cubicBezTo>
                <a:cubicBezTo>
                  <a:pt x="63430" y="9837"/>
                  <a:pt x="56984" y="7644"/>
                  <a:pt x="49464" y="7644"/>
                </a:cubicBezTo>
                <a:cubicBezTo>
                  <a:pt x="43158" y="7644"/>
                  <a:pt x="37460" y="9292"/>
                  <a:pt x="32369" y="12588"/>
                </a:cubicBezTo>
                <a:cubicBezTo>
                  <a:pt x="27278" y="15882"/>
                  <a:pt x="23272" y="21138"/>
                  <a:pt x="20353" y="28355"/>
                </a:cubicBezTo>
                <a:cubicBezTo>
                  <a:pt x="17434" y="35572"/>
                  <a:pt x="15974" y="44545"/>
                  <a:pt x="15974" y="55274"/>
                </a:cubicBezTo>
                <a:cubicBezTo>
                  <a:pt x="15974" y="64126"/>
                  <a:pt x="17352" y="71799"/>
                  <a:pt x="20108" y="78295"/>
                </a:cubicBezTo>
                <a:cubicBezTo>
                  <a:pt x="22864" y="84790"/>
                  <a:pt x="27009" y="89769"/>
                  <a:pt x="32544" y="93233"/>
                </a:cubicBezTo>
                <a:cubicBezTo>
                  <a:pt x="38079" y="96697"/>
                  <a:pt x="44396" y="98430"/>
                  <a:pt x="51496" y="98430"/>
                </a:cubicBezTo>
                <a:cubicBezTo>
                  <a:pt x="57661" y="98430"/>
                  <a:pt x="63103" y="97071"/>
                  <a:pt x="67820" y="94355"/>
                </a:cubicBezTo>
                <a:cubicBezTo>
                  <a:pt x="72538" y="91639"/>
                  <a:pt x="77723" y="86243"/>
                  <a:pt x="83374" y="78167"/>
                </a:cubicBezTo>
                <a:lnTo>
                  <a:pt x="85546" y="79604"/>
                </a:lnTo>
                <a:cubicBezTo>
                  <a:pt x="80782" y="88283"/>
                  <a:pt x="75224" y="94636"/>
                  <a:pt x="68871" y="98664"/>
                </a:cubicBezTo>
                <a:cubicBezTo>
                  <a:pt x="62519" y="102690"/>
                  <a:pt x="54976" y="104703"/>
                  <a:pt x="46241" y="104703"/>
                </a:cubicBezTo>
                <a:cubicBezTo>
                  <a:pt x="30501" y="104703"/>
                  <a:pt x="18310" y="98702"/>
                  <a:pt x="9669" y="86700"/>
                </a:cubicBezTo>
                <a:cubicBezTo>
                  <a:pt x="3223" y="77772"/>
                  <a:pt x="0" y="67259"/>
                  <a:pt x="0" y="55162"/>
                </a:cubicBezTo>
                <a:cubicBezTo>
                  <a:pt x="0" y="45416"/>
                  <a:pt x="2125" y="36463"/>
                  <a:pt x="6376" y="28303"/>
                </a:cubicBezTo>
                <a:cubicBezTo>
                  <a:pt x="10626" y="20143"/>
                  <a:pt x="16476" y="13818"/>
                  <a:pt x="23926" y="9329"/>
                </a:cubicBezTo>
                <a:cubicBezTo>
                  <a:pt x="31376" y="4840"/>
                  <a:pt x="39515" y="2596"/>
                  <a:pt x="48343" y="2596"/>
                </a:cubicBezTo>
                <a:cubicBezTo>
                  <a:pt x="55209" y="2596"/>
                  <a:pt x="61982" y="4327"/>
                  <a:pt x="68661" y="7788"/>
                </a:cubicBezTo>
                <a:cubicBezTo>
                  <a:pt x="70623" y="8845"/>
                  <a:pt x="72024" y="9374"/>
                  <a:pt x="72865" y="9374"/>
                </a:cubicBezTo>
                <a:cubicBezTo>
                  <a:pt x="74126" y="9374"/>
                  <a:pt x="75224" y="8918"/>
                  <a:pt x="76158" y="8004"/>
                </a:cubicBezTo>
                <a:cubicBezTo>
                  <a:pt x="77372" y="6706"/>
                  <a:pt x="78236" y="4903"/>
                  <a:pt x="78750" y="2596"/>
                </a:cubicBezTo>
                <a:lnTo>
                  <a:pt x="81202" y="2596"/>
                </a:lnTo>
                <a:close/>
                <a:moveTo>
                  <a:pt x="127097" y="34613"/>
                </a:moveTo>
                <a:cubicBezTo>
                  <a:pt x="136812" y="34613"/>
                  <a:pt x="144613" y="38407"/>
                  <a:pt x="150498" y="45995"/>
                </a:cubicBezTo>
                <a:cubicBezTo>
                  <a:pt x="155496" y="52477"/>
                  <a:pt x="157995" y="59921"/>
                  <a:pt x="157995" y="68326"/>
                </a:cubicBezTo>
                <a:cubicBezTo>
                  <a:pt x="157995" y="74233"/>
                  <a:pt x="156617" y="80212"/>
                  <a:pt x="153861" y="86263"/>
                </a:cubicBezTo>
                <a:cubicBezTo>
                  <a:pt x="151105" y="92313"/>
                  <a:pt x="147310" y="96875"/>
                  <a:pt x="142476" y="99948"/>
                </a:cubicBezTo>
                <a:cubicBezTo>
                  <a:pt x="137642" y="103022"/>
                  <a:pt x="132258" y="104559"/>
                  <a:pt x="126326" y="104559"/>
                </a:cubicBezTo>
                <a:cubicBezTo>
                  <a:pt x="116658" y="104559"/>
                  <a:pt x="108974" y="100597"/>
                  <a:pt x="103276" y="92672"/>
                </a:cubicBezTo>
                <a:cubicBezTo>
                  <a:pt x="98465" y="85997"/>
                  <a:pt x="96059" y="78506"/>
                  <a:pt x="96059" y="70199"/>
                </a:cubicBezTo>
                <a:cubicBezTo>
                  <a:pt x="96059" y="64147"/>
                  <a:pt x="97519" y="58132"/>
                  <a:pt x="100438" y="52153"/>
                </a:cubicBezTo>
                <a:cubicBezTo>
                  <a:pt x="103358" y="46174"/>
                  <a:pt x="107199" y="41756"/>
                  <a:pt x="111964" y="38899"/>
                </a:cubicBezTo>
                <a:cubicBezTo>
                  <a:pt x="116728" y="36041"/>
                  <a:pt x="121772" y="34613"/>
                  <a:pt x="127097" y="34613"/>
                </a:cubicBezTo>
                <a:moveTo>
                  <a:pt x="124925" y="39372"/>
                </a:moveTo>
                <a:cubicBezTo>
                  <a:pt x="122450" y="39372"/>
                  <a:pt x="119962" y="40128"/>
                  <a:pt x="117464" y="41641"/>
                </a:cubicBezTo>
                <a:cubicBezTo>
                  <a:pt x="114965" y="43154"/>
                  <a:pt x="112944" y="45807"/>
                  <a:pt x="111403" y="49600"/>
                </a:cubicBezTo>
                <a:cubicBezTo>
                  <a:pt x="109862" y="53393"/>
                  <a:pt x="109091" y="58267"/>
                  <a:pt x="109091" y="64220"/>
                </a:cubicBezTo>
                <a:cubicBezTo>
                  <a:pt x="109091" y="73823"/>
                  <a:pt x="110948" y="82106"/>
                  <a:pt x="114661" y="89069"/>
                </a:cubicBezTo>
                <a:cubicBezTo>
                  <a:pt x="118374" y="96030"/>
                  <a:pt x="123267" y="99511"/>
                  <a:pt x="129339" y="99511"/>
                </a:cubicBezTo>
                <a:cubicBezTo>
                  <a:pt x="133870" y="99511"/>
                  <a:pt x="137606" y="97591"/>
                  <a:pt x="140549" y="93749"/>
                </a:cubicBezTo>
                <a:cubicBezTo>
                  <a:pt x="143492" y="89908"/>
                  <a:pt x="144963" y="83306"/>
                  <a:pt x="144963" y="73944"/>
                </a:cubicBezTo>
                <a:cubicBezTo>
                  <a:pt x="144963" y="62228"/>
                  <a:pt x="142511" y="53008"/>
                  <a:pt x="137606" y="46285"/>
                </a:cubicBezTo>
                <a:cubicBezTo>
                  <a:pt x="134290" y="41676"/>
                  <a:pt x="130063" y="39372"/>
                  <a:pt x="124925" y="39372"/>
                </a:cubicBezTo>
                <a:close/>
                <a:moveTo>
                  <a:pt x="212783" y="95113"/>
                </a:moveTo>
                <a:cubicBezTo>
                  <a:pt x="209654" y="98478"/>
                  <a:pt x="206595" y="100893"/>
                  <a:pt x="203605" y="102360"/>
                </a:cubicBezTo>
                <a:cubicBezTo>
                  <a:pt x="200616" y="103826"/>
                  <a:pt x="197393" y="104559"/>
                  <a:pt x="193937" y="104559"/>
                </a:cubicBezTo>
                <a:cubicBezTo>
                  <a:pt x="186930" y="104559"/>
                  <a:pt x="180812" y="101549"/>
                  <a:pt x="175580" y="95529"/>
                </a:cubicBezTo>
                <a:cubicBezTo>
                  <a:pt x="170349" y="89508"/>
                  <a:pt x="167733" y="81771"/>
                  <a:pt x="167733" y="72319"/>
                </a:cubicBezTo>
                <a:cubicBezTo>
                  <a:pt x="167733" y="62868"/>
                  <a:pt x="170629" y="54221"/>
                  <a:pt x="176421" y="46378"/>
                </a:cubicBezTo>
                <a:cubicBezTo>
                  <a:pt x="182213" y="38534"/>
                  <a:pt x="189663" y="34613"/>
                  <a:pt x="198771" y="34613"/>
                </a:cubicBezTo>
                <a:cubicBezTo>
                  <a:pt x="204423" y="34613"/>
                  <a:pt x="209093" y="36463"/>
                  <a:pt x="212783" y="40165"/>
                </a:cubicBezTo>
                <a:lnTo>
                  <a:pt x="212783" y="27951"/>
                </a:lnTo>
                <a:cubicBezTo>
                  <a:pt x="212783" y="20372"/>
                  <a:pt x="212608" y="15714"/>
                  <a:pt x="212258" y="13976"/>
                </a:cubicBezTo>
                <a:cubicBezTo>
                  <a:pt x="211908" y="12238"/>
                  <a:pt x="211359" y="11055"/>
                  <a:pt x="210611" y="10429"/>
                </a:cubicBezTo>
                <a:cubicBezTo>
                  <a:pt x="209864" y="9801"/>
                  <a:pt x="208930" y="9487"/>
                  <a:pt x="207809" y="9487"/>
                </a:cubicBezTo>
                <a:cubicBezTo>
                  <a:pt x="206595" y="9487"/>
                  <a:pt x="204983" y="9873"/>
                  <a:pt x="202975" y="10645"/>
                </a:cubicBezTo>
                <a:lnTo>
                  <a:pt x="202064" y="8110"/>
                </a:lnTo>
                <a:lnTo>
                  <a:pt x="221191" y="0"/>
                </a:lnTo>
                <a:lnTo>
                  <a:pt x="224344" y="0"/>
                </a:lnTo>
                <a:lnTo>
                  <a:pt x="224344" y="76364"/>
                </a:lnTo>
                <a:cubicBezTo>
                  <a:pt x="224344" y="84104"/>
                  <a:pt x="224519" y="88827"/>
                  <a:pt x="224869" y="90534"/>
                </a:cubicBezTo>
                <a:cubicBezTo>
                  <a:pt x="225219" y="92240"/>
                  <a:pt x="225780" y="93430"/>
                  <a:pt x="226551" y="94103"/>
                </a:cubicBezTo>
                <a:cubicBezTo>
                  <a:pt x="227321" y="94776"/>
                  <a:pt x="228220" y="95113"/>
                  <a:pt x="229248" y="95113"/>
                </a:cubicBezTo>
                <a:cubicBezTo>
                  <a:pt x="230509" y="95113"/>
                  <a:pt x="232191" y="94704"/>
                  <a:pt x="234293" y="93887"/>
                </a:cubicBezTo>
                <a:lnTo>
                  <a:pt x="235063" y="96410"/>
                </a:lnTo>
                <a:lnTo>
                  <a:pt x="216006" y="104559"/>
                </a:lnTo>
                <a:lnTo>
                  <a:pt x="212783" y="104559"/>
                </a:lnTo>
                <a:lnTo>
                  <a:pt x="212783" y="95113"/>
                </a:lnTo>
                <a:moveTo>
                  <a:pt x="212783" y="90081"/>
                </a:moveTo>
                <a:lnTo>
                  <a:pt x="212783" y="56131"/>
                </a:lnTo>
                <a:cubicBezTo>
                  <a:pt x="212503" y="52869"/>
                  <a:pt x="211662" y="49896"/>
                  <a:pt x="210261" y="47211"/>
                </a:cubicBezTo>
                <a:cubicBezTo>
                  <a:pt x="208860" y="44525"/>
                  <a:pt x="207003" y="42500"/>
                  <a:pt x="204691" y="41134"/>
                </a:cubicBezTo>
                <a:cubicBezTo>
                  <a:pt x="202379" y="39767"/>
                  <a:pt x="200125" y="39083"/>
                  <a:pt x="197930" y="39083"/>
                </a:cubicBezTo>
                <a:cubicBezTo>
                  <a:pt x="193820" y="39083"/>
                  <a:pt x="190153" y="40978"/>
                  <a:pt x="186930" y="44767"/>
                </a:cubicBezTo>
                <a:cubicBezTo>
                  <a:pt x="182680" y="49753"/>
                  <a:pt x="180555" y="57041"/>
                  <a:pt x="180555" y="66631"/>
                </a:cubicBezTo>
                <a:cubicBezTo>
                  <a:pt x="180555" y="76318"/>
                  <a:pt x="182610" y="83739"/>
                  <a:pt x="186720" y="88895"/>
                </a:cubicBezTo>
                <a:cubicBezTo>
                  <a:pt x="190830" y="94050"/>
                  <a:pt x="195408" y="96627"/>
                  <a:pt x="200452" y="96627"/>
                </a:cubicBezTo>
                <a:cubicBezTo>
                  <a:pt x="204703" y="96627"/>
                  <a:pt x="208813" y="94445"/>
                  <a:pt x="212783" y="90081"/>
                </a:cubicBezTo>
                <a:close/>
                <a:moveTo>
                  <a:pt x="249986" y="61437"/>
                </a:moveTo>
                <a:cubicBezTo>
                  <a:pt x="249940" y="71222"/>
                  <a:pt x="252252" y="78896"/>
                  <a:pt x="256923" y="84461"/>
                </a:cubicBezTo>
                <a:cubicBezTo>
                  <a:pt x="261593" y="90024"/>
                  <a:pt x="267082" y="92805"/>
                  <a:pt x="273387" y="92805"/>
                </a:cubicBezTo>
                <a:cubicBezTo>
                  <a:pt x="277591" y="92805"/>
                  <a:pt x="281246" y="91615"/>
                  <a:pt x="284352" y="89236"/>
                </a:cubicBezTo>
                <a:cubicBezTo>
                  <a:pt x="287458" y="86856"/>
                  <a:pt x="290062" y="82782"/>
                  <a:pt x="292164" y="77013"/>
                </a:cubicBezTo>
                <a:lnTo>
                  <a:pt x="294336" y="78455"/>
                </a:lnTo>
                <a:cubicBezTo>
                  <a:pt x="293355" y="85041"/>
                  <a:pt x="290506" y="91038"/>
                  <a:pt x="285788" y="96447"/>
                </a:cubicBezTo>
                <a:cubicBezTo>
                  <a:pt x="281071" y="101855"/>
                  <a:pt x="275162" y="104559"/>
                  <a:pt x="268063" y="104559"/>
                </a:cubicBezTo>
                <a:cubicBezTo>
                  <a:pt x="260356" y="104559"/>
                  <a:pt x="253758" y="101477"/>
                  <a:pt x="248270" y="95313"/>
                </a:cubicBezTo>
                <a:cubicBezTo>
                  <a:pt x="242782" y="89148"/>
                  <a:pt x="240038" y="80860"/>
                  <a:pt x="240038" y="70449"/>
                </a:cubicBezTo>
                <a:cubicBezTo>
                  <a:pt x="240038" y="59176"/>
                  <a:pt x="242852" y="50385"/>
                  <a:pt x="248480" y="44077"/>
                </a:cubicBezTo>
                <a:cubicBezTo>
                  <a:pt x="254108" y="37767"/>
                  <a:pt x="261173" y="34613"/>
                  <a:pt x="269674" y="34613"/>
                </a:cubicBezTo>
                <a:cubicBezTo>
                  <a:pt x="276867" y="34613"/>
                  <a:pt x="282776" y="37046"/>
                  <a:pt x="287400" y="41914"/>
                </a:cubicBezTo>
                <a:cubicBezTo>
                  <a:pt x="292024" y="46780"/>
                  <a:pt x="294336" y="53287"/>
                  <a:pt x="294336" y="61437"/>
                </a:cubicBezTo>
                <a:lnTo>
                  <a:pt x="249986" y="61437"/>
                </a:lnTo>
                <a:moveTo>
                  <a:pt x="249986" y="57255"/>
                </a:moveTo>
                <a:lnTo>
                  <a:pt x="279693" y="57255"/>
                </a:lnTo>
                <a:cubicBezTo>
                  <a:pt x="279459" y="53025"/>
                  <a:pt x="278969" y="50044"/>
                  <a:pt x="278222" y="48313"/>
                </a:cubicBezTo>
                <a:cubicBezTo>
                  <a:pt x="277054" y="45621"/>
                  <a:pt x="275314" y="43506"/>
                  <a:pt x="273002" y="41968"/>
                </a:cubicBezTo>
                <a:cubicBezTo>
                  <a:pt x="270690" y="40429"/>
                  <a:pt x="268273" y="39660"/>
                  <a:pt x="265750" y="39660"/>
                </a:cubicBezTo>
                <a:cubicBezTo>
                  <a:pt x="261874" y="39660"/>
                  <a:pt x="258406" y="41211"/>
                  <a:pt x="255346" y="44311"/>
                </a:cubicBezTo>
                <a:cubicBezTo>
                  <a:pt x="252287" y="47412"/>
                  <a:pt x="250500" y="51727"/>
                  <a:pt x="249986" y="572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Change">
            <a:extLst xmlns:a="http://schemas.openxmlformats.org/drawingml/2006/main">
              <a:ext uri="{FF2B5EF4-FFF2-40B4-BE49-F238E27FC236}">
                <a16:creationId xmlns:a16="http://schemas.microsoft.com/office/drawing/2014/main" id="{04BF9F89-371A-440A-9928-B93F549A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541" y="1774501"/>
            <a:ext cx="428856" cy="134412"/>
          </a:xfrm>
          <a:custGeom xmlns:a="http://schemas.openxmlformats.org/drawingml/2006/main">
            <a:pathLst>
              <a:path w="428856" h="134412">
                <a:moveTo>
                  <a:pt x="81202" y="2596"/>
                </a:moveTo>
                <a:lnTo>
                  <a:pt x="83374" y="35766"/>
                </a:lnTo>
                <a:lnTo>
                  <a:pt x="81202" y="35766"/>
                </a:lnTo>
                <a:cubicBezTo>
                  <a:pt x="78306" y="25790"/>
                  <a:pt x="74173" y="18609"/>
                  <a:pt x="68801" y="14224"/>
                </a:cubicBezTo>
                <a:cubicBezTo>
                  <a:pt x="63430" y="9837"/>
                  <a:pt x="56984" y="7644"/>
                  <a:pt x="49464" y="7644"/>
                </a:cubicBezTo>
                <a:cubicBezTo>
                  <a:pt x="43158" y="7644"/>
                  <a:pt x="37460" y="9292"/>
                  <a:pt x="32369" y="12588"/>
                </a:cubicBezTo>
                <a:cubicBezTo>
                  <a:pt x="27278" y="15882"/>
                  <a:pt x="23272" y="21138"/>
                  <a:pt x="20353" y="28355"/>
                </a:cubicBezTo>
                <a:cubicBezTo>
                  <a:pt x="17434" y="35572"/>
                  <a:pt x="15974" y="44545"/>
                  <a:pt x="15974" y="55274"/>
                </a:cubicBezTo>
                <a:cubicBezTo>
                  <a:pt x="15974" y="64126"/>
                  <a:pt x="17352" y="71799"/>
                  <a:pt x="20108" y="78295"/>
                </a:cubicBezTo>
                <a:cubicBezTo>
                  <a:pt x="22864" y="84790"/>
                  <a:pt x="27009" y="89769"/>
                  <a:pt x="32544" y="93233"/>
                </a:cubicBezTo>
                <a:cubicBezTo>
                  <a:pt x="38079" y="96697"/>
                  <a:pt x="44396" y="98430"/>
                  <a:pt x="51496" y="98430"/>
                </a:cubicBezTo>
                <a:cubicBezTo>
                  <a:pt x="57661" y="98430"/>
                  <a:pt x="63103" y="97071"/>
                  <a:pt x="67820" y="94355"/>
                </a:cubicBezTo>
                <a:cubicBezTo>
                  <a:pt x="72538" y="91639"/>
                  <a:pt x="77723" y="86243"/>
                  <a:pt x="83374" y="78167"/>
                </a:cubicBezTo>
                <a:lnTo>
                  <a:pt x="85546" y="79604"/>
                </a:lnTo>
                <a:cubicBezTo>
                  <a:pt x="80782" y="88283"/>
                  <a:pt x="75224" y="94636"/>
                  <a:pt x="68871" y="98664"/>
                </a:cubicBezTo>
                <a:cubicBezTo>
                  <a:pt x="62519" y="102690"/>
                  <a:pt x="54976" y="104703"/>
                  <a:pt x="46241" y="104703"/>
                </a:cubicBezTo>
                <a:cubicBezTo>
                  <a:pt x="30501" y="104703"/>
                  <a:pt x="18310" y="98702"/>
                  <a:pt x="9669" y="86700"/>
                </a:cubicBezTo>
                <a:cubicBezTo>
                  <a:pt x="3223" y="77772"/>
                  <a:pt x="0" y="67259"/>
                  <a:pt x="0" y="55162"/>
                </a:cubicBezTo>
                <a:cubicBezTo>
                  <a:pt x="0" y="45416"/>
                  <a:pt x="2125" y="36463"/>
                  <a:pt x="6376" y="28303"/>
                </a:cubicBezTo>
                <a:cubicBezTo>
                  <a:pt x="10626" y="20143"/>
                  <a:pt x="16476" y="13818"/>
                  <a:pt x="23926" y="9329"/>
                </a:cubicBezTo>
                <a:cubicBezTo>
                  <a:pt x="31376" y="4840"/>
                  <a:pt x="39515" y="2596"/>
                  <a:pt x="48343" y="2596"/>
                </a:cubicBezTo>
                <a:cubicBezTo>
                  <a:pt x="55209" y="2596"/>
                  <a:pt x="61982" y="4327"/>
                  <a:pt x="68661" y="7788"/>
                </a:cubicBezTo>
                <a:cubicBezTo>
                  <a:pt x="70623" y="8845"/>
                  <a:pt x="72024" y="9374"/>
                  <a:pt x="72865" y="9374"/>
                </a:cubicBezTo>
                <a:cubicBezTo>
                  <a:pt x="74126" y="9374"/>
                  <a:pt x="75224" y="8918"/>
                  <a:pt x="76158" y="8004"/>
                </a:cubicBezTo>
                <a:cubicBezTo>
                  <a:pt x="77372" y="6706"/>
                  <a:pt x="78236" y="4903"/>
                  <a:pt x="78750" y="2596"/>
                </a:cubicBezTo>
                <a:lnTo>
                  <a:pt x="81202" y="2596"/>
                </a:lnTo>
                <a:close/>
                <a:moveTo>
                  <a:pt x="114556" y="0"/>
                </a:moveTo>
                <a:lnTo>
                  <a:pt x="114556" y="48386"/>
                </a:lnTo>
                <a:cubicBezTo>
                  <a:pt x="119741" y="42521"/>
                  <a:pt x="123851" y="38759"/>
                  <a:pt x="126887" y="37100"/>
                </a:cubicBezTo>
                <a:cubicBezTo>
                  <a:pt x="129923" y="35442"/>
                  <a:pt x="132959" y="34613"/>
                  <a:pt x="135995" y="34613"/>
                </a:cubicBezTo>
                <a:cubicBezTo>
                  <a:pt x="139638" y="34613"/>
                  <a:pt x="142768" y="35644"/>
                  <a:pt x="145383" y="37707"/>
                </a:cubicBezTo>
                <a:cubicBezTo>
                  <a:pt x="147999" y="39769"/>
                  <a:pt x="149937" y="43007"/>
                  <a:pt x="151199" y="47419"/>
                </a:cubicBezTo>
                <a:cubicBezTo>
                  <a:pt x="152086" y="50489"/>
                  <a:pt x="152530" y="56102"/>
                  <a:pt x="152530" y="64256"/>
                </a:cubicBezTo>
                <a:lnTo>
                  <a:pt x="152530" y="87568"/>
                </a:lnTo>
                <a:cubicBezTo>
                  <a:pt x="152530" y="91741"/>
                  <a:pt x="152857" y="94596"/>
                  <a:pt x="153511" y="96131"/>
                </a:cubicBezTo>
                <a:cubicBezTo>
                  <a:pt x="153978" y="97282"/>
                  <a:pt x="154772" y="98193"/>
                  <a:pt x="155893" y="98864"/>
                </a:cubicBezTo>
                <a:cubicBezTo>
                  <a:pt x="157014" y="99536"/>
                  <a:pt x="159069" y="99872"/>
                  <a:pt x="162058" y="99872"/>
                </a:cubicBezTo>
                <a:lnTo>
                  <a:pt x="162058" y="102540"/>
                </a:lnTo>
                <a:lnTo>
                  <a:pt x="130530" y="102540"/>
                </a:lnTo>
                <a:lnTo>
                  <a:pt x="130530" y="99872"/>
                </a:lnTo>
                <a:lnTo>
                  <a:pt x="132001" y="99872"/>
                </a:lnTo>
                <a:cubicBezTo>
                  <a:pt x="134991" y="99872"/>
                  <a:pt x="137069" y="99403"/>
                  <a:pt x="138237" y="98466"/>
                </a:cubicBezTo>
                <a:cubicBezTo>
                  <a:pt x="139405" y="97528"/>
                  <a:pt x="140222" y="96146"/>
                  <a:pt x="140689" y="94319"/>
                </a:cubicBezTo>
                <a:cubicBezTo>
                  <a:pt x="140829" y="93550"/>
                  <a:pt x="140899" y="91291"/>
                  <a:pt x="140899" y="87541"/>
                </a:cubicBezTo>
                <a:lnTo>
                  <a:pt x="140899" y="64178"/>
                </a:lnTo>
                <a:cubicBezTo>
                  <a:pt x="140899" y="56967"/>
                  <a:pt x="140537" y="52231"/>
                  <a:pt x="139813" y="49972"/>
                </a:cubicBezTo>
                <a:cubicBezTo>
                  <a:pt x="139089" y="47712"/>
                  <a:pt x="137933" y="46018"/>
                  <a:pt x="136345" y="44888"/>
                </a:cubicBezTo>
                <a:cubicBezTo>
                  <a:pt x="134757" y="43758"/>
                  <a:pt x="132842" y="43194"/>
                  <a:pt x="130600" y="43194"/>
                </a:cubicBezTo>
                <a:cubicBezTo>
                  <a:pt x="128312" y="43194"/>
                  <a:pt x="125929" y="43819"/>
                  <a:pt x="123454" y="45068"/>
                </a:cubicBezTo>
                <a:cubicBezTo>
                  <a:pt x="120978" y="46318"/>
                  <a:pt x="118012" y="48842"/>
                  <a:pt x="114556" y="52640"/>
                </a:cubicBezTo>
                <a:lnTo>
                  <a:pt x="114556" y="87541"/>
                </a:lnTo>
                <a:cubicBezTo>
                  <a:pt x="114556" y="92060"/>
                  <a:pt x="114801" y="94872"/>
                  <a:pt x="115292" y="95978"/>
                </a:cubicBezTo>
                <a:cubicBezTo>
                  <a:pt x="115782" y="97083"/>
                  <a:pt x="116693" y="98009"/>
                  <a:pt x="118024" y="98754"/>
                </a:cubicBezTo>
                <a:cubicBezTo>
                  <a:pt x="119355" y="99499"/>
                  <a:pt x="121656" y="99872"/>
                  <a:pt x="124925" y="99872"/>
                </a:cubicBezTo>
                <a:lnTo>
                  <a:pt x="124925" y="102540"/>
                </a:lnTo>
                <a:lnTo>
                  <a:pt x="93117" y="102540"/>
                </a:lnTo>
                <a:lnTo>
                  <a:pt x="93117" y="99872"/>
                </a:lnTo>
                <a:cubicBezTo>
                  <a:pt x="95966" y="99872"/>
                  <a:pt x="98208" y="99415"/>
                  <a:pt x="99843" y="98502"/>
                </a:cubicBezTo>
                <a:cubicBezTo>
                  <a:pt x="100777" y="98022"/>
                  <a:pt x="101524" y="97111"/>
                  <a:pt x="102085" y="95766"/>
                </a:cubicBezTo>
                <a:cubicBezTo>
                  <a:pt x="102645" y="94420"/>
                  <a:pt x="102926" y="91681"/>
                  <a:pt x="102926" y="87550"/>
                </a:cubicBezTo>
                <a:lnTo>
                  <a:pt x="102926" y="27814"/>
                </a:lnTo>
                <a:cubicBezTo>
                  <a:pt x="102926" y="20273"/>
                  <a:pt x="102750" y="15637"/>
                  <a:pt x="102400" y="13908"/>
                </a:cubicBezTo>
                <a:cubicBezTo>
                  <a:pt x="102050" y="12178"/>
                  <a:pt x="101513" y="11000"/>
                  <a:pt x="100789" y="10377"/>
                </a:cubicBezTo>
                <a:cubicBezTo>
                  <a:pt x="100065" y="9752"/>
                  <a:pt x="99095" y="9440"/>
                  <a:pt x="97881" y="9440"/>
                </a:cubicBezTo>
                <a:cubicBezTo>
                  <a:pt x="96900" y="9440"/>
                  <a:pt x="95312" y="9824"/>
                  <a:pt x="93117" y="10593"/>
                </a:cubicBezTo>
                <a:lnTo>
                  <a:pt x="92136" y="8070"/>
                </a:lnTo>
                <a:lnTo>
                  <a:pt x="111333" y="0"/>
                </a:lnTo>
                <a:lnTo>
                  <a:pt x="114556" y="0"/>
                </a:lnTo>
                <a:close/>
                <a:moveTo>
                  <a:pt x="203815" y="93021"/>
                </a:moveTo>
                <a:cubicBezTo>
                  <a:pt x="197229" y="98261"/>
                  <a:pt x="193096" y="101290"/>
                  <a:pt x="191414" y="102107"/>
                </a:cubicBezTo>
                <a:cubicBezTo>
                  <a:pt x="188892" y="103357"/>
                  <a:pt x="186206" y="103982"/>
                  <a:pt x="183357" y="103982"/>
                </a:cubicBezTo>
                <a:cubicBezTo>
                  <a:pt x="178920" y="103982"/>
                  <a:pt x="175265" y="102420"/>
                  <a:pt x="172392" y="99295"/>
                </a:cubicBezTo>
                <a:cubicBezTo>
                  <a:pt x="169520" y="96170"/>
                  <a:pt x="168083" y="92060"/>
                  <a:pt x="168083" y="86964"/>
                </a:cubicBezTo>
                <a:cubicBezTo>
                  <a:pt x="168083" y="83743"/>
                  <a:pt x="168784" y="80955"/>
                  <a:pt x="170185" y="78599"/>
                </a:cubicBezTo>
                <a:cubicBezTo>
                  <a:pt x="172100" y="75330"/>
                  <a:pt x="175428" y="72254"/>
                  <a:pt x="180169" y="69369"/>
                </a:cubicBezTo>
                <a:cubicBezTo>
                  <a:pt x="184910" y="66485"/>
                  <a:pt x="192792" y="62976"/>
                  <a:pt x="203815" y="58841"/>
                </a:cubicBezTo>
                <a:lnTo>
                  <a:pt x="203815" y="56245"/>
                </a:lnTo>
                <a:cubicBezTo>
                  <a:pt x="203815" y="49659"/>
                  <a:pt x="202799" y="45141"/>
                  <a:pt x="200767" y="42689"/>
                </a:cubicBezTo>
                <a:cubicBezTo>
                  <a:pt x="198736" y="40237"/>
                  <a:pt x="195781" y="39011"/>
                  <a:pt x="191904" y="39011"/>
                </a:cubicBezTo>
                <a:cubicBezTo>
                  <a:pt x="188962" y="39011"/>
                  <a:pt x="186626" y="39826"/>
                  <a:pt x="184898" y="41454"/>
                </a:cubicBezTo>
                <a:cubicBezTo>
                  <a:pt x="183123" y="43082"/>
                  <a:pt x="182236" y="44951"/>
                  <a:pt x="182236" y="47058"/>
                </a:cubicBezTo>
                <a:lnTo>
                  <a:pt x="182376" y="51225"/>
                </a:lnTo>
                <a:cubicBezTo>
                  <a:pt x="182376" y="53427"/>
                  <a:pt x="181827" y="55127"/>
                  <a:pt x="180730" y="56324"/>
                </a:cubicBezTo>
                <a:cubicBezTo>
                  <a:pt x="179632" y="57522"/>
                  <a:pt x="178196" y="58120"/>
                  <a:pt x="176421" y="58120"/>
                </a:cubicBezTo>
                <a:cubicBezTo>
                  <a:pt x="174692" y="58120"/>
                  <a:pt x="173280" y="57498"/>
                  <a:pt x="172182" y="56252"/>
                </a:cubicBezTo>
                <a:cubicBezTo>
                  <a:pt x="171084" y="55005"/>
                  <a:pt x="170535" y="53303"/>
                  <a:pt x="170535" y="51146"/>
                </a:cubicBezTo>
                <a:cubicBezTo>
                  <a:pt x="170535" y="47025"/>
                  <a:pt x="172591" y="43239"/>
                  <a:pt x="176701" y="39789"/>
                </a:cubicBezTo>
                <a:cubicBezTo>
                  <a:pt x="180811" y="36338"/>
                  <a:pt x="186580" y="34613"/>
                  <a:pt x="194006" y="34613"/>
                </a:cubicBezTo>
                <a:cubicBezTo>
                  <a:pt x="199705" y="34613"/>
                  <a:pt x="204376" y="35597"/>
                  <a:pt x="208019" y="37565"/>
                </a:cubicBezTo>
                <a:cubicBezTo>
                  <a:pt x="210775" y="39053"/>
                  <a:pt x="212806" y="41383"/>
                  <a:pt x="214114" y="44552"/>
                </a:cubicBezTo>
                <a:cubicBezTo>
                  <a:pt x="214955" y="46617"/>
                  <a:pt x="215375" y="50842"/>
                  <a:pt x="215375" y="57228"/>
                </a:cubicBezTo>
                <a:lnTo>
                  <a:pt x="215375" y="79627"/>
                </a:lnTo>
                <a:cubicBezTo>
                  <a:pt x="215375" y="85917"/>
                  <a:pt x="215492" y="89770"/>
                  <a:pt x="215726" y="91187"/>
                </a:cubicBezTo>
                <a:cubicBezTo>
                  <a:pt x="215959" y="92604"/>
                  <a:pt x="216345" y="93552"/>
                  <a:pt x="216882" y="94033"/>
                </a:cubicBezTo>
                <a:cubicBezTo>
                  <a:pt x="217419" y="94512"/>
                  <a:pt x="218038" y="94752"/>
                  <a:pt x="218738" y="94752"/>
                </a:cubicBezTo>
                <a:cubicBezTo>
                  <a:pt x="219486" y="94752"/>
                  <a:pt x="220140" y="94584"/>
                  <a:pt x="220700" y="94247"/>
                </a:cubicBezTo>
                <a:cubicBezTo>
                  <a:pt x="221681" y="93622"/>
                  <a:pt x="223573" y="91868"/>
                  <a:pt x="226375" y="88983"/>
                </a:cubicBezTo>
                <a:lnTo>
                  <a:pt x="226375" y="93021"/>
                </a:lnTo>
                <a:cubicBezTo>
                  <a:pt x="221144" y="100232"/>
                  <a:pt x="216146" y="103838"/>
                  <a:pt x="211382" y="103838"/>
                </a:cubicBezTo>
                <a:cubicBezTo>
                  <a:pt x="209093" y="103838"/>
                  <a:pt x="207271" y="103021"/>
                  <a:pt x="205917" y="101386"/>
                </a:cubicBezTo>
                <a:cubicBezTo>
                  <a:pt x="204562" y="99752"/>
                  <a:pt x="203862" y="96963"/>
                  <a:pt x="203815" y="93021"/>
                </a:cubicBezTo>
                <a:moveTo>
                  <a:pt x="203815" y="88294"/>
                </a:moveTo>
                <a:lnTo>
                  <a:pt x="203815" y="63240"/>
                </a:lnTo>
                <a:cubicBezTo>
                  <a:pt x="196762" y="66111"/>
                  <a:pt x="192208" y="68145"/>
                  <a:pt x="190153" y="69342"/>
                </a:cubicBezTo>
                <a:cubicBezTo>
                  <a:pt x="186463" y="71449"/>
                  <a:pt x="183824" y="73650"/>
                  <a:pt x="182236" y="75947"/>
                </a:cubicBezTo>
                <a:cubicBezTo>
                  <a:pt x="180648" y="78244"/>
                  <a:pt x="179854" y="80757"/>
                  <a:pt x="179854" y="83485"/>
                </a:cubicBezTo>
                <a:cubicBezTo>
                  <a:pt x="179854" y="86931"/>
                  <a:pt x="180858" y="89791"/>
                  <a:pt x="182866" y="92064"/>
                </a:cubicBezTo>
                <a:cubicBezTo>
                  <a:pt x="184875" y="94337"/>
                  <a:pt x="187187" y="95473"/>
                  <a:pt x="189803" y="95473"/>
                </a:cubicBezTo>
                <a:cubicBezTo>
                  <a:pt x="193352" y="95473"/>
                  <a:pt x="198023" y="93080"/>
                  <a:pt x="203815" y="88294"/>
                </a:cubicBezTo>
                <a:close/>
                <a:moveTo>
                  <a:pt x="248935" y="48602"/>
                </a:moveTo>
                <a:cubicBezTo>
                  <a:pt x="256456" y="39276"/>
                  <a:pt x="263625" y="34613"/>
                  <a:pt x="270445" y="34613"/>
                </a:cubicBezTo>
                <a:cubicBezTo>
                  <a:pt x="273948" y="34613"/>
                  <a:pt x="276960" y="35512"/>
                  <a:pt x="279483" y="37312"/>
                </a:cubicBezTo>
                <a:cubicBezTo>
                  <a:pt x="282005" y="39110"/>
                  <a:pt x="284013" y="42072"/>
                  <a:pt x="285508" y="46197"/>
                </a:cubicBezTo>
                <a:cubicBezTo>
                  <a:pt x="286536" y="49074"/>
                  <a:pt x="287049" y="53487"/>
                  <a:pt x="287049" y="59436"/>
                </a:cubicBezTo>
                <a:lnTo>
                  <a:pt x="287049" y="87568"/>
                </a:lnTo>
                <a:cubicBezTo>
                  <a:pt x="287049" y="91741"/>
                  <a:pt x="287376" y="94572"/>
                  <a:pt x="288030" y="96059"/>
                </a:cubicBezTo>
                <a:cubicBezTo>
                  <a:pt x="288544" y="97258"/>
                  <a:pt x="289373" y="98193"/>
                  <a:pt x="290518" y="98864"/>
                </a:cubicBezTo>
                <a:cubicBezTo>
                  <a:pt x="291662" y="99536"/>
                  <a:pt x="293775" y="99872"/>
                  <a:pt x="296858" y="99872"/>
                </a:cubicBezTo>
                <a:lnTo>
                  <a:pt x="296858" y="102540"/>
                </a:lnTo>
                <a:lnTo>
                  <a:pt x="265120" y="102540"/>
                </a:lnTo>
                <a:lnTo>
                  <a:pt x="265120" y="99872"/>
                </a:lnTo>
                <a:lnTo>
                  <a:pt x="266451" y="99872"/>
                </a:lnTo>
                <a:cubicBezTo>
                  <a:pt x="269440" y="99872"/>
                  <a:pt x="271531" y="99405"/>
                  <a:pt x="272722" y="98472"/>
                </a:cubicBezTo>
                <a:cubicBezTo>
                  <a:pt x="273913" y="97539"/>
                  <a:pt x="274742" y="96165"/>
                  <a:pt x="275209" y="94349"/>
                </a:cubicBezTo>
                <a:cubicBezTo>
                  <a:pt x="275396" y="93631"/>
                  <a:pt x="275489" y="91382"/>
                  <a:pt x="275489" y="87604"/>
                </a:cubicBezTo>
                <a:lnTo>
                  <a:pt x="275489" y="60700"/>
                </a:lnTo>
                <a:cubicBezTo>
                  <a:pt x="275489" y="54723"/>
                  <a:pt x="274730" y="50383"/>
                  <a:pt x="273212" y="47680"/>
                </a:cubicBezTo>
                <a:cubicBezTo>
                  <a:pt x="271694" y="44978"/>
                  <a:pt x="269137" y="43626"/>
                  <a:pt x="265540" y="43626"/>
                </a:cubicBezTo>
                <a:cubicBezTo>
                  <a:pt x="259982" y="43626"/>
                  <a:pt x="254447" y="46735"/>
                  <a:pt x="248935" y="52953"/>
                </a:cubicBezTo>
                <a:lnTo>
                  <a:pt x="248935" y="87604"/>
                </a:lnTo>
                <a:cubicBezTo>
                  <a:pt x="248935" y="92052"/>
                  <a:pt x="249192" y="94802"/>
                  <a:pt x="249706" y="95854"/>
                </a:cubicBezTo>
                <a:cubicBezTo>
                  <a:pt x="250360" y="97240"/>
                  <a:pt x="251259" y="98257"/>
                  <a:pt x="252404" y="98903"/>
                </a:cubicBezTo>
                <a:cubicBezTo>
                  <a:pt x="253548" y="99549"/>
                  <a:pt x="255872" y="99872"/>
                  <a:pt x="259375" y="99872"/>
                </a:cubicBezTo>
                <a:lnTo>
                  <a:pt x="259375" y="102540"/>
                </a:lnTo>
                <a:lnTo>
                  <a:pt x="227636" y="102540"/>
                </a:lnTo>
                <a:lnTo>
                  <a:pt x="227636" y="99872"/>
                </a:lnTo>
                <a:lnTo>
                  <a:pt x="229038" y="99872"/>
                </a:lnTo>
                <a:cubicBezTo>
                  <a:pt x="232307" y="99872"/>
                  <a:pt x="234514" y="99021"/>
                  <a:pt x="235659" y="97319"/>
                </a:cubicBezTo>
                <a:cubicBezTo>
                  <a:pt x="236803" y="95615"/>
                  <a:pt x="237375" y="92365"/>
                  <a:pt x="237375" y="87568"/>
                </a:cubicBezTo>
                <a:lnTo>
                  <a:pt x="237375" y="63105"/>
                </a:lnTo>
                <a:cubicBezTo>
                  <a:pt x="237375" y="55191"/>
                  <a:pt x="237200" y="50371"/>
                  <a:pt x="236850" y="48645"/>
                </a:cubicBezTo>
                <a:cubicBezTo>
                  <a:pt x="236499" y="46917"/>
                  <a:pt x="235962" y="45741"/>
                  <a:pt x="235238" y="45118"/>
                </a:cubicBezTo>
                <a:cubicBezTo>
                  <a:pt x="234514" y="44495"/>
                  <a:pt x="233545" y="44183"/>
                  <a:pt x="232331" y="44183"/>
                </a:cubicBezTo>
                <a:cubicBezTo>
                  <a:pt x="231023" y="44183"/>
                  <a:pt x="229458" y="44543"/>
                  <a:pt x="227636" y="45262"/>
                </a:cubicBezTo>
                <a:lnTo>
                  <a:pt x="226586" y="42671"/>
                </a:lnTo>
                <a:lnTo>
                  <a:pt x="245923" y="34613"/>
                </a:lnTo>
                <a:lnTo>
                  <a:pt x="248935" y="34613"/>
                </a:lnTo>
                <a:lnTo>
                  <a:pt x="248935" y="48602"/>
                </a:lnTo>
                <a:close/>
                <a:moveTo>
                  <a:pt x="319138" y="78471"/>
                </a:moveTo>
                <a:cubicBezTo>
                  <a:pt x="315214" y="76503"/>
                  <a:pt x="312202" y="73755"/>
                  <a:pt x="310100" y="70226"/>
                </a:cubicBezTo>
                <a:cubicBezTo>
                  <a:pt x="307998" y="66697"/>
                  <a:pt x="306947" y="62795"/>
                  <a:pt x="306947" y="58521"/>
                </a:cubicBezTo>
                <a:cubicBezTo>
                  <a:pt x="306947" y="51992"/>
                  <a:pt x="309341" y="46375"/>
                  <a:pt x="314128" y="41670"/>
                </a:cubicBezTo>
                <a:cubicBezTo>
                  <a:pt x="318916" y="36965"/>
                  <a:pt x="325047" y="34613"/>
                  <a:pt x="332520" y="34613"/>
                </a:cubicBezTo>
                <a:cubicBezTo>
                  <a:pt x="338639" y="34613"/>
                  <a:pt x="343940" y="36151"/>
                  <a:pt x="348424" y="39228"/>
                </a:cubicBezTo>
                <a:lnTo>
                  <a:pt x="362016" y="39228"/>
                </a:lnTo>
                <a:cubicBezTo>
                  <a:pt x="364025" y="39228"/>
                  <a:pt x="365192" y="39287"/>
                  <a:pt x="365519" y="39406"/>
                </a:cubicBezTo>
                <a:cubicBezTo>
                  <a:pt x="365846" y="39524"/>
                  <a:pt x="366080" y="39726"/>
                  <a:pt x="366220" y="40012"/>
                </a:cubicBezTo>
                <a:cubicBezTo>
                  <a:pt x="366500" y="40440"/>
                  <a:pt x="366640" y="41201"/>
                  <a:pt x="366640" y="42295"/>
                </a:cubicBezTo>
                <a:cubicBezTo>
                  <a:pt x="366640" y="43529"/>
                  <a:pt x="366523" y="44385"/>
                  <a:pt x="366290" y="44861"/>
                </a:cubicBezTo>
                <a:cubicBezTo>
                  <a:pt x="366150" y="45099"/>
                  <a:pt x="365905" y="45289"/>
                  <a:pt x="365554" y="45431"/>
                </a:cubicBezTo>
                <a:cubicBezTo>
                  <a:pt x="365204" y="45574"/>
                  <a:pt x="364025" y="45645"/>
                  <a:pt x="362016" y="45645"/>
                </a:cubicBezTo>
                <a:lnTo>
                  <a:pt x="353679" y="45645"/>
                </a:lnTo>
                <a:cubicBezTo>
                  <a:pt x="356294" y="49114"/>
                  <a:pt x="357602" y="53546"/>
                  <a:pt x="357602" y="58941"/>
                </a:cubicBezTo>
                <a:cubicBezTo>
                  <a:pt x="357602" y="65106"/>
                  <a:pt x="355313" y="70380"/>
                  <a:pt x="350736" y="74764"/>
                </a:cubicBezTo>
                <a:cubicBezTo>
                  <a:pt x="346159" y="79148"/>
                  <a:pt x="340017" y="81340"/>
                  <a:pt x="332310" y="81340"/>
                </a:cubicBezTo>
                <a:cubicBezTo>
                  <a:pt x="329133" y="81340"/>
                  <a:pt x="325887" y="80849"/>
                  <a:pt x="322571" y="79868"/>
                </a:cubicBezTo>
                <a:cubicBezTo>
                  <a:pt x="320516" y="81693"/>
                  <a:pt x="319126" y="83291"/>
                  <a:pt x="318402" y="84661"/>
                </a:cubicBezTo>
                <a:cubicBezTo>
                  <a:pt x="317678" y="86030"/>
                  <a:pt x="317316" y="87194"/>
                  <a:pt x="317316" y="88154"/>
                </a:cubicBezTo>
                <a:cubicBezTo>
                  <a:pt x="317316" y="88971"/>
                  <a:pt x="317702" y="89764"/>
                  <a:pt x="318472" y="90534"/>
                </a:cubicBezTo>
                <a:cubicBezTo>
                  <a:pt x="319243" y="91301"/>
                  <a:pt x="320749" y="91853"/>
                  <a:pt x="322991" y="92190"/>
                </a:cubicBezTo>
                <a:cubicBezTo>
                  <a:pt x="324299" y="92382"/>
                  <a:pt x="327569" y="92550"/>
                  <a:pt x="332800" y="92695"/>
                </a:cubicBezTo>
                <a:cubicBezTo>
                  <a:pt x="342422" y="92933"/>
                  <a:pt x="348658" y="93269"/>
                  <a:pt x="351507" y="93702"/>
                </a:cubicBezTo>
                <a:cubicBezTo>
                  <a:pt x="355851" y="94327"/>
                  <a:pt x="359319" y="95985"/>
                  <a:pt x="361911" y="98675"/>
                </a:cubicBezTo>
                <a:cubicBezTo>
                  <a:pt x="364503" y="101364"/>
                  <a:pt x="365800" y="104678"/>
                  <a:pt x="365800" y="108617"/>
                </a:cubicBezTo>
                <a:cubicBezTo>
                  <a:pt x="365800" y="114045"/>
                  <a:pt x="363324" y="119137"/>
                  <a:pt x="358373" y="123893"/>
                </a:cubicBezTo>
                <a:cubicBezTo>
                  <a:pt x="351086" y="130906"/>
                  <a:pt x="341581" y="134412"/>
                  <a:pt x="329857" y="134412"/>
                </a:cubicBezTo>
                <a:cubicBezTo>
                  <a:pt x="320843" y="134412"/>
                  <a:pt x="313229" y="132324"/>
                  <a:pt x="307017" y="128148"/>
                </a:cubicBezTo>
                <a:cubicBezTo>
                  <a:pt x="303514" y="125747"/>
                  <a:pt x="301762" y="123250"/>
                  <a:pt x="301762" y="120657"/>
                </a:cubicBezTo>
                <a:cubicBezTo>
                  <a:pt x="301762" y="119507"/>
                  <a:pt x="302019" y="118355"/>
                  <a:pt x="302533" y="117203"/>
                </a:cubicBezTo>
                <a:cubicBezTo>
                  <a:pt x="303327" y="115426"/>
                  <a:pt x="304962" y="112953"/>
                  <a:pt x="307438" y="109785"/>
                </a:cubicBezTo>
                <a:cubicBezTo>
                  <a:pt x="307764" y="109353"/>
                  <a:pt x="310147" y="106761"/>
                  <a:pt x="314584" y="102008"/>
                </a:cubicBezTo>
                <a:cubicBezTo>
                  <a:pt x="312155" y="100516"/>
                  <a:pt x="310439" y="99181"/>
                  <a:pt x="309434" y="98001"/>
                </a:cubicBezTo>
                <a:cubicBezTo>
                  <a:pt x="308430" y="96822"/>
                  <a:pt x="307928" y="95487"/>
                  <a:pt x="307928" y="93995"/>
                </a:cubicBezTo>
                <a:cubicBezTo>
                  <a:pt x="307928" y="92309"/>
                  <a:pt x="308594" y="90335"/>
                  <a:pt x="309925" y="88073"/>
                </a:cubicBezTo>
                <a:cubicBezTo>
                  <a:pt x="311256" y="85810"/>
                  <a:pt x="314327" y="82610"/>
                  <a:pt x="319138" y="78471"/>
                </a:cubicBezTo>
                <a:moveTo>
                  <a:pt x="331329" y="38218"/>
                </a:moveTo>
                <a:cubicBezTo>
                  <a:pt x="327872" y="38218"/>
                  <a:pt x="324976" y="39629"/>
                  <a:pt x="322641" y="42450"/>
                </a:cubicBezTo>
                <a:cubicBezTo>
                  <a:pt x="320306" y="45270"/>
                  <a:pt x="319138" y="49596"/>
                  <a:pt x="319138" y="55430"/>
                </a:cubicBezTo>
                <a:cubicBezTo>
                  <a:pt x="319138" y="62985"/>
                  <a:pt x="320726" y="68841"/>
                  <a:pt x="323902" y="73000"/>
                </a:cubicBezTo>
                <a:cubicBezTo>
                  <a:pt x="326331" y="76156"/>
                  <a:pt x="329414" y="77734"/>
                  <a:pt x="333150" y="77734"/>
                </a:cubicBezTo>
                <a:cubicBezTo>
                  <a:pt x="336700" y="77734"/>
                  <a:pt x="339620" y="76372"/>
                  <a:pt x="341908" y="73646"/>
                </a:cubicBezTo>
                <a:cubicBezTo>
                  <a:pt x="344197" y="70921"/>
                  <a:pt x="345341" y="66642"/>
                  <a:pt x="345341" y="60809"/>
                </a:cubicBezTo>
                <a:cubicBezTo>
                  <a:pt x="345341" y="53207"/>
                  <a:pt x="343730" y="47254"/>
                  <a:pt x="340507" y="42950"/>
                </a:cubicBezTo>
                <a:cubicBezTo>
                  <a:pt x="338125" y="39795"/>
                  <a:pt x="335065" y="38218"/>
                  <a:pt x="331329" y="38218"/>
                </a:cubicBezTo>
                <a:moveTo>
                  <a:pt x="318437" y="102583"/>
                </a:moveTo>
                <a:cubicBezTo>
                  <a:pt x="316242" y="105030"/>
                  <a:pt x="314584" y="107309"/>
                  <a:pt x="313463" y="109419"/>
                </a:cubicBezTo>
                <a:cubicBezTo>
                  <a:pt x="312342" y="111532"/>
                  <a:pt x="311781" y="113476"/>
                  <a:pt x="311781" y="115251"/>
                </a:cubicBezTo>
                <a:cubicBezTo>
                  <a:pt x="311781" y="117554"/>
                  <a:pt x="313136" y="119570"/>
                  <a:pt x="315845" y="121297"/>
                </a:cubicBezTo>
                <a:cubicBezTo>
                  <a:pt x="320516" y="124272"/>
                  <a:pt x="327265" y="125759"/>
                  <a:pt x="336093" y="125759"/>
                </a:cubicBezTo>
                <a:cubicBezTo>
                  <a:pt x="344501" y="125759"/>
                  <a:pt x="350701" y="124235"/>
                  <a:pt x="354695" y="121187"/>
                </a:cubicBezTo>
                <a:cubicBezTo>
                  <a:pt x="358688" y="118140"/>
                  <a:pt x="360685" y="114890"/>
                  <a:pt x="360685" y="111436"/>
                </a:cubicBezTo>
                <a:cubicBezTo>
                  <a:pt x="360685" y="108941"/>
                  <a:pt x="359494" y="107165"/>
                  <a:pt x="357112" y="106109"/>
                </a:cubicBezTo>
                <a:cubicBezTo>
                  <a:pt x="354683" y="105053"/>
                  <a:pt x="349872" y="104430"/>
                  <a:pt x="342679" y="104239"/>
                </a:cubicBezTo>
                <a:cubicBezTo>
                  <a:pt x="332170" y="103950"/>
                  <a:pt x="324089" y="103398"/>
                  <a:pt x="318437" y="102583"/>
                </a:cubicBezTo>
                <a:close/>
                <a:moveTo>
                  <a:pt x="384506" y="61437"/>
                </a:moveTo>
                <a:cubicBezTo>
                  <a:pt x="384460" y="71222"/>
                  <a:pt x="386772" y="78896"/>
                  <a:pt x="391443" y="84461"/>
                </a:cubicBezTo>
                <a:cubicBezTo>
                  <a:pt x="396113" y="90024"/>
                  <a:pt x="401602" y="92805"/>
                  <a:pt x="407907" y="92805"/>
                </a:cubicBezTo>
                <a:cubicBezTo>
                  <a:pt x="412111" y="92805"/>
                  <a:pt x="415766" y="91615"/>
                  <a:pt x="418872" y="89236"/>
                </a:cubicBezTo>
                <a:cubicBezTo>
                  <a:pt x="421978" y="86856"/>
                  <a:pt x="424582" y="82782"/>
                  <a:pt x="426684" y="77013"/>
                </a:cubicBezTo>
                <a:lnTo>
                  <a:pt x="428856" y="78455"/>
                </a:lnTo>
                <a:cubicBezTo>
                  <a:pt x="427875" y="85041"/>
                  <a:pt x="425026" y="91038"/>
                  <a:pt x="420308" y="96447"/>
                </a:cubicBezTo>
                <a:cubicBezTo>
                  <a:pt x="415591" y="101855"/>
                  <a:pt x="409682" y="104559"/>
                  <a:pt x="402582" y="104559"/>
                </a:cubicBezTo>
                <a:cubicBezTo>
                  <a:pt x="394876" y="104559"/>
                  <a:pt x="388278" y="101477"/>
                  <a:pt x="382790" y="95313"/>
                </a:cubicBezTo>
                <a:cubicBezTo>
                  <a:pt x="377302" y="89148"/>
                  <a:pt x="374557" y="80860"/>
                  <a:pt x="374557" y="70449"/>
                </a:cubicBezTo>
                <a:cubicBezTo>
                  <a:pt x="374557" y="59176"/>
                  <a:pt x="377372" y="50385"/>
                  <a:pt x="383000" y="44077"/>
                </a:cubicBezTo>
                <a:cubicBezTo>
                  <a:pt x="388628" y="37767"/>
                  <a:pt x="395693" y="34613"/>
                  <a:pt x="404194" y="34613"/>
                </a:cubicBezTo>
                <a:cubicBezTo>
                  <a:pt x="411387" y="34613"/>
                  <a:pt x="417296" y="37046"/>
                  <a:pt x="421920" y="41914"/>
                </a:cubicBezTo>
                <a:cubicBezTo>
                  <a:pt x="426544" y="46780"/>
                  <a:pt x="428856" y="53287"/>
                  <a:pt x="428856" y="61437"/>
                </a:cubicBezTo>
                <a:lnTo>
                  <a:pt x="384506" y="61437"/>
                </a:lnTo>
                <a:moveTo>
                  <a:pt x="384506" y="57255"/>
                </a:moveTo>
                <a:lnTo>
                  <a:pt x="414213" y="57255"/>
                </a:lnTo>
                <a:cubicBezTo>
                  <a:pt x="413979" y="53025"/>
                  <a:pt x="413489" y="50044"/>
                  <a:pt x="412742" y="48313"/>
                </a:cubicBezTo>
                <a:cubicBezTo>
                  <a:pt x="411574" y="45621"/>
                  <a:pt x="409834" y="43506"/>
                  <a:pt x="407522" y="41968"/>
                </a:cubicBezTo>
                <a:cubicBezTo>
                  <a:pt x="405210" y="40429"/>
                  <a:pt x="402793" y="39660"/>
                  <a:pt x="400270" y="39660"/>
                </a:cubicBezTo>
                <a:cubicBezTo>
                  <a:pt x="396394" y="39660"/>
                  <a:pt x="392926" y="41211"/>
                  <a:pt x="389866" y="44311"/>
                </a:cubicBezTo>
                <a:cubicBezTo>
                  <a:pt x="386807" y="47412"/>
                  <a:pt x="385020" y="51727"/>
                  <a:pt x="384506" y="572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Snippet">
            <a:extLst xmlns:a="http://schemas.openxmlformats.org/drawingml/2006/main">
              <a:ext uri="{FF2B5EF4-FFF2-40B4-BE49-F238E27FC236}">
                <a16:creationId xmlns:a16="http://schemas.microsoft.com/office/drawing/2014/main" id="{20B1054A-33A0-4967-BFCA-FEFF0F5F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159" y="2053618"/>
            <a:ext cx="430191" cy="134124"/>
          </a:xfrm>
          <a:custGeom xmlns:a="http://schemas.openxmlformats.org/drawingml/2006/main">
            <a:pathLst>
              <a:path w="430191" h="134124">
                <a:moveTo>
                  <a:pt x="56821" y="2596"/>
                </a:moveTo>
                <a:lnTo>
                  <a:pt x="56821" y="36343"/>
                </a:lnTo>
                <a:lnTo>
                  <a:pt x="54228" y="36343"/>
                </a:lnTo>
                <a:cubicBezTo>
                  <a:pt x="53388" y="29853"/>
                  <a:pt x="51881" y="24686"/>
                  <a:pt x="49709" y="20840"/>
                </a:cubicBezTo>
                <a:cubicBezTo>
                  <a:pt x="47537" y="16994"/>
                  <a:pt x="44443" y="13941"/>
                  <a:pt x="40426" y="11682"/>
                </a:cubicBezTo>
                <a:cubicBezTo>
                  <a:pt x="36409" y="9422"/>
                  <a:pt x="32252" y="8293"/>
                  <a:pt x="27955" y="8293"/>
                </a:cubicBezTo>
                <a:cubicBezTo>
                  <a:pt x="23097" y="8293"/>
                  <a:pt x="19080" y="9818"/>
                  <a:pt x="15904" y="12869"/>
                </a:cubicBezTo>
                <a:cubicBezTo>
                  <a:pt x="12728" y="15919"/>
                  <a:pt x="11140" y="19389"/>
                  <a:pt x="11140" y="23280"/>
                </a:cubicBezTo>
                <a:cubicBezTo>
                  <a:pt x="11140" y="26259"/>
                  <a:pt x="12144" y="28973"/>
                  <a:pt x="14153" y="31422"/>
                </a:cubicBezTo>
                <a:cubicBezTo>
                  <a:pt x="17049" y="35026"/>
                  <a:pt x="23938" y="39830"/>
                  <a:pt x="34821" y="45835"/>
                </a:cubicBezTo>
                <a:cubicBezTo>
                  <a:pt x="43696" y="50734"/>
                  <a:pt x="49756" y="54492"/>
                  <a:pt x="53002" y="57111"/>
                </a:cubicBezTo>
                <a:cubicBezTo>
                  <a:pt x="56248" y="59728"/>
                  <a:pt x="58747" y="62814"/>
                  <a:pt x="60499" y="66370"/>
                </a:cubicBezTo>
                <a:cubicBezTo>
                  <a:pt x="62250" y="69924"/>
                  <a:pt x="63126" y="73647"/>
                  <a:pt x="63126" y="77538"/>
                </a:cubicBezTo>
                <a:cubicBezTo>
                  <a:pt x="63126" y="84935"/>
                  <a:pt x="60335" y="91312"/>
                  <a:pt x="54754" y="96670"/>
                </a:cubicBezTo>
                <a:cubicBezTo>
                  <a:pt x="49172" y="102025"/>
                  <a:pt x="41991" y="104703"/>
                  <a:pt x="33210" y="104703"/>
                </a:cubicBezTo>
                <a:cubicBezTo>
                  <a:pt x="30454" y="104703"/>
                  <a:pt x="27861" y="104490"/>
                  <a:pt x="25433" y="104063"/>
                </a:cubicBezTo>
                <a:cubicBezTo>
                  <a:pt x="23985" y="103826"/>
                  <a:pt x="20984" y="102960"/>
                  <a:pt x="16430" y="101465"/>
                </a:cubicBezTo>
                <a:cubicBezTo>
                  <a:pt x="11876" y="99970"/>
                  <a:pt x="8991" y="99223"/>
                  <a:pt x="7777" y="99223"/>
                </a:cubicBezTo>
                <a:cubicBezTo>
                  <a:pt x="6609" y="99223"/>
                  <a:pt x="5687" y="99579"/>
                  <a:pt x="5009" y="100291"/>
                </a:cubicBezTo>
                <a:cubicBezTo>
                  <a:pt x="4332" y="101003"/>
                  <a:pt x="3830" y="102474"/>
                  <a:pt x="3503" y="104703"/>
                </a:cubicBezTo>
                <a:lnTo>
                  <a:pt x="911" y="104703"/>
                </a:lnTo>
                <a:lnTo>
                  <a:pt x="911" y="71244"/>
                </a:lnTo>
                <a:lnTo>
                  <a:pt x="3503" y="71244"/>
                </a:lnTo>
                <a:cubicBezTo>
                  <a:pt x="4718" y="78263"/>
                  <a:pt x="6352" y="83515"/>
                  <a:pt x="8407" y="87000"/>
                </a:cubicBezTo>
                <a:cubicBezTo>
                  <a:pt x="10463" y="90485"/>
                  <a:pt x="13604" y="93382"/>
                  <a:pt x="17831" y="95689"/>
                </a:cubicBezTo>
                <a:cubicBezTo>
                  <a:pt x="22058" y="97997"/>
                  <a:pt x="26694" y="99151"/>
                  <a:pt x="31738" y="99151"/>
                </a:cubicBezTo>
                <a:cubicBezTo>
                  <a:pt x="37577" y="99151"/>
                  <a:pt x="42189" y="97566"/>
                  <a:pt x="45576" y="94396"/>
                </a:cubicBezTo>
                <a:cubicBezTo>
                  <a:pt x="48962" y="91225"/>
                  <a:pt x="50655" y="87477"/>
                  <a:pt x="50655" y="83154"/>
                </a:cubicBezTo>
                <a:cubicBezTo>
                  <a:pt x="50655" y="80751"/>
                  <a:pt x="50013" y="78326"/>
                  <a:pt x="48728" y="75877"/>
                </a:cubicBezTo>
                <a:cubicBezTo>
                  <a:pt x="47444" y="73427"/>
                  <a:pt x="45447" y="71145"/>
                  <a:pt x="42738" y="69031"/>
                </a:cubicBezTo>
                <a:cubicBezTo>
                  <a:pt x="40916" y="67591"/>
                  <a:pt x="35942" y="64528"/>
                  <a:pt x="27815" y="59844"/>
                </a:cubicBezTo>
                <a:cubicBezTo>
                  <a:pt x="19688" y="55160"/>
                  <a:pt x="13907" y="51425"/>
                  <a:pt x="10474" y="48640"/>
                </a:cubicBezTo>
                <a:cubicBezTo>
                  <a:pt x="7041" y="45853"/>
                  <a:pt x="4437" y="42779"/>
                  <a:pt x="2662" y="39417"/>
                </a:cubicBezTo>
                <a:cubicBezTo>
                  <a:pt x="887" y="36053"/>
                  <a:pt x="0" y="32354"/>
                  <a:pt x="0" y="28319"/>
                </a:cubicBezTo>
                <a:cubicBezTo>
                  <a:pt x="0" y="21306"/>
                  <a:pt x="2616" y="15266"/>
                  <a:pt x="7847" y="10199"/>
                </a:cubicBezTo>
                <a:cubicBezTo>
                  <a:pt x="13078" y="5130"/>
                  <a:pt x="19734" y="2596"/>
                  <a:pt x="27815" y="2596"/>
                </a:cubicBezTo>
                <a:cubicBezTo>
                  <a:pt x="32859" y="2596"/>
                  <a:pt x="38207" y="3870"/>
                  <a:pt x="43859" y="6418"/>
                </a:cubicBezTo>
                <a:cubicBezTo>
                  <a:pt x="46475" y="7620"/>
                  <a:pt x="48320" y="8220"/>
                  <a:pt x="49394" y="8220"/>
                </a:cubicBezTo>
                <a:cubicBezTo>
                  <a:pt x="50608" y="8220"/>
                  <a:pt x="51601" y="7848"/>
                  <a:pt x="52372" y="7103"/>
                </a:cubicBezTo>
                <a:cubicBezTo>
                  <a:pt x="53142" y="6358"/>
                  <a:pt x="53761" y="4855"/>
                  <a:pt x="54228" y="2596"/>
                </a:cubicBezTo>
                <a:lnTo>
                  <a:pt x="56821" y="2596"/>
                </a:lnTo>
                <a:close/>
                <a:moveTo>
                  <a:pt x="94935" y="48602"/>
                </a:moveTo>
                <a:cubicBezTo>
                  <a:pt x="102455" y="39276"/>
                  <a:pt x="109625" y="34613"/>
                  <a:pt x="116444" y="34613"/>
                </a:cubicBezTo>
                <a:cubicBezTo>
                  <a:pt x="119947" y="34613"/>
                  <a:pt x="122960" y="35512"/>
                  <a:pt x="125482" y="37312"/>
                </a:cubicBezTo>
                <a:cubicBezTo>
                  <a:pt x="128004" y="39110"/>
                  <a:pt x="130013" y="42072"/>
                  <a:pt x="131507" y="46197"/>
                </a:cubicBezTo>
                <a:cubicBezTo>
                  <a:pt x="132535" y="49074"/>
                  <a:pt x="133049" y="53487"/>
                  <a:pt x="133049" y="59436"/>
                </a:cubicBezTo>
                <a:lnTo>
                  <a:pt x="133049" y="87568"/>
                </a:lnTo>
                <a:cubicBezTo>
                  <a:pt x="133049" y="91741"/>
                  <a:pt x="133376" y="94572"/>
                  <a:pt x="134030" y="96059"/>
                </a:cubicBezTo>
                <a:cubicBezTo>
                  <a:pt x="134543" y="97258"/>
                  <a:pt x="135372" y="98193"/>
                  <a:pt x="136517" y="98864"/>
                </a:cubicBezTo>
                <a:cubicBezTo>
                  <a:pt x="137661" y="99536"/>
                  <a:pt x="139775" y="99872"/>
                  <a:pt x="142857" y="99872"/>
                </a:cubicBezTo>
                <a:lnTo>
                  <a:pt x="142857" y="102540"/>
                </a:lnTo>
                <a:lnTo>
                  <a:pt x="111119" y="102540"/>
                </a:lnTo>
                <a:lnTo>
                  <a:pt x="111119" y="99872"/>
                </a:lnTo>
                <a:lnTo>
                  <a:pt x="112450" y="99872"/>
                </a:lnTo>
                <a:cubicBezTo>
                  <a:pt x="115440" y="99872"/>
                  <a:pt x="117530" y="99405"/>
                  <a:pt x="118721" y="98472"/>
                </a:cubicBezTo>
                <a:cubicBezTo>
                  <a:pt x="119912" y="97539"/>
                  <a:pt x="120741" y="96165"/>
                  <a:pt x="121208" y="94349"/>
                </a:cubicBezTo>
                <a:cubicBezTo>
                  <a:pt x="121395" y="93631"/>
                  <a:pt x="121488" y="91382"/>
                  <a:pt x="121488" y="87604"/>
                </a:cubicBezTo>
                <a:lnTo>
                  <a:pt x="121488" y="60700"/>
                </a:lnTo>
                <a:cubicBezTo>
                  <a:pt x="121488" y="54723"/>
                  <a:pt x="120729" y="50383"/>
                  <a:pt x="119211" y="47680"/>
                </a:cubicBezTo>
                <a:cubicBezTo>
                  <a:pt x="117693" y="44978"/>
                  <a:pt x="115136" y="43626"/>
                  <a:pt x="111540" y="43626"/>
                </a:cubicBezTo>
                <a:cubicBezTo>
                  <a:pt x="105981" y="43626"/>
                  <a:pt x="100446" y="46735"/>
                  <a:pt x="94935" y="52953"/>
                </a:cubicBezTo>
                <a:lnTo>
                  <a:pt x="94935" y="87604"/>
                </a:lnTo>
                <a:cubicBezTo>
                  <a:pt x="94935" y="92052"/>
                  <a:pt x="95192" y="94802"/>
                  <a:pt x="95705" y="95854"/>
                </a:cubicBezTo>
                <a:cubicBezTo>
                  <a:pt x="96359" y="97240"/>
                  <a:pt x="97258" y="98257"/>
                  <a:pt x="98403" y="98903"/>
                </a:cubicBezTo>
                <a:cubicBezTo>
                  <a:pt x="99547" y="99549"/>
                  <a:pt x="101871" y="99872"/>
                  <a:pt x="105374" y="99872"/>
                </a:cubicBezTo>
                <a:lnTo>
                  <a:pt x="105374" y="102540"/>
                </a:lnTo>
                <a:lnTo>
                  <a:pt x="73636" y="102540"/>
                </a:lnTo>
                <a:lnTo>
                  <a:pt x="73636" y="99872"/>
                </a:lnTo>
                <a:lnTo>
                  <a:pt x="75037" y="99872"/>
                </a:lnTo>
                <a:cubicBezTo>
                  <a:pt x="78307" y="99872"/>
                  <a:pt x="80514" y="99021"/>
                  <a:pt x="81658" y="97319"/>
                </a:cubicBezTo>
                <a:cubicBezTo>
                  <a:pt x="82802" y="95615"/>
                  <a:pt x="83374" y="92365"/>
                  <a:pt x="83374" y="87568"/>
                </a:cubicBezTo>
                <a:lnTo>
                  <a:pt x="83374" y="63105"/>
                </a:lnTo>
                <a:cubicBezTo>
                  <a:pt x="83374" y="55191"/>
                  <a:pt x="83199" y="50371"/>
                  <a:pt x="82849" y="48645"/>
                </a:cubicBezTo>
                <a:cubicBezTo>
                  <a:pt x="82499" y="46917"/>
                  <a:pt x="81962" y="45741"/>
                  <a:pt x="81238" y="45118"/>
                </a:cubicBezTo>
                <a:cubicBezTo>
                  <a:pt x="80514" y="44495"/>
                  <a:pt x="79544" y="44183"/>
                  <a:pt x="78330" y="44183"/>
                </a:cubicBezTo>
                <a:cubicBezTo>
                  <a:pt x="77022" y="44183"/>
                  <a:pt x="75457" y="44543"/>
                  <a:pt x="73636" y="45262"/>
                </a:cubicBezTo>
                <a:lnTo>
                  <a:pt x="72585" y="42671"/>
                </a:lnTo>
                <a:lnTo>
                  <a:pt x="91922" y="34613"/>
                </a:lnTo>
                <a:lnTo>
                  <a:pt x="94935" y="34613"/>
                </a:lnTo>
                <a:lnTo>
                  <a:pt x="94935" y="48602"/>
                </a:lnTo>
                <a:close/>
                <a:moveTo>
                  <a:pt x="164296" y="0"/>
                </a:moveTo>
                <a:cubicBezTo>
                  <a:pt x="166258" y="0"/>
                  <a:pt x="167928" y="713"/>
                  <a:pt x="169306" y="2138"/>
                </a:cubicBezTo>
                <a:cubicBezTo>
                  <a:pt x="170684" y="3563"/>
                  <a:pt x="171372" y="5290"/>
                  <a:pt x="171372" y="7319"/>
                </a:cubicBezTo>
                <a:cubicBezTo>
                  <a:pt x="171372" y="9349"/>
                  <a:pt x="170684" y="11088"/>
                  <a:pt x="169306" y="12538"/>
                </a:cubicBezTo>
                <a:cubicBezTo>
                  <a:pt x="167928" y="13986"/>
                  <a:pt x="166258" y="14710"/>
                  <a:pt x="164296" y="14710"/>
                </a:cubicBezTo>
                <a:cubicBezTo>
                  <a:pt x="162334" y="14710"/>
                  <a:pt x="160653" y="13986"/>
                  <a:pt x="159252" y="12538"/>
                </a:cubicBezTo>
                <a:cubicBezTo>
                  <a:pt x="157850" y="11088"/>
                  <a:pt x="157150" y="9349"/>
                  <a:pt x="157150" y="7319"/>
                </a:cubicBezTo>
                <a:cubicBezTo>
                  <a:pt x="157150" y="5290"/>
                  <a:pt x="157839" y="3563"/>
                  <a:pt x="159217" y="2138"/>
                </a:cubicBezTo>
                <a:cubicBezTo>
                  <a:pt x="160595" y="713"/>
                  <a:pt x="162288" y="0"/>
                  <a:pt x="164296" y="0"/>
                </a:cubicBezTo>
                <a:moveTo>
                  <a:pt x="170111" y="34613"/>
                </a:moveTo>
                <a:lnTo>
                  <a:pt x="170111" y="87568"/>
                </a:lnTo>
                <a:cubicBezTo>
                  <a:pt x="170111" y="91693"/>
                  <a:pt x="170403" y="94439"/>
                  <a:pt x="170987" y="95807"/>
                </a:cubicBezTo>
                <a:cubicBezTo>
                  <a:pt x="171571" y="97174"/>
                  <a:pt x="172435" y="98193"/>
                  <a:pt x="173579" y="98864"/>
                </a:cubicBezTo>
                <a:cubicBezTo>
                  <a:pt x="174724" y="99536"/>
                  <a:pt x="176814" y="99872"/>
                  <a:pt x="179850" y="99872"/>
                </a:cubicBezTo>
                <a:lnTo>
                  <a:pt x="179850" y="102540"/>
                </a:lnTo>
                <a:lnTo>
                  <a:pt x="148672" y="102540"/>
                </a:lnTo>
                <a:lnTo>
                  <a:pt x="148672" y="99872"/>
                </a:lnTo>
                <a:cubicBezTo>
                  <a:pt x="151802" y="99872"/>
                  <a:pt x="153904" y="99560"/>
                  <a:pt x="154978" y="98937"/>
                </a:cubicBezTo>
                <a:cubicBezTo>
                  <a:pt x="156052" y="98313"/>
                  <a:pt x="156905" y="97282"/>
                  <a:pt x="157535" y="95843"/>
                </a:cubicBezTo>
                <a:cubicBezTo>
                  <a:pt x="158166" y="94403"/>
                  <a:pt x="158481" y="91645"/>
                  <a:pt x="158481" y="87568"/>
                </a:cubicBezTo>
                <a:lnTo>
                  <a:pt x="158481" y="62170"/>
                </a:lnTo>
                <a:cubicBezTo>
                  <a:pt x="158481" y="55022"/>
                  <a:pt x="158271" y="50393"/>
                  <a:pt x="157850" y="48284"/>
                </a:cubicBezTo>
                <a:cubicBezTo>
                  <a:pt x="157523" y="46749"/>
                  <a:pt x="157010" y="45681"/>
                  <a:pt x="156309" y="45082"/>
                </a:cubicBezTo>
                <a:cubicBezTo>
                  <a:pt x="155608" y="44483"/>
                  <a:pt x="154651" y="44183"/>
                  <a:pt x="153437" y="44183"/>
                </a:cubicBezTo>
                <a:cubicBezTo>
                  <a:pt x="152129" y="44183"/>
                  <a:pt x="150541" y="44543"/>
                  <a:pt x="148672" y="45262"/>
                </a:cubicBezTo>
                <a:lnTo>
                  <a:pt x="147691" y="42671"/>
                </a:lnTo>
                <a:lnTo>
                  <a:pt x="167029" y="34613"/>
                </a:lnTo>
                <a:lnTo>
                  <a:pt x="170111" y="34613"/>
                </a:lnTo>
                <a:close/>
                <a:moveTo>
                  <a:pt x="183711" y="42984"/>
                </a:moveTo>
                <a:lnTo>
                  <a:pt x="203468" y="34757"/>
                </a:lnTo>
                <a:lnTo>
                  <a:pt x="206131" y="34757"/>
                </a:lnTo>
                <a:lnTo>
                  <a:pt x="206131" y="50188"/>
                </a:lnTo>
                <a:cubicBezTo>
                  <a:pt x="209447" y="44371"/>
                  <a:pt x="212775" y="40321"/>
                  <a:pt x="216115" y="38038"/>
                </a:cubicBezTo>
                <a:cubicBezTo>
                  <a:pt x="219454" y="35754"/>
                  <a:pt x="222969" y="34613"/>
                  <a:pt x="226659" y="34613"/>
                </a:cubicBezTo>
                <a:cubicBezTo>
                  <a:pt x="233105" y="34613"/>
                  <a:pt x="238476" y="37206"/>
                  <a:pt x="242773" y="42391"/>
                </a:cubicBezTo>
                <a:cubicBezTo>
                  <a:pt x="248052" y="48731"/>
                  <a:pt x="250691" y="56991"/>
                  <a:pt x="250691" y="67172"/>
                </a:cubicBezTo>
                <a:cubicBezTo>
                  <a:pt x="250691" y="78554"/>
                  <a:pt x="247514" y="87966"/>
                  <a:pt x="241162" y="95410"/>
                </a:cubicBezTo>
                <a:cubicBezTo>
                  <a:pt x="235931" y="101509"/>
                  <a:pt x="229345" y="104559"/>
                  <a:pt x="221404" y="104559"/>
                </a:cubicBezTo>
                <a:cubicBezTo>
                  <a:pt x="217948" y="104559"/>
                  <a:pt x="214959" y="104054"/>
                  <a:pt x="212436" y="103045"/>
                </a:cubicBezTo>
                <a:cubicBezTo>
                  <a:pt x="210568" y="102323"/>
                  <a:pt x="208466" y="100881"/>
                  <a:pt x="206131" y="98718"/>
                </a:cubicBezTo>
                <a:lnTo>
                  <a:pt x="206131" y="118837"/>
                </a:lnTo>
                <a:cubicBezTo>
                  <a:pt x="206131" y="123355"/>
                  <a:pt x="206399" y="126228"/>
                  <a:pt x="206937" y="127454"/>
                </a:cubicBezTo>
                <a:cubicBezTo>
                  <a:pt x="207474" y="128680"/>
                  <a:pt x="208408" y="129653"/>
                  <a:pt x="209739" y="130374"/>
                </a:cubicBezTo>
                <a:cubicBezTo>
                  <a:pt x="211070" y="131095"/>
                  <a:pt x="213487" y="131456"/>
                  <a:pt x="216990" y="131456"/>
                </a:cubicBezTo>
                <a:lnTo>
                  <a:pt x="216990" y="134124"/>
                </a:lnTo>
                <a:lnTo>
                  <a:pt x="183361" y="134124"/>
                </a:lnTo>
                <a:lnTo>
                  <a:pt x="183361" y="131456"/>
                </a:lnTo>
                <a:lnTo>
                  <a:pt x="185112" y="131456"/>
                </a:lnTo>
                <a:cubicBezTo>
                  <a:pt x="187681" y="131504"/>
                  <a:pt x="189876" y="130998"/>
                  <a:pt x="191698" y="129939"/>
                </a:cubicBezTo>
                <a:cubicBezTo>
                  <a:pt x="192585" y="129410"/>
                  <a:pt x="193274" y="128556"/>
                  <a:pt x="193765" y="127377"/>
                </a:cubicBezTo>
                <a:cubicBezTo>
                  <a:pt x="194255" y="126199"/>
                  <a:pt x="194500" y="123205"/>
                  <a:pt x="194500" y="118395"/>
                </a:cubicBezTo>
                <a:lnTo>
                  <a:pt x="194500" y="55901"/>
                </a:lnTo>
                <a:cubicBezTo>
                  <a:pt x="194500" y="51619"/>
                  <a:pt x="194314" y="48902"/>
                  <a:pt x="193940" y="47748"/>
                </a:cubicBezTo>
                <a:cubicBezTo>
                  <a:pt x="193566" y="46593"/>
                  <a:pt x="192971" y="45726"/>
                  <a:pt x="192153" y="45150"/>
                </a:cubicBezTo>
                <a:cubicBezTo>
                  <a:pt x="191336" y="44571"/>
                  <a:pt x="190227" y="44282"/>
                  <a:pt x="188825" y="44282"/>
                </a:cubicBezTo>
                <a:cubicBezTo>
                  <a:pt x="187704" y="44282"/>
                  <a:pt x="186280" y="44619"/>
                  <a:pt x="184552" y="45292"/>
                </a:cubicBezTo>
                <a:lnTo>
                  <a:pt x="183711" y="42984"/>
                </a:lnTo>
                <a:moveTo>
                  <a:pt x="206131" y="54573"/>
                </a:moveTo>
                <a:lnTo>
                  <a:pt x="206131" y="79203"/>
                </a:lnTo>
                <a:cubicBezTo>
                  <a:pt x="206131" y="84533"/>
                  <a:pt x="206341" y="88038"/>
                  <a:pt x="206761" y="89718"/>
                </a:cubicBezTo>
                <a:cubicBezTo>
                  <a:pt x="207415" y="92503"/>
                  <a:pt x="209015" y="94952"/>
                  <a:pt x="211561" y="97064"/>
                </a:cubicBezTo>
                <a:cubicBezTo>
                  <a:pt x="214106" y="99176"/>
                  <a:pt x="217317" y="100232"/>
                  <a:pt x="221194" y="100232"/>
                </a:cubicBezTo>
                <a:cubicBezTo>
                  <a:pt x="225865" y="100232"/>
                  <a:pt x="229648" y="98360"/>
                  <a:pt x="232544" y="94614"/>
                </a:cubicBezTo>
                <a:cubicBezTo>
                  <a:pt x="236328" y="89719"/>
                  <a:pt x="238219" y="82829"/>
                  <a:pt x="238219" y="73946"/>
                </a:cubicBezTo>
                <a:cubicBezTo>
                  <a:pt x="238219" y="63864"/>
                  <a:pt x="236071" y="56111"/>
                  <a:pt x="231774" y="50686"/>
                </a:cubicBezTo>
                <a:cubicBezTo>
                  <a:pt x="228784" y="46941"/>
                  <a:pt x="225235" y="45068"/>
                  <a:pt x="221124" y="45068"/>
                </a:cubicBezTo>
                <a:cubicBezTo>
                  <a:pt x="218882" y="45068"/>
                  <a:pt x="216664" y="45645"/>
                  <a:pt x="214468" y="46797"/>
                </a:cubicBezTo>
                <a:cubicBezTo>
                  <a:pt x="212787" y="47661"/>
                  <a:pt x="210008" y="50253"/>
                  <a:pt x="206131" y="54573"/>
                </a:cubicBezTo>
                <a:close/>
                <a:moveTo>
                  <a:pt x="255455" y="42984"/>
                </a:moveTo>
                <a:lnTo>
                  <a:pt x="275213" y="34757"/>
                </a:lnTo>
                <a:lnTo>
                  <a:pt x="277875" y="34757"/>
                </a:lnTo>
                <a:lnTo>
                  <a:pt x="277875" y="50188"/>
                </a:lnTo>
                <a:cubicBezTo>
                  <a:pt x="281191" y="44371"/>
                  <a:pt x="284519" y="40321"/>
                  <a:pt x="287859" y="38038"/>
                </a:cubicBezTo>
                <a:cubicBezTo>
                  <a:pt x="291198" y="35754"/>
                  <a:pt x="294713" y="34613"/>
                  <a:pt x="298403" y="34613"/>
                </a:cubicBezTo>
                <a:cubicBezTo>
                  <a:pt x="304849" y="34613"/>
                  <a:pt x="310220" y="37206"/>
                  <a:pt x="314518" y="42391"/>
                </a:cubicBezTo>
                <a:cubicBezTo>
                  <a:pt x="319796" y="48731"/>
                  <a:pt x="322435" y="56991"/>
                  <a:pt x="322435" y="67172"/>
                </a:cubicBezTo>
                <a:cubicBezTo>
                  <a:pt x="322435" y="78554"/>
                  <a:pt x="319258" y="87966"/>
                  <a:pt x="312906" y="95410"/>
                </a:cubicBezTo>
                <a:cubicBezTo>
                  <a:pt x="307675" y="101509"/>
                  <a:pt x="301089" y="104559"/>
                  <a:pt x="293149" y="104559"/>
                </a:cubicBezTo>
                <a:cubicBezTo>
                  <a:pt x="289692" y="104559"/>
                  <a:pt x="286703" y="104054"/>
                  <a:pt x="284181" y="103045"/>
                </a:cubicBezTo>
                <a:cubicBezTo>
                  <a:pt x="282312" y="102323"/>
                  <a:pt x="280210" y="100881"/>
                  <a:pt x="277875" y="98718"/>
                </a:cubicBezTo>
                <a:lnTo>
                  <a:pt x="277875" y="118837"/>
                </a:lnTo>
                <a:cubicBezTo>
                  <a:pt x="277875" y="123355"/>
                  <a:pt x="278144" y="126228"/>
                  <a:pt x="278681" y="127454"/>
                </a:cubicBezTo>
                <a:cubicBezTo>
                  <a:pt x="279218" y="128680"/>
                  <a:pt x="280152" y="129653"/>
                  <a:pt x="281483" y="130374"/>
                </a:cubicBezTo>
                <a:cubicBezTo>
                  <a:pt x="282814" y="131095"/>
                  <a:pt x="285231" y="131456"/>
                  <a:pt x="288735" y="131456"/>
                </a:cubicBezTo>
                <a:lnTo>
                  <a:pt x="288735" y="134124"/>
                </a:lnTo>
                <a:lnTo>
                  <a:pt x="255105" y="134124"/>
                </a:lnTo>
                <a:lnTo>
                  <a:pt x="255105" y="131456"/>
                </a:lnTo>
                <a:lnTo>
                  <a:pt x="256856" y="131456"/>
                </a:lnTo>
                <a:cubicBezTo>
                  <a:pt x="259425" y="131504"/>
                  <a:pt x="261620" y="130998"/>
                  <a:pt x="263442" y="129939"/>
                </a:cubicBezTo>
                <a:cubicBezTo>
                  <a:pt x="264330" y="129410"/>
                  <a:pt x="265018" y="128556"/>
                  <a:pt x="265509" y="127377"/>
                </a:cubicBezTo>
                <a:cubicBezTo>
                  <a:pt x="265999" y="126199"/>
                  <a:pt x="266245" y="123205"/>
                  <a:pt x="266245" y="118395"/>
                </a:cubicBezTo>
                <a:lnTo>
                  <a:pt x="266245" y="55901"/>
                </a:lnTo>
                <a:cubicBezTo>
                  <a:pt x="266245" y="51619"/>
                  <a:pt x="266058" y="48902"/>
                  <a:pt x="265684" y="47748"/>
                </a:cubicBezTo>
                <a:cubicBezTo>
                  <a:pt x="265310" y="46593"/>
                  <a:pt x="264715" y="45726"/>
                  <a:pt x="263897" y="45150"/>
                </a:cubicBezTo>
                <a:cubicBezTo>
                  <a:pt x="263080" y="44571"/>
                  <a:pt x="261971" y="44282"/>
                  <a:pt x="260570" y="44282"/>
                </a:cubicBezTo>
                <a:cubicBezTo>
                  <a:pt x="259449" y="44282"/>
                  <a:pt x="258024" y="44619"/>
                  <a:pt x="256296" y="45292"/>
                </a:cubicBezTo>
                <a:lnTo>
                  <a:pt x="255455" y="42984"/>
                </a:lnTo>
                <a:moveTo>
                  <a:pt x="277875" y="54573"/>
                </a:moveTo>
                <a:lnTo>
                  <a:pt x="277875" y="79203"/>
                </a:lnTo>
                <a:cubicBezTo>
                  <a:pt x="277875" y="84533"/>
                  <a:pt x="278085" y="88038"/>
                  <a:pt x="278505" y="89718"/>
                </a:cubicBezTo>
                <a:cubicBezTo>
                  <a:pt x="279159" y="92503"/>
                  <a:pt x="280759" y="94952"/>
                  <a:pt x="283305" y="97064"/>
                </a:cubicBezTo>
                <a:cubicBezTo>
                  <a:pt x="285850" y="99176"/>
                  <a:pt x="289062" y="100232"/>
                  <a:pt x="292938" y="100232"/>
                </a:cubicBezTo>
                <a:cubicBezTo>
                  <a:pt x="297609" y="100232"/>
                  <a:pt x="301393" y="98360"/>
                  <a:pt x="304288" y="94614"/>
                </a:cubicBezTo>
                <a:cubicBezTo>
                  <a:pt x="308072" y="89719"/>
                  <a:pt x="309964" y="82829"/>
                  <a:pt x="309964" y="73946"/>
                </a:cubicBezTo>
                <a:cubicBezTo>
                  <a:pt x="309964" y="63864"/>
                  <a:pt x="307815" y="56111"/>
                  <a:pt x="303518" y="50686"/>
                </a:cubicBezTo>
                <a:cubicBezTo>
                  <a:pt x="300528" y="46941"/>
                  <a:pt x="296979" y="45068"/>
                  <a:pt x="292868" y="45068"/>
                </a:cubicBezTo>
                <a:cubicBezTo>
                  <a:pt x="290626" y="45068"/>
                  <a:pt x="288408" y="45645"/>
                  <a:pt x="286212" y="46797"/>
                </a:cubicBezTo>
                <a:cubicBezTo>
                  <a:pt x="284531" y="47661"/>
                  <a:pt x="281752" y="50253"/>
                  <a:pt x="277875" y="54573"/>
                </a:cubicBezTo>
                <a:close/>
                <a:moveTo>
                  <a:pt x="342613" y="61437"/>
                </a:moveTo>
                <a:cubicBezTo>
                  <a:pt x="342566" y="71222"/>
                  <a:pt x="344878" y="78896"/>
                  <a:pt x="349549" y="84461"/>
                </a:cubicBezTo>
                <a:cubicBezTo>
                  <a:pt x="354220" y="90024"/>
                  <a:pt x="359708" y="92805"/>
                  <a:pt x="366013" y="92805"/>
                </a:cubicBezTo>
                <a:cubicBezTo>
                  <a:pt x="370217" y="92805"/>
                  <a:pt x="373872" y="91615"/>
                  <a:pt x="376978" y="89236"/>
                </a:cubicBezTo>
                <a:cubicBezTo>
                  <a:pt x="380084" y="86856"/>
                  <a:pt x="382688" y="82782"/>
                  <a:pt x="384790" y="77013"/>
                </a:cubicBezTo>
                <a:lnTo>
                  <a:pt x="386962" y="78455"/>
                </a:lnTo>
                <a:cubicBezTo>
                  <a:pt x="385981" y="85041"/>
                  <a:pt x="383132" y="91038"/>
                  <a:pt x="378414" y="96447"/>
                </a:cubicBezTo>
                <a:cubicBezTo>
                  <a:pt x="373697" y="101855"/>
                  <a:pt x="367788" y="104559"/>
                  <a:pt x="360689" y="104559"/>
                </a:cubicBezTo>
                <a:cubicBezTo>
                  <a:pt x="352982" y="104559"/>
                  <a:pt x="346384" y="101477"/>
                  <a:pt x="340896" y="95313"/>
                </a:cubicBezTo>
                <a:cubicBezTo>
                  <a:pt x="335408" y="89148"/>
                  <a:pt x="332664" y="80860"/>
                  <a:pt x="332664" y="70449"/>
                </a:cubicBezTo>
                <a:cubicBezTo>
                  <a:pt x="332664" y="59176"/>
                  <a:pt x="335478" y="50385"/>
                  <a:pt x="341106" y="44077"/>
                </a:cubicBezTo>
                <a:cubicBezTo>
                  <a:pt x="346735" y="37767"/>
                  <a:pt x="353799" y="34613"/>
                  <a:pt x="362300" y="34613"/>
                </a:cubicBezTo>
                <a:cubicBezTo>
                  <a:pt x="369493" y="34613"/>
                  <a:pt x="375402" y="37046"/>
                  <a:pt x="380026" y="41914"/>
                </a:cubicBezTo>
                <a:cubicBezTo>
                  <a:pt x="384650" y="46780"/>
                  <a:pt x="386962" y="53287"/>
                  <a:pt x="386962" y="61437"/>
                </a:cubicBezTo>
                <a:lnTo>
                  <a:pt x="342613" y="61437"/>
                </a:lnTo>
                <a:moveTo>
                  <a:pt x="342613" y="57255"/>
                </a:moveTo>
                <a:lnTo>
                  <a:pt x="372319" y="57255"/>
                </a:lnTo>
                <a:cubicBezTo>
                  <a:pt x="372085" y="53025"/>
                  <a:pt x="371595" y="50044"/>
                  <a:pt x="370848" y="48313"/>
                </a:cubicBezTo>
                <a:cubicBezTo>
                  <a:pt x="369680" y="45621"/>
                  <a:pt x="367940" y="43506"/>
                  <a:pt x="365628" y="41968"/>
                </a:cubicBezTo>
                <a:cubicBezTo>
                  <a:pt x="363316" y="40429"/>
                  <a:pt x="360899" y="39660"/>
                  <a:pt x="358377" y="39660"/>
                </a:cubicBezTo>
                <a:cubicBezTo>
                  <a:pt x="354500" y="39660"/>
                  <a:pt x="351032" y="41211"/>
                  <a:pt x="347972" y="44311"/>
                </a:cubicBezTo>
                <a:cubicBezTo>
                  <a:pt x="344913" y="47412"/>
                  <a:pt x="343126" y="51727"/>
                  <a:pt x="342613" y="57255"/>
                </a:cubicBezTo>
                <a:close/>
                <a:moveTo>
                  <a:pt x="413236" y="14710"/>
                </a:moveTo>
                <a:lnTo>
                  <a:pt x="413236" y="36487"/>
                </a:lnTo>
                <a:lnTo>
                  <a:pt x="428229" y="36487"/>
                </a:lnTo>
                <a:lnTo>
                  <a:pt x="428229" y="41535"/>
                </a:lnTo>
                <a:lnTo>
                  <a:pt x="413236" y="41535"/>
                </a:lnTo>
                <a:lnTo>
                  <a:pt x="413236" y="84310"/>
                </a:lnTo>
                <a:cubicBezTo>
                  <a:pt x="413236" y="88584"/>
                  <a:pt x="413831" y="91465"/>
                  <a:pt x="415022" y="92954"/>
                </a:cubicBezTo>
                <a:cubicBezTo>
                  <a:pt x="416213" y="94441"/>
                  <a:pt x="417743" y="95185"/>
                  <a:pt x="419611" y="95185"/>
                </a:cubicBezTo>
                <a:cubicBezTo>
                  <a:pt x="421153" y="95185"/>
                  <a:pt x="422647" y="94692"/>
                  <a:pt x="424095" y="93706"/>
                </a:cubicBezTo>
                <a:cubicBezTo>
                  <a:pt x="425543" y="92721"/>
                  <a:pt x="426664" y="91267"/>
                  <a:pt x="427458" y="89344"/>
                </a:cubicBezTo>
                <a:lnTo>
                  <a:pt x="430191" y="89344"/>
                </a:lnTo>
                <a:cubicBezTo>
                  <a:pt x="428556" y="94068"/>
                  <a:pt x="426244" y="97642"/>
                  <a:pt x="423255" y="100063"/>
                </a:cubicBezTo>
                <a:cubicBezTo>
                  <a:pt x="420265" y="102483"/>
                  <a:pt x="417182" y="103694"/>
                  <a:pt x="414006" y="103694"/>
                </a:cubicBezTo>
                <a:cubicBezTo>
                  <a:pt x="411858" y="103694"/>
                  <a:pt x="409756" y="103080"/>
                  <a:pt x="407701" y="101852"/>
                </a:cubicBezTo>
                <a:cubicBezTo>
                  <a:pt x="405646" y="100625"/>
                  <a:pt x="404128" y="98869"/>
                  <a:pt x="403147" y="96584"/>
                </a:cubicBezTo>
                <a:cubicBezTo>
                  <a:pt x="402166" y="94298"/>
                  <a:pt x="401675" y="90772"/>
                  <a:pt x="401675" y="86006"/>
                </a:cubicBezTo>
                <a:lnTo>
                  <a:pt x="401675" y="41535"/>
                </a:lnTo>
                <a:lnTo>
                  <a:pt x="391516" y="41535"/>
                </a:lnTo>
                <a:lnTo>
                  <a:pt x="391516" y="39155"/>
                </a:lnTo>
                <a:cubicBezTo>
                  <a:pt x="394085" y="38095"/>
                  <a:pt x="396713" y="36299"/>
                  <a:pt x="399398" y="33768"/>
                </a:cubicBezTo>
                <a:cubicBezTo>
                  <a:pt x="402084" y="31236"/>
                  <a:pt x="404478" y="28235"/>
                  <a:pt x="406580" y="24763"/>
                </a:cubicBezTo>
                <a:cubicBezTo>
                  <a:pt x="407654" y="22932"/>
                  <a:pt x="409149" y="19581"/>
                  <a:pt x="411064" y="14710"/>
                </a:cubicBezTo>
                <a:lnTo>
                  <a:pt x="413236" y="14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21E85-22ED-4C68-8381-97A14E1F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855" y="1353961"/>
            <a:ext cx="724340" cy="898772"/>
          </a:xfrm>
          <a:custGeom xmlns:a="http://schemas.openxmlformats.org/drawingml/2006/main">
            <a:pathLst>
              <a:path w="724340" h="898772" fill="none">
                <a:moveTo>
                  <a:pt x="0" y="0"/>
                </a:moveTo>
                <a:lnTo>
                  <a:pt x="724340" y="0"/>
                </a:lnTo>
                <a:lnTo>
                  <a:pt x="724340" y="898772"/>
                </a:lnTo>
                <a:lnTo>
                  <a:pt x="0" y="898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7" cap="flat">
            <a:solidFill>
              <a:srgbClr val="000000"/>
            </a:solidFill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87B26-29B3-48E0-BBB4-8F3F61ED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859" y="2468859"/>
            <a:ext cx="723327" cy="192500"/>
          </a:xfrm>
          <a:custGeom xmlns:a="http://schemas.openxmlformats.org/drawingml/2006/main">
            <a:pathLst>
              <a:path w="723327" h="192500">
                <a:moveTo>
                  <a:pt x="0" y="0"/>
                </a:moveTo>
                <a:lnTo>
                  <a:pt x="723327" y="0"/>
                </a:lnTo>
                <a:lnTo>
                  <a:pt x="723327" y="192500"/>
                </a:lnTo>
                <a:lnTo>
                  <a:pt x="0" y="192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&amp;">
            <a:extLst xmlns:a="http://schemas.openxmlformats.org/drawingml/2006/main">
              <a:ext uri="{FF2B5EF4-FFF2-40B4-BE49-F238E27FC236}">
                <a16:creationId xmlns:a16="http://schemas.microsoft.com/office/drawing/2014/main" id="{9D9D4203-8769-42CF-812B-70105DD7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796" y="1763003"/>
            <a:ext cx="89260" cy="89344"/>
          </a:xfrm>
          <a:custGeom xmlns:a="http://schemas.openxmlformats.org/drawingml/2006/main">
            <a:pathLst>
              <a:path w="89260" h="89344">
                <a:moveTo>
                  <a:pt x="59466" y="32431"/>
                </a:moveTo>
                <a:lnTo>
                  <a:pt x="85214" y="32431"/>
                </a:lnTo>
                <a:lnTo>
                  <a:pt x="85214" y="34766"/>
                </a:lnTo>
                <a:cubicBezTo>
                  <a:pt x="81658" y="35059"/>
                  <a:pt x="79032" y="35867"/>
                  <a:pt x="77336" y="37189"/>
                </a:cubicBezTo>
                <a:cubicBezTo>
                  <a:pt x="75640" y="38512"/>
                  <a:pt x="72993" y="42509"/>
                  <a:pt x="69397" y="49181"/>
                </a:cubicBezTo>
                <a:cubicBezTo>
                  <a:pt x="65800" y="55852"/>
                  <a:pt x="61754" y="62084"/>
                  <a:pt x="57259" y="67875"/>
                </a:cubicBezTo>
                <a:cubicBezTo>
                  <a:pt x="60896" y="72186"/>
                  <a:pt x="64145" y="75201"/>
                  <a:pt x="67006" y="76922"/>
                </a:cubicBezTo>
                <a:cubicBezTo>
                  <a:pt x="69867" y="78641"/>
                  <a:pt x="72748" y="79501"/>
                  <a:pt x="75650" y="79501"/>
                </a:cubicBezTo>
                <a:cubicBezTo>
                  <a:pt x="78470" y="79501"/>
                  <a:pt x="80861" y="78712"/>
                  <a:pt x="82823" y="77135"/>
                </a:cubicBezTo>
                <a:cubicBezTo>
                  <a:pt x="84784" y="75557"/>
                  <a:pt x="86174" y="73233"/>
                  <a:pt x="86991" y="70163"/>
                </a:cubicBezTo>
                <a:lnTo>
                  <a:pt x="89260" y="71866"/>
                </a:lnTo>
                <a:cubicBezTo>
                  <a:pt x="87747" y="77808"/>
                  <a:pt x="85316" y="82206"/>
                  <a:pt x="81964" y="85061"/>
                </a:cubicBezTo>
                <a:cubicBezTo>
                  <a:pt x="78613" y="87916"/>
                  <a:pt x="74710" y="89344"/>
                  <a:pt x="70255" y="89344"/>
                </a:cubicBezTo>
                <a:cubicBezTo>
                  <a:pt x="66904" y="89344"/>
                  <a:pt x="63501" y="88410"/>
                  <a:pt x="60048" y="86542"/>
                </a:cubicBezTo>
                <a:cubicBezTo>
                  <a:pt x="56594" y="84674"/>
                  <a:pt x="52824" y="81516"/>
                  <a:pt x="48737" y="77068"/>
                </a:cubicBezTo>
                <a:cubicBezTo>
                  <a:pt x="43669" y="81684"/>
                  <a:pt x="39102" y="84884"/>
                  <a:pt x="35036" y="86668"/>
                </a:cubicBezTo>
                <a:cubicBezTo>
                  <a:pt x="30969" y="88452"/>
                  <a:pt x="26627" y="89344"/>
                  <a:pt x="22008" y="89344"/>
                </a:cubicBezTo>
                <a:cubicBezTo>
                  <a:pt x="15265" y="89344"/>
                  <a:pt x="9911" y="87496"/>
                  <a:pt x="5947" y="83799"/>
                </a:cubicBezTo>
                <a:cubicBezTo>
                  <a:pt x="1982" y="80103"/>
                  <a:pt x="0" y="75693"/>
                  <a:pt x="0" y="70569"/>
                </a:cubicBezTo>
                <a:cubicBezTo>
                  <a:pt x="0" y="65486"/>
                  <a:pt x="1778" y="60414"/>
                  <a:pt x="5334" y="55353"/>
                </a:cubicBezTo>
                <a:cubicBezTo>
                  <a:pt x="8889" y="50291"/>
                  <a:pt x="15571" y="45050"/>
                  <a:pt x="25380" y="39632"/>
                </a:cubicBezTo>
                <a:cubicBezTo>
                  <a:pt x="23459" y="35264"/>
                  <a:pt x="22151" y="31683"/>
                  <a:pt x="21457" y="28890"/>
                </a:cubicBezTo>
                <a:cubicBezTo>
                  <a:pt x="20762" y="26097"/>
                  <a:pt x="20414" y="23418"/>
                  <a:pt x="20414" y="20855"/>
                </a:cubicBezTo>
                <a:cubicBezTo>
                  <a:pt x="20414" y="13673"/>
                  <a:pt x="22989" y="8191"/>
                  <a:pt x="28139" y="4411"/>
                </a:cubicBezTo>
                <a:cubicBezTo>
                  <a:pt x="32144" y="1470"/>
                  <a:pt x="36701" y="0"/>
                  <a:pt x="41810" y="0"/>
                </a:cubicBezTo>
                <a:cubicBezTo>
                  <a:pt x="46673" y="0"/>
                  <a:pt x="50638" y="1481"/>
                  <a:pt x="53703" y="4442"/>
                </a:cubicBezTo>
                <a:cubicBezTo>
                  <a:pt x="56768" y="7404"/>
                  <a:pt x="58301" y="11048"/>
                  <a:pt x="58301" y="15374"/>
                </a:cubicBezTo>
                <a:cubicBezTo>
                  <a:pt x="58301" y="19826"/>
                  <a:pt x="56819" y="23733"/>
                  <a:pt x="53856" y="27094"/>
                </a:cubicBezTo>
                <a:cubicBezTo>
                  <a:pt x="50893" y="30454"/>
                  <a:pt x="45652" y="34129"/>
                  <a:pt x="38132" y="38120"/>
                </a:cubicBezTo>
                <a:cubicBezTo>
                  <a:pt x="43322" y="47620"/>
                  <a:pt x="48737" y="56321"/>
                  <a:pt x="54377" y="64224"/>
                </a:cubicBezTo>
                <a:cubicBezTo>
                  <a:pt x="61570" y="55411"/>
                  <a:pt x="65167" y="47984"/>
                  <a:pt x="65167" y="41941"/>
                </a:cubicBezTo>
                <a:cubicBezTo>
                  <a:pt x="65167" y="40011"/>
                  <a:pt x="64554" y="38291"/>
                  <a:pt x="63328" y="36781"/>
                </a:cubicBezTo>
                <a:cubicBezTo>
                  <a:pt x="62429" y="35648"/>
                  <a:pt x="61141" y="34976"/>
                  <a:pt x="59466" y="34766"/>
                </a:cubicBezTo>
                <a:lnTo>
                  <a:pt x="59466" y="32431"/>
                </a:lnTo>
                <a:moveTo>
                  <a:pt x="36047" y="34024"/>
                </a:moveTo>
                <a:cubicBezTo>
                  <a:pt x="41115" y="31552"/>
                  <a:pt x="44906" y="28744"/>
                  <a:pt x="47419" y="25601"/>
                </a:cubicBezTo>
                <a:cubicBezTo>
                  <a:pt x="49933" y="22458"/>
                  <a:pt x="51189" y="18959"/>
                  <a:pt x="51189" y="15104"/>
                </a:cubicBezTo>
                <a:cubicBezTo>
                  <a:pt x="51189" y="12087"/>
                  <a:pt x="50280" y="9594"/>
                  <a:pt x="48461" y="7625"/>
                </a:cubicBezTo>
                <a:cubicBezTo>
                  <a:pt x="46643" y="5654"/>
                  <a:pt x="44385" y="4669"/>
                  <a:pt x="41687" y="4669"/>
                </a:cubicBezTo>
                <a:cubicBezTo>
                  <a:pt x="38132" y="4669"/>
                  <a:pt x="35444" y="5937"/>
                  <a:pt x="33626" y="8473"/>
                </a:cubicBezTo>
                <a:cubicBezTo>
                  <a:pt x="31807" y="11007"/>
                  <a:pt x="30898" y="13490"/>
                  <a:pt x="30898" y="15922"/>
                </a:cubicBezTo>
                <a:cubicBezTo>
                  <a:pt x="30898" y="17975"/>
                  <a:pt x="31245" y="20270"/>
                  <a:pt x="31940" y="22805"/>
                </a:cubicBezTo>
                <a:cubicBezTo>
                  <a:pt x="32635" y="25340"/>
                  <a:pt x="34004" y="29079"/>
                  <a:pt x="36047" y="34024"/>
                </a:cubicBezTo>
                <a:moveTo>
                  <a:pt x="45549" y="73416"/>
                </a:moveTo>
                <a:cubicBezTo>
                  <a:pt x="40155" y="65852"/>
                  <a:pt x="36415" y="60327"/>
                  <a:pt x="34331" y="56840"/>
                </a:cubicBezTo>
                <a:cubicBezTo>
                  <a:pt x="32246" y="53351"/>
                  <a:pt x="29958" y="49022"/>
                  <a:pt x="27465" y="43854"/>
                </a:cubicBezTo>
                <a:cubicBezTo>
                  <a:pt x="22560" y="46761"/>
                  <a:pt x="18872" y="49963"/>
                  <a:pt x="16399" y="53460"/>
                </a:cubicBezTo>
                <a:cubicBezTo>
                  <a:pt x="13926" y="56957"/>
                  <a:pt x="12690" y="60748"/>
                  <a:pt x="12690" y="64835"/>
                </a:cubicBezTo>
                <a:cubicBezTo>
                  <a:pt x="12690" y="69344"/>
                  <a:pt x="14100" y="73304"/>
                  <a:pt x="16920" y="76717"/>
                </a:cubicBezTo>
                <a:cubicBezTo>
                  <a:pt x="19740" y="80129"/>
                  <a:pt x="23541" y="81835"/>
                  <a:pt x="28323" y="81835"/>
                </a:cubicBezTo>
                <a:cubicBezTo>
                  <a:pt x="30898" y="81835"/>
                  <a:pt x="33380" y="81304"/>
                  <a:pt x="35771" y="80242"/>
                </a:cubicBezTo>
                <a:cubicBezTo>
                  <a:pt x="38162" y="79179"/>
                  <a:pt x="41422" y="76903"/>
                  <a:pt x="45549" y="73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C0897-3300-442D-AE17-8C45AA59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615" y="2258491"/>
            <a:ext cx="107616" cy="192500"/>
          </a:xfrm>
          <a:custGeom xmlns:a="http://schemas.openxmlformats.org/drawingml/2006/main">
            <a:pathLst>
              <a:path w="107616" h="192500">
                <a:moveTo>
                  <a:pt x="58292" y="0"/>
                </a:moveTo>
                <a:lnTo>
                  <a:pt x="49324" y="0"/>
                </a:lnTo>
                <a:lnTo>
                  <a:pt x="49324" y="81739"/>
                </a:lnTo>
                <a:lnTo>
                  <a:pt x="0" y="81739"/>
                </a:lnTo>
                <a:lnTo>
                  <a:pt x="53810" y="192500"/>
                </a:lnTo>
                <a:lnTo>
                  <a:pt x="107616" y="81739"/>
                </a:lnTo>
                <a:lnTo>
                  <a:pt x="58292" y="81739"/>
                </a:lnTo>
                <a:lnTo>
                  <a:pt x="5829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DF2C0-D435-497B-B88F-5E099564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876" y="1357461"/>
            <a:ext cx="632073" cy="895267"/>
          </a:xfrm>
          <a:custGeom xmlns:a="http://schemas.openxmlformats.org/drawingml/2006/main">
            <a:pathLst>
              <a:path w="632073" h="895267" fill="none">
                <a:moveTo>
                  <a:pt x="0" y="0"/>
                </a:moveTo>
                <a:lnTo>
                  <a:pt x="632073" y="0"/>
                </a:lnTo>
                <a:lnTo>
                  <a:pt x="632073" y="895267"/>
                </a:lnTo>
                <a:lnTo>
                  <a:pt x="0" y="895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7" cap="flat">
            <a:solidFill>
              <a:srgbClr val="000000"/>
            </a:solidFill>
            <a:miter/>
          </a:ln>
        </p:spPr>
      </p:sp>
      <p:sp>
        <p:nvSpPr>
          <p:cNvPr id="74" name="Text RoBERTa">
            <a:extLst xmlns:a="http://schemas.openxmlformats.org/drawingml/2006/main">
              <a:ext uri="{FF2B5EF4-FFF2-40B4-BE49-F238E27FC236}">
                <a16:creationId xmlns:a16="http://schemas.microsoft.com/office/drawing/2014/main" id="{CCE2AEF6-A227-4F60-AE3E-47F39A8E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942" y="2522497"/>
            <a:ext cx="517413" cy="87325"/>
          </a:xfrm>
          <a:custGeom xmlns:a="http://schemas.openxmlformats.org/drawingml/2006/main">
            <a:pathLst>
              <a:path w="517413" h="87325">
                <a:moveTo>
                  <a:pt x="82700" y="85558"/>
                </a:moveTo>
                <a:lnTo>
                  <a:pt x="60508" y="85558"/>
                </a:lnTo>
                <a:lnTo>
                  <a:pt x="32369" y="45429"/>
                </a:lnTo>
                <a:cubicBezTo>
                  <a:pt x="30285" y="45513"/>
                  <a:pt x="28588" y="45555"/>
                  <a:pt x="27281" y="45555"/>
                </a:cubicBezTo>
                <a:cubicBezTo>
                  <a:pt x="26749" y="45555"/>
                  <a:pt x="26177" y="45545"/>
                  <a:pt x="25564" y="45524"/>
                </a:cubicBezTo>
                <a:cubicBezTo>
                  <a:pt x="24951" y="45503"/>
                  <a:pt x="24318" y="45471"/>
                  <a:pt x="23664" y="45429"/>
                </a:cubicBezTo>
                <a:lnTo>
                  <a:pt x="23664" y="70372"/>
                </a:lnTo>
                <a:cubicBezTo>
                  <a:pt x="23664" y="75774"/>
                  <a:pt x="24236" y="79130"/>
                  <a:pt x="25380" y="80437"/>
                </a:cubicBezTo>
                <a:cubicBezTo>
                  <a:pt x="26933" y="82295"/>
                  <a:pt x="29263" y="83224"/>
                  <a:pt x="32369" y="83224"/>
                </a:cubicBezTo>
                <a:lnTo>
                  <a:pt x="35618" y="83224"/>
                </a:lnTo>
                <a:lnTo>
                  <a:pt x="35618" y="85558"/>
                </a:lnTo>
                <a:lnTo>
                  <a:pt x="0" y="85558"/>
                </a:lnTo>
                <a:lnTo>
                  <a:pt x="0" y="83224"/>
                </a:lnTo>
                <a:lnTo>
                  <a:pt x="3127" y="83224"/>
                </a:lnTo>
                <a:cubicBezTo>
                  <a:pt x="6641" y="83224"/>
                  <a:pt x="9155" y="82046"/>
                  <a:pt x="10667" y="79690"/>
                </a:cubicBezTo>
                <a:cubicBezTo>
                  <a:pt x="11525" y="78386"/>
                  <a:pt x="11954" y="75294"/>
                  <a:pt x="11954" y="70415"/>
                </a:cubicBezTo>
                <a:lnTo>
                  <a:pt x="11954" y="15143"/>
                </a:lnTo>
                <a:cubicBezTo>
                  <a:pt x="11954" y="9759"/>
                  <a:pt x="11382" y="6415"/>
                  <a:pt x="10238" y="5111"/>
                </a:cubicBezTo>
                <a:cubicBezTo>
                  <a:pt x="8644" y="3260"/>
                  <a:pt x="6274" y="2335"/>
                  <a:pt x="3127" y="2335"/>
                </a:cubicBezTo>
                <a:lnTo>
                  <a:pt x="0" y="2335"/>
                </a:lnTo>
                <a:lnTo>
                  <a:pt x="0" y="0"/>
                </a:lnTo>
                <a:lnTo>
                  <a:pt x="30285" y="0"/>
                </a:lnTo>
                <a:cubicBezTo>
                  <a:pt x="39112" y="0"/>
                  <a:pt x="45621" y="661"/>
                  <a:pt x="49810" y="1982"/>
                </a:cubicBezTo>
                <a:cubicBezTo>
                  <a:pt x="53999" y="3303"/>
                  <a:pt x="57555" y="5736"/>
                  <a:pt x="60477" y="9281"/>
                </a:cubicBezTo>
                <a:cubicBezTo>
                  <a:pt x="63399" y="12825"/>
                  <a:pt x="64860" y="17050"/>
                  <a:pt x="64860" y="21957"/>
                </a:cubicBezTo>
                <a:cubicBezTo>
                  <a:pt x="64860" y="27200"/>
                  <a:pt x="63195" y="31750"/>
                  <a:pt x="59864" y="35610"/>
                </a:cubicBezTo>
                <a:cubicBezTo>
                  <a:pt x="56533" y="39468"/>
                  <a:pt x="51373" y="42194"/>
                  <a:pt x="44385" y="43789"/>
                </a:cubicBezTo>
                <a:lnTo>
                  <a:pt x="61550" y="68412"/>
                </a:lnTo>
                <a:cubicBezTo>
                  <a:pt x="65473" y="74067"/>
                  <a:pt x="68845" y="77823"/>
                  <a:pt x="71665" y="79680"/>
                </a:cubicBezTo>
                <a:cubicBezTo>
                  <a:pt x="74485" y="81536"/>
                  <a:pt x="78163" y="82717"/>
                  <a:pt x="82700" y="83224"/>
                </a:cubicBezTo>
                <a:lnTo>
                  <a:pt x="82700" y="85558"/>
                </a:lnTo>
                <a:moveTo>
                  <a:pt x="23664" y="41580"/>
                </a:moveTo>
                <a:cubicBezTo>
                  <a:pt x="24440" y="41580"/>
                  <a:pt x="25114" y="41591"/>
                  <a:pt x="25687" y="41612"/>
                </a:cubicBezTo>
                <a:cubicBezTo>
                  <a:pt x="26259" y="41633"/>
                  <a:pt x="26729" y="41643"/>
                  <a:pt x="27097" y="41643"/>
                </a:cubicBezTo>
                <a:cubicBezTo>
                  <a:pt x="35025" y="41643"/>
                  <a:pt x="41003" y="39877"/>
                  <a:pt x="45028" y="36343"/>
                </a:cubicBezTo>
                <a:cubicBezTo>
                  <a:pt x="49054" y="32810"/>
                  <a:pt x="51067" y="28309"/>
                  <a:pt x="51067" y="22841"/>
                </a:cubicBezTo>
                <a:cubicBezTo>
                  <a:pt x="51067" y="17499"/>
                  <a:pt x="49442" y="13156"/>
                  <a:pt x="46193" y="9811"/>
                </a:cubicBezTo>
                <a:cubicBezTo>
                  <a:pt x="42944" y="6467"/>
                  <a:pt x="38642" y="4795"/>
                  <a:pt x="33288" y="4795"/>
                </a:cubicBezTo>
                <a:cubicBezTo>
                  <a:pt x="30918" y="4795"/>
                  <a:pt x="27710" y="5195"/>
                  <a:pt x="23664" y="5994"/>
                </a:cubicBezTo>
                <a:lnTo>
                  <a:pt x="23664" y="41580"/>
                </a:lnTo>
                <a:close/>
                <a:moveTo>
                  <a:pt x="112195" y="26122"/>
                </a:moveTo>
                <a:cubicBezTo>
                  <a:pt x="120696" y="26122"/>
                  <a:pt x="127521" y="29441"/>
                  <a:pt x="132670" y="36081"/>
                </a:cubicBezTo>
                <a:cubicBezTo>
                  <a:pt x="137043" y="41753"/>
                  <a:pt x="139230" y="48266"/>
                  <a:pt x="139230" y="55621"/>
                </a:cubicBezTo>
                <a:cubicBezTo>
                  <a:pt x="139230" y="60790"/>
                  <a:pt x="138024" y="66021"/>
                  <a:pt x="135613" y="71316"/>
                </a:cubicBezTo>
                <a:cubicBezTo>
                  <a:pt x="133202" y="76610"/>
                  <a:pt x="129881" y="80601"/>
                  <a:pt x="125651" y="83291"/>
                </a:cubicBezTo>
                <a:cubicBezTo>
                  <a:pt x="121421" y="85980"/>
                  <a:pt x="116711" y="87325"/>
                  <a:pt x="111520" y="87325"/>
                </a:cubicBezTo>
                <a:cubicBezTo>
                  <a:pt x="103060" y="87325"/>
                  <a:pt x="96337" y="83858"/>
                  <a:pt x="91351" y="76924"/>
                </a:cubicBezTo>
                <a:cubicBezTo>
                  <a:pt x="87141" y="71083"/>
                  <a:pt x="85037" y="64529"/>
                  <a:pt x="85037" y="57260"/>
                </a:cubicBezTo>
                <a:cubicBezTo>
                  <a:pt x="85037" y="51965"/>
                  <a:pt x="86314" y="46702"/>
                  <a:pt x="88868" y="41470"/>
                </a:cubicBezTo>
                <a:cubicBezTo>
                  <a:pt x="91423" y="36238"/>
                  <a:pt x="94784" y="32372"/>
                  <a:pt x="98953" y="29872"/>
                </a:cubicBezTo>
                <a:cubicBezTo>
                  <a:pt x="103122" y="27372"/>
                  <a:pt x="107535" y="26122"/>
                  <a:pt x="112195" y="26122"/>
                </a:cubicBezTo>
                <a:moveTo>
                  <a:pt x="110294" y="30286"/>
                </a:moveTo>
                <a:cubicBezTo>
                  <a:pt x="108128" y="30286"/>
                  <a:pt x="105952" y="30948"/>
                  <a:pt x="103765" y="32272"/>
                </a:cubicBezTo>
                <a:cubicBezTo>
                  <a:pt x="101579" y="33595"/>
                  <a:pt x="99811" y="35917"/>
                  <a:pt x="98462" y="39236"/>
                </a:cubicBezTo>
                <a:cubicBezTo>
                  <a:pt x="97114" y="42555"/>
                  <a:pt x="96439" y="46819"/>
                  <a:pt x="96439" y="52029"/>
                </a:cubicBezTo>
                <a:cubicBezTo>
                  <a:pt x="96439" y="60431"/>
                  <a:pt x="98064" y="67678"/>
                  <a:pt x="101313" y="73771"/>
                </a:cubicBezTo>
                <a:cubicBezTo>
                  <a:pt x="104562" y="79862"/>
                  <a:pt x="108843" y="82908"/>
                  <a:pt x="114156" y="82908"/>
                </a:cubicBezTo>
                <a:cubicBezTo>
                  <a:pt x="118121" y="82908"/>
                  <a:pt x="121390" y="81227"/>
                  <a:pt x="123965" y="77866"/>
                </a:cubicBezTo>
                <a:cubicBezTo>
                  <a:pt x="126540" y="74505"/>
                  <a:pt x="127827" y="68729"/>
                  <a:pt x="127827" y="60537"/>
                </a:cubicBezTo>
                <a:cubicBezTo>
                  <a:pt x="127827" y="50285"/>
                  <a:pt x="125682" y="42218"/>
                  <a:pt x="121390" y="36335"/>
                </a:cubicBezTo>
                <a:cubicBezTo>
                  <a:pt x="118489" y="32302"/>
                  <a:pt x="114790" y="30286"/>
                  <a:pt x="110294" y="30286"/>
                </a:cubicBezTo>
                <a:close/>
                <a:moveTo>
                  <a:pt x="201577" y="41933"/>
                </a:moveTo>
                <a:cubicBezTo>
                  <a:pt x="207340" y="43194"/>
                  <a:pt x="211651" y="45211"/>
                  <a:pt x="214512" y="47984"/>
                </a:cubicBezTo>
                <a:cubicBezTo>
                  <a:pt x="218477" y="51852"/>
                  <a:pt x="220459" y="56580"/>
                  <a:pt x="220459" y="62169"/>
                </a:cubicBezTo>
                <a:cubicBezTo>
                  <a:pt x="220459" y="66414"/>
                  <a:pt x="219151" y="70480"/>
                  <a:pt x="216535" y="74368"/>
                </a:cubicBezTo>
                <a:cubicBezTo>
                  <a:pt x="213920" y="78255"/>
                  <a:pt x="210333" y="81092"/>
                  <a:pt x="205776" y="82878"/>
                </a:cubicBezTo>
                <a:cubicBezTo>
                  <a:pt x="201219" y="84665"/>
                  <a:pt x="194261" y="85558"/>
                  <a:pt x="184902" y="85558"/>
                </a:cubicBezTo>
                <a:lnTo>
                  <a:pt x="145667" y="85558"/>
                </a:lnTo>
                <a:lnTo>
                  <a:pt x="145667" y="83224"/>
                </a:lnTo>
                <a:lnTo>
                  <a:pt x="148794" y="83224"/>
                </a:lnTo>
                <a:cubicBezTo>
                  <a:pt x="152268" y="83224"/>
                  <a:pt x="154761" y="82088"/>
                  <a:pt x="156273" y="79816"/>
                </a:cubicBezTo>
                <a:cubicBezTo>
                  <a:pt x="157213" y="78344"/>
                  <a:pt x="157683" y="75210"/>
                  <a:pt x="157683" y="70415"/>
                </a:cubicBezTo>
                <a:lnTo>
                  <a:pt x="157683" y="15143"/>
                </a:lnTo>
                <a:cubicBezTo>
                  <a:pt x="157683" y="9843"/>
                  <a:pt x="157090" y="6499"/>
                  <a:pt x="155905" y="5111"/>
                </a:cubicBezTo>
                <a:cubicBezTo>
                  <a:pt x="154311" y="3260"/>
                  <a:pt x="151941" y="2335"/>
                  <a:pt x="148794" y="2335"/>
                </a:cubicBezTo>
                <a:lnTo>
                  <a:pt x="145667" y="2335"/>
                </a:lnTo>
                <a:lnTo>
                  <a:pt x="145667" y="0"/>
                </a:lnTo>
                <a:lnTo>
                  <a:pt x="181592" y="0"/>
                </a:lnTo>
                <a:cubicBezTo>
                  <a:pt x="188294" y="0"/>
                  <a:pt x="193669" y="505"/>
                  <a:pt x="197715" y="1516"/>
                </a:cubicBezTo>
                <a:cubicBezTo>
                  <a:pt x="203845" y="3032"/>
                  <a:pt x="208525" y="5716"/>
                  <a:pt x="211754" y="9569"/>
                </a:cubicBezTo>
                <a:cubicBezTo>
                  <a:pt x="214982" y="13420"/>
                  <a:pt x="216597" y="17851"/>
                  <a:pt x="216597" y="22860"/>
                </a:cubicBezTo>
                <a:cubicBezTo>
                  <a:pt x="216597" y="27155"/>
                  <a:pt x="215330" y="30997"/>
                  <a:pt x="212796" y="34387"/>
                </a:cubicBezTo>
                <a:cubicBezTo>
                  <a:pt x="210262" y="37776"/>
                  <a:pt x="206522" y="40291"/>
                  <a:pt x="201577" y="41933"/>
                </a:cubicBezTo>
                <a:moveTo>
                  <a:pt x="169453" y="38489"/>
                </a:moveTo>
                <a:cubicBezTo>
                  <a:pt x="170966" y="38783"/>
                  <a:pt x="172692" y="39004"/>
                  <a:pt x="174634" y="39151"/>
                </a:cubicBezTo>
                <a:cubicBezTo>
                  <a:pt x="176575" y="39298"/>
                  <a:pt x="178710" y="39372"/>
                  <a:pt x="181040" y="39372"/>
                </a:cubicBezTo>
                <a:cubicBezTo>
                  <a:pt x="187007" y="39372"/>
                  <a:pt x="191492" y="38708"/>
                  <a:pt x="194496" y="37380"/>
                </a:cubicBezTo>
                <a:cubicBezTo>
                  <a:pt x="197500" y="36053"/>
                  <a:pt x="199799" y="34020"/>
                  <a:pt x="201393" y="31282"/>
                </a:cubicBezTo>
                <a:cubicBezTo>
                  <a:pt x="202987" y="28542"/>
                  <a:pt x="203784" y="25550"/>
                  <a:pt x="203784" y="22304"/>
                </a:cubicBezTo>
                <a:cubicBezTo>
                  <a:pt x="203784" y="17291"/>
                  <a:pt x="201802" y="13014"/>
                  <a:pt x="197837" y="9474"/>
                </a:cubicBezTo>
                <a:cubicBezTo>
                  <a:pt x="193873" y="5934"/>
                  <a:pt x="188090" y="4164"/>
                  <a:pt x="180488" y="4164"/>
                </a:cubicBezTo>
                <a:cubicBezTo>
                  <a:pt x="176401" y="4164"/>
                  <a:pt x="172723" y="4648"/>
                  <a:pt x="169453" y="5616"/>
                </a:cubicBezTo>
                <a:lnTo>
                  <a:pt x="169453" y="38489"/>
                </a:lnTo>
                <a:moveTo>
                  <a:pt x="169453" y="79438"/>
                </a:moveTo>
                <a:cubicBezTo>
                  <a:pt x="174194" y="80574"/>
                  <a:pt x="178874" y="81141"/>
                  <a:pt x="183492" y="81141"/>
                </a:cubicBezTo>
                <a:cubicBezTo>
                  <a:pt x="190890" y="81141"/>
                  <a:pt x="196530" y="79427"/>
                  <a:pt x="200412" y="75999"/>
                </a:cubicBezTo>
                <a:cubicBezTo>
                  <a:pt x="204295" y="72571"/>
                  <a:pt x="206236" y="68333"/>
                  <a:pt x="206236" y="63285"/>
                </a:cubicBezTo>
                <a:cubicBezTo>
                  <a:pt x="206236" y="59962"/>
                  <a:pt x="205358" y="56765"/>
                  <a:pt x="203600" y="53695"/>
                </a:cubicBezTo>
                <a:cubicBezTo>
                  <a:pt x="201843" y="50624"/>
                  <a:pt x="198982" y="48205"/>
                  <a:pt x="195017" y="46439"/>
                </a:cubicBezTo>
                <a:cubicBezTo>
                  <a:pt x="191053" y="44672"/>
                  <a:pt x="186149" y="43789"/>
                  <a:pt x="180304" y="43789"/>
                </a:cubicBezTo>
                <a:cubicBezTo>
                  <a:pt x="177770" y="43789"/>
                  <a:pt x="175604" y="43831"/>
                  <a:pt x="173806" y="43915"/>
                </a:cubicBezTo>
                <a:cubicBezTo>
                  <a:pt x="172008" y="43999"/>
                  <a:pt x="170557" y="44146"/>
                  <a:pt x="169453" y="44356"/>
                </a:cubicBezTo>
                <a:lnTo>
                  <a:pt x="169453" y="79438"/>
                </a:lnTo>
                <a:close/>
                <a:moveTo>
                  <a:pt x="252773" y="4669"/>
                </a:moveTo>
                <a:lnTo>
                  <a:pt x="252773" y="38489"/>
                </a:lnTo>
                <a:lnTo>
                  <a:pt x="271042" y="38489"/>
                </a:lnTo>
                <a:cubicBezTo>
                  <a:pt x="275783" y="38489"/>
                  <a:pt x="278950" y="37748"/>
                  <a:pt x="280544" y="36268"/>
                </a:cubicBezTo>
                <a:cubicBezTo>
                  <a:pt x="282670" y="34324"/>
                  <a:pt x="283855" y="30900"/>
                  <a:pt x="284100" y="25996"/>
                </a:cubicBezTo>
                <a:lnTo>
                  <a:pt x="286368" y="25996"/>
                </a:lnTo>
                <a:lnTo>
                  <a:pt x="286368" y="55777"/>
                </a:lnTo>
                <a:lnTo>
                  <a:pt x="284100" y="55777"/>
                </a:lnTo>
                <a:cubicBezTo>
                  <a:pt x="283528" y="51653"/>
                  <a:pt x="282956" y="49008"/>
                  <a:pt x="282383" y="47842"/>
                </a:cubicBezTo>
                <a:cubicBezTo>
                  <a:pt x="281648" y="46385"/>
                  <a:pt x="280442" y="45240"/>
                  <a:pt x="278767" y="44408"/>
                </a:cubicBezTo>
                <a:cubicBezTo>
                  <a:pt x="277091" y="43574"/>
                  <a:pt x="274516" y="43158"/>
                  <a:pt x="271042" y="43158"/>
                </a:cubicBezTo>
                <a:lnTo>
                  <a:pt x="252773" y="43158"/>
                </a:lnTo>
                <a:lnTo>
                  <a:pt x="252773" y="71314"/>
                </a:lnTo>
                <a:cubicBezTo>
                  <a:pt x="252773" y="75093"/>
                  <a:pt x="252937" y="77392"/>
                  <a:pt x="253264" y="78211"/>
                </a:cubicBezTo>
                <a:cubicBezTo>
                  <a:pt x="253591" y="79030"/>
                  <a:pt x="254163" y="79682"/>
                  <a:pt x="254980" y="80165"/>
                </a:cubicBezTo>
                <a:cubicBezTo>
                  <a:pt x="255798" y="80648"/>
                  <a:pt x="257351" y="80889"/>
                  <a:pt x="259639" y="80889"/>
                </a:cubicBezTo>
                <a:lnTo>
                  <a:pt x="273740" y="80889"/>
                </a:lnTo>
                <a:cubicBezTo>
                  <a:pt x="278440" y="80889"/>
                  <a:pt x="281852" y="80552"/>
                  <a:pt x="283977" y="79879"/>
                </a:cubicBezTo>
                <a:cubicBezTo>
                  <a:pt x="286103" y="79206"/>
                  <a:pt x="288146" y="77881"/>
                  <a:pt x="290108" y="75904"/>
                </a:cubicBezTo>
                <a:cubicBezTo>
                  <a:pt x="292642" y="73296"/>
                  <a:pt x="295237" y="69363"/>
                  <a:pt x="297894" y="64105"/>
                </a:cubicBezTo>
                <a:lnTo>
                  <a:pt x="300346" y="64105"/>
                </a:lnTo>
                <a:lnTo>
                  <a:pt x="293173" y="85558"/>
                </a:lnTo>
                <a:lnTo>
                  <a:pt x="229110" y="85558"/>
                </a:lnTo>
                <a:lnTo>
                  <a:pt x="229110" y="83224"/>
                </a:lnTo>
                <a:lnTo>
                  <a:pt x="232052" y="83224"/>
                </a:lnTo>
                <a:cubicBezTo>
                  <a:pt x="234014" y="83224"/>
                  <a:pt x="235874" y="82740"/>
                  <a:pt x="237631" y="81772"/>
                </a:cubicBezTo>
                <a:cubicBezTo>
                  <a:pt x="238939" y="81099"/>
                  <a:pt x="239828" y="80090"/>
                  <a:pt x="240298" y="78744"/>
                </a:cubicBezTo>
                <a:cubicBezTo>
                  <a:pt x="240768" y="77398"/>
                  <a:pt x="241003" y="74642"/>
                  <a:pt x="241003" y="70478"/>
                </a:cubicBezTo>
                <a:lnTo>
                  <a:pt x="241003" y="14891"/>
                </a:lnTo>
                <a:cubicBezTo>
                  <a:pt x="241003" y="9464"/>
                  <a:pt x="240472" y="6120"/>
                  <a:pt x="239409" y="4858"/>
                </a:cubicBezTo>
                <a:cubicBezTo>
                  <a:pt x="237938" y="3176"/>
                  <a:pt x="235485" y="2335"/>
                  <a:pt x="232052" y="2335"/>
                </a:cubicBezTo>
                <a:lnTo>
                  <a:pt x="229110" y="2335"/>
                </a:lnTo>
                <a:lnTo>
                  <a:pt x="229110" y="0"/>
                </a:lnTo>
                <a:lnTo>
                  <a:pt x="293173" y="0"/>
                </a:lnTo>
                <a:lnTo>
                  <a:pt x="294093" y="18676"/>
                </a:lnTo>
                <a:lnTo>
                  <a:pt x="291702" y="18676"/>
                </a:lnTo>
                <a:cubicBezTo>
                  <a:pt x="290844" y="14195"/>
                  <a:pt x="289893" y="11117"/>
                  <a:pt x="288851" y="9443"/>
                </a:cubicBezTo>
                <a:cubicBezTo>
                  <a:pt x="287809" y="7768"/>
                  <a:pt x="286266" y="6491"/>
                  <a:pt x="284223" y="5612"/>
                </a:cubicBezTo>
                <a:cubicBezTo>
                  <a:pt x="282588" y="4983"/>
                  <a:pt x="279707" y="4669"/>
                  <a:pt x="275579" y="4669"/>
                </a:cubicBezTo>
                <a:lnTo>
                  <a:pt x="252773" y="4669"/>
                </a:lnTo>
                <a:close/>
                <a:moveTo>
                  <a:pt x="387603" y="85558"/>
                </a:moveTo>
                <a:lnTo>
                  <a:pt x="365411" y="85558"/>
                </a:lnTo>
                <a:lnTo>
                  <a:pt x="337272" y="45429"/>
                </a:lnTo>
                <a:cubicBezTo>
                  <a:pt x="335188" y="45513"/>
                  <a:pt x="333492" y="45555"/>
                  <a:pt x="332184" y="45555"/>
                </a:cubicBezTo>
                <a:cubicBezTo>
                  <a:pt x="331653" y="45555"/>
                  <a:pt x="331080" y="45545"/>
                  <a:pt x="330467" y="45524"/>
                </a:cubicBezTo>
                <a:cubicBezTo>
                  <a:pt x="329854" y="45503"/>
                  <a:pt x="329221" y="45471"/>
                  <a:pt x="328567" y="45429"/>
                </a:cubicBezTo>
                <a:lnTo>
                  <a:pt x="328567" y="70372"/>
                </a:lnTo>
                <a:cubicBezTo>
                  <a:pt x="328567" y="75774"/>
                  <a:pt x="329139" y="79130"/>
                  <a:pt x="330283" y="80437"/>
                </a:cubicBezTo>
                <a:cubicBezTo>
                  <a:pt x="331836" y="82295"/>
                  <a:pt x="334166" y="83224"/>
                  <a:pt x="337272" y="83224"/>
                </a:cubicBezTo>
                <a:lnTo>
                  <a:pt x="340521" y="83224"/>
                </a:lnTo>
                <a:lnTo>
                  <a:pt x="340521" y="85558"/>
                </a:lnTo>
                <a:lnTo>
                  <a:pt x="304903" y="85558"/>
                </a:lnTo>
                <a:lnTo>
                  <a:pt x="304903" y="83224"/>
                </a:lnTo>
                <a:lnTo>
                  <a:pt x="308030" y="83224"/>
                </a:lnTo>
                <a:cubicBezTo>
                  <a:pt x="311545" y="83224"/>
                  <a:pt x="314058" y="82046"/>
                  <a:pt x="315570" y="79690"/>
                </a:cubicBezTo>
                <a:cubicBezTo>
                  <a:pt x="316429" y="78386"/>
                  <a:pt x="316858" y="75294"/>
                  <a:pt x="316858" y="70415"/>
                </a:cubicBezTo>
                <a:lnTo>
                  <a:pt x="316858" y="15143"/>
                </a:lnTo>
                <a:cubicBezTo>
                  <a:pt x="316858" y="9759"/>
                  <a:pt x="316285" y="6415"/>
                  <a:pt x="315141" y="5111"/>
                </a:cubicBezTo>
                <a:cubicBezTo>
                  <a:pt x="313547" y="3260"/>
                  <a:pt x="311177" y="2335"/>
                  <a:pt x="308030" y="2335"/>
                </a:cubicBezTo>
                <a:lnTo>
                  <a:pt x="304903" y="2335"/>
                </a:lnTo>
                <a:lnTo>
                  <a:pt x="304903" y="0"/>
                </a:lnTo>
                <a:lnTo>
                  <a:pt x="335188" y="0"/>
                </a:lnTo>
                <a:cubicBezTo>
                  <a:pt x="344016" y="0"/>
                  <a:pt x="350524" y="661"/>
                  <a:pt x="354713" y="1982"/>
                </a:cubicBezTo>
                <a:cubicBezTo>
                  <a:pt x="358902" y="3303"/>
                  <a:pt x="362458" y="5736"/>
                  <a:pt x="365380" y="9281"/>
                </a:cubicBezTo>
                <a:cubicBezTo>
                  <a:pt x="368303" y="12825"/>
                  <a:pt x="369764" y="17050"/>
                  <a:pt x="369764" y="21957"/>
                </a:cubicBezTo>
                <a:cubicBezTo>
                  <a:pt x="369764" y="27200"/>
                  <a:pt x="368098" y="31750"/>
                  <a:pt x="364767" y="35610"/>
                </a:cubicBezTo>
                <a:cubicBezTo>
                  <a:pt x="361436" y="39468"/>
                  <a:pt x="356277" y="42194"/>
                  <a:pt x="349288" y="43789"/>
                </a:cubicBezTo>
                <a:lnTo>
                  <a:pt x="366453" y="68412"/>
                </a:lnTo>
                <a:cubicBezTo>
                  <a:pt x="370377" y="74067"/>
                  <a:pt x="373748" y="77823"/>
                  <a:pt x="376568" y="79680"/>
                </a:cubicBezTo>
                <a:cubicBezTo>
                  <a:pt x="379388" y="81536"/>
                  <a:pt x="383067" y="82717"/>
                  <a:pt x="387603" y="83224"/>
                </a:cubicBezTo>
                <a:lnTo>
                  <a:pt x="387603" y="85558"/>
                </a:lnTo>
                <a:moveTo>
                  <a:pt x="328567" y="41580"/>
                </a:moveTo>
                <a:cubicBezTo>
                  <a:pt x="329343" y="41580"/>
                  <a:pt x="330018" y="41591"/>
                  <a:pt x="330590" y="41612"/>
                </a:cubicBezTo>
                <a:cubicBezTo>
                  <a:pt x="331162" y="41633"/>
                  <a:pt x="331632" y="41643"/>
                  <a:pt x="332000" y="41643"/>
                </a:cubicBezTo>
                <a:cubicBezTo>
                  <a:pt x="339929" y="41643"/>
                  <a:pt x="345906" y="39877"/>
                  <a:pt x="349932" y="36343"/>
                </a:cubicBezTo>
                <a:cubicBezTo>
                  <a:pt x="353957" y="32810"/>
                  <a:pt x="355970" y="28309"/>
                  <a:pt x="355970" y="22841"/>
                </a:cubicBezTo>
                <a:cubicBezTo>
                  <a:pt x="355970" y="17499"/>
                  <a:pt x="354345" y="13156"/>
                  <a:pt x="351096" y="9811"/>
                </a:cubicBezTo>
                <a:cubicBezTo>
                  <a:pt x="347847" y="6467"/>
                  <a:pt x="343546" y="4795"/>
                  <a:pt x="338192" y="4795"/>
                </a:cubicBezTo>
                <a:cubicBezTo>
                  <a:pt x="335821" y="4795"/>
                  <a:pt x="332613" y="5195"/>
                  <a:pt x="328567" y="5994"/>
                </a:cubicBezTo>
                <a:lnTo>
                  <a:pt x="328567" y="41580"/>
                </a:lnTo>
                <a:close/>
                <a:moveTo>
                  <a:pt x="458356" y="0"/>
                </a:moveTo>
                <a:lnTo>
                  <a:pt x="459275" y="20065"/>
                </a:lnTo>
                <a:lnTo>
                  <a:pt x="456946" y="20065"/>
                </a:lnTo>
                <a:cubicBezTo>
                  <a:pt x="456496" y="16531"/>
                  <a:pt x="455883" y="14007"/>
                  <a:pt x="455107" y="12493"/>
                </a:cubicBezTo>
                <a:cubicBezTo>
                  <a:pt x="453840" y="10053"/>
                  <a:pt x="452154" y="8255"/>
                  <a:pt x="450049" y="7098"/>
                </a:cubicBezTo>
                <a:cubicBezTo>
                  <a:pt x="447944" y="5942"/>
                  <a:pt x="445175" y="5363"/>
                  <a:pt x="441742" y="5363"/>
                </a:cubicBezTo>
                <a:lnTo>
                  <a:pt x="430033" y="5363"/>
                </a:lnTo>
                <a:lnTo>
                  <a:pt x="430033" y="70731"/>
                </a:lnTo>
                <a:cubicBezTo>
                  <a:pt x="430033" y="75989"/>
                  <a:pt x="430585" y="79270"/>
                  <a:pt x="431688" y="80574"/>
                </a:cubicBezTo>
                <a:cubicBezTo>
                  <a:pt x="433241" y="82340"/>
                  <a:pt x="435632" y="83224"/>
                  <a:pt x="438861" y="83224"/>
                </a:cubicBezTo>
                <a:lnTo>
                  <a:pt x="441742" y="83224"/>
                </a:lnTo>
                <a:lnTo>
                  <a:pt x="441742" y="85558"/>
                </a:lnTo>
                <a:lnTo>
                  <a:pt x="406492" y="85558"/>
                </a:lnTo>
                <a:lnTo>
                  <a:pt x="406492" y="83224"/>
                </a:lnTo>
                <a:lnTo>
                  <a:pt x="409435" y="83224"/>
                </a:lnTo>
                <a:cubicBezTo>
                  <a:pt x="412949" y="83224"/>
                  <a:pt x="415442" y="82130"/>
                  <a:pt x="416914" y="79943"/>
                </a:cubicBezTo>
                <a:cubicBezTo>
                  <a:pt x="417813" y="78596"/>
                  <a:pt x="418262" y="75526"/>
                  <a:pt x="418262" y="70731"/>
                </a:cubicBezTo>
                <a:lnTo>
                  <a:pt x="418262" y="5363"/>
                </a:lnTo>
                <a:lnTo>
                  <a:pt x="408270" y="5363"/>
                </a:lnTo>
                <a:cubicBezTo>
                  <a:pt x="404387" y="5363"/>
                  <a:pt x="401628" y="5658"/>
                  <a:pt x="399994" y="6246"/>
                </a:cubicBezTo>
                <a:cubicBezTo>
                  <a:pt x="397868" y="7046"/>
                  <a:pt x="396050" y="8581"/>
                  <a:pt x="394538" y="10853"/>
                </a:cubicBezTo>
                <a:cubicBezTo>
                  <a:pt x="393025" y="13124"/>
                  <a:pt x="392126" y="16195"/>
                  <a:pt x="391840" y="20065"/>
                </a:cubicBezTo>
                <a:lnTo>
                  <a:pt x="389511" y="20065"/>
                </a:lnTo>
                <a:lnTo>
                  <a:pt x="390491" y="0"/>
                </a:lnTo>
                <a:lnTo>
                  <a:pt x="458356" y="0"/>
                </a:lnTo>
                <a:close/>
                <a:moveTo>
                  <a:pt x="497673" y="77229"/>
                </a:moveTo>
                <a:cubicBezTo>
                  <a:pt x="491910" y="81814"/>
                  <a:pt x="488293" y="84464"/>
                  <a:pt x="486822" y="85180"/>
                </a:cubicBezTo>
                <a:cubicBezTo>
                  <a:pt x="484615" y="86273"/>
                  <a:pt x="482265" y="86820"/>
                  <a:pt x="479772" y="86820"/>
                </a:cubicBezTo>
                <a:cubicBezTo>
                  <a:pt x="475889" y="86820"/>
                  <a:pt x="472691" y="85453"/>
                  <a:pt x="470178" y="82719"/>
                </a:cubicBezTo>
                <a:cubicBezTo>
                  <a:pt x="467664" y="79985"/>
                  <a:pt x="466408" y="76388"/>
                  <a:pt x="466408" y="71929"/>
                </a:cubicBezTo>
                <a:cubicBezTo>
                  <a:pt x="466408" y="69111"/>
                  <a:pt x="467021" y="66671"/>
                  <a:pt x="468247" y="64610"/>
                </a:cubicBezTo>
                <a:cubicBezTo>
                  <a:pt x="469922" y="61750"/>
                  <a:pt x="472834" y="59058"/>
                  <a:pt x="476983" y="56534"/>
                </a:cubicBezTo>
                <a:cubicBezTo>
                  <a:pt x="481131" y="54010"/>
                  <a:pt x="488028" y="50939"/>
                  <a:pt x="497673" y="47322"/>
                </a:cubicBezTo>
                <a:lnTo>
                  <a:pt x="497673" y="45050"/>
                </a:lnTo>
                <a:cubicBezTo>
                  <a:pt x="497673" y="39288"/>
                  <a:pt x="496784" y="35334"/>
                  <a:pt x="495006" y="33188"/>
                </a:cubicBezTo>
                <a:cubicBezTo>
                  <a:pt x="493228" y="31043"/>
                  <a:pt x="490643" y="29971"/>
                  <a:pt x="487251" y="29971"/>
                </a:cubicBezTo>
                <a:cubicBezTo>
                  <a:pt x="484676" y="29971"/>
                  <a:pt x="482633" y="30683"/>
                  <a:pt x="481121" y="32108"/>
                </a:cubicBezTo>
                <a:cubicBezTo>
                  <a:pt x="479568" y="33533"/>
                  <a:pt x="478791" y="35167"/>
                  <a:pt x="478791" y="37012"/>
                </a:cubicBezTo>
                <a:lnTo>
                  <a:pt x="478914" y="40657"/>
                </a:lnTo>
                <a:cubicBezTo>
                  <a:pt x="478914" y="42584"/>
                  <a:pt x="478434" y="44072"/>
                  <a:pt x="477473" y="45120"/>
                </a:cubicBezTo>
                <a:cubicBezTo>
                  <a:pt x="476513" y="46167"/>
                  <a:pt x="475256" y="46691"/>
                  <a:pt x="473703" y="46691"/>
                </a:cubicBezTo>
                <a:cubicBezTo>
                  <a:pt x="472191" y="46691"/>
                  <a:pt x="470954" y="46146"/>
                  <a:pt x="469994" y="45056"/>
                </a:cubicBezTo>
                <a:cubicBezTo>
                  <a:pt x="469033" y="43965"/>
                  <a:pt x="468553" y="42476"/>
                  <a:pt x="468553" y="40588"/>
                </a:cubicBezTo>
                <a:cubicBezTo>
                  <a:pt x="468553" y="36983"/>
                  <a:pt x="470352" y="33670"/>
                  <a:pt x="473948" y="30651"/>
                </a:cubicBezTo>
                <a:cubicBezTo>
                  <a:pt x="477545" y="27631"/>
                  <a:pt x="482592" y="26122"/>
                  <a:pt x="489090" y="26122"/>
                </a:cubicBezTo>
                <a:cubicBezTo>
                  <a:pt x="494076" y="26122"/>
                  <a:pt x="498163" y="26983"/>
                  <a:pt x="501351" y="28705"/>
                </a:cubicBezTo>
                <a:cubicBezTo>
                  <a:pt x="503763" y="30007"/>
                  <a:pt x="505540" y="32046"/>
                  <a:pt x="506685" y="34819"/>
                </a:cubicBezTo>
                <a:cubicBezTo>
                  <a:pt x="507420" y="36625"/>
                  <a:pt x="507788" y="40322"/>
                  <a:pt x="507788" y="45910"/>
                </a:cubicBezTo>
                <a:lnTo>
                  <a:pt x="507788" y="65509"/>
                </a:lnTo>
                <a:cubicBezTo>
                  <a:pt x="507788" y="71013"/>
                  <a:pt x="507890" y="74385"/>
                  <a:pt x="508095" y="75624"/>
                </a:cubicBezTo>
                <a:cubicBezTo>
                  <a:pt x="508299" y="76864"/>
                  <a:pt x="508636" y="77694"/>
                  <a:pt x="509106" y="78115"/>
                </a:cubicBezTo>
                <a:cubicBezTo>
                  <a:pt x="509576" y="78534"/>
                  <a:pt x="510118" y="78744"/>
                  <a:pt x="510731" y="78744"/>
                </a:cubicBezTo>
                <a:cubicBezTo>
                  <a:pt x="511385" y="78744"/>
                  <a:pt x="511957" y="78596"/>
                  <a:pt x="512447" y="78302"/>
                </a:cubicBezTo>
                <a:cubicBezTo>
                  <a:pt x="513306" y="77755"/>
                  <a:pt x="514961" y="76220"/>
                  <a:pt x="517413" y="73696"/>
                </a:cubicBezTo>
                <a:lnTo>
                  <a:pt x="517413" y="77229"/>
                </a:lnTo>
                <a:cubicBezTo>
                  <a:pt x="512836" y="83539"/>
                  <a:pt x="508463" y="86694"/>
                  <a:pt x="504294" y="86694"/>
                </a:cubicBezTo>
                <a:cubicBezTo>
                  <a:pt x="502291" y="86694"/>
                  <a:pt x="500697" y="85979"/>
                  <a:pt x="499512" y="84549"/>
                </a:cubicBezTo>
                <a:cubicBezTo>
                  <a:pt x="498327" y="83118"/>
                  <a:pt x="497714" y="80679"/>
                  <a:pt x="497673" y="77229"/>
                </a:cubicBezTo>
                <a:moveTo>
                  <a:pt x="497673" y="73093"/>
                </a:moveTo>
                <a:lnTo>
                  <a:pt x="497673" y="51171"/>
                </a:lnTo>
                <a:cubicBezTo>
                  <a:pt x="491502" y="53683"/>
                  <a:pt x="487517" y="55463"/>
                  <a:pt x="485719" y="56510"/>
                </a:cubicBezTo>
                <a:cubicBezTo>
                  <a:pt x="482490" y="58353"/>
                  <a:pt x="480181" y="60280"/>
                  <a:pt x="478791" y="62289"/>
                </a:cubicBezTo>
                <a:cubicBezTo>
                  <a:pt x="477402" y="64299"/>
                  <a:pt x="476707" y="66498"/>
                  <a:pt x="476707" y="68885"/>
                </a:cubicBezTo>
                <a:cubicBezTo>
                  <a:pt x="476707" y="71900"/>
                  <a:pt x="477585" y="74403"/>
                  <a:pt x="479343" y="76391"/>
                </a:cubicBezTo>
                <a:cubicBezTo>
                  <a:pt x="481100" y="78380"/>
                  <a:pt x="483123" y="79375"/>
                  <a:pt x="485412" y="79375"/>
                </a:cubicBezTo>
                <a:cubicBezTo>
                  <a:pt x="488518" y="79375"/>
                  <a:pt x="492605" y="77281"/>
                  <a:pt x="497673" y="730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5F79B4-AECA-43D0-95CB-2974282E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048" y="2475717"/>
            <a:ext cx="642901" cy="192500"/>
          </a:xfrm>
          <a:custGeom xmlns:a="http://schemas.openxmlformats.org/drawingml/2006/main">
            <a:pathLst>
              <a:path w="642901" h="192500">
                <a:moveTo>
                  <a:pt x="0" y="0"/>
                </a:moveTo>
                <a:lnTo>
                  <a:pt x="642901" y="0"/>
                </a:lnTo>
                <a:lnTo>
                  <a:pt x="642901" y="192500"/>
                </a:lnTo>
                <a:lnTo>
                  <a:pt x="0" y="192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D335E4-5CA4-4DD4-8E3F-A015BB11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079" y="2259437"/>
            <a:ext cx="107616" cy="192502"/>
          </a:xfrm>
          <a:custGeom xmlns:a="http://schemas.openxmlformats.org/drawingml/2006/main">
            <a:pathLst>
              <a:path w="107616" h="192502">
                <a:moveTo>
                  <a:pt x="58290" y="0"/>
                </a:moveTo>
                <a:lnTo>
                  <a:pt x="49322" y="0"/>
                </a:lnTo>
                <a:lnTo>
                  <a:pt x="49324" y="81741"/>
                </a:lnTo>
                <a:lnTo>
                  <a:pt x="0" y="81741"/>
                </a:lnTo>
                <a:lnTo>
                  <a:pt x="53808" y="192502"/>
                </a:lnTo>
                <a:lnTo>
                  <a:pt x="107616" y="81741"/>
                </a:lnTo>
                <a:lnTo>
                  <a:pt x="58292" y="81741"/>
                </a:lnTo>
                <a:lnTo>
                  <a:pt x="5829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CodeReviewer">
            <a:extLst xmlns:a="http://schemas.openxmlformats.org/drawingml/2006/main">
              <a:ext uri="{FF2B5EF4-FFF2-40B4-BE49-F238E27FC236}">
                <a16:creationId xmlns:a16="http://schemas.microsoft.com/office/drawing/2014/main" id="{BF4A8C46-A04A-4F8F-9306-3494B7C7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847" y="2522289"/>
            <a:ext cx="633494" cy="78527"/>
          </a:xfrm>
          <a:custGeom xmlns:a="http://schemas.openxmlformats.org/drawingml/2006/main">
            <a:pathLst>
              <a:path w="633494" h="78527">
                <a:moveTo>
                  <a:pt x="60902" y="1947"/>
                </a:moveTo>
                <a:lnTo>
                  <a:pt x="62531" y="26825"/>
                </a:lnTo>
                <a:lnTo>
                  <a:pt x="60902" y="26825"/>
                </a:lnTo>
                <a:cubicBezTo>
                  <a:pt x="58730" y="19342"/>
                  <a:pt x="55630" y="13957"/>
                  <a:pt x="51601" y="10668"/>
                </a:cubicBezTo>
                <a:cubicBezTo>
                  <a:pt x="47572" y="7378"/>
                  <a:pt x="42738" y="5733"/>
                  <a:pt x="37098" y="5733"/>
                </a:cubicBezTo>
                <a:cubicBezTo>
                  <a:pt x="32369" y="5733"/>
                  <a:pt x="28095" y="6969"/>
                  <a:pt x="24277" y="9441"/>
                </a:cubicBezTo>
                <a:cubicBezTo>
                  <a:pt x="20458" y="11912"/>
                  <a:pt x="17454" y="15853"/>
                  <a:pt x="15265" y="21266"/>
                </a:cubicBezTo>
                <a:cubicBezTo>
                  <a:pt x="13075" y="26679"/>
                  <a:pt x="11981" y="33409"/>
                  <a:pt x="11981" y="41456"/>
                </a:cubicBezTo>
                <a:cubicBezTo>
                  <a:pt x="11981" y="48094"/>
                  <a:pt x="13014" y="53850"/>
                  <a:pt x="15081" y="58721"/>
                </a:cubicBezTo>
                <a:cubicBezTo>
                  <a:pt x="17148" y="63592"/>
                  <a:pt x="20257" y="67327"/>
                  <a:pt x="24408" y="69925"/>
                </a:cubicBezTo>
                <a:cubicBezTo>
                  <a:pt x="28559" y="72523"/>
                  <a:pt x="33297" y="73822"/>
                  <a:pt x="38622" y="73822"/>
                </a:cubicBezTo>
                <a:cubicBezTo>
                  <a:pt x="43246" y="73822"/>
                  <a:pt x="47327" y="72804"/>
                  <a:pt x="50865" y="70767"/>
                </a:cubicBezTo>
                <a:cubicBezTo>
                  <a:pt x="54404" y="68729"/>
                  <a:pt x="58292" y="64682"/>
                  <a:pt x="62531" y="58625"/>
                </a:cubicBezTo>
                <a:lnTo>
                  <a:pt x="64160" y="59703"/>
                </a:lnTo>
                <a:cubicBezTo>
                  <a:pt x="60587" y="66212"/>
                  <a:pt x="56418" y="70977"/>
                  <a:pt x="51654" y="73998"/>
                </a:cubicBezTo>
                <a:cubicBezTo>
                  <a:pt x="46889" y="77018"/>
                  <a:pt x="41232" y="78527"/>
                  <a:pt x="34681" y="78527"/>
                </a:cubicBezTo>
                <a:cubicBezTo>
                  <a:pt x="22875" y="78527"/>
                  <a:pt x="13732" y="74027"/>
                  <a:pt x="7251" y="65025"/>
                </a:cubicBezTo>
                <a:cubicBezTo>
                  <a:pt x="2417" y="58329"/>
                  <a:pt x="0" y="50445"/>
                  <a:pt x="0" y="41371"/>
                </a:cubicBezTo>
                <a:cubicBezTo>
                  <a:pt x="0" y="34062"/>
                  <a:pt x="1594" y="27348"/>
                  <a:pt x="4782" y="21227"/>
                </a:cubicBezTo>
                <a:cubicBezTo>
                  <a:pt x="7970" y="15107"/>
                  <a:pt x="12357" y="10364"/>
                  <a:pt x="17945" y="6997"/>
                </a:cubicBezTo>
                <a:cubicBezTo>
                  <a:pt x="23532" y="3630"/>
                  <a:pt x="29636" y="1947"/>
                  <a:pt x="36257" y="1947"/>
                </a:cubicBezTo>
                <a:cubicBezTo>
                  <a:pt x="41407" y="1947"/>
                  <a:pt x="46486" y="3245"/>
                  <a:pt x="51496" y="5841"/>
                </a:cubicBezTo>
                <a:cubicBezTo>
                  <a:pt x="52967" y="6634"/>
                  <a:pt x="54018" y="7031"/>
                  <a:pt x="54649" y="7031"/>
                </a:cubicBezTo>
                <a:cubicBezTo>
                  <a:pt x="55595" y="7031"/>
                  <a:pt x="56418" y="6688"/>
                  <a:pt x="57118" y="6003"/>
                </a:cubicBezTo>
                <a:cubicBezTo>
                  <a:pt x="58029" y="5030"/>
                  <a:pt x="58677" y="3678"/>
                  <a:pt x="59063" y="1947"/>
                </a:cubicBezTo>
                <a:lnTo>
                  <a:pt x="60902" y="1947"/>
                </a:lnTo>
                <a:close/>
                <a:moveTo>
                  <a:pt x="94763" y="25959"/>
                </a:moveTo>
                <a:cubicBezTo>
                  <a:pt x="102050" y="25959"/>
                  <a:pt x="107900" y="28805"/>
                  <a:pt x="112314" y="34496"/>
                </a:cubicBezTo>
                <a:cubicBezTo>
                  <a:pt x="116062" y="39358"/>
                  <a:pt x="117936" y="44941"/>
                  <a:pt x="117936" y="51245"/>
                </a:cubicBezTo>
                <a:cubicBezTo>
                  <a:pt x="117936" y="55675"/>
                  <a:pt x="116903" y="60159"/>
                  <a:pt x="114836" y="64698"/>
                </a:cubicBezTo>
                <a:cubicBezTo>
                  <a:pt x="112769" y="69235"/>
                  <a:pt x="109923" y="72656"/>
                  <a:pt x="106297" y="74961"/>
                </a:cubicBezTo>
                <a:cubicBezTo>
                  <a:pt x="102671" y="77267"/>
                  <a:pt x="98634" y="78419"/>
                  <a:pt x="94185" y="78419"/>
                </a:cubicBezTo>
                <a:cubicBezTo>
                  <a:pt x="86934" y="78419"/>
                  <a:pt x="81171" y="75448"/>
                  <a:pt x="76897" y="69504"/>
                </a:cubicBezTo>
                <a:cubicBezTo>
                  <a:pt x="73289" y="64498"/>
                  <a:pt x="71485" y="58880"/>
                  <a:pt x="71485" y="52649"/>
                </a:cubicBezTo>
                <a:cubicBezTo>
                  <a:pt x="71485" y="48111"/>
                  <a:pt x="72580" y="43599"/>
                  <a:pt x="74769" y="39115"/>
                </a:cubicBezTo>
                <a:cubicBezTo>
                  <a:pt x="76958" y="34631"/>
                  <a:pt x="79840" y="31317"/>
                  <a:pt x="83413" y="29174"/>
                </a:cubicBezTo>
                <a:cubicBezTo>
                  <a:pt x="86986" y="27031"/>
                  <a:pt x="90770" y="25959"/>
                  <a:pt x="94763" y="25959"/>
                </a:cubicBezTo>
                <a:moveTo>
                  <a:pt x="93134" y="29529"/>
                </a:moveTo>
                <a:cubicBezTo>
                  <a:pt x="91277" y="29529"/>
                  <a:pt x="89412" y="30096"/>
                  <a:pt x="87538" y="31231"/>
                </a:cubicBezTo>
                <a:cubicBezTo>
                  <a:pt x="85664" y="32365"/>
                  <a:pt x="84149" y="34355"/>
                  <a:pt x="82993" y="37200"/>
                </a:cubicBezTo>
                <a:cubicBezTo>
                  <a:pt x="81837" y="40045"/>
                  <a:pt x="81259" y="43700"/>
                  <a:pt x="81259" y="48165"/>
                </a:cubicBezTo>
                <a:cubicBezTo>
                  <a:pt x="81259" y="55367"/>
                  <a:pt x="82651" y="61579"/>
                  <a:pt x="85436" y="66802"/>
                </a:cubicBezTo>
                <a:cubicBezTo>
                  <a:pt x="88221" y="72023"/>
                  <a:pt x="91891" y="74633"/>
                  <a:pt x="96445" y="74633"/>
                </a:cubicBezTo>
                <a:cubicBezTo>
                  <a:pt x="99843" y="74633"/>
                  <a:pt x="102645" y="73193"/>
                  <a:pt x="104852" y="70312"/>
                </a:cubicBezTo>
                <a:cubicBezTo>
                  <a:pt x="107059" y="67431"/>
                  <a:pt x="108163" y="62480"/>
                  <a:pt x="108163" y="55458"/>
                </a:cubicBezTo>
                <a:cubicBezTo>
                  <a:pt x="108163" y="46671"/>
                  <a:pt x="106323" y="39756"/>
                  <a:pt x="102645" y="34714"/>
                </a:cubicBezTo>
                <a:cubicBezTo>
                  <a:pt x="100158" y="31257"/>
                  <a:pt x="96988" y="29529"/>
                  <a:pt x="93134" y="29529"/>
                </a:cubicBezTo>
                <a:close/>
                <a:moveTo>
                  <a:pt x="159028" y="71334"/>
                </a:moveTo>
                <a:cubicBezTo>
                  <a:pt x="156681" y="73858"/>
                  <a:pt x="154386" y="75670"/>
                  <a:pt x="152144" y="76770"/>
                </a:cubicBezTo>
                <a:cubicBezTo>
                  <a:pt x="149902" y="77869"/>
                  <a:pt x="147485" y="78419"/>
                  <a:pt x="144893" y="78419"/>
                </a:cubicBezTo>
                <a:cubicBezTo>
                  <a:pt x="139638" y="78419"/>
                  <a:pt x="135049" y="76162"/>
                  <a:pt x="131125" y="71647"/>
                </a:cubicBezTo>
                <a:cubicBezTo>
                  <a:pt x="127202" y="67131"/>
                  <a:pt x="125240" y="61329"/>
                  <a:pt x="125240" y="54239"/>
                </a:cubicBezTo>
                <a:cubicBezTo>
                  <a:pt x="125240" y="47151"/>
                  <a:pt x="127412" y="40666"/>
                  <a:pt x="131756" y="34783"/>
                </a:cubicBezTo>
                <a:cubicBezTo>
                  <a:pt x="136100" y="28901"/>
                  <a:pt x="141687" y="25959"/>
                  <a:pt x="148518" y="25959"/>
                </a:cubicBezTo>
                <a:cubicBezTo>
                  <a:pt x="152757" y="25959"/>
                  <a:pt x="156260" y="27348"/>
                  <a:pt x="159028" y="30124"/>
                </a:cubicBezTo>
                <a:lnTo>
                  <a:pt x="159028" y="20964"/>
                </a:lnTo>
                <a:cubicBezTo>
                  <a:pt x="159028" y="15279"/>
                  <a:pt x="158896" y="11785"/>
                  <a:pt x="158634" y="10482"/>
                </a:cubicBezTo>
                <a:cubicBezTo>
                  <a:pt x="158371" y="9178"/>
                  <a:pt x="157959" y="8291"/>
                  <a:pt x="157399" y="7822"/>
                </a:cubicBezTo>
                <a:cubicBezTo>
                  <a:pt x="156838" y="7351"/>
                  <a:pt x="156138" y="7115"/>
                  <a:pt x="155297" y="7115"/>
                </a:cubicBezTo>
                <a:cubicBezTo>
                  <a:pt x="154386" y="7115"/>
                  <a:pt x="153178" y="7405"/>
                  <a:pt x="151671" y="7984"/>
                </a:cubicBezTo>
                <a:lnTo>
                  <a:pt x="150988" y="6083"/>
                </a:lnTo>
                <a:lnTo>
                  <a:pt x="165333" y="0"/>
                </a:lnTo>
                <a:lnTo>
                  <a:pt x="167698" y="0"/>
                </a:lnTo>
                <a:lnTo>
                  <a:pt x="167698" y="57273"/>
                </a:lnTo>
                <a:cubicBezTo>
                  <a:pt x="167698" y="63078"/>
                  <a:pt x="167829" y="66620"/>
                  <a:pt x="168092" y="67900"/>
                </a:cubicBezTo>
                <a:cubicBezTo>
                  <a:pt x="168355" y="69180"/>
                  <a:pt x="168775" y="70073"/>
                  <a:pt x="169353" y="70577"/>
                </a:cubicBezTo>
                <a:cubicBezTo>
                  <a:pt x="169931" y="71082"/>
                  <a:pt x="170606" y="71334"/>
                  <a:pt x="171376" y="71334"/>
                </a:cubicBezTo>
                <a:cubicBezTo>
                  <a:pt x="172322" y="71334"/>
                  <a:pt x="173583" y="71028"/>
                  <a:pt x="175160" y="70415"/>
                </a:cubicBezTo>
                <a:lnTo>
                  <a:pt x="175738" y="72308"/>
                </a:lnTo>
                <a:lnTo>
                  <a:pt x="161445" y="78419"/>
                </a:lnTo>
                <a:lnTo>
                  <a:pt x="159028" y="78419"/>
                </a:lnTo>
                <a:lnTo>
                  <a:pt x="159028" y="71334"/>
                </a:lnTo>
                <a:moveTo>
                  <a:pt x="159028" y="67561"/>
                </a:moveTo>
                <a:lnTo>
                  <a:pt x="159028" y="42098"/>
                </a:lnTo>
                <a:cubicBezTo>
                  <a:pt x="158818" y="39652"/>
                  <a:pt x="158187" y="37422"/>
                  <a:pt x="157136" y="35409"/>
                </a:cubicBezTo>
                <a:cubicBezTo>
                  <a:pt x="156085" y="33394"/>
                  <a:pt x="154693" y="31875"/>
                  <a:pt x="152959" y="30851"/>
                </a:cubicBezTo>
                <a:cubicBezTo>
                  <a:pt x="151225" y="29825"/>
                  <a:pt x="149534" y="29313"/>
                  <a:pt x="147888" y="29313"/>
                </a:cubicBezTo>
                <a:cubicBezTo>
                  <a:pt x="144805" y="29313"/>
                  <a:pt x="142055" y="30733"/>
                  <a:pt x="139638" y="33575"/>
                </a:cubicBezTo>
                <a:cubicBezTo>
                  <a:pt x="136450" y="37314"/>
                  <a:pt x="134856" y="42781"/>
                  <a:pt x="134856" y="49974"/>
                </a:cubicBezTo>
                <a:cubicBezTo>
                  <a:pt x="134856" y="57239"/>
                  <a:pt x="136398" y="62805"/>
                  <a:pt x="139480" y="66672"/>
                </a:cubicBezTo>
                <a:cubicBezTo>
                  <a:pt x="142563" y="70537"/>
                  <a:pt x="145996" y="72470"/>
                  <a:pt x="149780" y="72470"/>
                </a:cubicBezTo>
                <a:cubicBezTo>
                  <a:pt x="152967" y="72470"/>
                  <a:pt x="156050" y="70834"/>
                  <a:pt x="159028" y="67561"/>
                </a:cubicBezTo>
                <a:close/>
                <a:moveTo>
                  <a:pt x="186930" y="46078"/>
                </a:moveTo>
                <a:cubicBezTo>
                  <a:pt x="186895" y="53416"/>
                  <a:pt x="188629" y="59172"/>
                  <a:pt x="192132" y="63345"/>
                </a:cubicBezTo>
                <a:cubicBezTo>
                  <a:pt x="195636" y="67518"/>
                  <a:pt x="199752" y="69604"/>
                  <a:pt x="204481" y="69604"/>
                </a:cubicBezTo>
                <a:cubicBezTo>
                  <a:pt x="207634" y="69604"/>
                  <a:pt x="210375" y="68711"/>
                  <a:pt x="212705" y="66927"/>
                </a:cubicBezTo>
                <a:cubicBezTo>
                  <a:pt x="215034" y="65142"/>
                  <a:pt x="216987" y="62086"/>
                  <a:pt x="218564" y="57760"/>
                </a:cubicBezTo>
                <a:lnTo>
                  <a:pt x="220192" y="58841"/>
                </a:lnTo>
                <a:cubicBezTo>
                  <a:pt x="219457" y="63781"/>
                  <a:pt x="217320" y="68279"/>
                  <a:pt x="213782" y="72335"/>
                </a:cubicBezTo>
                <a:cubicBezTo>
                  <a:pt x="210244" y="76391"/>
                  <a:pt x="205812" y="78419"/>
                  <a:pt x="200487" y="78419"/>
                </a:cubicBezTo>
                <a:cubicBezTo>
                  <a:pt x="194707" y="78419"/>
                  <a:pt x="189759" y="76108"/>
                  <a:pt x="185643" y="71485"/>
                </a:cubicBezTo>
                <a:cubicBezTo>
                  <a:pt x="181527" y="66861"/>
                  <a:pt x="179469" y="60645"/>
                  <a:pt x="179469" y="52837"/>
                </a:cubicBezTo>
                <a:cubicBezTo>
                  <a:pt x="179469" y="44382"/>
                  <a:pt x="181579" y="37789"/>
                  <a:pt x="185801" y="33058"/>
                </a:cubicBezTo>
                <a:cubicBezTo>
                  <a:pt x="190022" y="28326"/>
                  <a:pt x="195320" y="25959"/>
                  <a:pt x="201696" y="25959"/>
                </a:cubicBezTo>
                <a:cubicBezTo>
                  <a:pt x="207091" y="25959"/>
                  <a:pt x="211522" y="27785"/>
                  <a:pt x="214990" y="31435"/>
                </a:cubicBezTo>
                <a:cubicBezTo>
                  <a:pt x="218458" y="35085"/>
                  <a:pt x="220192" y="39966"/>
                  <a:pt x="220192" y="46078"/>
                </a:cubicBezTo>
                <a:lnTo>
                  <a:pt x="186930" y="46078"/>
                </a:lnTo>
                <a:moveTo>
                  <a:pt x="186930" y="42941"/>
                </a:moveTo>
                <a:lnTo>
                  <a:pt x="209210" y="42941"/>
                </a:lnTo>
                <a:cubicBezTo>
                  <a:pt x="209035" y="39768"/>
                  <a:pt x="208667" y="37533"/>
                  <a:pt x="208107" y="36235"/>
                </a:cubicBezTo>
                <a:cubicBezTo>
                  <a:pt x="207231" y="34216"/>
                  <a:pt x="205926" y="32630"/>
                  <a:pt x="204192" y="31476"/>
                </a:cubicBezTo>
                <a:cubicBezTo>
                  <a:pt x="202458" y="30322"/>
                  <a:pt x="200645" y="29745"/>
                  <a:pt x="198753" y="29745"/>
                </a:cubicBezTo>
                <a:cubicBezTo>
                  <a:pt x="195846" y="29745"/>
                  <a:pt x="193245" y="30908"/>
                  <a:pt x="190950" y="33234"/>
                </a:cubicBezTo>
                <a:cubicBezTo>
                  <a:pt x="188656" y="35559"/>
                  <a:pt x="187316" y="38795"/>
                  <a:pt x="186930" y="42941"/>
                </a:cubicBezTo>
                <a:close/>
                <a:moveTo>
                  <a:pt x="295282" y="76905"/>
                </a:moveTo>
                <a:lnTo>
                  <a:pt x="276260" y="76905"/>
                </a:lnTo>
                <a:lnTo>
                  <a:pt x="252141" y="42509"/>
                </a:lnTo>
                <a:cubicBezTo>
                  <a:pt x="250354" y="42581"/>
                  <a:pt x="248900" y="42617"/>
                  <a:pt x="247779" y="42617"/>
                </a:cubicBezTo>
                <a:cubicBezTo>
                  <a:pt x="247324" y="42617"/>
                  <a:pt x="246834" y="42608"/>
                  <a:pt x="246308" y="42590"/>
                </a:cubicBezTo>
                <a:cubicBezTo>
                  <a:pt x="245783" y="42572"/>
                  <a:pt x="245240" y="42545"/>
                  <a:pt x="244679" y="42509"/>
                </a:cubicBezTo>
                <a:lnTo>
                  <a:pt x="244679" y="63888"/>
                </a:lnTo>
                <a:cubicBezTo>
                  <a:pt x="244679" y="68519"/>
                  <a:pt x="245170" y="71395"/>
                  <a:pt x="246151" y="72516"/>
                </a:cubicBezTo>
                <a:cubicBezTo>
                  <a:pt x="247482" y="74108"/>
                  <a:pt x="249478" y="74904"/>
                  <a:pt x="252141" y="74904"/>
                </a:cubicBezTo>
                <a:lnTo>
                  <a:pt x="254926" y="74904"/>
                </a:lnTo>
                <a:lnTo>
                  <a:pt x="254926" y="76905"/>
                </a:lnTo>
                <a:lnTo>
                  <a:pt x="224396" y="76905"/>
                </a:lnTo>
                <a:lnTo>
                  <a:pt x="224396" y="74904"/>
                </a:lnTo>
                <a:lnTo>
                  <a:pt x="227076" y="74904"/>
                </a:lnTo>
                <a:cubicBezTo>
                  <a:pt x="230089" y="74904"/>
                  <a:pt x="232243" y="73894"/>
                  <a:pt x="233539" y="71875"/>
                </a:cubicBezTo>
                <a:cubicBezTo>
                  <a:pt x="234275" y="70758"/>
                  <a:pt x="234643" y="68108"/>
                  <a:pt x="234643" y="63925"/>
                </a:cubicBezTo>
                <a:lnTo>
                  <a:pt x="234643" y="16549"/>
                </a:lnTo>
                <a:cubicBezTo>
                  <a:pt x="234643" y="11934"/>
                  <a:pt x="234152" y="9068"/>
                  <a:pt x="233171" y="7950"/>
                </a:cubicBezTo>
                <a:cubicBezTo>
                  <a:pt x="231805" y="6364"/>
                  <a:pt x="229773" y="5570"/>
                  <a:pt x="227076" y="5570"/>
                </a:cubicBezTo>
                <a:lnTo>
                  <a:pt x="224396" y="5570"/>
                </a:lnTo>
                <a:lnTo>
                  <a:pt x="224396" y="3569"/>
                </a:lnTo>
                <a:lnTo>
                  <a:pt x="250354" y="3569"/>
                </a:lnTo>
                <a:cubicBezTo>
                  <a:pt x="257921" y="3569"/>
                  <a:pt x="263500" y="4136"/>
                  <a:pt x="267090" y="5268"/>
                </a:cubicBezTo>
                <a:cubicBezTo>
                  <a:pt x="270681" y="6400"/>
                  <a:pt x="273729" y="8486"/>
                  <a:pt x="276234" y="11525"/>
                </a:cubicBezTo>
                <a:cubicBezTo>
                  <a:pt x="278738" y="14562"/>
                  <a:pt x="279991" y="18184"/>
                  <a:pt x="279991" y="22390"/>
                </a:cubicBezTo>
                <a:cubicBezTo>
                  <a:pt x="279991" y="26883"/>
                  <a:pt x="278563" y="30784"/>
                  <a:pt x="275708" y="34092"/>
                </a:cubicBezTo>
                <a:cubicBezTo>
                  <a:pt x="272853" y="37399"/>
                  <a:pt x="268430" y="39736"/>
                  <a:pt x="262440" y="41102"/>
                </a:cubicBezTo>
                <a:lnTo>
                  <a:pt x="277153" y="62208"/>
                </a:lnTo>
                <a:cubicBezTo>
                  <a:pt x="280516" y="67055"/>
                  <a:pt x="283406" y="70275"/>
                  <a:pt x="285823" y="71867"/>
                </a:cubicBezTo>
                <a:cubicBezTo>
                  <a:pt x="288241" y="73458"/>
                  <a:pt x="291393" y="74470"/>
                  <a:pt x="295282" y="74904"/>
                </a:cubicBezTo>
                <a:lnTo>
                  <a:pt x="295282" y="76905"/>
                </a:lnTo>
                <a:moveTo>
                  <a:pt x="244679" y="39210"/>
                </a:moveTo>
                <a:cubicBezTo>
                  <a:pt x="245345" y="39210"/>
                  <a:pt x="245923" y="39219"/>
                  <a:pt x="246413" y="39237"/>
                </a:cubicBezTo>
                <a:cubicBezTo>
                  <a:pt x="246904" y="39255"/>
                  <a:pt x="247307" y="39264"/>
                  <a:pt x="247622" y="39264"/>
                </a:cubicBezTo>
                <a:cubicBezTo>
                  <a:pt x="254418" y="39264"/>
                  <a:pt x="259541" y="37749"/>
                  <a:pt x="262992" y="34721"/>
                </a:cubicBezTo>
                <a:cubicBezTo>
                  <a:pt x="266442" y="31692"/>
                  <a:pt x="268168" y="27834"/>
                  <a:pt x="268168" y="23147"/>
                </a:cubicBezTo>
                <a:cubicBezTo>
                  <a:pt x="268168" y="18568"/>
                  <a:pt x="266775" y="14846"/>
                  <a:pt x="263990" y="11979"/>
                </a:cubicBezTo>
                <a:cubicBezTo>
                  <a:pt x="261205" y="9113"/>
                  <a:pt x="257518" y="7680"/>
                  <a:pt x="252929" y="7680"/>
                </a:cubicBezTo>
                <a:cubicBezTo>
                  <a:pt x="250897" y="7680"/>
                  <a:pt x="248147" y="8022"/>
                  <a:pt x="244679" y="8707"/>
                </a:cubicBezTo>
                <a:lnTo>
                  <a:pt x="244679" y="39210"/>
                </a:lnTo>
                <a:close/>
                <a:moveTo>
                  <a:pt x="305760" y="46078"/>
                </a:moveTo>
                <a:cubicBezTo>
                  <a:pt x="305725" y="53416"/>
                  <a:pt x="307459" y="59172"/>
                  <a:pt x="310962" y="63345"/>
                </a:cubicBezTo>
                <a:cubicBezTo>
                  <a:pt x="314465" y="67518"/>
                  <a:pt x="318581" y="69604"/>
                  <a:pt x="323310" y="69604"/>
                </a:cubicBezTo>
                <a:cubicBezTo>
                  <a:pt x="326463" y="69604"/>
                  <a:pt x="329204" y="68711"/>
                  <a:pt x="331534" y="66927"/>
                </a:cubicBezTo>
                <a:cubicBezTo>
                  <a:pt x="333864" y="65142"/>
                  <a:pt x="335817" y="62086"/>
                  <a:pt x="337393" y="57760"/>
                </a:cubicBezTo>
                <a:lnTo>
                  <a:pt x="339022" y="58841"/>
                </a:lnTo>
                <a:cubicBezTo>
                  <a:pt x="338286" y="63781"/>
                  <a:pt x="336149" y="68279"/>
                  <a:pt x="332611" y="72335"/>
                </a:cubicBezTo>
                <a:cubicBezTo>
                  <a:pt x="329073" y="76391"/>
                  <a:pt x="324642" y="78419"/>
                  <a:pt x="319317" y="78419"/>
                </a:cubicBezTo>
                <a:cubicBezTo>
                  <a:pt x="313537" y="78419"/>
                  <a:pt x="308589" y="76108"/>
                  <a:pt x="304472" y="71485"/>
                </a:cubicBezTo>
                <a:cubicBezTo>
                  <a:pt x="300356" y="66861"/>
                  <a:pt x="298298" y="60645"/>
                  <a:pt x="298298" y="52837"/>
                </a:cubicBezTo>
                <a:cubicBezTo>
                  <a:pt x="298298" y="44382"/>
                  <a:pt x="300409" y="37789"/>
                  <a:pt x="304630" y="33058"/>
                </a:cubicBezTo>
                <a:cubicBezTo>
                  <a:pt x="308851" y="28326"/>
                  <a:pt x="314150" y="25959"/>
                  <a:pt x="320525" y="25959"/>
                </a:cubicBezTo>
                <a:cubicBezTo>
                  <a:pt x="325920" y="25959"/>
                  <a:pt x="330352" y="27785"/>
                  <a:pt x="333820" y="31435"/>
                </a:cubicBezTo>
                <a:cubicBezTo>
                  <a:pt x="337288" y="35085"/>
                  <a:pt x="339022" y="39966"/>
                  <a:pt x="339022" y="46078"/>
                </a:cubicBezTo>
                <a:lnTo>
                  <a:pt x="305760" y="46078"/>
                </a:lnTo>
                <a:moveTo>
                  <a:pt x="305760" y="42941"/>
                </a:moveTo>
                <a:lnTo>
                  <a:pt x="328040" y="42941"/>
                </a:lnTo>
                <a:cubicBezTo>
                  <a:pt x="327864" y="39768"/>
                  <a:pt x="327497" y="37533"/>
                  <a:pt x="326936" y="36235"/>
                </a:cubicBezTo>
                <a:cubicBezTo>
                  <a:pt x="326060" y="34216"/>
                  <a:pt x="324755" y="32630"/>
                  <a:pt x="323021" y="31476"/>
                </a:cubicBezTo>
                <a:cubicBezTo>
                  <a:pt x="321287" y="30322"/>
                  <a:pt x="319474" y="29745"/>
                  <a:pt x="317583" y="29745"/>
                </a:cubicBezTo>
                <a:cubicBezTo>
                  <a:pt x="314675" y="29745"/>
                  <a:pt x="312074" y="30908"/>
                  <a:pt x="309780" y="33234"/>
                </a:cubicBezTo>
                <a:cubicBezTo>
                  <a:pt x="307485" y="35559"/>
                  <a:pt x="306145" y="38795"/>
                  <a:pt x="305760" y="42941"/>
                </a:cubicBezTo>
                <a:close/>
                <a:moveTo>
                  <a:pt x="342280" y="27366"/>
                </a:moveTo>
                <a:lnTo>
                  <a:pt x="364927" y="27366"/>
                </a:lnTo>
                <a:lnTo>
                  <a:pt x="364927" y="29367"/>
                </a:lnTo>
                <a:lnTo>
                  <a:pt x="363456" y="29367"/>
                </a:lnTo>
                <a:cubicBezTo>
                  <a:pt x="362090" y="29367"/>
                  <a:pt x="361048" y="29709"/>
                  <a:pt x="360330" y="30394"/>
                </a:cubicBezTo>
                <a:cubicBezTo>
                  <a:pt x="359611" y="31079"/>
                  <a:pt x="359252" y="31999"/>
                  <a:pt x="359252" y="33152"/>
                </a:cubicBezTo>
                <a:cubicBezTo>
                  <a:pt x="359252" y="34414"/>
                  <a:pt x="359620" y="35911"/>
                  <a:pt x="360356" y="37641"/>
                </a:cubicBezTo>
                <a:lnTo>
                  <a:pt x="371548" y="65007"/>
                </a:lnTo>
                <a:lnTo>
                  <a:pt x="382793" y="36614"/>
                </a:lnTo>
                <a:cubicBezTo>
                  <a:pt x="383599" y="34595"/>
                  <a:pt x="384002" y="33062"/>
                  <a:pt x="384002" y="32017"/>
                </a:cubicBezTo>
                <a:cubicBezTo>
                  <a:pt x="384002" y="31512"/>
                  <a:pt x="383862" y="31097"/>
                  <a:pt x="383582" y="30773"/>
                </a:cubicBezTo>
                <a:cubicBezTo>
                  <a:pt x="383196" y="30232"/>
                  <a:pt x="382706" y="29862"/>
                  <a:pt x="382110" y="29664"/>
                </a:cubicBezTo>
                <a:cubicBezTo>
                  <a:pt x="381515" y="29466"/>
                  <a:pt x="380306" y="29367"/>
                  <a:pt x="378484" y="29367"/>
                </a:cubicBezTo>
                <a:lnTo>
                  <a:pt x="378484" y="27366"/>
                </a:lnTo>
                <a:lnTo>
                  <a:pt x="394196" y="27366"/>
                </a:lnTo>
                <a:lnTo>
                  <a:pt x="394196" y="29367"/>
                </a:lnTo>
                <a:cubicBezTo>
                  <a:pt x="392374" y="29511"/>
                  <a:pt x="391113" y="29889"/>
                  <a:pt x="390413" y="30502"/>
                </a:cubicBezTo>
                <a:cubicBezTo>
                  <a:pt x="389187" y="31584"/>
                  <a:pt x="388083" y="33387"/>
                  <a:pt x="387102" y="35911"/>
                </a:cubicBezTo>
                <a:lnTo>
                  <a:pt x="370024" y="78419"/>
                </a:lnTo>
                <a:lnTo>
                  <a:pt x="367870" y="78419"/>
                </a:lnTo>
                <a:lnTo>
                  <a:pt x="350687" y="36614"/>
                </a:lnTo>
                <a:cubicBezTo>
                  <a:pt x="349917" y="34667"/>
                  <a:pt x="349181" y="33270"/>
                  <a:pt x="348480" y="32422"/>
                </a:cubicBezTo>
                <a:cubicBezTo>
                  <a:pt x="347780" y="31575"/>
                  <a:pt x="346886" y="30863"/>
                  <a:pt x="345800" y="30286"/>
                </a:cubicBezTo>
                <a:cubicBezTo>
                  <a:pt x="345205" y="29962"/>
                  <a:pt x="344031" y="29655"/>
                  <a:pt x="342280" y="29367"/>
                </a:cubicBezTo>
                <a:lnTo>
                  <a:pt x="342280" y="27366"/>
                </a:lnTo>
                <a:close/>
                <a:moveTo>
                  <a:pt x="410801" y="0"/>
                </a:moveTo>
                <a:cubicBezTo>
                  <a:pt x="412273" y="0"/>
                  <a:pt x="413525" y="535"/>
                  <a:pt x="414558" y="1604"/>
                </a:cubicBezTo>
                <a:cubicBezTo>
                  <a:pt x="415592" y="2672"/>
                  <a:pt x="416108" y="3967"/>
                  <a:pt x="416108" y="5489"/>
                </a:cubicBezTo>
                <a:cubicBezTo>
                  <a:pt x="416108" y="7012"/>
                  <a:pt x="415592" y="8316"/>
                  <a:pt x="414558" y="9404"/>
                </a:cubicBezTo>
                <a:cubicBezTo>
                  <a:pt x="413525" y="10490"/>
                  <a:pt x="412273" y="11033"/>
                  <a:pt x="410801" y="11033"/>
                </a:cubicBezTo>
                <a:cubicBezTo>
                  <a:pt x="409330" y="11033"/>
                  <a:pt x="408069" y="10490"/>
                  <a:pt x="407018" y="9404"/>
                </a:cubicBezTo>
                <a:cubicBezTo>
                  <a:pt x="405967" y="8316"/>
                  <a:pt x="405441" y="7012"/>
                  <a:pt x="405441" y="5489"/>
                </a:cubicBezTo>
                <a:cubicBezTo>
                  <a:pt x="405441" y="3967"/>
                  <a:pt x="405958" y="2672"/>
                  <a:pt x="406992" y="1604"/>
                </a:cubicBezTo>
                <a:cubicBezTo>
                  <a:pt x="408025" y="535"/>
                  <a:pt x="409295" y="0"/>
                  <a:pt x="410801" y="0"/>
                </a:cubicBezTo>
                <a:moveTo>
                  <a:pt x="415163" y="25959"/>
                </a:moveTo>
                <a:lnTo>
                  <a:pt x="415163" y="65676"/>
                </a:lnTo>
                <a:cubicBezTo>
                  <a:pt x="415163" y="68770"/>
                  <a:pt x="415382" y="70830"/>
                  <a:pt x="415819" y="71855"/>
                </a:cubicBezTo>
                <a:cubicBezTo>
                  <a:pt x="416257" y="72880"/>
                  <a:pt x="416905" y="73645"/>
                  <a:pt x="417764" y="74148"/>
                </a:cubicBezTo>
                <a:cubicBezTo>
                  <a:pt x="418622" y="74652"/>
                  <a:pt x="420190" y="74904"/>
                  <a:pt x="422467" y="74904"/>
                </a:cubicBezTo>
                <a:lnTo>
                  <a:pt x="422467" y="76905"/>
                </a:lnTo>
                <a:lnTo>
                  <a:pt x="399083" y="76905"/>
                </a:lnTo>
                <a:lnTo>
                  <a:pt x="399083" y="74904"/>
                </a:lnTo>
                <a:cubicBezTo>
                  <a:pt x="401430" y="74904"/>
                  <a:pt x="403007" y="74670"/>
                  <a:pt x="403813" y="74202"/>
                </a:cubicBezTo>
                <a:cubicBezTo>
                  <a:pt x="404618" y="73735"/>
                  <a:pt x="405258" y="72961"/>
                  <a:pt x="405730" y="71882"/>
                </a:cubicBezTo>
                <a:cubicBezTo>
                  <a:pt x="406203" y="70803"/>
                  <a:pt x="406440" y="68734"/>
                  <a:pt x="406440" y="65676"/>
                </a:cubicBezTo>
                <a:lnTo>
                  <a:pt x="406440" y="46627"/>
                </a:lnTo>
                <a:cubicBezTo>
                  <a:pt x="406440" y="41266"/>
                  <a:pt x="406282" y="37795"/>
                  <a:pt x="405967" y="36213"/>
                </a:cubicBezTo>
                <a:cubicBezTo>
                  <a:pt x="405722" y="35062"/>
                  <a:pt x="405336" y="34261"/>
                  <a:pt x="404811" y="33812"/>
                </a:cubicBezTo>
                <a:cubicBezTo>
                  <a:pt x="404285" y="33362"/>
                  <a:pt x="403567" y="33137"/>
                  <a:pt x="402656" y="33137"/>
                </a:cubicBezTo>
                <a:cubicBezTo>
                  <a:pt x="401676" y="33137"/>
                  <a:pt x="400485" y="33407"/>
                  <a:pt x="399083" y="33947"/>
                </a:cubicBezTo>
                <a:lnTo>
                  <a:pt x="398348" y="32003"/>
                </a:lnTo>
                <a:lnTo>
                  <a:pt x="412851" y="25959"/>
                </a:lnTo>
                <a:lnTo>
                  <a:pt x="415163" y="25959"/>
                </a:lnTo>
                <a:close/>
                <a:moveTo>
                  <a:pt x="435792" y="46078"/>
                </a:moveTo>
                <a:cubicBezTo>
                  <a:pt x="435757" y="53416"/>
                  <a:pt x="437491" y="59172"/>
                  <a:pt x="440994" y="63345"/>
                </a:cubicBezTo>
                <a:cubicBezTo>
                  <a:pt x="444497" y="67518"/>
                  <a:pt x="448613" y="69604"/>
                  <a:pt x="453343" y="69604"/>
                </a:cubicBezTo>
                <a:cubicBezTo>
                  <a:pt x="456495" y="69604"/>
                  <a:pt x="459237" y="68711"/>
                  <a:pt x="461566" y="66927"/>
                </a:cubicBezTo>
                <a:cubicBezTo>
                  <a:pt x="463896" y="65142"/>
                  <a:pt x="465849" y="62086"/>
                  <a:pt x="467425" y="57760"/>
                </a:cubicBezTo>
                <a:lnTo>
                  <a:pt x="469054" y="58841"/>
                </a:lnTo>
                <a:cubicBezTo>
                  <a:pt x="468318" y="63781"/>
                  <a:pt x="466182" y="68279"/>
                  <a:pt x="462643" y="72335"/>
                </a:cubicBezTo>
                <a:cubicBezTo>
                  <a:pt x="459105" y="76391"/>
                  <a:pt x="454674" y="78419"/>
                  <a:pt x="449349" y="78419"/>
                </a:cubicBezTo>
                <a:cubicBezTo>
                  <a:pt x="443569" y="78419"/>
                  <a:pt x="438621" y="76108"/>
                  <a:pt x="434505" y="71485"/>
                </a:cubicBezTo>
                <a:cubicBezTo>
                  <a:pt x="430388" y="66861"/>
                  <a:pt x="428330" y="60645"/>
                  <a:pt x="428330" y="52837"/>
                </a:cubicBezTo>
                <a:cubicBezTo>
                  <a:pt x="428330" y="44382"/>
                  <a:pt x="430441" y="37789"/>
                  <a:pt x="434662" y="33058"/>
                </a:cubicBezTo>
                <a:cubicBezTo>
                  <a:pt x="438883" y="28326"/>
                  <a:pt x="444182" y="25959"/>
                  <a:pt x="450558" y="25959"/>
                </a:cubicBezTo>
                <a:cubicBezTo>
                  <a:pt x="455952" y="25959"/>
                  <a:pt x="460384" y="27785"/>
                  <a:pt x="463852" y="31435"/>
                </a:cubicBezTo>
                <a:cubicBezTo>
                  <a:pt x="467320" y="35085"/>
                  <a:pt x="469054" y="39966"/>
                  <a:pt x="469054" y="46078"/>
                </a:cubicBezTo>
                <a:lnTo>
                  <a:pt x="435792" y="46078"/>
                </a:lnTo>
                <a:moveTo>
                  <a:pt x="435792" y="42941"/>
                </a:moveTo>
                <a:lnTo>
                  <a:pt x="458072" y="42941"/>
                </a:lnTo>
                <a:cubicBezTo>
                  <a:pt x="457897" y="39768"/>
                  <a:pt x="457529" y="37533"/>
                  <a:pt x="456968" y="36235"/>
                </a:cubicBezTo>
                <a:cubicBezTo>
                  <a:pt x="456093" y="34216"/>
                  <a:pt x="454788" y="32630"/>
                  <a:pt x="453054" y="31476"/>
                </a:cubicBezTo>
                <a:cubicBezTo>
                  <a:pt x="451320" y="30322"/>
                  <a:pt x="449507" y="29745"/>
                  <a:pt x="447615" y="29745"/>
                </a:cubicBezTo>
                <a:cubicBezTo>
                  <a:pt x="444707" y="29745"/>
                  <a:pt x="442106" y="30908"/>
                  <a:pt x="439812" y="33234"/>
                </a:cubicBezTo>
                <a:cubicBezTo>
                  <a:pt x="437517" y="35559"/>
                  <a:pt x="436177" y="38795"/>
                  <a:pt x="435792" y="42941"/>
                </a:cubicBezTo>
                <a:close/>
                <a:moveTo>
                  <a:pt x="472102" y="27366"/>
                </a:moveTo>
                <a:lnTo>
                  <a:pt x="492280" y="27366"/>
                </a:lnTo>
                <a:lnTo>
                  <a:pt x="492280" y="29367"/>
                </a:lnTo>
                <a:cubicBezTo>
                  <a:pt x="490423" y="29511"/>
                  <a:pt x="489206" y="29853"/>
                  <a:pt x="488628" y="30394"/>
                </a:cubicBezTo>
                <a:cubicBezTo>
                  <a:pt x="488050" y="30935"/>
                  <a:pt x="487761" y="31710"/>
                  <a:pt x="487761" y="32720"/>
                </a:cubicBezTo>
                <a:cubicBezTo>
                  <a:pt x="487761" y="33837"/>
                  <a:pt x="488059" y="35189"/>
                  <a:pt x="488654" y="36776"/>
                </a:cubicBezTo>
                <a:lnTo>
                  <a:pt x="498953" y="65277"/>
                </a:lnTo>
                <a:lnTo>
                  <a:pt x="509305" y="42076"/>
                </a:lnTo>
                <a:lnTo>
                  <a:pt x="506573" y="34775"/>
                </a:lnTo>
                <a:cubicBezTo>
                  <a:pt x="505732" y="32612"/>
                  <a:pt x="504629" y="31115"/>
                  <a:pt x="503262" y="30286"/>
                </a:cubicBezTo>
                <a:cubicBezTo>
                  <a:pt x="502492" y="29781"/>
                  <a:pt x="501055" y="29475"/>
                  <a:pt x="498953" y="29367"/>
                </a:cubicBezTo>
                <a:lnTo>
                  <a:pt x="498953" y="27366"/>
                </a:lnTo>
                <a:lnTo>
                  <a:pt x="521864" y="27366"/>
                </a:lnTo>
                <a:lnTo>
                  <a:pt x="521864" y="29367"/>
                </a:lnTo>
                <a:cubicBezTo>
                  <a:pt x="519342" y="29475"/>
                  <a:pt x="517555" y="29944"/>
                  <a:pt x="516504" y="30773"/>
                </a:cubicBezTo>
                <a:cubicBezTo>
                  <a:pt x="515804" y="31350"/>
                  <a:pt x="515453" y="32269"/>
                  <a:pt x="515453" y="33531"/>
                </a:cubicBezTo>
                <a:cubicBezTo>
                  <a:pt x="515453" y="34252"/>
                  <a:pt x="515593" y="34991"/>
                  <a:pt x="515874" y="35748"/>
                </a:cubicBezTo>
                <a:lnTo>
                  <a:pt x="526803" y="64196"/>
                </a:lnTo>
                <a:lnTo>
                  <a:pt x="536945" y="36776"/>
                </a:lnTo>
                <a:cubicBezTo>
                  <a:pt x="537646" y="34829"/>
                  <a:pt x="537996" y="33279"/>
                  <a:pt x="537996" y="32125"/>
                </a:cubicBezTo>
                <a:cubicBezTo>
                  <a:pt x="537996" y="31440"/>
                  <a:pt x="537654" y="30827"/>
                  <a:pt x="536971" y="30286"/>
                </a:cubicBezTo>
                <a:cubicBezTo>
                  <a:pt x="536288" y="29745"/>
                  <a:pt x="534948" y="29439"/>
                  <a:pt x="532951" y="29367"/>
                </a:cubicBezTo>
                <a:lnTo>
                  <a:pt x="532951" y="27366"/>
                </a:lnTo>
                <a:lnTo>
                  <a:pt x="548137" y="27366"/>
                </a:lnTo>
                <a:lnTo>
                  <a:pt x="548137" y="29367"/>
                </a:lnTo>
                <a:cubicBezTo>
                  <a:pt x="545090" y="29835"/>
                  <a:pt x="542848" y="31963"/>
                  <a:pt x="541411" y="35748"/>
                </a:cubicBezTo>
                <a:lnTo>
                  <a:pt x="525332" y="78419"/>
                </a:lnTo>
                <a:lnTo>
                  <a:pt x="523178" y="78419"/>
                </a:lnTo>
                <a:lnTo>
                  <a:pt x="511144" y="46781"/>
                </a:lnTo>
                <a:lnTo>
                  <a:pt x="497114" y="78419"/>
                </a:lnTo>
                <a:lnTo>
                  <a:pt x="495170" y="78419"/>
                </a:lnTo>
                <a:lnTo>
                  <a:pt x="479721" y="36776"/>
                </a:lnTo>
                <a:cubicBezTo>
                  <a:pt x="478705" y="34144"/>
                  <a:pt x="477707" y="32368"/>
                  <a:pt x="476726" y="31449"/>
                </a:cubicBezTo>
                <a:cubicBezTo>
                  <a:pt x="475745" y="30529"/>
                  <a:pt x="474204" y="29835"/>
                  <a:pt x="472102" y="29367"/>
                </a:cubicBezTo>
                <a:lnTo>
                  <a:pt x="472102" y="27366"/>
                </a:lnTo>
                <a:close/>
                <a:moveTo>
                  <a:pt x="561348" y="46078"/>
                </a:moveTo>
                <a:cubicBezTo>
                  <a:pt x="561313" y="53416"/>
                  <a:pt x="563047" y="59172"/>
                  <a:pt x="566550" y="63345"/>
                </a:cubicBezTo>
                <a:cubicBezTo>
                  <a:pt x="570053" y="67518"/>
                  <a:pt x="574169" y="69604"/>
                  <a:pt x="578898" y="69604"/>
                </a:cubicBezTo>
                <a:cubicBezTo>
                  <a:pt x="582051" y="69604"/>
                  <a:pt x="584792" y="68711"/>
                  <a:pt x="587122" y="66927"/>
                </a:cubicBezTo>
                <a:cubicBezTo>
                  <a:pt x="589451" y="65142"/>
                  <a:pt x="591404" y="62086"/>
                  <a:pt x="592981" y="57760"/>
                </a:cubicBezTo>
                <a:lnTo>
                  <a:pt x="594610" y="58841"/>
                </a:lnTo>
                <a:cubicBezTo>
                  <a:pt x="593874" y="63781"/>
                  <a:pt x="591737" y="68279"/>
                  <a:pt x="588199" y="72335"/>
                </a:cubicBezTo>
                <a:cubicBezTo>
                  <a:pt x="584661" y="76391"/>
                  <a:pt x="580230" y="78419"/>
                  <a:pt x="574905" y="78419"/>
                </a:cubicBezTo>
                <a:cubicBezTo>
                  <a:pt x="569125" y="78419"/>
                  <a:pt x="564176" y="76108"/>
                  <a:pt x="560060" y="71485"/>
                </a:cubicBezTo>
                <a:cubicBezTo>
                  <a:pt x="555944" y="66861"/>
                  <a:pt x="553886" y="60645"/>
                  <a:pt x="553886" y="52837"/>
                </a:cubicBezTo>
                <a:cubicBezTo>
                  <a:pt x="553886" y="44382"/>
                  <a:pt x="555997" y="37789"/>
                  <a:pt x="560218" y="33058"/>
                </a:cubicBezTo>
                <a:cubicBezTo>
                  <a:pt x="564439" y="28326"/>
                  <a:pt x="569738" y="25959"/>
                  <a:pt x="576113" y="25959"/>
                </a:cubicBezTo>
                <a:cubicBezTo>
                  <a:pt x="581508" y="25959"/>
                  <a:pt x="585940" y="27785"/>
                  <a:pt x="589408" y="31435"/>
                </a:cubicBezTo>
                <a:cubicBezTo>
                  <a:pt x="592876" y="35085"/>
                  <a:pt x="594610" y="39966"/>
                  <a:pt x="594610" y="46078"/>
                </a:cubicBezTo>
                <a:lnTo>
                  <a:pt x="561348" y="46078"/>
                </a:lnTo>
                <a:moveTo>
                  <a:pt x="561348" y="42941"/>
                </a:moveTo>
                <a:lnTo>
                  <a:pt x="583628" y="42941"/>
                </a:lnTo>
                <a:cubicBezTo>
                  <a:pt x="583452" y="39768"/>
                  <a:pt x="583085" y="37533"/>
                  <a:pt x="582524" y="36235"/>
                </a:cubicBezTo>
                <a:cubicBezTo>
                  <a:pt x="581648" y="34216"/>
                  <a:pt x="580343" y="32630"/>
                  <a:pt x="578609" y="31476"/>
                </a:cubicBezTo>
                <a:cubicBezTo>
                  <a:pt x="576875" y="30322"/>
                  <a:pt x="575062" y="29745"/>
                  <a:pt x="573171" y="29745"/>
                </a:cubicBezTo>
                <a:cubicBezTo>
                  <a:pt x="570263" y="29745"/>
                  <a:pt x="567662" y="30908"/>
                  <a:pt x="565368" y="33234"/>
                </a:cubicBezTo>
                <a:cubicBezTo>
                  <a:pt x="563073" y="35559"/>
                  <a:pt x="561733" y="38795"/>
                  <a:pt x="561348" y="42941"/>
                </a:cubicBezTo>
                <a:close/>
                <a:moveTo>
                  <a:pt x="614420" y="25959"/>
                </a:moveTo>
                <a:lnTo>
                  <a:pt x="614420" y="37100"/>
                </a:lnTo>
                <a:cubicBezTo>
                  <a:pt x="618448" y="29673"/>
                  <a:pt x="622582" y="25959"/>
                  <a:pt x="626821" y="25959"/>
                </a:cubicBezTo>
                <a:cubicBezTo>
                  <a:pt x="628748" y="25959"/>
                  <a:pt x="630342" y="26563"/>
                  <a:pt x="631603" y="27771"/>
                </a:cubicBezTo>
                <a:cubicBezTo>
                  <a:pt x="632864" y="28979"/>
                  <a:pt x="633494" y="30376"/>
                  <a:pt x="633494" y="31963"/>
                </a:cubicBezTo>
                <a:cubicBezTo>
                  <a:pt x="633494" y="33369"/>
                  <a:pt x="633039" y="34559"/>
                  <a:pt x="632128" y="35532"/>
                </a:cubicBezTo>
                <a:cubicBezTo>
                  <a:pt x="631217" y="36505"/>
                  <a:pt x="630131" y="36992"/>
                  <a:pt x="628870" y="36992"/>
                </a:cubicBezTo>
                <a:cubicBezTo>
                  <a:pt x="627644" y="36992"/>
                  <a:pt x="626269" y="36370"/>
                  <a:pt x="624745" y="35126"/>
                </a:cubicBezTo>
                <a:cubicBezTo>
                  <a:pt x="623222" y="33883"/>
                  <a:pt x="622092" y="33261"/>
                  <a:pt x="621356" y="33261"/>
                </a:cubicBezTo>
                <a:cubicBezTo>
                  <a:pt x="620726" y="33261"/>
                  <a:pt x="620042" y="33620"/>
                  <a:pt x="619307" y="34339"/>
                </a:cubicBezTo>
                <a:cubicBezTo>
                  <a:pt x="617730" y="35814"/>
                  <a:pt x="616101" y="38241"/>
                  <a:pt x="614420" y="41621"/>
                </a:cubicBezTo>
                <a:lnTo>
                  <a:pt x="614420" y="65303"/>
                </a:lnTo>
                <a:cubicBezTo>
                  <a:pt x="614420" y="68035"/>
                  <a:pt x="614753" y="70102"/>
                  <a:pt x="615418" y="71505"/>
                </a:cubicBezTo>
                <a:cubicBezTo>
                  <a:pt x="615874" y="72476"/>
                  <a:pt x="616679" y="73286"/>
                  <a:pt x="617835" y="73934"/>
                </a:cubicBezTo>
                <a:cubicBezTo>
                  <a:pt x="618991" y="74581"/>
                  <a:pt x="620655" y="74904"/>
                  <a:pt x="622827" y="74904"/>
                </a:cubicBezTo>
                <a:lnTo>
                  <a:pt x="622827" y="76905"/>
                </a:lnTo>
                <a:lnTo>
                  <a:pt x="598183" y="76905"/>
                </a:lnTo>
                <a:lnTo>
                  <a:pt x="598183" y="74904"/>
                </a:lnTo>
                <a:cubicBezTo>
                  <a:pt x="600635" y="74904"/>
                  <a:pt x="602457" y="74508"/>
                  <a:pt x="603648" y="73717"/>
                </a:cubicBezTo>
                <a:cubicBezTo>
                  <a:pt x="604524" y="73142"/>
                  <a:pt x="605137" y="72224"/>
                  <a:pt x="605487" y="70964"/>
                </a:cubicBezTo>
                <a:cubicBezTo>
                  <a:pt x="605662" y="70353"/>
                  <a:pt x="605750" y="68608"/>
                  <a:pt x="605750" y="65730"/>
                </a:cubicBezTo>
                <a:lnTo>
                  <a:pt x="605750" y="46573"/>
                </a:lnTo>
                <a:cubicBezTo>
                  <a:pt x="605750" y="40817"/>
                  <a:pt x="605636" y="37391"/>
                  <a:pt x="605408" y="36294"/>
                </a:cubicBezTo>
                <a:cubicBezTo>
                  <a:pt x="605180" y="35197"/>
                  <a:pt x="604760" y="34396"/>
                  <a:pt x="604147" y="33893"/>
                </a:cubicBezTo>
                <a:cubicBezTo>
                  <a:pt x="603534" y="33389"/>
                  <a:pt x="602772" y="33137"/>
                  <a:pt x="601861" y="33137"/>
                </a:cubicBezTo>
                <a:cubicBezTo>
                  <a:pt x="600775" y="33137"/>
                  <a:pt x="599549" y="33407"/>
                  <a:pt x="598183" y="33947"/>
                </a:cubicBezTo>
                <a:lnTo>
                  <a:pt x="597657" y="32003"/>
                </a:lnTo>
                <a:lnTo>
                  <a:pt x="612213" y="25959"/>
                </a:lnTo>
                <a:lnTo>
                  <a:pt x="614420" y="25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8BA1B-E12E-4376-AECD-2B17C5B1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601" y="2700672"/>
            <a:ext cx="751532" cy="97089"/>
          </a:xfrm>
          <a:custGeom xmlns:a="http://schemas.openxmlformats.org/drawingml/2006/main">
            <a:pathLst>
              <a:path w="751532" h="97089" fill="none">
                <a:moveTo>
                  <a:pt x="751532" y="0"/>
                </a:moveTo>
                <a:cubicBezTo>
                  <a:pt x="751532" y="26810"/>
                  <a:pt x="748013" y="48545"/>
                  <a:pt x="743671" y="48545"/>
                </a:cubicBezTo>
                <a:lnTo>
                  <a:pt x="383626" y="48545"/>
                </a:lnTo>
                <a:cubicBezTo>
                  <a:pt x="379285" y="48545"/>
                  <a:pt x="375766" y="70279"/>
                  <a:pt x="375766" y="97089"/>
                </a:cubicBezTo>
                <a:cubicBezTo>
                  <a:pt x="375766" y="70279"/>
                  <a:pt x="372247" y="48545"/>
                  <a:pt x="367905" y="48545"/>
                </a:cubicBezTo>
                <a:lnTo>
                  <a:pt x="7860" y="48545"/>
                </a:lnTo>
                <a:cubicBezTo>
                  <a:pt x="3519" y="48545"/>
                  <a:pt x="0" y="2681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79" name="Text Fully-ConnectedLayers">
            <a:extLst xmlns:a="http://schemas.openxmlformats.org/drawingml/2006/main">
              <a:ext uri="{FF2B5EF4-FFF2-40B4-BE49-F238E27FC236}">
                <a16:creationId xmlns:a16="http://schemas.microsoft.com/office/drawing/2014/main" id="{D61751A1-D26B-444F-AB5E-1807BB26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436" y="2832892"/>
            <a:ext cx="1214978" cy="117611"/>
          </a:xfrm>
          <a:custGeom xmlns:a="http://schemas.openxmlformats.org/drawingml/2006/main">
            <a:pathLst>
              <a:path w="1214978" h="117611">
                <a:moveTo>
                  <a:pt x="23664" y="8833"/>
                </a:moveTo>
                <a:lnTo>
                  <a:pt x="23664" y="42400"/>
                </a:lnTo>
                <a:lnTo>
                  <a:pt x="38806" y="42400"/>
                </a:lnTo>
                <a:cubicBezTo>
                  <a:pt x="42280" y="42400"/>
                  <a:pt x="44824" y="41612"/>
                  <a:pt x="46438" y="40034"/>
                </a:cubicBezTo>
                <a:cubicBezTo>
                  <a:pt x="48053" y="38457"/>
                  <a:pt x="49125" y="35334"/>
                  <a:pt x="49657" y="30665"/>
                </a:cubicBezTo>
                <a:lnTo>
                  <a:pt x="51925" y="30665"/>
                </a:lnTo>
                <a:lnTo>
                  <a:pt x="51925" y="59689"/>
                </a:lnTo>
                <a:lnTo>
                  <a:pt x="49657" y="59689"/>
                </a:lnTo>
                <a:cubicBezTo>
                  <a:pt x="49616" y="56349"/>
                  <a:pt x="49197" y="53896"/>
                  <a:pt x="48400" y="52332"/>
                </a:cubicBezTo>
                <a:cubicBezTo>
                  <a:pt x="47603" y="50767"/>
                  <a:pt x="46500" y="49593"/>
                  <a:pt x="45090" y="48811"/>
                </a:cubicBezTo>
                <a:cubicBezTo>
                  <a:pt x="43680" y="48028"/>
                  <a:pt x="41585" y="47637"/>
                  <a:pt x="38806" y="47637"/>
                </a:cubicBezTo>
                <a:lnTo>
                  <a:pt x="23664" y="47637"/>
                </a:lnTo>
                <a:lnTo>
                  <a:pt x="23664" y="74560"/>
                </a:lnTo>
                <a:cubicBezTo>
                  <a:pt x="23664" y="78899"/>
                  <a:pt x="23929" y="81764"/>
                  <a:pt x="24461" y="83155"/>
                </a:cubicBezTo>
                <a:cubicBezTo>
                  <a:pt x="24869" y="84207"/>
                  <a:pt x="25728" y="85113"/>
                  <a:pt x="27035" y="85872"/>
                </a:cubicBezTo>
                <a:cubicBezTo>
                  <a:pt x="28834" y="86882"/>
                  <a:pt x="30714" y="87388"/>
                  <a:pt x="32675" y="87388"/>
                </a:cubicBezTo>
                <a:lnTo>
                  <a:pt x="35679" y="87388"/>
                </a:lnTo>
                <a:lnTo>
                  <a:pt x="35679" y="89722"/>
                </a:lnTo>
                <a:lnTo>
                  <a:pt x="0" y="89722"/>
                </a:lnTo>
                <a:lnTo>
                  <a:pt x="0" y="87388"/>
                </a:lnTo>
                <a:lnTo>
                  <a:pt x="2943" y="87388"/>
                </a:lnTo>
                <a:cubicBezTo>
                  <a:pt x="6376" y="87388"/>
                  <a:pt x="8869" y="86357"/>
                  <a:pt x="10422" y="84296"/>
                </a:cubicBezTo>
                <a:cubicBezTo>
                  <a:pt x="11403" y="82950"/>
                  <a:pt x="11893" y="79711"/>
                  <a:pt x="11893" y="74579"/>
                </a:cubicBezTo>
                <a:lnTo>
                  <a:pt x="11893" y="19307"/>
                </a:lnTo>
                <a:cubicBezTo>
                  <a:pt x="11893" y="14975"/>
                  <a:pt x="11627" y="12114"/>
                  <a:pt x="11096" y="10726"/>
                </a:cubicBezTo>
                <a:cubicBezTo>
                  <a:pt x="10687" y="9675"/>
                  <a:pt x="9850" y="8770"/>
                  <a:pt x="8583" y="8013"/>
                </a:cubicBezTo>
                <a:cubicBezTo>
                  <a:pt x="6825" y="7004"/>
                  <a:pt x="4945" y="6499"/>
                  <a:pt x="2943" y="6499"/>
                </a:cubicBezTo>
                <a:lnTo>
                  <a:pt x="0" y="6499"/>
                </a:lnTo>
                <a:lnTo>
                  <a:pt x="0" y="4164"/>
                </a:lnTo>
                <a:lnTo>
                  <a:pt x="61856" y="4164"/>
                </a:lnTo>
                <a:lnTo>
                  <a:pt x="62653" y="22967"/>
                </a:lnTo>
                <a:lnTo>
                  <a:pt x="60508" y="22967"/>
                </a:lnTo>
                <a:cubicBezTo>
                  <a:pt x="59445" y="18971"/>
                  <a:pt x="58209" y="16037"/>
                  <a:pt x="56799" y="14165"/>
                </a:cubicBezTo>
                <a:cubicBezTo>
                  <a:pt x="55389" y="12293"/>
                  <a:pt x="53652" y="10937"/>
                  <a:pt x="51588" y="10095"/>
                </a:cubicBezTo>
                <a:cubicBezTo>
                  <a:pt x="49524" y="9254"/>
                  <a:pt x="46326" y="8833"/>
                  <a:pt x="41994" y="8833"/>
                </a:cubicBezTo>
                <a:lnTo>
                  <a:pt x="23664" y="8833"/>
                </a:lnTo>
                <a:close/>
                <a:moveTo>
                  <a:pt x="120634" y="31927"/>
                </a:moveTo>
                <a:lnTo>
                  <a:pt x="120634" y="66945"/>
                </a:lnTo>
                <a:cubicBezTo>
                  <a:pt x="120634" y="73633"/>
                  <a:pt x="120787" y="77724"/>
                  <a:pt x="121093" y="79217"/>
                </a:cubicBezTo>
                <a:cubicBezTo>
                  <a:pt x="121400" y="80710"/>
                  <a:pt x="121890" y="81751"/>
                  <a:pt x="122565" y="82340"/>
                </a:cubicBezTo>
                <a:cubicBezTo>
                  <a:pt x="123239" y="82929"/>
                  <a:pt x="124026" y="83224"/>
                  <a:pt x="124925" y="83224"/>
                </a:cubicBezTo>
                <a:cubicBezTo>
                  <a:pt x="126192" y="83224"/>
                  <a:pt x="127622" y="82866"/>
                  <a:pt x="129216" y="82151"/>
                </a:cubicBezTo>
                <a:lnTo>
                  <a:pt x="130075" y="84359"/>
                </a:lnTo>
                <a:lnTo>
                  <a:pt x="113277" y="91489"/>
                </a:lnTo>
                <a:lnTo>
                  <a:pt x="110518" y="91489"/>
                </a:lnTo>
                <a:lnTo>
                  <a:pt x="110518" y="79248"/>
                </a:lnTo>
                <a:cubicBezTo>
                  <a:pt x="105696" y="84633"/>
                  <a:pt x="102017" y="88019"/>
                  <a:pt x="99484" y="89407"/>
                </a:cubicBezTo>
                <a:cubicBezTo>
                  <a:pt x="96950" y="90795"/>
                  <a:pt x="94273" y="91489"/>
                  <a:pt x="91453" y="91489"/>
                </a:cubicBezTo>
                <a:cubicBezTo>
                  <a:pt x="88306" y="91489"/>
                  <a:pt x="85578" y="90553"/>
                  <a:pt x="83268" y="88681"/>
                </a:cubicBezTo>
                <a:cubicBezTo>
                  <a:pt x="80959" y="86809"/>
                  <a:pt x="79355" y="84401"/>
                  <a:pt x="78456" y="81457"/>
                </a:cubicBezTo>
                <a:cubicBezTo>
                  <a:pt x="77557" y="78512"/>
                  <a:pt x="77107" y="74348"/>
                  <a:pt x="77107" y="68964"/>
                </a:cubicBezTo>
                <a:lnTo>
                  <a:pt x="77107" y="43158"/>
                </a:lnTo>
                <a:cubicBezTo>
                  <a:pt x="77107" y="40423"/>
                  <a:pt x="76821" y="38531"/>
                  <a:pt x="76249" y="37479"/>
                </a:cubicBezTo>
                <a:cubicBezTo>
                  <a:pt x="75677" y="36427"/>
                  <a:pt x="74829" y="35618"/>
                  <a:pt x="73705" y="35050"/>
                </a:cubicBezTo>
                <a:cubicBezTo>
                  <a:pt x="72581" y="34482"/>
                  <a:pt x="70548" y="34219"/>
                  <a:pt x="67605" y="34261"/>
                </a:cubicBezTo>
                <a:lnTo>
                  <a:pt x="67605" y="31927"/>
                </a:lnTo>
                <a:lnTo>
                  <a:pt x="87284" y="31927"/>
                </a:lnTo>
                <a:lnTo>
                  <a:pt x="87284" y="70510"/>
                </a:lnTo>
                <a:cubicBezTo>
                  <a:pt x="87284" y="75881"/>
                  <a:pt x="88193" y="79406"/>
                  <a:pt x="90012" y="81084"/>
                </a:cubicBezTo>
                <a:cubicBezTo>
                  <a:pt x="91831" y="82763"/>
                  <a:pt x="94027" y="83602"/>
                  <a:pt x="96602" y="83602"/>
                </a:cubicBezTo>
                <a:cubicBezTo>
                  <a:pt x="98360" y="83602"/>
                  <a:pt x="100352" y="83036"/>
                  <a:pt x="102579" y="81902"/>
                </a:cubicBezTo>
                <a:cubicBezTo>
                  <a:pt x="104807" y="80769"/>
                  <a:pt x="107453" y="78609"/>
                  <a:pt x="110518" y="75421"/>
                </a:cubicBezTo>
                <a:lnTo>
                  <a:pt x="110518" y="42757"/>
                </a:lnTo>
                <a:cubicBezTo>
                  <a:pt x="110518" y="39484"/>
                  <a:pt x="109936" y="37271"/>
                  <a:pt x="108771" y="36118"/>
                </a:cubicBezTo>
                <a:cubicBezTo>
                  <a:pt x="107606" y="34964"/>
                  <a:pt x="105185" y="34345"/>
                  <a:pt x="101507" y="34261"/>
                </a:cubicBezTo>
                <a:lnTo>
                  <a:pt x="101507" y="31927"/>
                </a:lnTo>
                <a:lnTo>
                  <a:pt x="120634" y="31927"/>
                </a:lnTo>
                <a:close/>
                <a:moveTo>
                  <a:pt x="153493" y="0"/>
                </a:moveTo>
                <a:lnTo>
                  <a:pt x="153493" y="76606"/>
                </a:lnTo>
                <a:cubicBezTo>
                  <a:pt x="153493" y="80221"/>
                  <a:pt x="153749" y="82618"/>
                  <a:pt x="154259" y="83795"/>
                </a:cubicBezTo>
                <a:cubicBezTo>
                  <a:pt x="154770" y="84972"/>
                  <a:pt x="155557" y="85865"/>
                  <a:pt x="156620" y="86475"/>
                </a:cubicBezTo>
                <a:cubicBezTo>
                  <a:pt x="157682" y="87084"/>
                  <a:pt x="159664" y="87388"/>
                  <a:pt x="162566" y="87388"/>
                </a:cubicBezTo>
                <a:lnTo>
                  <a:pt x="162566" y="89722"/>
                </a:lnTo>
                <a:lnTo>
                  <a:pt x="135040" y="89722"/>
                </a:lnTo>
                <a:lnTo>
                  <a:pt x="135040" y="87388"/>
                </a:lnTo>
                <a:cubicBezTo>
                  <a:pt x="137615" y="87388"/>
                  <a:pt x="139373" y="87115"/>
                  <a:pt x="140313" y="86570"/>
                </a:cubicBezTo>
                <a:cubicBezTo>
                  <a:pt x="141253" y="86023"/>
                  <a:pt x="141988" y="85119"/>
                  <a:pt x="142520" y="83858"/>
                </a:cubicBezTo>
                <a:cubicBezTo>
                  <a:pt x="143051" y="82597"/>
                  <a:pt x="143317" y="80179"/>
                  <a:pt x="143317" y="76606"/>
                </a:cubicBezTo>
                <a:lnTo>
                  <a:pt x="143317" y="24148"/>
                </a:lnTo>
                <a:cubicBezTo>
                  <a:pt x="143317" y="17633"/>
                  <a:pt x="143173" y="13630"/>
                  <a:pt x="142887" y="12138"/>
                </a:cubicBezTo>
                <a:cubicBezTo>
                  <a:pt x="142601" y="10645"/>
                  <a:pt x="142142" y="9625"/>
                  <a:pt x="141508" y="9080"/>
                </a:cubicBezTo>
                <a:cubicBezTo>
                  <a:pt x="140875" y="8533"/>
                  <a:pt x="140067" y="8260"/>
                  <a:pt x="139086" y="8260"/>
                </a:cubicBezTo>
                <a:cubicBezTo>
                  <a:pt x="138024" y="8260"/>
                  <a:pt x="136675" y="8596"/>
                  <a:pt x="135040" y="9269"/>
                </a:cubicBezTo>
                <a:lnTo>
                  <a:pt x="133998" y="7061"/>
                </a:lnTo>
                <a:lnTo>
                  <a:pt x="150734" y="0"/>
                </a:lnTo>
                <a:lnTo>
                  <a:pt x="153493" y="0"/>
                </a:lnTo>
                <a:close/>
                <a:moveTo>
                  <a:pt x="189363" y="0"/>
                </a:moveTo>
                <a:lnTo>
                  <a:pt x="189363" y="76606"/>
                </a:lnTo>
                <a:cubicBezTo>
                  <a:pt x="189363" y="80221"/>
                  <a:pt x="189618" y="82618"/>
                  <a:pt x="190129" y="83795"/>
                </a:cubicBezTo>
                <a:cubicBezTo>
                  <a:pt x="190640" y="84972"/>
                  <a:pt x="191427" y="85865"/>
                  <a:pt x="192490" y="86475"/>
                </a:cubicBezTo>
                <a:cubicBezTo>
                  <a:pt x="193552" y="87084"/>
                  <a:pt x="195534" y="87388"/>
                  <a:pt x="198436" y="87388"/>
                </a:cubicBezTo>
                <a:lnTo>
                  <a:pt x="198436" y="89722"/>
                </a:lnTo>
                <a:lnTo>
                  <a:pt x="170910" y="89722"/>
                </a:lnTo>
                <a:lnTo>
                  <a:pt x="170910" y="87388"/>
                </a:lnTo>
                <a:cubicBezTo>
                  <a:pt x="173485" y="87388"/>
                  <a:pt x="175242" y="87115"/>
                  <a:pt x="176183" y="86570"/>
                </a:cubicBezTo>
                <a:cubicBezTo>
                  <a:pt x="177123" y="86023"/>
                  <a:pt x="177858" y="85119"/>
                  <a:pt x="178389" y="83858"/>
                </a:cubicBezTo>
                <a:cubicBezTo>
                  <a:pt x="178921" y="82597"/>
                  <a:pt x="179186" y="80179"/>
                  <a:pt x="179186" y="76606"/>
                </a:cubicBezTo>
                <a:lnTo>
                  <a:pt x="179186" y="24148"/>
                </a:lnTo>
                <a:cubicBezTo>
                  <a:pt x="179186" y="17633"/>
                  <a:pt x="179043" y="13630"/>
                  <a:pt x="178757" y="12138"/>
                </a:cubicBezTo>
                <a:cubicBezTo>
                  <a:pt x="178471" y="10645"/>
                  <a:pt x="178011" y="9625"/>
                  <a:pt x="177378" y="9080"/>
                </a:cubicBezTo>
                <a:cubicBezTo>
                  <a:pt x="176744" y="8533"/>
                  <a:pt x="175937" y="8260"/>
                  <a:pt x="174956" y="8260"/>
                </a:cubicBezTo>
                <a:cubicBezTo>
                  <a:pt x="173894" y="8260"/>
                  <a:pt x="172545" y="8596"/>
                  <a:pt x="170910" y="9269"/>
                </a:cubicBezTo>
                <a:lnTo>
                  <a:pt x="169868" y="7061"/>
                </a:lnTo>
                <a:lnTo>
                  <a:pt x="186604" y="0"/>
                </a:lnTo>
                <a:lnTo>
                  <a:pt x="189363" y="0"/>
                </a:lnTo>
                <a:close/>
                <a:moveTo>
                  <a:pt x="202735" y="31927"/>
                </a:moveTo>
                <a:lnTo>
                  <a:pt x="228912" y="31927"/>
                </a:lnTo>
                <a:lnTo>
                  <a:pt x="228912" y="34261"/>
                </a:lnTo>
                <a:lnTo>
                  <a:pt x="227624" y="34261"/>
                </a:lnTo>
                <a:cubicBezTo>
                  <a:pt x="225785" y="34261"/>
                  <a:pt x="224406" y="34671"/>
                  <a:pt x="223486" y="35491"/>
                </a:cubicBezTo>
                <a:cubicBezTo>
                  <a:pt x="222567" y="36312"/>
                  <a:pt x="222107" y="37332"/>
                  <a:pt x="222107" y="38552"/>
                </a:cubicBezTo>
                <a:cubicBezTo>
                  <a:pt x="222107" y="40192"/>
                  <a:pt x="222781" y="42464"/>
                  <a:pt x="224130" y="45366"/>
                </a:cubicBezTo>
                <a:lnTo>
                  <a:pt x="237801" y="74516"/>
                </a:lnTo>
                <a:lnTo>
                  <a:pt x="250368" y="42590"/>
                </a:lnTo>
                <a:cubicBezTo>
                  <a:pt x="251063" y="40865"/>
                  <a:pt x="251411" y="39162"/>
                  <a:pt x="251411" y="37479"/>
                </a:cubicBezTo>
                <a:cubicBezTo>
                  <a:pt x="251411" y="36722"/>
                  <a:pt x="251268" y="36154"/>
                  <a:pt x="250981" y="35775"/>
                </a:cubicBezTo>
                <a:cubicBezTo>
                  <a:pt x="250654" y="35313"/>
                  <a:pt x="250144" y="34945"/>
                  <a:pt x="249449" y="34671"/>
                </a:cubicBezTo>
                <a:cubicBezTo>
                  <a:pt x="248754" y="34398"/>
                  <a:pt x="247528" y="34261"/>
                  <a:pt x="245771" y="34261"/>
                </a:cubicBezTo>
                <a:lnTo>
                  <a:pt x="245771" y="31927"/>
                </a:lnTo>
                <a:lnTo>
                  <a:pt x="264039" y="31927"/>
                </a:lnTo>
                <a:lnTo>
                  <a:pt x="264039" y="34261"/>
                </a:lnTo>
                <a:cubicBezTo>
                  <a:pt x="262527" y="34429"/>
                  <a:pt x="261362" y="34766"/>
                  <a:pt x="260545" y="35271"/>
                </a:cubicBezTo>
                <a:cubicBezTo>
                  <a:pt x="259728" y="35775"/>
                  <a:pt x="258828" y="36722"/>
                  <a:pt x="257848" y="38110"/>
                </a:cubicBezTo>
                <a:cubicBezTo>
                  <a:pt x="257480" y="38699"/>
                  <a:pt x="256785" y="40318"/>
                  <a:pt x="255763" y="42968"/>
                </a:cubicBezTo>
                <a:lnTo>
                  <a:pt x="232897" y="100638"/>
                </a:lnTo>
                <a:cubicBezTo>
                  <a:pt x="230690" y="106233"/>
                  <a:pt x="227798" y="110460"/>
                  <a:pt x="224222" y="113320"/>
                </a:cubicBezTo>
                <a:cubicBezTo>
                  <a:pt x="220646" y="116181"/>
                  <a:pt x="217203" y="117611"/>
                  <a:pt x="213892" y="117611"/>
                </a:cubicBezTo>
                <a:cubicBezTo>
                  <a:pt x="211481" y="117611"/>
                  <a:pt x="209499" y="116904"/>
                  <a:pt x="207946" y="115491"/>
                </a:cubicBezTo>
                <a:cubicBezTo>
                  <a:pt x="206392" y="114078"/>
                  <a:pt x="205616" y="112457"/>
                  <a:pt x="205616" y="110629"/>
                </a:cubicBezTo>
                <a:cubicBezTo>
                  <a:pt x="205616" y="108883"/>
                  <a:pt x="206178" y="107475"/>
                  <a:pt x="207302" y="106405"/>
                </a:cubicBezTo>
                <a:cubicBezTo>
                  <a:pt x="208426" y="105337"/>
                  <a:pt x="209969" y="104802"/>
                  <a:pt x="211930" y="104802"/>
                </a:cubicBezTo>
                <a:cubicBezTo>
                  <a:pt x="213279" y="104802"/>
                  <a:pt x="215118" y="105265"/>
                  <a:pt x="217448" y="106190"/>
                </a:cubicBezTo>
                <a:cubicBezTo>
                  <a:pt x="219083" y="106821"/>
                  <a:pt x="220104" y="107137"/>
                  <a:pt x="220513" y="107137"/>
                </a:cubicBezTo>
                <a:cubicBezTo>
                  <a:pt x="221739" y="107137"/>
                  <a:pt x="223078" y="106480"/>
                  <a:pt x="224528" y="105167"/>
                </a:cubicBezTo>
                <a:cubicBezTo>
                  <a:pt x="225979" y="103855"/>
                  <a:pt x="227440" y="101316"/>
                  <a:pt x="228912" y="97548"/>
                </a:cubicBezTo>
                <a:lnTo>
                  <a:pt x="232897" y="87451"/>
                </a:lnTo>
                <a:lnTo>
                  <a:pt x="212727" y="43852"/>
                </a:lnTo>
                <a:cubicBezTo>
                  <a:pt x="212114" y="42548"/>
                  <a:pt x="211133" y="40928"/>
                  <a:pt x="209785" y="38993"/>
                </a:cubicBezTo>
                <a:cubicBezTo>
                  <a:pt x="208763" y="37521"/>
                  <a:pt x="207925" y="36533"/>
                  <a:pt x="207271" y="36028"/>
                </a:cubicBezTo>
                <a:cubicBezTo>
                  <a:pt x="206331" y="35355"/>
                  <a:pt x="204819" y="34766"/>
                  <a:pt x="202735" y="34261"/>
                </a:cubicBezTo>
                <a:lnTo>
                  <a:pt x="202735" y="31927"/>
                </a:lnTo>
                <a:close/>
                <a:moveTo>
                  <a:pt x="269863" y="55903"/>
                </a:moveTo>
                <a:lnTo>
                  <a:pt x="301558" y="55903"/>
                </a:lnTo>
                <a:lnTo>
                  <a:pt x="301558" y="65430"/>
                </a:lnTo>
                <a:lnTo>
                  <a:pt x="269863" y="65430"/>
                </a:lnTo>
                <a:lnTo>
                  <a:pt x="269863" y="55903"/>
                </a:lnTo>
                <a:close/>
                <a:moveTo>
                  <a:pt x="382962" y="2271"/>
                </a:moveTo>
                <a:lnTo>
                  <a:pt x="384862" y="31296"/>
                </a:lnTo>
                <a:lnTo>
                  <a:pt x="382962" y="31296"/>
                </a:lnTo>
                <a:cubicBezTo>
                  <a:pt x="380428" y="22566"/>
                  <a:pt x="376811" y="16283"/>
                  <a:pt x="372111" y="12446"/>
                </a:cubicBezTo>
                <a:cubicBezTo>
                  <a:pt x="367411" y="8607"/>
                  <a:pt x="361771" y="6688"/>
                  <a:pt x="355191" y="6688"/>
                </a:cubicBezTo>
                <a:cubicBezTo>
                  <a:pt x="349674" y="6688"/>
                  <a:pt x="344687" y="8130"/>
                  <a:pt x="340233" y="11014"/>
                </a:cubicBezTo>
                <a:cubicBezTo>
                  <a:pt x="335778" y="13897"/>
                  <a:pt x="332273" y="18496"/>
                  <a:pt x="329719" y="24811"/>
                </a:cubicBezTo>
                <a:cubicBezTo>
                  <a:pt x="327165" y="31125"/>
                  <a:pt x="325887" y="38977"/>
                  <a:pt x="325887" y="48365"/>
                </a:cubicBezTo>
                <a:cubicBezTo>
                  <a:pt x="325887" y="56110"/>
                  <a:pt x="327093" y="62824"/>
                  <a:pt x="329504" y="68508"/>
                </a:cubicBezTo>
                <a:cubicBezTo>
                  <a:pt x="331916" y="74191"/>
                  <a:pt x="335543" y="78548"/>
                  <a:pt x="340386" y="81579"/>
                </a:cubicBezTo>
                <a:cubicBezTo>
                  <a:pt x="345229" y="84610"/>
                  <a:pt x="350757" y="86126"/>
                  <a:pt x="356969" y="86126"/>
                </a:cubicBezTo>
                <a:cubicBezTo>
                  <a:pt x="362364" y="86126"/>
                  <a:pt x="367125" y="84938"/>
                  <a:pt x="371253" y="82561"/>
                </a:cubicBezTo>
                <a:cubicBezTo>
                  <a:pt x="375381" y="80184"/>
                  <a:pt x="379917" y="75463"/>
                  <a:pt x="384862" y="68396"/>
                </a:cubicBezTo>
                <a:lnTo>
                  <a:pt x="386763" y="69654"/>
                </a:lnTo>
                <a:cubicBezTo>
                  <a:pt x="382594" y="77248"/>
                  <a:pt x="377731" y="82807"/>
                  <a:pt x="372172" y="86331"/>
                </a:cubicBezTo>
                <a:cubicBezTo>
                  <a:pt x="366614" y="89854"/>
                  <a:pt x="360014" y="91615"/>
                  <a:pt x="352371" y="91615"/>
                </a:cubicBezTo>
                <a:cubicBezTo>
                  <a:pt x="338598" y="91615"/>
                  <a:pt x="327931" y="86365"/>
                  <a:pt x="320370" y="75863"/>
                </a:cubicBezTo>
                <a:cubicBezTo>
                  <a:pt x="314730" y="68051"/>
                  <a:pt x="311910" y="58852"/>
                  <a:pt x="311910" y="48266"/>
                </a:cubicBezTo>
                <a:cubicBezTo>
                  <a:pt x="311910" y="39739"/>
                  <a:pt x="313769" y="31906"/>
                  <a:pt x="317489" y="24765"/>
                </a:cubicBezTo>
                <a:cubicBezTo>
                  <a:pt x="321208" y="17625"/>
                  <a:pt x="326327" y="12091"/>
                  <a:pt x="332845" y="8163"/>
                </a:cubicBezTo>
                <a:cubicBezTo>
                  <a:pt x="339364" y="4235"/>
                  <a:pt x="346486" y="2271"/>
                  <a:pt x="354210" y="2271"/>
                </a:cubicBezTo>
                <a:cubicBezTo>
                  <a:pt x="360218" y="2271"/>
                  <a:pt x="366144" y="3786"/>
                  <a:pt x="371988" y="6814"/>
                </a:cubicBezTo>
                <a:cubicBezTo>
                  <a:pt x="373705" y="7740"/>
                  <a:pt x="374931" y="8202"/>
                  <a:pt x="375667" y="8202"/>
                </a:cubicBezTo>
                <a:cubicBezTo>
                  <a:pt x="376770" y="8202"/>
                  <a:pt x="377731" y="7803"/>
                  <a:pt x="378548" y="7004"/>
                </a:cubicBezTo>
                <a:cubicBezTo>
                  <a:pt x="379611" y="5868"/>
                  <a:pt x="380367" y="4291"/>
                  <a:pt x="380816" y="2271"/>
                </a:cubicBezTo>
                <a:lnTo>
                  <a:pt x="382962" y="2271"/>
                </a:lnTo>
                <a:close/>
                <a:moveTo>
                  <a:pt x="421714" y="30286"/>
                </a:moveTo>
                <a:cubicBezTo>
                  <a:pt x="430215" y="30286"/>
                  <a:pt x="437040" y="33606"/>
                  <a:pt x="442189" y="40245"/>
                </a:cubicBezTo>
                <a:cubicBezTo>
                  <a:pt x="446563" y="45917"/>
                  <a:pt x="448749" y="52431"/>
                  <a:pt x="448749" y="59785"/>
                </a:cubicBezTo>
                <a:cubicBezTo>
                  <a:pt x="448749" y="64954"/>
                  <a:pt x="447543" y="70186"/>
                  <a:pt x="445132" y="75480"/>
                </a:cubicBezTo>
                <a:cubicBezTo>
                  <a:pt x="442721" y="80774"/>
                  <a:pt x="439400" y="84765"/>
                  <a:pt x="435170" y="87455"/>
                </a:cubicBezTo>
                <a:cubicBezTo>
                  <a:pt x="430940" y="90144"/>
                  <a:pt x="426230" y="91489"/>
                  <a:pt x="421039" y="91489"/>
                </a:cubicBezTo>
                <a:cubicBezTo>
                  <a:pt x="412579" y="91489"/>
                  <a:pt x="405856" y="88022"/>
                  <a:pt x="400870" y="81088"/>
                </a:cubicBezTo>
                <a:cubicBezTo>
                  <a:pt x="396661" y="75248"/>
                  <a:pt x="394556" y="68693"/>
                  <a:pt x="394556" y="61424"/>
                </a:cubicBezTo>
                <a:cubicBezTo>
                  <a:pt x="394556" y="56129"/>
                  <a:pt x="395833" y="50866"/>
                  <a:pt x="398387" y="45634"/>
                </a:cubicBezTo>
                <a:cubicBezTo>
                  <a:pt x="400942" y="40402"/>
                  <a:pt x="404303" y="36536"/>
                  <a:pt x="408472" y="34036"/>
                </a:cubicBezTo>
                <a:cubicBezTo>
                  <a:pt x="412641" y="31536"/>
                  <a:pt x="417055" y="30286"/>
                  <a:pt x="421714" y="30286"/>
                </a:cubicBezTo>
                <a:moveTo>
                  <a:pt x="419813" y="34450"/>
                </a:moveTo>
                <a:cubicBezTo>
                  <a:pt x="417647" y="34450"/>
                  <a:pt x="415471" y="35112"/>
                  <a:pt x="413284" y="36436"/>
                </a:cubicBezTo>
                <a:cubicBezTo>
                  <a:pt x="411098" y="37760"/>
                  <a:pt x="409330" y="40081"/>
                  <a:pt x="407981" y="43400"/>
                </a:cubicBezTo>
                <a:cubicBezTo>
                  <a:pt x="406633" y="46719"/>
                  <a:pt x="405958" y="50983"/>
                  <a:pt x="405958" y="56193"/>
                </a:cubicBezTo>
                <a:cubicBezTo>
                  <a:pt x="405958" y="64595"/>
                  <a:pt x="407583" y="71843"/>
                  <a:pt x="410832" y="77935"/>
                </a:cubicBezTo>
                <a:cubicBezTo>
                  <a:pt x="414081" y="84027"/>
                  <a:pt x="418362" y="87072"/>
                  <a:pt x="423675" y="87072"/>
                </a:cubicBezTo>
                <a:cubicBezTo>
                  <a:pt x="427640" y="87072"/>
                  <a:pt x="430909" y="85392"/>
                  <a:pt x="433484" y="82031"/>
                </a:cubicBezTo>
                <a:cubicBezTo>
                  <a:pt x="436059" y="78669"/>
                  <a:pt x="437346" y="72893"/>
                  <a:pt x="437346" y="64701"/>
                </a:cubicBezTo>
                <a:cubicBezTo>
                  <a:pt x="437346" y="54449"/>
                  <a:pt x="435201" y="46382"/>
                  <a:pt x="430909" y="40500"/>
                </a:cubicBezTo>
                <a:cubicBezTo>
                  <a:pt x="428008" y="36467"/>
                  <a:pt x="424309" y="34450"/>
                  <a:pt x="419813" y="34450"/>
                </a:cubicBezTo>
                <a:close/>
                <a:moveTo>
                  <a:pt x="473393" y="42527"/>
                </a:moveTo>
                <a:cubicBezTo>
                  <a:pt x="479973" y="34366"/>
                  <a:pt x="486247" y="30286"/>
                  <a:pt x="492214" y="30286"/>
                </a:cubicBezTo>
                <a:cubicBezTo>
                  <a:pt x="495279" y="30286"/>
                  <a:pt x="497915" y="31073"/>
                  <a:pt x="500122" y="32648"/>
                </a:cubicBezTo>
                <a:cubicBezTo>
                  <a:pt x="502329" y="34222"/>
                  <a:pt x="504087" y="36813"/>
                  <a:pt x="505394" y="40423"/>
                </a:cubicBezTo>
                <a:cubicBezTo>
                  <a:pt x="506294" y="42940"/>
                  <a:pt x="506743" y="46801"/>
                  <a:pt x="506743" y="52007"/>
                </a:cubicBezTo>
                <a:lnTo>
                  <a:pt x="506743" y="76622"/>
                </a:lnTo>
                <a:cubicBezTo>
                  <a:pt x="506743" y="80274"/>
                  <a:pt x="507029" y="82750"/>
                  <a:pt x="507601" y="84052"/>
                </a:cubicBezTo>
                <a:cubicBezTo>
                  <a:pt x="508051" y="85101"/>
                  <a:pt x="508776" y="85919"/>
                  <a:pt x="509778" y="86506"/>
                </a:cubicBezTo>
                <a:cubicBezTo>
                  <a:pt x="510779" y="87094"/>
                  <a:pt x="512628" y="87388"/>
                  <a:pt x="515326" y="87388"/>
                </a:cubicBezTo>
                <a:lnTo>
                  <a:pt x="515326" y="89722"/>
                </a:lnTo>
                <a:lnTo>
                  <a:pt x="487555" y="89722"/>
                </a:lnTo>
                <a:lnTo>
                  <a:pt x="487555" y="87388"/>
                </a:lnTo>
                <a:lnTo>
                  <a:pt x="488720" y="87388"/>
                </a:lnTo>
                <a:cubicBezTo>
                  <a:pt x="491335" y="87388"/>
                  <a:pt x="493164" y="86980"/>
                  <a:pt x="494206" y="86163"/>
                </a:cubicBezTo>
                <a:cubicBezTo>
                  <a:pt x="495249" y="85347"/>
                  <a:pt x="495974" y="84144"/>
                  <a:pt x="496383" y="82555"/>
                </a:cubicBezTo>
                <a:cubicBezTo>
                  <a:pt x="496546" y="81927"/>
                  <a:pt x="496628" y="79960"/>
                  <a:pt x="496628" y="76654"/>
                </a:cubicBezTo>
                <a:lnTo>
                  <a:pt x="496628" y="53113"/>
                </a:lnTo>
                <a:cubicBezTo>
                  <a:pt x="496628" y="47883"/>
                  <a:pt x="495964" y="44085"/>
                  <a:pt x="494635" y="41720"/>
                </a:cubicBezTo>
                <a:cubicBezTo>
                  <a:pt x="493307" y="39355"/>
                  <a:pt x="491070" y="38173"/>
                  <a:pt x="487923" y="38173"/>
                </a:cubicBezTo>
                <a:cubicBezTo>
                  <a:pt x="483059" y="38173"/>
                  <a:pt x="478216" y="40893"/>
                  <a:pt x="473393" y="46334"/>
                </a:cubicBezTo>
                <a:lnTo>
                  <a:pt x="473393" y="76654"/>
                </a:lnTo>
                <a:cubicBezTo>
                  <a:pt x="473393" y="80546"/>
                  <a:pt x="473618" y="82952"/>
                  <a:pt x="474068" y="83872"/>
                </a:cubicBezTo>
                <a:cubicBezTo>
                  <a:pt x="474640" y="85086"/>
                  <a:pt x="475427" y="85975"/>
                  <a:pt x="476428" y="86540"/>
                </a:cubicBezTo>
                <a:cubicBezTo>
                  <a:pt x="477429" y="87105"/>
                  <a:pt x="479463" y="87388"/>
                  <a:pt x="482528" y="87388"/>
                </a:cubicBezTo>
                <a:lnTo>
                  <a:pt x="482528" y="89722"/>
                </a:lnTo>
                <a:lnTo>
                  <a:pt x="454757" y="89722"/>
                </a:lnTo>
                <a:lnTo>
                  <a:pt x="454757" y="87388"/>
                </a:lnTo>
                <a:lnTo>
                  <a:pt x="455983" y="87388"/>
                </a:lnTo>
                <a:cubicBezTo>
                  <a:pt x="458844" y="87388"/>
                  <a:pt x="460775" y="86643"/>
                  <a:pt x="461776" y="85154"/>
                </a:cubicBezTo>
                <a:cubicBezTo>
                  <a:pt x="462777" y="83663"/>
                  <a:pt x="463278" y="80819"/>
                  <a:pt x="463278" y="76622"/>
                </a:cubicBezTo>
                <a:lnTo>
                  <a:pt x="463278" y="55217"/>
                </a:lnTo>
                <a:cubicBezTo>
                  <a:pt x="463278" y="48292"/>
                  <a:pt x="463125" y="44074"/>
                  <a:pt x="462818" y="42564"/>
                </a:cubicBezTo>
                <a:cubicBezTo>
                  <a:pt x="462512" y="41052"/>
                  <a:pt x="462042" y="40024"/>
                  <a:pt x="461408" y="39478"/>
                </a:cubicBezTo>
                <a:cubicBezTo>
                  <a:pt x="460775" y="38933"/>
                  <a:pt x="459927" y="38660"/>
                  <a:pt x="458864" y="38660"/>
                </a:cubicBezTo>
                <a:cubicBezTo>
                  <a:pt x="457720" y="38660"/>
                  <a:pt x="456351" y="38975"/>
                  <a:pt x="454757" y="39605"/>
                </a:cubicBezTo>
                <a:lnTo>
                  <a:pt x="453837" y="37337"/>
                </a:lnTo>
                <a:lnTo>
                  <a:pt x="470757" y="30286"/>
                </a:lnTo>
                <a:lnTo>
                  <a:pt x="473393" y="30286"/>
                </a:lnTo>
                <a:lnTo>
                  <a:pt x="473393" y="42527"/>
                </a:lnTo>
                <a:close/>
                <a:moveTo>
                  <a:pt x="536169" y="42527"/>
                </a:moveTo>
                <a:cubicBezTo>
                  <a:pt x="542749" y="34366"/>
                  <a:pt x="549023" y="30286"/>
                  <a:pt x="554990" y="30286"/>
                </a:cubicBezTo>
                <a:cubicBezTo>
                  <a:pt x="558055" y="30286"/>
                  <a:pt x="560691" y="31073"/>
                  <a:pt x="562898" y="32648"/>
                </a:cubicBezTo>
                <a:cubicBezTo>
                  <a:pt x="565105" y="34222"/>
                  <a:pt x="566862" y="36813"/>
                  <a:pt x="568170" y="40423"/>
                </a:cubicBezTo>
                <a:cubicBezTo>
                  <a:pt x="569069" y="42940"/>
                  <a:pt x="569519" y="46801"/>
                  <a:pt x="569519" y="52007"/>
                </a:cubicBezTo>
                <a:lnTo>
                  <a:pt x="569519" y="76622"/>
                </a:lnTo>
                <a:cubicBezTo>
                  <a:pt x="569519" y="80274"/>
                  <a:pt x="569805" y="82750"/>
                  <a:pt x="570377" y="84052"/>
                </a:cubicBezTo>
                <a:cubicBezTo>
                  <a:pt x="570827" y="85101"/>
                  <a:pt x="571552" y="85919"/>
                  <a:pt x="572554" y="86506"/>
                </a:cubicBezTo>
                <a:cubicBezTo>
                  <a:pt x="573555" y="87094"/>
                  <a:pt x="575404" y="87388"/>
                  <a:pt x="578102" y="87388"/>
                </a:cubicBezTo>
                <a:lnTo>
                  <a:pt x="578102" y="89722"/>
                </a:lnTo>
                <a:lnTo>
                  <a:pt x="550331" y="89722"/>
                </a:lnTo>
                <a:lnTo>
                  <a:pt x="550331" y="87388"/>
                </a:lnTo>
                <a:lnTo>
                  <a:pt x="551495" y="87388"/>
                </a:lnTo>
                <a:cubicBezTo>
                  <a:pt x="554111" y="87388"/>
                  <a:pt x="555940" y="86980"/>
                  <a:pt x="556982" y="86163"/>
                </a:cubicBezTo>
                <a:cubicBezTo>
                  <a:pt x="558024" y="85347"/>
                  <a:pt x="558750" y="84144"/>
                  <a:pt x="559159" y="82555"/>
                </a:cubicBezTo>
                <a:cubicBezTo>
                  <a:pt x="559322" y="81927"/>
                  <a:pt x="559404" y="79960"/>
                  <a:pt x="559404" y="76654"/>
                </a:cubicBezTo>
                <a:lnTo>
                  <a:pt x="559404" y="53113"/>
                </a:lnTo>
                <a:cubicBezTo>
                  <a:pt x="559404" y="47883"/>
                  <a:pt x="558740" y="44085"/>
                  <a:pt x="557411" y="41720"/>
                </a:cubicBezTo>
                <a:cubicBezTo>
                  <a:pt x="556083" y="39355"/>
                  <a:pt x="553845" y="38173"/>
                  <a:pt x="550698" y="38173"/>
                </a:cubicBezTo>
                <a:cubicBezTo>
                  <a:pt x="545835" y="38173"/>
                  <a:pt x="540992" y="40893"/>
                  <a:pt x="536169" y="46334"/>
                </a:cubicBezTo>
                <a:lnTo>
                  <a:pt x="536169" y="76654"/>
                </a:lnTo>
                <a:cubicBezTo>
                  <a:pt x="536169" y="80546"/>
                  <a:pt x="536394" y="82952"/>
                  <a:pt x="536844" y="83872"/>
                </a:cubicBezTo>
                <a:cubicBezTo>
                  <a:pt x="537416" y="85086"/>
                  <a:pt x="538203" y="85975"/>
                  <a:pt x="539204" y="86540"/>
                </a:cubicBezTo>
                <a:cubicBezTo>
                  <a:pt x="540205" y="87105"/>
                  <a:pt x="542238" y="87388"/>
                  <a:pt x="545304" y="87388"/>
                </a:cubicBezTo>
                <a:lnTo>
                  <a:pt x="545304" y="89722"/>
                </a:lnTo>
                <a:lnTo>
                  <a:pt x="517533" y="89722"/>
                </a:lnTo>
                <a:lnTo>
                  <a:pt x="517533" y="87388"/>
                </a:lnTo>
                <a:lnTo>
                  <a:pt x="518759" y="87388"/>
                </a:lnTo>
                <a:cubicBezTo>
                  <a:pt x="521620" y="87388"/>
                  <a:pt x="523551" y="86643"/>
                  <a:pt x="524552" y="85154"/>
                </a:cubicBezTo>
                <a:cubicBezTo>
                  <a:pt x="525553" y="83663"/>
                  <a:pt x="526054" y="80819"/>
                  <a:pt x="526054" y="76622"/>
                </a:cubicBezTo>
                <a:lnTo>
                  <a:pt x="526054" y="55217"/>
                </a:lnTo>
                <a:cubicBezTo>
                  <a:pt x="526054" y="48292"/>
                  <a:pt x="525901" y="44074"/>
                  <a:pt x="525594" y="42564"/>
                </a:cubicBezTo>
                <a:cubicBezTo>
                  <a:pt x="525288" y="41052"/>
                  <a:pt x="524818" y="40024"/>
                  <a:pt x="524184" y="39478"/>
                </a:cubicBezTo>
                <a:cubicBezTo>
                  <a:pt x="523551" y="38933"/>
                  <a:pt x="522703" y="38660"/>
                  <a:pt x="521640" y="38660"/>
                </a:cubicBezTo>
                <a:cubicBezTo>
                  <a:pt x="520496" y="38660"/>
                  <a:pt x="519127" y="38975"/>
                  <a:pt x="517533" y="39605"/>
                </a:cubicBezTo>
                <a:lnTo>
                  <a:pt x="516613" y="37337"/>
                </a:lnTo>
                <a:lnTo>
                  <a:pt x="533533" y="30286"/>
                </a:lnTo>
                <a:lnTo>
                  <a:pt x="536169" y="30286"/>
                </a:lnTo>
                <a:lnTo>
                  <a:pt x="536169" y="42527"/>
                </a:lnTo>
                <a:close/>
                <a:moveTo>
                  <a:pt x="592018" y="53758"/>
                </a:moveTo>
                <a:cubicBezTo>
                  <a:pt x="591977" y="62319"/>
                  <a:pt x="594000" y="69034"/>
                  <a:pt x="598087" y="73903"/>
                </a:cubicBezTo>
                <a:cubicBezTo>
                  <a:pt x="602174" y="78771"/>
                  <a:pt x="606976" y="81204"/>
                  <a:pt x="612494" y="81204"/>
                </a:cubicBezTo>
                <a:cubicBezTo>
                  <a:pt x="616172" y="81204"/>
                  <a:pt x="619370" y="80163"/>
                  <a:pt x="622088" y="78081"/>
                </a:cubicBezTo>
                <a:cubicBezTo>
                  <a:pt x="624806" y="75999"/>
                  <a:pt x="627084" y="72434"/>
                  <a:pt x="628923" y="67386"/>
                </a:cubicBezTo>
                <a:lnTo>
                  <a:pt x="630824" y="68648"/>
                </a:lnTo>
                <a:cubicBezTo>
                  <a:pt x="629966" y="74411"/>
                  <a:pt x="627472" y="79659"/>
                  <a:pt x="623345" y="84391"/>
                </a:cubicBezTo>
                <a:cubicBezTo>
                  <a:pt x="619217" y="89123"/>
                  <a:pt x="614047" y="91489"/>
                  <a:pt x="607835" y="91489"/>
                </a:cubicBezTo>
                <a:cubicBezTo>
                  <a:pt x="601091" y="91489"/>
                  <a:pt x="595318" y="88792"/>
                  <a:pt x="590516" y="83399"/>
                </a:cubicBezTo>
                <a:cubicBezTo>
                  <a:pt x="585714" y="78004"/>
                  <a:pt x="583313" y="70752"/>
                  <a:pt x="583313" y="61643"/>
                </a:cubicBezTo>
                <a:cubicBezTo>
                  <a:pt x="583313" y="51779"/>
                  <a:pt x="585775" y="44087"/>
                  <a:pt x="590700" y="38567"/>
                </a:cubicBezTo>
                <a:cubicBezTo>
                  <a:pt x="595625" y="33046"/>
                  <a:pt x="601806" y="30286"/>
                  <a:pt x="609245" y="30286"/>
                </a:cubicBezTo>
                <a:cubicBezTo>
                  <a:pt x="615539" y="30286"/>
                  <a:pt x="620709" y="32416"/>
                  <a:pt x="624755" y="36675"/>
                </a:cubicBezTo>
                <a:cubicBezTo>
                  <a:pt x="628801" y="40932"/>
                  <a:pt x="630824" y="46627"/>
                  <a:pt x="630824" y="53758"/>
                </a:cubicBezTo>
                <a:lnTo>
                  <a:pt x="592018" y="53758"/>
                </a:lnTo>
                <a:moveTo>
                  <a:pt x="592018" y="50098"/>
                </a:moveTo>
                <a:lnTo>
                  <a:pt x="618011" y="50098"/>
                </a:lnTo>
                <a:cubicBezTo>
                  <a:pt x="617807" y="46397"/>
                  <a:pt x="617378" y="43789"/>
                  <a:pt x="616724" y="42274"/>
                </a:cubicBezTo>
                <a:cubicBezTo>
                  <a:pt x="615702" y="39919"/>
                  <a:pt x="614180" y="38068"/>
                  <a:pt x="612157" y="36722"/>
                </a:cubicBezTo>
                <a:cubicBezTo>
                  <a:pt x="610133" y="35376"/>
                  <a:pt x="608018" y="34703"/>
                  <a:pt x="605811" y="34703"/>
                </a:cubicBezTo>
                <a:cubicBezTo>
                  <a:pt x="602419" y="34703"/>
                  <a:pt x="599385" y="36059"/>
                  <a:pt x="596708" y="38772"/>
                </a:cubicBezTo>
                <a:cubicBezTo>
                  <a:pt x="594031" y="41486"/>
                  <a:pt x="592468" y="45261"/>
                  <a:pt x="592018" y="50098"/>
                </a:cubicBezTo>
                <a:close/>
                <a:moveTo>
                  <a:pt x="686319" y="67765"/>
                </a:moveTo>
                <a:cubicBezTo>
                  <a:pt x="684806" y="75379"/>
                  <a:pt x="681843" y="81236"/>
                  <a:pt x="677429" y="85337"/>
                </a:cubicBezTo>
                <a:cubicBezTo>
                  <a:pt x="673015" y="89438"/>
                  <a:pt x="668131" y="91489"/>
                  <a:pt x="662778" y="91489"/>
                </a:cubicBezTo>
                <a:cubicBezTo>
                  <a:pt x="656402" y="91489"/>
                  <a:pt x="650844" y="88737"/>
                  <a:pt x="646103" y="83233"/>
                </a:cubicBezTo>
                <a:cubicBezTo>
                  <a:pt x="641362" y="77728"/>
                  <a:pt x="638991" y="70290"/>
                  <a:pt x="638991" y="60919"/>
                </a:cubicBezTo>
                <a:cubicBezTo>
                  <a:pt x="638991" y="51843"/>
                  <a:pt x="641617" y="44468"/>
                  <a:pt x="646869" y="38796"/>
                </a:cubicBezTo>
                <a:cubicBezTo>
                  <a:pt x="652121" y="33123"/>
                  <a:pt x="658425" y="30286"/>
                  <a:pt x="665781" y="30286"/>
                </a:cubicBezTo>
                <a:cubicBezTo>
                  <a:pt x="671299" y="30286"/>
                  <a:pt x="675835" y="31785"/>
                  <a:pt x="679391" y="34784"/>
                </a:cubicBezTo>
                <a:cubicBezTo>
                  <a:pt x="682947" y="37781"/>
                  <a:pt x="684725" y="40893"/>
                  <a:pt x="684725" y="44122"/>
                </a:cubicBezTo>
                <a:cubicBezTo>
                  <a:pt x="684725" y="45715"/>
                  <a:pt x="684224" y="47004"/>
                  <a:pt x="683223" y="47990"/>
                </a:cubicBezTo>
                <a:cubicBezTo>
                  <a:pt x="682221" y="48975"/>
                  <a:pt x="680822" y="49467"/>
                  <a:pt x="679023" y="49467"/>
                </a:cubicBezTo>
                <a:cubicBezTo>
                  <a:pt x="676612" y="49467"/>
                  <a:pt x="674793" y="48668"/>
                  <a:pt x="673567" y="47070"/>
                </a:cubicBezTo>
                <a:cubicBezTo>
                  <a:pt x="672872" y="46186"/>
                  <a:pt x="672413" y="44504"/>
                  <a:pt x="672188" y="42022"/>
                </a:cubicBezTo>
                <a:cubicBezTo>
                  <a:pt x="671963" y="39540"/>
                  <a:pt x="671135" y="37647"/>
                  <a:pt x="669705" y="36343"/>
                </a:cubicBezTo>
                <a:cubicBezTo>
                  <a:pt x="668274" y="35081"/>
                  <a:pt x="666292" y="34450"/>
                  <a:pt x="663758" y="34450"/>
                </a:cubicBezTo>
                <a:cubicBezTo>
                  <a:pt x="659671" y="34450"/>
                  <a:pt x="656381" y="36007"/>
                  <a:pt x="653888" y="39119"/>
                </a:cubicBezTo>
                <a:cubicBezTo>
                  <a:pt x="650578" y="43242"/>
                  <a:pt x="648923" y="48689"/>
                  <a:pt x="648923" y="55461"/>
                </a:cubicBezTo>
                <a:cubicBezTo>
                  <a:pt x="648923" y="62360"/>
                  <a:pt x="650568" y="68449"/>
                  <a:pt x="653858" y="73728"/>
                </a:cubicBezTo>
                <a:cubicBezTo>
                  <a:pt x="657148" y="79007"/>
                  <a:pt x="661592" y="81646"/>
                  <a:pt x="667191" y="81646"/>
                </a:cubicBezTo>
                <a:cubicBezTo>
                  <a:pt x="671197" y="81646"/>
                  <a:pt x="674793" y="80237"/>
                  <a:pt x="677981" y="77419"/>
                </a:cubicBezTo>
                <a:cubicBezTo>
                  <a:pt x="680229" y="75484"/>
                  <a:pt x="682415" y="71971"/>
                  <a:pt x="684541" y="66882"/>
                </a:cubicBezTo>
                <a:lnTo>
                  <a:pt x="686319" y="67765"/>
                </a:lnTo>
                <a:close/>
                <a:moveTo>
                  <a:pt x="710977" y="12872"/>
                </a:moveTo>
                <a:lnTo>
                  <a:pt x="710977" y="31927"/>
                </a:lnTo>
                <a:lnTo>
                  <a:pt x="724096" y="31927"/>
                </a:lnTo>
                <a:lnTo>
                  <a:pt x="724096" y="36343"/>
                </a:lnTo>
                <a:lnTo>
                  <a:pt x="710977" y="36343"/>
                </a:lnTo>
                <a:lnTo>
                  <a:pt x="710977" y="73771"/>
                </a:lnTo>
                <a:cubicBezTo>
                  <a:pt x="710977" y="77511"/>
                  <a:pt x="711498" y="80032"/>
                  <a:pt x="712540" y="81335"/>
                </a:cubicBezTo>
                <a:cubicBezTo>
                  <a:pt x="713582" y="82636"/>
                  <a:pt x="714921" y="83287"/>
                  <a:pt x="716555" y="83287"/>
                </a:cubicBezTo>
                <a:cubicBezTo>
                  <a:pt x="717904" y="83287"/>
                  <a:pt x="719212" y="82855"/>
                  <a:pt x="720479" y="81993"/>
                </a:cubicBezTo>
                <a:cubicBezTo>
                  <a:pt x="721746" y="81131"/>
                  <a:pt x="722727" y="79858"/>
                  <a:pt x="723422" y="78176"/>
                </a:cubicBezTo>
                <a:lnTo>
                  <a:pt x="725812" y="78176"/>
                </a:lnTo>
                <a:cubicBezTo>
                  <a:pt x="724382" y="82310"/>
                  <a:pt x="722359" y="85436"/>
                  <a:pt x="719743" y="87555"/>
                </a:cubicBezTo>
                <a:cubicBezTo>
                  <a:pt x="717128" y="89673"/>
                  <a:pt x="714430" y="90732"/>
                  <a:pt x="711651" y="90732"/>
                </a:cubicBezTo>
                <a:cubicBezTo>
                  <a:pt x="709771" y="90732"/>
                  <a:pt x="707932" y="90195"/>
                  <a:pt x="706134" y="89121"/>
                </a:cubicBezTo>
                <a:cubicBezTo>
                  <a:pt x="704335" y="88047"/>
                  <a:pt x="703007" y="86510"/>
                  <a:pt x="702149" y="84511"/>
                </a:cubicBezTo>
                <a:cubicBezTo>
                  <a:pt x="701291" y="82510"/>
                  <a:pt x="700861" y="79425"/>
                  <a:pt x="700861" y="75256"/>
                </a:cubicBezTo>
                <a:lnTo>
                  <a:pt x="700861" y="36343"/>
                </a:lnTo>
                <a:lnTo>
                  <a:pt x="691972" y="36343"/>
                </a:lnTo>
                <a:lnTo>
                  <a:pt x="691972" y="34261"/>
                </a:lnTo>
                <a:cubicBezTo>
                  <a:pt x="694220" y="33333"/>
                  <a:pt x="696519" y="31762"/>
                  <a:pt x="698869" y="29547"/>
                </a:cubicBezTo>
                <a:cubicBezTo>
                  <a:pt x="701219" y="27332"/>
                  <a:pt x="703314" y="24705"/>
                  <a:pt x="705153" y="21668"/>
                </a:cubicBezTo>
                <a:cubicBezTo>
                  <a:pt x="706093" y="20065"/>
                  <a:pt x="707401" y="17133"/>
                  <a:pt x="709076" y="12872"/>
                </a:cubicBezTo>
                <a:lnTo>
                  <a:pt x="710977" y="12872"/>
                </a:lnTo>
                <a:close/>
                <a:moveTo>
                  <a:pt x="739981" y="53758"/>
                </a:moveTo>
                <a:cubicBezTo>
                  <a:pt x="739940" y="62319"/>
                  <a:pt x="741963" y="69034"/>
                  <a:pt x="746050" y="73903"/>
                </a:cubicBezTo>
                <a:cubicBezTo>
                  <a:pt x="750137" y="78771"/>
                  <a:pt x="754939" y="81204"/>
                  <a:pt x="760456" y="81204"/>
                </a:cubicBezTo>
                <a:cubicBezTo>
                  <a:pt x="764135" y="81204"/>
                  <a:pt x="767333" y="80163"/>
                  <a:pt x="770051" y="78081"/>
                </a:cubicBezTo>
                <a:cubicBezTo>
                  <a:pt x="772769" y="75999"/>
                  <a:pt x="775047" y="72434"/>
                  <a:pt x="776886" y="67386"/>
                </a:cubicBezTo>
                <a:lnTo>
                  <a:pt x="778787" y="68648"/>
                </a:lnTo>
                <a:cubicBezTo>
                  <a:pt x="777928" y="74411"/>
                  <a:pt x="775435" y="79659"/>
                  <a:pt x="771307" y="84391"/>
                </a:cubicBezTo>
                <a:cubicBezTo>
                  <a:pt x="767180" y="89123"/>
                  <a:pt x="762010" y="91489"/>
                  <a:pt x="755797" y="91489"/>
                </a:cubicBezTo>
                <a:cubicBezTo>
                  <a:pt x="749054" y="91489"/>
                  <a:pt x="743281" y="88792"/>
                  <a:pt x="738479" y="83399"/>
                </a:cubicBezTo>
                <a:cubicBezTo>
                  <a:pt x="733677" y="78004"/>
                  <a:pt x="731275" y="70752"/>
                  <a:pt x="731275" y="61643"/>
                </a:cubicBezTo>
                <a:cubicBezTo>
                  <a:pt x="731275" y="51779"/>
                  <a:pt x="733738" y="44087"/>
                  <a:pt x="738663" y="38567"/>
                </a:cubicBezTo>
                <a:cubicBezTo>
                  <a:pt x="743587" y="33046"/>
                  <a:pt x="749769" y="30286"/>
                  <a:pt x="757207" y="30286"/>
                </a:cubicBezTo>
                <a:cubicBezTo>
                  <a:pt x="763501" y="30286"/>
                  <a:pt x="768671" y="32416"/>
                  <a:pt x="772717" y="36675"/>
                </a:cubicBezTo>
                <a:cubicBezTo>
                  <a:pt x="776764" y="40932"/>
                  <a:pt x="778787" y="46627"/>
                  <a:pt x="778787" y="53758"/>
                </a:cubicBezTo>
                <a:lnTo>
                  <a:pt x="739981" y="53758"/>
                </a:lnTo>
                <a:moveTo>
                  <a:pt x="739981" y="50098"/>
                </a:moveTo>
                <a:lnTo>
                  <a:pt x="765974" y="50098"/>
                </a:lnTo>
                <a:cubicBezTo>
                  <a:pt x="765770" y="46397"/>
                  <a:pt x="765340" y="43789"/>
                  <a:pt x="764687" y="42274"/>
                </a:cubicBezTo>
                <a:cubicBezTo>
                  <a:pt x="763665" y="39919"/>
                  <a:pt x="762142" y="38068"/>
                  <a:pt x="760119" y="36722"/>
                </a:cubicBezTo>
                <a:cubicBezTo>
                  <a:pt x="758096" y="35376"/>
                  <a:pt x="755981" y="34703"/>
                  <a:pt x="753774" y="34703"/>
                </a:cubicBezTo>
                <a:cubicBezTo>
                  <a:pt x="750382" y="34703"/>
                  <a:pt x="747348" y="36059"/>
                  <a:pt x="744671" y="38772"/>
                </a:cubicBezTo>
                <a:cubicBezTo>
                  <a:pt x="741994" y="41486"/>
                  <a:pt x="740430" y="45261"/>
                  <a:pt x="739981" y="50098"/>
                </a:cubicBezTo>
                <a:close/>
                <a:moveTo>
                  <a:pt x="826250" y="83224"/>
                </a:moveTo>
                <a:cubicBezTo>
                  <a:pt x="823512" y="86168"/>
                  <a:pt x="820835" y="88282"/>
                  <a:pt x="818219" y="89565"/>
                </a:cubicBezTo>
                <a:cubicBezTo>
                  <a:pt x="815604" y="90848"/>
                  <a:pt x="812784" y="91489"/>
                  <a:pt x="809759" y="91489"/>
                </a:cubicBezTo>
                <a:cubicBezTo>
                  <a:pt x="803629" y="91489"/>
                  <a:pt x="798275" y="88855"/>
                  <a:pt x="793698" y="83588"/>
                </a:cubicBezTo>
                <a:cubicBezTo>
                  <a:pt x="789120" y="78320"/>
                  <a:pt x="786831" y="71550"/>
                  <a:pt x="786831" y="63279"/>
                </a:cubicBezTo>
                <a:cubicBezTo>
                  <a:pt x="786831" y="55010"/>
                  <a:pt x="789365" y="47444"/>
                  <a:pt x="794433" y="40581"/>
                </a:cubicBezTo>
                <a:cubicBezTo>
                  <a:pt x="799501" y="33718"/>
                  <a:pt x="806020" y="30286"/>
                  <a:pt x="813989" y="30286"/>
                </a:cubicBezTo>
                <a:cubicBezTo>
                  <a:pt x="818935" y="30286"/>
                  <a:pt x="823022" y="31906"/>
                  <a:pt x="826250" y="35144"/>
                </a:cubicBezTo>
                <a:lnTo>
                  <a:pt x="826250" y="24458"/>
                </a:lnTo>
                <a:cubicBezTo>
                  <a:pt x="826250" y="17826"/>
                  <a:pt x="826097" y="13750"/>
                  <a:pt x="825791" y="12229"/>
                </a:cubicBezTo>
                <a:cubicBezTo>
                  <a:pt x="825484" y="10708"/>
                  <a:pt x="825004" y="9673"/>
                  <a:pt x="824350" y="9125"/>
                </a:cubicBezTo>
                <a:cubicBezTo>
                  <a:pt x="823696" y="8576"/>
                  <a:pt x="822879" y="8301"/>
                  <a:pt x="821898" y="8301"/>
                </a:cubicBezTo>
                <a:cubicBezTo>
                  <a:pt x="820835" y="8301"/>
                  <a:pt x="819425" y="8639"/>
                  <a:pt x="817668" y="9315"/>
                </a:cubicBezTo>
                <a:lnTo>
                  <a:pt x="816871" y="7096"/>
                </a:lnTo>
                <a:lnTo>
                  <a:pt x="833607" y="0"/>
                </a:lnTo>
                <a:lnTo>
                  <a:pt x="836366" y="0"/>
                </a:lnTo>
                <a:lnTo>
                  <a:pt x="836366" y="66819"/>
                </a:lnTo>
                <a:cubicBezTo>
                  <a:pt x="836366" y="73591"/>
                  <a:pt x="836519" y="77724"/>
                  <a:pt x="836825" y="79217"/>
                </a:cubicBezTo>
                <a:cubicBezTo>
                  <a:pt x="837132" y="80710"/>
                  <a:pt x="837622" y="81751"/>
                  <a:pt x="838297" y="82340"/>
                </a:cubicBezTo>
                <a:cubicBezTo>
                  <a:pt x="838971" y="82929"/>
                  <a:pt x="839758" y="83224"/>
                  <a:pt x="840657" y="83224"/>
                </a:cubicBezTo>
                <a:cubicBezTo>
                  <a:pt x="841760" y="83224"/>
                  <a:pt x="843232" y="82866"/>
                  <a:pt x="845071" y="82151"/>
                </a:cubicBezTo>
                <a:lnTo>
                  <a:pt x="845745" y="84359"/>
                </a:lnTo>
                <a:lnTo>
                  <a:pt x="829070" y="91489"/>
                </a:lnTo>
                <a:lnTo>
                  <a:pt x="826250" y="91489"/>
                </a:lnTo>
                <a:lnTo>
                  <a:pt x="826250" y="83224"/>
                </a:lnTo>
                <a:moveTo>
                  <a:pt x="826250" y="78821"/>
                </a:moveTo>
                <a:lnTo>
                  <a:pt x="826250" y="49114"/>
                </a:lnTo>
                <a:cubicBezTo>
                  <a:pt x="826005" y="46260"/>
                  <a:pt x="825269" y="43659"/>
                  <a:pt x="824043" y="41310"/>
                </a:cubicBezTo>
                <a:cubicBezTo>
                  <a:pt x="822817" y="38960"/>
                  <a:pt x="821193" y="37187"/>
                  <a:pt x="819170" y="35992"/>
                </a:cubicBezTo>
                <a:cubicBezTo>
                  <a:pt x="817147" y="34796"/>
                  <a:pt x="815175" y="34198"/>
                  <a:pt x="813254" y="34198"/>
                </a:cubicBezTo>
                <a:cubicBezTo>
                  <a:pt x="809657" y="34198"/>
                  <a:pt x="806449" y="35856"/>
                  <a:pt x="803629" y="39171"/>
                </a:cubicBezTo>
                <a:cubicBezTo>
                  <a:pt x="799910" y="43534"/>
                  <a:pt x="798050" y="49911"/>
                  <a:pt x="798050" y="58303"/>
                </a:cubicBezTo>
                <a:cubicBezTo>
                  <a:pt x="798050" y="66778"/>
                  <a:pt x="799848" y="73272"/>
                  <a:pt x="803445" y="77783"/>
                </a:cubicBezTo>
                <a:cubicBezTo>
                  <a:pt x="807042" y="82294"/>
                  <a:pt x="811047" y="84549"/>
                  <a:pt x="815461" y="84549"/>
                </a:cubicBezTo>
                <a:cubicBezTo>
                  <a:pt x="819180" y="84549"/>
                  <a:pt x="822776" y="82639"/>
                  <a:pt x="826250" y="78821"/>
                </a:cubicBezTo>
                <a:close/>
                <a:moveTo>
                  <a:pt x="948812" y="65998"/>
                </a:moveTo>
                <a:lnTo>
                  <a:pt x="950836" y="66442"/>
                </a:lnTo>
                <a:lnTo>
                  <a:pt x="943724" y="89722"/>
                </a:lnTo>
                <a:lnTo>
                  <a:pt x="879354" y="89722"/>
                </a:lnTo>
                <a:lnTo>
                  <a:pt x="879354" y="87388"/>
                </a:lnTo>
                <a:lnTo>
                  <a:pt x="882481" y="87388"/>
                </a:lnTo>
                <a:cubicBezTo>
                  <a:pt x="885996" y="87388"/>
                  <a:pt x="888509" y="86210"/>
                  <a:pt x="890021" y="83854"/>
                </a:cubicBezTo>
                <a:cubicBezTo>
                  <a:pt x="890880" y="82508"/>
                  <a:pt x="891309" y="79396"/>
                  <a:pt x="891309" y="74516"/>
                </a:cubicBezTo>
                <a:lnTo>
                  <a:pt x="891309" y="19307"/>
                </a:lnTo>
                <a:cubicBezTo>
                  <a:pt x="891309" y="13965"/>
                  <a:pt x="890737" y="10621"/>
                  <a:pt x="889592" y="9275"/>
                </a:cubicBezTo>
                <a:cubicBezTo>
                  <a:pt x="887998" y="7424"/>
                  <a:pt x="885628" y="6499"/>
                  <a:pt x="882481" y="6499"/>
                </a:cubicBezTo>
                <a:lnTo>
                  <a:pt x="879354" y="6499"/>
                </a:lnTo>
                <a:lnTo>
                  <a:pt x="879354" y="4164"/>
                </a:lnTo>
                <a:lnTo>
                  <a:pt x="916995" y="4164"/>
                </a:lnTo>
                <a:lnTo>
                  <a:pt x="916995" y="6499"/>
                </a:lnTo>
                <a:cubicBezTo>
                  <a:pt x="912581" y="6457"/>
                  <a:pt x="909486" y="6878"/>
                  <a:pt x="907708" y="7763"/>
                </a:cubicBezTo>
                <a:cubicBezTo>
                  <a:pt x="905930" y="8646"/>
                  <a:pt x="904714" y="9761"/>
                  <a:pt x="904060" y="11109"/>
                </a:cubicBezTo>
                <a:cubicBezTo>
                  <a:pt x="903406" y="12456"/>
                  <a:pt x="903079" y="15677"/>
                  <a:pt x="903079" y="20770"/>
                </a:cubicBezTo>
                <a:lnTo>
                  <a:pt x="903079" y="74571"/>
                </a:lnTo>
                <a:cubicBezTo>
                  <a:pt x="903079" y="78065"/>
                  <a:pt x="903406" y="80465"/>
                  <a:pt x="904060" y="81770"/>
                </a:cubicBezTo>
                <a:cubicBezTo>
                  <a:pt x="904551" y="82654"/>
                  <a:pt x="905307" y="83306"/>
                  <a:pt x="906328" y="83728"/>
                </a:cubicBezTo>
                <a:cubicBezTo>
                  <a:pt x="907350" y="84149"/>
                  <a:pt x="910538" y="84359"/>
                  <a:pt x="915892" y="84359"/>
                </a:cubicBezTo>
                <a:lnTo>
                  <a:pt x="921961" y="84359"/>
                </a:lnTo>
                <a:cubicBezTo>
                  <a:pt x="928337" y="84359"/>
                  <a:pt x="932812" y="83872"/>
                  <a:pt x="935387" y="82898"/>
                </a:cubicBezTo>
                <a:cubicBezTo>
                  <a:pt x="937962" y="81924"/>
                  <a:pt x="940312" y="80198"/>
                  <a:pt x="942437" y="77720"/>
                </a:cubicBezTo>
                <a:cubicBezTo>
                  <a:pt x="944562" y="75243"/>
                  <a:pt x="946687" y="71335"/>
                  <a:pt x="948812" y="65998"/>
                </a:cubicBezTo>
                <a:close/>
                <a:moveTo>
                  <a:pt x="988804" y="81394"/>
                </a:moveTo>
                <a:cubicBezTo>
                  <a:pt x="983042" y="85979"/>
                  <a:pt x="979425" y="88629"/>
                  <a:pt x="977953" y="89344"/>
                </a:cubicBezTo>
                <a:cubicBezTo>
                  <a:pt x="975746" y="90437"/>
                  <a:pt x="973396" y="90984"/>
                  <a:pt x="970903" y="90984"/>
                </a:cubicBezTo>
                <a:cubicBezTo>
                  <a:pt x="967021" y="90984"/>
                  <a:pt x="963823" y="89617"/>
                  <a:pt x="961309" y="86883"/>
                </a:cubicBezTo>
                <a:cubicBezTo>
                  <a:pt x="958796" y="84149"/>
                  <a:pt x="957539" y="80552"/>
                  <a:pt x="957539" y="76094"/>
                </a:cubicBezTo>
                <a:cubicBezTo>
                  <a:pt x="957539" y="73275"/>
                  <a:pt x="958152" y="70836"/>
                  <a:pt x="959378" y="68775"/>
                </a:cubicBezTo>
                <a:cubicBezTo>
                  <a:pt x="961054" y="65914"/>
                  <a:pt x="963966" y="63222"/>
                  <a:pt x="968114" y="60698"/>
                </a:cubicBezTo>
                <a:cubicBezTo>
                  <a:pt x="972262" y="58174"/>
                  <a:pt x="979159" y="55104"/>
                  <a:pt x="988804" y="51486"/>
                </a:cubicBezTo>
                <a:lnTo>
                  <a:pt x="988804" y="49215"/>
                </a:lnTo>
                <a:cubicBezTo>
                  <a:pt x="988804" y="43452"/>
                  <a:pt x="987915" y="39498"/>
                  <a:pt x="986138" y="37353"/>
                </a:cubicBezTo>
                <a:cubicBezTo>
                  <a:pt x="984360" y="35208"/>
                  <a:pt x="981775" y="34135"/>
                  <a:pt x="978383" y="34135"/>
                </a:cubicBezTo>
                <a:cubicBezTo>
                  <a:pt x="975808" y="34135"/>
                  <a:pt x="973764" y="34847"/>
                  <a:pt x="972252" y="36272"/>
                </a:cubicBezTo>
                <a:cubicBezTo>
                  <a:pt x="970699" y="37697"/>
                  <a:pt x="969923" y="39332"/>
                  <a:pt x="969923" y="41176"/>
                </a:cubicBezTo>
                <a:lnTo>
                  <a:pt x="970045" y="44822"/>
                </a:lnTo>
                <a:cubicBezTo>
                  <a:pt x="970045" y="46749"/>
                  <a:pt x="969565" y="48236"/>
                  <a:pt x="968604" y="49284"/>
                </a:cubicBezTo>
                <a:cubicBezTo>
                  <a:pt x="967644" y="50331"/>
                  <a:pt x="966387" y="50855"/>
                  <a:pt x="964834" y="50855"/>
                </a:cubicBezTo>
                <a:cubicBezTo>
                  <a:pt x="963322" y="50855"/>
                  <a:pt x="962086" y="50310"/>
                  <a:pt x="961125" y="49221"/>
                </a:cubicBezTo>
                <a:cubicBezTo>
                  <a:pt x="960165" y="48130"/>
                  <a:pt x="959685" y="46640"/>
                  <a:pt x="959685" y="44753"/>
                </a:cubicBezTo>
                <a:cubicBezTo>
                  <a:pt x="959685" y="41147"/>
                  <a:pt x="961483" y="37835"/>
                  <a:pt x="965079" y="34815"/>
                </a:cubicBezTo>
                <a:cubicBezTo>
                  <a:pt x="968676" y="31796"/>
                  <a:pt x="973723" y="30286"/>
                  <a:pt x="980222" y="30286"/>
                </a:cubicBezTo>
                <a:cubicBezTo>
                  <a:pt x="985208" y="30286"/>
                  <a:pt x="989295" y="31147"/>
                  <a:pt x="992483" y="32869"/>
                </a:cubicBezTo>
                <a:cubicBezTo>
                  <a:pt x="994894" y="34172"/>
                  <a:pt x="996672" y="36210"/>
                  <a:pt x="997816" y="38983"/>
                </a:cubicBezTo>
                <a:cubicBezTo>
                  <a:pt x="998552" y="40790"/>
                  <a:pt x="998920" y="44487"/>
                  <a:pt x="998920" y="50075"/>
                </a:cubicBezTo>
                <a:lnTo>
                  <a:pt x="998920" y="69674"/>
                </a:lnTo>
                <a:cubicBezTo>
                  <a:pt x="998920" y="75177"/>
                  <a:pt x="999022" y="78549"/>
                  <a:pt x="999226" y="79789"/>
                </a:cubicBezTo>
                <a:cubicBezTo>
                  <a:pt x="999431" y="81028"/>
                  <a:pt x="999768" y="81858"/>
                  <a:pt x="1000238" y="82279"/>
                </a:cubicBezTo>
                <a:cubicBezTo>
                  <a:pt x="1000708" y="82698"/>
                  <a:pt x="1001249" y="82908"/>
                  <a:pt x="1001862" y="82908"/>
                </a:cubicBezTo>
                <a:cubicBezTo>
                  <a:pt x="1002516" y="82908"/>
                  <a:pt x="1003088" y="82761"/>
                  <a:pt x="1003579" y="82466"/>
                </a:cubicBezTo>
                <a:cubicBezTo>
                  <a:pt x="1004437" y="81920"/>
                  <a:pt x="1006092" y="80384"/>
                  <a:pt x="1008544" y="77860"/>
                </a:cubicBezTo>
                <a:lnTo>
                  <a:pt x="1008544" y="81394"/>
                </a:lnTo>
                <a:cubicBezTo>
                  <a:pt x="1003967" y="87703"/>
                  <a:pt x="999594" y="90858"/>
                  <a:pt x="995425" y="90858"/>
                </a:cubicBezTo>
                <a:cubicBezTo>
                  <a:pt x="993423" y="90858"/>
                  <a:pt x="991829" y="90143"/>
                  <a:pt x="990644" y="88713"/>
                </a:cubicBezTo>
                <a:cubicBezTo>
                  <a:pt x="989458" y="87283"/>
                  <a:pt x="988845" y="84843"/>
                  <a:pt x="988804" y="81394"/>
                </a:cubicBezTo>
                <a:moveTo>
                  <a:pt x="988804" y="77257"/>
                </a:moveTo>
                <a:lnTo>
                  <a:pt x="988804" y="55335"/>
                </a:lnTo>
                <a:cubicBezTo>
                  <a:pt x="982633" y="57847"/>
                  <a:pt x="978648" y="59627"/>
                  <a:pt x="976850" y="60675"/>
                </a:cubicBezTo>
                <a:cubicBezTo>
                  <a:pt x="973621" y="62518"/>
                  <a:pt x="971312" y="64444"/>
                  <a:pt x="969923" y="66454"/>
                </a:cubicBezTo>
                <a:cubicBezTo>
                  <a:pt x="968533" y="68464"/>
                  <a:pt x="967838" y="70662"/>
                  <a:pt x="967838" y="73049"/>
                </a:cubicBezTo>
                <a:cubicBezTo>
                  <a:pt x="967838" y="76065"/>
                  <a:pt x="968717" y="78567"/>
                  <a:pt x="970474" y="80556"/>
                </a:cubicBezTo>
                <a:cubicBezTo>
                  <a:pt x="972232" y="82545"/>
                  <a:pt x="974255" y="83539"/>
                  <a:pt x="976543" y="83539"/>
                </a:cubicBezTo>
                <a:cubicBezTo>
                  <a:pt x="979650" y="83539"/>
                  <a:pt x="983737" y="81445"/>
                  <a:pt x="988804" y="77257"/>
                </a:cubicBezTo>
                <a:close/>
                <a:moveTo>
                  <a:pt x="1009845" y="31927"/>
                </a:moveTo>
                <a:lnTo>
                  <a:pt x="1036022" y="31927"/>
                </a:lnTo>
                <a:lnTo>
                  <a:pt x="1036022" y="34261"/>
                </a:lnTo>
                <a:lnTo>
                  <a:pt x="1034735" y="34261"/>
                </a:lnTo>
                <a:cubicBezTo>
                  <a:pt x="1032896" y="34261"/>
                  <a:pt x="1031516" y="34671"/>
                  <a:pt x="1030597" y="35491"/>
                </a:cubicBezTo>
                <a:cubicBezTo>
                  <a:pt x="1029677" y="36312"/>
                  <a:pt x="1029218" y="37332"/>
                  <a:pt x="1029218" y="38552"/>
                </a:cubicBezTo>
                <a:cubicBezTo>
                  <a:pt x="1029218" y="40192"/>
                  <a:pt x="1029892" y="42464"/>
                  <a:pt x="1031241" y="45366"/>
                </a:cubicBezTo>
                <a:lnTo>
                  <a:pt x="1044912" y="74516"/>
                </a:lnTo>
                <a:lnTo>
                  <a:pt x="1057479" y="42590"/>
                </a:lnTo>
                <a:cubicBezTo>
                  <a:pt x="1058174" y="40865"/>
                  <a:pt x="1058521" y="39162"/>
                  <a:pt x="1058521" y="37479"/>
                </a:cubicBezTo>
                <a:cubicBezTo>
                  <a:pt x="1058521" y="36722"/>
                  <a:pt x="1058378" y="36154"/>
                  <a:pt x="1058092" y="35775"/>
                </a:cubicBezTo>
                <a:cubicBezTo>
                  <a:pt x="1057765" y="35313"/>
                  <a:pt x="1057254" y="34945"/>
                  <a:pt x="1056559" y="34671"/>
                </a:cubicBezTo>
                <a:cubicBezTo>
                  <a:pt x="1055865" y="34398"/>
                  <a:pt x="1054639" y="34261"/>
                  <a:pt x="1052881" y="34261"/>
                </a:cubicBezTo>
                <a:lnTo>
                  <a:pt x="1052881" y="31927"/>
                </a:lnTo>
                <a:lnTo>
                  <a:pt x="1071150" y="31927"/>
                </a:lnTo>
                <a:lnTo>
                  <a:pt x="1071150" y="34261"/>
                </a:lnTo>
                <a:cubicBezTo>
                  <a:pt x="1069638" y="34429"/>
                  <a:pt x="1068473" y="34766"/>
                  <a:pt x="1067656" y="35271"/>
                </a:cubicBezTo>
                <a:cubicBezTo>
                  <a:pt x="1066838" y="35775"/>
                  <a:pt x="1065939" y="36722"/>
                  <a:pt x="1064958" y="38110"/>
                </a:cubicBezTo>
                <a:cubicBezTo>
                  <a:pt x="1064590" y="38699"/>
                  <a:pt x="1063896" y="40318"/>
                  <a:pt x="1062874" y="42968"/>
                </a:cubicBezTo>
                <a:lnTo>
                  <a:pt x="1040007" y="100638"/>
                </a:lnTo>
                <a:cubicBezTo>
                  <a:pt x="1037800" y="106233"/>
                  <a:pt x="1034909" y="110460"/>
                  <a:pt x="1031333" y="113320"/>
                </a:cubicBezTo>
                <a:cubicBezTo>
                  <a:pt x="1027756" y="116181"/>
                  <a:pt x="1024313" y="117611"/>
                  <a:pt x="1021003" y="117611"/>
                </a:cubicBezTo>
                <a:cubicBezTo>
                  <a:pt x="1018591" y="117611"/>
                  <a:pt x="1016609" y="116904"/>
                  <a:pt x="1015056" y="115491"/>
                </a:cubicBezTo>
                <a:cubicBezTo>
                  <a:pt x="1013503" y="114078"/>
                  <a:pt x="1012727" y="112457"/>
                  <a:pt x="1012727" y="110629"/>
                </a:cubicBezTo>
                <a:cubicBezTo>
                  <a:pt x="1012727" y="108883"/>
                  <a:pt x="1013289" y="107475"/>
                  <a:pt x="1014412" y="106405"/>
                </a:cubicBezTo>
                <a:cubicBezTo>
                  <a:pt x="1015536" y="105337"/>
                  <a:pt x="1017079" y="104802"/>
                  <a:pt x="1019041" y="104802"/>
                </a:cubicBezTo>
                <a:cubicBezTo>
                  <a:pt x="1020390" y="104802"/>
                  <a:pt x="1022229" y="105265"/>
                  <a:pt x="1024558" y="106190"/>
                </a:cubicBezTo>
                <a:cubicBezTo>
                  <a:pt x="1026193" y="106821"/>
                  <a:pt x="1027215" y="107137"/>
                  <a:pt x="1027624" y="107137"/>
                </a:cubicBezTo>
                <a:cubicBezTo>
                  <a:pt x="1028850" y="107137"/>
                  <a:pt x="1030188" y="106480"/>
                  <a:pt x="1031639" y="105167"/>
                </a:cubicBezTo>
                <a:cubicBezTo>
                  <a:pt x="1033090" y="103855"/>
                  <a:pt x="1034551" y="101316"/>
                  <a:pt x="1036022" y="97548"/>
                </a:cubicBezTo>
                <a:lnTo>
                  <a:pt x="1040007" y="87451"/>
                </a:lnTo>
                <a:lnTo>
                  <a:pt x="1019838" y="43852"/>
                </a:lnTo>
                <a:cubicBezTo>
                  <a:pt x="1019225" y="42548"/>
                  <a:pt x="1018244" y="40928"/>
                  <a:pt x="1016895" y="38993"/>
                </a:cubicBezTo>
                <a:cubicBezTo>
                  <a:pt x="1015874" y="37521"/>
                  <a:pt x="1015036" y="36533"/>
                  <a:pt x="1014382" y="36028"/>
                </a:cubicBezTo>
                <a:cubicBezTo>
                  <a:pt x="1013442" y="35355"/>
                  <a:pt x="1011930" y="34766"/>
                  <a:pt x="1009845" y="34261"/>
                </a:cubicBezTo>
                <a:lnTo>
                  <a:pt x="1009845" y="31927"/>
                </a:lnTo>
                <a:close/>
                <a:moveTo>
                  <a:pt x="1085250" y="53758"/>
                </a:moveTo>
                <a:cubicBezTo>
                  <a:pt x="1085210" y="62319"/>
                  <a:pt x="1087233" y="69034"/>
                  <a:pt x="1091320" y="73903"/>
                </a:cubicBezTo>
                <a:cubicBezTo>
                  <a:pt x="1095407" y="78771"/>
                  <a:pt x="1100209" y="81204"/>
                  <a:pt x="1105726" y="81204"/>
                </a:cubicBezTo>
                <a:cubicBezTo>
                  <a:pt x="1109404" y="81204"/>
                  <a:pt x="1112603" y="80163"/>
                  <a:pt x="1115320" y="78081"/>
                </a:cubicBezTo>
                <a:cubicBezTo>
                  <a:pt x="1118038" y="75999"/>
                  <a:pt x="1120317" y="72434"/>
                  <a:pt x="1122156" y="67386"/>
                </a:cubicBezTo>
                <a:lnTo>
                  <a:pt x="1124056" y="68648"/>
                </a:lnTo>
                <a:cubicBezTo>
                  <a:pt x="1123198" y="74411"/>
                  <a:pt x="1120705" y="79659"/>
                  <a:pt x="1116577" y="84391"/>
                </a:cubicBezTo>
                <a:cubicBezTo>
                  <a:pt x="1112449" y="89123"/>
                  <a:pt x="1107279" y="91489"/>
                  <a:pt x="1101067" y="91489"/>
                </a:cubicBezTo>
                <a:cubicBezTo>
                  <a:pt x="1094324" y="91489"/>
                  <a:pt x="1088551" y="88792"/>
                  <a:pt x="1083748" y="83399"/>
                </a:cubicBezTo>
                <a:cubicBezTo>
                  <a:pt x="1078946" y="78004"/>
                  <a:pt x="1076545" y="70752"/>
                  <a:pt x="1076545" y="61643"/>
                </a:cubicBezTo>
                <a:cubicBezTo>
                  <a:pt x="1076545" y="51779"/>
                  <a:pt x="1079008" y="44087"/>
                  <a:pt x="1083932" y="38567"/>
                </a:cubicBezTo>
                <a:cubicBezTo>
                  <a:pt x="1088857" y="33046"/>
                  <a:pt x="1095039" y="30286"/>
                  <a:pt x="1102477" y="30286"/>
                </a:cubicBezTo>
                <a:cubicBezTo>
                  <a:pt x="1108771" y="30286"/>
                  <a:pt x="1113941" y="32416"/>
                  <a:pt x="1117987" y="36675"/>
                </a:cubicBezTo>
                <a:cubicBezTo>
                  <a:pt x="1122033" y="40932"/>
                  <a:pt x="1124056" y="46627"/>
                  <a:pt x="1124056" y="53758"/>
                </a:cubicBezTo>
                <a:lnTo>
                  <a:pt x="1085250" y="53758"/>
                </a:lnTo>
                <a:moveTo>
                  <a:pt x="1085250" y="50098"/>
                </a:moveTo>
                <a:lnTo>
                  <a:pt x="1111244" y="50098"/>
                </a:lnTo>
                <a:cubicBezTo>
                  <a:pt x="1111039" y="46397"/>
                  <a:pt x="1110610" y="43789"/>
                  <a:pt x="1109956" y="42274"/>
                </a:cubicBezTo>
                <a:cubicBezTo>
                  <a:pt x="1108934" y="39919"/>
                  <a:pt x="1107412" y="38068"/>
                  <a:pt x="1105389" y="36722"/>
                </a:cubicBezTo>
                <a:cubicBezTo>
                  <a:pt x="1103366" y="35376"/>
                  <a:pt x="1101251" y="34703"/>
                  <a:pt x="1099044" y="34703"/>
                </a:cubicBezTo>
                <a:cubicBezTo>
                  <a:pt x="1095652" y="34703"/>
                  <a:pt x="1092617" y="36059"/>
                  <a:pt x="1089940" y="38772"/>
                </a:cubicBezTo>
                <a:cubicBezTo>
                  <a:pt x="1087263" y="41486"/>
                  <a:pt x="1085700" y="45261"/>
                  <a:pt x="1085250" y="50098"/>
                </a:cubicBezTo>
                <a:close/>
                <a:moveTo>
                  <a:pt x="1148286" y="30286"/>
                </a:moveTo>
                <a:lnTo>
                  <a:pt x="1148286" y="43284"/>
                </a:lnTo>
                <a:cubicBezTo>
                  <a:pt x="1152986" y="34619"/>
                  <a:pt x="1157808" y="30286"/>
                  <a:pt x="1162754" y="30286"/>
                </a:cubicBezTo>
                <a:cubicBezTo>
                  <a:pt x="1165001" y="30286"/>
                  <a:pt x="1166861" y="30991"/>
                  <a:pt x="1168332" y="32400"/>
                </a:cubicBezTo>
                <a:cubicBezTo>
                  <a:pt x="1169804" y="33809"/>
                  <a:pt x="1170539" y="35439"/>
                  <a:pt x="1170539" y="37290"/>
                </a:cubicBezTo>
                <a:cubicBezTo>
                  <a:pt x="1170539" y="38930"/>
                  <a:pt x="1170008" y="40318"/>
                  <a:pt x="1168945" y="41454"/>
                </a:cubicBezTo>
                <a:cubicBezTo>
                  <a:pt x="1167883" y="42590"/>
                  <a:pt x="1166616" y="43158"/>
                  <a:pt x="1165144" y="43158"/>
                </a:cubicBezTo>
                <a:cubicBezTo>
                  <a:pt x="1163714" y="43158"/>
                  <a:pt x="1162110" y="42432"/>
                  <a:pt x="1160332" y="40981"/>
                </a:cubicBezTo>
                <a:cubicBezTo>
                  <a:pt x="1158554" y="39530"/>
                  <a:pt x="1157236" y="38804"/>
                  <a:pt x="1156378" y="38804"/>
                </a:cubicBezTo>
                <a:cubicBezTo>
                  <a:pt x="1155642" y="38804"/>
                  <a:pt x="1154845" y="39223"/>
                  <a:pt x="1153987" y="40062"/>
                </a:cubicBezTo>
                <a:cubicBezTo>
                  <a:pt x="1152148" y="41783"/>
                  <a:pt x="1150247" y="44615"/>
                  <a:pt x="1148286" y="48558"/>
                </a:cubicBezTo>
                <a:lnTo>
                  <a:pt x="1148286" y="76186"/>
                </a:lnTo>
                <a:cubicBezTo>
                  <a:pt x="1148286" y="79374"/>
                  <a:pt x="1148674" y="81786"/>
                  <a:pt x="1149450" y="83423"/>
                </a:cubicBezTo>
                <a:cubicBezTo>
                  <a:pt x="1149982" y="84556"/>
                  <a:pt x="1150922" y="85500"/>
                  <a:pt x="1152270" y="86256"/>
                </a:cubicBezTo>
                <a:cubicBezTo>
                  <a:pt x="1153619" y="87011"/>
                  <a:pt x="1155560" y="87388"/>
                  <a:pt x="1158094" y="87388"/>
                </a:cubicBezTo>
                <a:lnTo>
                  <a:pt x="1158094" y="89722"/>
                </a:lnTo>
                <a:lnTo>
                  <a:pt x="1129342" y="89722"/>
                </a:lnTo>
                <a:lnTo>
                  <a:pt x="1129342" y="87388"/>
                </a:lnTo>
                <a:cubicBezTo>
                  <a:pt x="1132203" y="87388"/>
                  <a:pt x="1134329" y="86926"/>
                  <a:pt x="1135718" y="86004"/>
                </a:cubicBezTo>
                <a:cubicBezTo>
                  <a:pt x="1136740" y="85332"/>
                  <a:pt x="1137455" y="84261"/>
                  <a:pt x="1137864" y="82792"/>
                </a:cubicBezTo>
                <a:cubicBezTo>
                  <a:pt x="1138068" y="82078"/>
                  <a:pt x="1138170" y="80042"/>
                  <a:pt x="1138170" y="76685"/>
                </a:cubicBezTo>
                <a:lnTo>
                  <a:pt x="1138170" y="54335"/>
                </a:lnTo>
                <a:cubicBezTo>
                  <a:pt x="1138170" y="47620"/>
                  <a:pt x="1138038" y="43622"/>
                  <a:pt x="1137772" y="42343"/>
                </a:cubicBezTo>
                <a:cubicBezTo>
                  <a:pt x="1137506" y="41063"/>
                  <a:pt x="1137016" y="40129"/>
                  <a:pt x="1136301" y="39541"/>
                </a:cubicBezTo>
                <a:cubicBezTo>
                  <a:pt x="1135585" y="38954"/>
                  <a:pt x="1134696" y="38660"/>
                  <a:pt x="1133634" y="38660"/>
                </a:cubicBezTo>
                <a:cubicBezTo>
                  <a:pt x="1132367" y="38660"/>
                  <a:pt x="1130936" y="38975"/>
                  <a:pt x="1129342" y="39605"/>
                </a:cubicBezTo>
                <a:lnTo>
                  <a:pt x="1128729" y="37337"/>
                </a:lnTo>
                <a:lnTo>
                  <a:pt x="1145711" y="30286"/>
                </a:lnTo>
                <a:lnTo>
                  <a:pt x="1148286" y="30286"/>
                </a:lnTo>
                <a:close/>
                <a:moveTo>
                  <a:pt x="1210748" y="30286"/>
                </a:moveTo>
                <a:lnTo>
                  <a:pt x="1210748" y="49846"/>
                </a:lnTo>
                <a:lnTo>
                  <a:pt x="1208725" y="49846"/>
                </a:lnTo>
                <a:cubicBezTo>
                  <a:pt x="1207172" y="43711"/>
                  <a:pt x="1205179" y="39538"/>
                  <a:pt x="1202748" y="37327"/>
                </a:cubicBezTo>
                <a:cubicBezTo>
                  <a:pt x="1200316" y="35115"/>
                  <a:pt x="1197220" y="34009"/>
                  <a:pt x="1193460" y="34009"/>
                </a:cubicBezTo>
                <a:cubicBezTo>
                  <a:pt x="1190599" y="34009"/>
                  <a:pt x="1188290" y="34786"/>
                  <a:pt x="1186533" y="36341"/>
                </a:cubicBezTo>
                <a:cubicBezTo>
                  <a:pt x="1184775" y="37895"/>
                  <a:pt x="1183896" y="39618"/>
                  <a:pt x="1183896" y="41509"/>
                </a:cubicBezTo>
                <a:cubicBezTo>
                  <a:pt x="1183896" y="43862"/>
                  <a:pt x="1184550" y="45879"/>
                  <a:pt x="1185858" y="47559"/>
                </a:cubicBezTo>
                <a:cubicBezTo>
                  <a:pt x="1187125" y="49282"/>
                  <a:pt x="1189700" y="51110"/>
                  <a:pt x="1193583" y="53042"/>
                </a:cubicBezTo>
                <a:lnTo>
                  <a:pt x="1202533" y="57518"/>
                </a:lnTo>
                <a:cubicBezTo>
                  <a:pt x="1210830" y="61677"/>
                  <a:pt x="1214978" y="67160"/>
                  <a:pt x="1214978" y="73968"/>
                </a:cubicBezTo>
                <a:cubicBezTo>
                  <a:pt x="1214978" y="79220"/>
                  <a:pt x="1213047" y="83453"/>
                  <a:pt x="1209185" y="86668"/>
                </a:cubicBezTo>
                <a:cubicBezTo>
                  <a:pt x="1205322" y="89882"/>
                  <a:pt x="1201000" y="91489"/>
                  <a:pt x="1196219" y="91489"/>
                </a:cubicBezTo>
                <a:cubicBezTo>
                  <a:pt x="1192786" y="91489"/>
                  <a:pt x="1188862" y="90858"/>
                  <a:pt x="1184448" y="89596"/>
                </a:cubicBezTo>
                <a:cubicBezTo>
                  <a:pt x="1183100" y="89176"/>
                  <a:pt x="1181996" y="88965"/>
                  <a:pt x="1181138" y="88965"/>
                </a:cubicBezTo>
                <a:cubicBezTo>
                  <a:pt x="1180198" y="88965"/>
                  <a:pt x="1179462" y="89512"/>
                  <a:pt x="1178931" y="90606"/>
                </a:cubicBezTo>
                <a:lnTo>
                  <a:pt x="1176908" y="90606"/>
                </a:lnTo>
                <a:lnTo>
                  <a:pt x="1176908" y="69910"/>
                </a:lnTo>
                <a:lnTo>
                  <a:pt x="1178931" y="69910"/>
                </a:lnTo>
                <a:cubicBezTo>
                  <a:pt x="1180075" y="75820"/>
                  <a:pt x="1182262" y="80274"/>
                  <a:pt x="1185490" y="83271"/>
                </a:cubicBezTo>
                <a:cubicBezTo>
                  <a:pt x="1188719" y="86268"/>
                  <a:pt x="1192336" y="87766"/>
                  <a:pt x="1196341" y="87766"/>
                </a:cubicBezTo>
                <a:cubicBezTo>
                  <a:pt x="1199161" y="87766"/>
                  <a:pt x="1201460" y="86916"/>
                  <a:pt x="1203238" y="85215"/>
                </a:cubicBezTo>
                <a:cubicBezTo>
                  <a:pt x="1205016" y="83513"/>
                  <a:pt x="1205905" y="81464"/>
                  <a:pt x="1205905" y="79069"/>
                </a:cubicBezTo>
                <a:cubicBezTo>
                  <a:pt x="1205905" y="76169"/>
                  <a:pt x="1204914" y="73732"/>
                  <a:pt x="1202932" y="71758"/>
                </a:cubicBezTo>
                <a:cubicBezTo>
                  <a:pt x="1200949" y="69783"/>
                  <a:pt x="1196995" y="67284"/>
                  <a:pt x="1191069" y="64259"/>
                </a:cubicBezTo>
                <a:cubicBezTo>
                  <a:pt x="1185143" y="61233"/>
                  <a:pt x="1181260" y="58502"/>
                  <a:pt x="1179421" y="56065"/>
                </a:cubicBezTo>
                <a:cubicBezTo>
                  <a:pt x="1177582" y="53670"/>
                  <a:pt x="1176663" y="50644"/>
                  <a:pt x="1176663" y="46989"/>
                </a:cubicBezTo>
                <a:cubicBezTo>
                  <a:pt x="1176663" y="42241"/>
                  <a:pt x="1178246" y="38270"/>
                  <a:pt x="1181414" y="35077"/>
                </a:cubicBezTo>
                <a:cubicBezTo>
                  <a:pt x="1184581" y="31883"/>
                  <a:pt x="1188678" y="30286"/>
                  <a:pt x="1193705" y="30286"/>
                </a:cubicBezTo>
                <a:cubicBezTo>
                  <a:pt x="1195912" y="30286"/>
                  <a:pt x="1198589" y="30770"/>
                  <a:pt x="1201736" y="31737"/>
                </a:cubicBezTo>
                <a:cubicBezTo>
                  <a:pt x="1203821" y="32368"/>
                  <a:pt x="1205210" y="32684"/>
                  <a:pt x="1205905" y="32684"/>
                </a:cubicBezTo>
                <a:cubicBezTo>
                  <a:pt x="1206559" y="32684"/>
                  <a:pt x="1207070" y="32536"/>
                  <a:pt x="1207437" y="32242"/>
                </a:cubicBezTo>
                <a:cubicBezTo>
                  <a:pt x="1207805" y="31948"/>
                  <a:pt x="1208234" y="31296"/>
                  <a:pt x="1208725" y="30286"/>
                </a:cubicBezTo>
                <a:lnTo>
                  <a:pt x="1210748" y="302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F9CC8-69B5-42C5-ADB6-A3D5462D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053" y="3036614"/>
            <a:ext cx="2577079" cy="173443"/>
          </a:xfrm>
          <a:custGeom xmlns:a="http://schemas.openxmlformats.org/drawingml/2006/main">
            <a:pathLst>
              <a:path w="2577079" h="173443" fill="none">
                <a:moveTo>
                  <a:pt x="2577079" y="0"/>
                </a:moveTo>
                <a:cubicBezTo>
                  <a:pt x="2577079" y="47895"/>
                  <a:pt x="2570791" y="86722"/>
                  <a:pt x="2563035" y="86722"/>
                </a:cubicBezTo>
                <a:lnTo>
                  <a:pt x="449955" y="86722"/>
                </a:lnTo>
                <a:cubicBezTo>
                  <a:pt x="442198" y="86722"/>
                  <a:pt x="435911" y="125548"/>
                  <a:pt x="435911" y="173443"/>
                </a:cubicBezTo>
                <a:cubicBezTo>
                  <a:pt x="435911" y="125548"/>
                  <a:pt x="429623" y="86722"/>
                  <a:pt x="421867" y="86722"/>
                </a:cubicBezTo>
                <a:lnTo>
                  <a:pt x="14044" y="86722"/>
                </a:lnTo>
                <a:cubicBezTo>
                  <a:pt x="6287" y="86722"/>
                  <a:pt x="0" y="4789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81" name="Text Finetuning">
            <a:extLst xmlns:a="http://schemas.openxmlformats.org/drawingml/2006/main">
              <a:ext uri="{FF2B5EF4-FFF2-40B4-BE49-F238E27FC236}">
                <a16:creationId xmlns:a16="http://schemas.microsoft.com/office/drawing/2014/main" id="{CC62AD06-F28D-4FEE-B1D3-3EFE298E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321" y="2336212"/>
            <a:ext cx="487313" cy="100809"/>
          </a:xfrm>
          <a:custGeom xmlns:a="http://schemas.openxmlformats.org/drawingml/2006/main">
            <a:pathLst>
              <a:path w="487313" h="100809">
                <a:moveTo>
                  <a:pt x="20283" y="7572"/>
                </a:moveTo>
                <a:lnTo>
                  <a:pt x="20283" y="36343"/>
                </a:lnTo>
                <a:lnTo>
                  <a:pt x="33262" y="36343"/>
                </a:lnTo>
                <a:cubicBezTo>
                  <a:pt x="36240" y="36343"/>
                  <a:pt x="38421" y="35667"/>
                  <a:pt x="39804" y="34315"/>
                </a:cubicBezTo>
                <a:cubicBezTo>
                  <a:pt x="41188" y="32963"/>
                  <a:pt x="42108" y="30286"/>
                  <a:pt x="42563" y="26284"/>
                </a:cubicBezTo>
                <a:lnTo>
                  <a:pt x="44507" y="26284"/>
                </a:lnTo>
                <a:lnTo>
                  <a:pt x="44507" y="51162"/>
                </a:lnTo>
                <a:lnTo>
                  <a:pt x="42563" y="51162"/>
                </a:lnTo>
                <a:cubicBezTo>
                  <a:pt x="42528" y="48299"/>
                  <a:pt x="42169" y="46197"/>
                  <a:pt x="41486" y="44856"/>
                </a:cubicBezTo>
                <a:cubicBezTo>
                  <a:pt x="40803" y="43514"/>
                  <a:pt x="39857" y="42508"/>
                  <a:pt x="38648" y="41838"/>
                </a:cubicBezTo>
                <a:cubicBezTo>
                  <a:pt x="37440" y="41167"/>
                  <a:pt x="35644" y="40832"/>
                  <a:pt x="33262" y="40832"/>
                </a:cubicBezTo>
                <a:lnTo>
                  <a:pt x="20283" y="40832"/>
                </a:lnTo>
                <a:lnTo>
                  <a:pt x="20283" y="63908"/>
                </a:lnTo>
                <a:cubicBezTo>
                  <a:pt x="20283" y="67628"/>
                  <a:pt x="20511" y="70083"/>
                  <a:pt x="20966" y="71275"/>
                </a:cubicBezTo>
                <a:cubicBezTo>
                  <a:pt x="21317" y="72178"/>
                  <a:pt x="22052" y="72954"/>
                  <a:pt x="23173" y="73604"/>
                </a:cubicBezTo>
                <a:cubicBezTo>
                  <a:pt x="24715" y="74471"/>
                  <a:pt x="26326" y="74904"/>
                  <a:pt x="28007" y="74904"/>
                </a:cubicBezTo>
                <a:lnTo>
                  <a:pt x="30582" y="74904"/>
                </a:lnTo>
                <a:lnTo>
                  <a:pt x="30582" y="76905"/>
                </a:lnTo>
                <a:lnTo>
                  <a:pt x="0" y="76905"/>
                </a:lnTo>
                <a:lnTo>
                  <a:pt x="0" y="74904"/>
                </a:lnTo>
                <a:lnTo>
                  <a:pt x="2522" y="74904"/>
                </a:lnTo>
                <a:cubicBezTo>
                  <a:pt x="5465" y="74904"/>
                  <a:pt x="7602" y="74021"/>
                  <a:pt x="8933" y="72254"/>
                </a:cubicBezTo>
                <a:cubicBezTo>
                  <a:pt x="9774" y="71100"/>
                  <a:pt x="10194" y="68324"/>
                  <a:pt x="10194" y="63925"/>
                </a:cubicBezTo>
                <a:lnTo>
                  <a:pt x="10194" y="16549"/>
                </a:lnTo>
                <a:cubicBezTo>
                  <a:pt x="10194" y="12836"/>
                  <a:pt x="9966" y="10384"/>
                  <a:pt x="9511" y="9194"/>
                </a:cubicBezTo>
                <a:cubicBezTo>
                  <a:pt x="9161" y="8293"/>
                  <a:pt x="8443" y="7517"/>
                  <a:pt x="7357" y="6868"/>
                </a:cubicBezTo>
                <a:cubicBezTo>
                  <a:pt x="5850" y="6003"/>
                  <a:pt x="4239" y="5570"/>
                  <a:pt x="2522" y="5570"/>
                </a:cubicBezTo>
                <a:lnTo>
                  <a:pt x="0" y="5570"/>
                </a:lnTo>
                <a:lnTo>
                  <a:pt x="0" y="3569"/>
                </a:lnTo>
                <a:lnTo>
                  <a:pt x="53020" y="3569"/>
                </a:lnTo>
                <a:lnTo>
                  <a:pt x="53703" y="19686"/>
                </a:lnTo>
                <a:lnTo>
                  <a:pt x="51864" y="19686"/>
                </a:lnTo>
                <a:cubicBezTo>
                  <a:pt x="50953" y="16261"/>
                  <a:pt x="49893" y="13746"/>
                  <a:pt x="48685" y="12141"/>
                </a:cubicBezTo>
                <a:cubicBezTo>
                  <a:pt x="47476" y="10537"/>
                  <a:pt x="45987" y="9374"/>
                  <a:pt x="44218" y="8653"/>
                </a:cubicBezTo>
                <a:cubicBezTo>
                  <a:pt x="42449" y="7932"/>
                  <a:pt x="39708" y="7572"/>
                  <a:pt x="35995" y="7572"/>
                </a:cubicBezTo>
                <a:lnTo>
                  <a:pt x="20283" y="7572"/>
                </a:lnTo>
                <a:close/>
                <a:moveTo>
                  <a:pt x="74406" y="0"/>
                </a:moveTo>
                <a:cubicBezTo>
                  <a:pt x="75878" y="0"/>
                  <a:pt x="77130" y="535"/>
                  <a:pt x="78164" y="1604"/>
                </a:cubicBezTo>
                <a:cubicBezTo>
                  <a:pt x="79197" y="2672"/>
                  <a:pt x="79714" y="3967"/>
                  <a:pt x="79714" y="5489"/>
                </a:cubicBezTo>
                <a:cubicBezTo>
                  <a:pt x="79714" y="7012"/>
                  <a:pt x="79197" y="8316"/>
                  <a:pt x="78164" y="9404"/>
                </a:cubicBezTo>
                <a:cubicBezTo>
                  <a:pt x="77130" y="10490"/>
                  <a:pt x="75878" y="11033"/>
                  <a:pt x="74406" y="11033"/>
                </a:cubicBezTo>
                <a:cubicBezTo>
                  <a:pt x="72935" y="11033"/>
                  <a:pt x="71674" y="10490"/>
                  <a:pt x="70623" y="9404"/>
                </a:cubicBezTo>
                <a:cubicBezTo>
                  <a:pt x="69572" y="8316"/>
                  <a:pt x="69047" y="7012"/>
                  <a:pt x="69047" y="5489"/>
                </a:cubicBezTo>
                <a:cubicBezTo>
                  <a:pt x="69047" y="3967"/>
                  <a:pt x="69563" y="2672"/>
                  <a:pt x="70597" y="1604"/>
                </a:cubicBezTo>
                <a:cubicBezTo>
                  <a:pt x="71630" y="535"/>
                  <a:pt x="72900" y="0"/>
                  <a:pt x="74406" y="0"/>
                </a:cubicBezTo>
                <a:moveTo>
                  <a:pt x="78768" y="25959"/>
                </a:moveTo>
                <a:lnTo>
                  <a:pt x="78768" y="65676"/>
                </a:lnTo>
                <a:cubicBezTo>
                  <a:pt x="78768" y="68770"/>
                  <a:pt x="78987" y="70830"/>
                  <a:pt x="79425" y="71855"/>
                </a:cubicBezTo>
                <a:cubicBezTo>
                  <a:pt x="79863" y="72880"/>
                  <a:pt x="80511" y="73645"/>
                  <a:pt x="81369" y="74148"/>
                </a:cubicBezTo>
                <a:cubicBezTo>
                  <a:pt x="82227" y="74652"/>
                  <a:pt x="83795" y="74904"/>
                  <a:pt x="86072" y="74904"/>
                </a:cubicBezTo>
                <a:lnTo>
                  <a:pt x="86072" y="76905"/>
                </a:lnTo>
                <a:lnTo>
                  <a:pt x="62689" y="76905"/>
                </a:lnTo>
                <a:lnTo>
                  <a:pt x="62689" y="74904"/>
                </a:lnTo>
                <a:cubicBezTo>
                  <a:pt x="65036" y="74904"/>
                  <a:pt x="66612" y="74670"/>
                  <a:pt x="67418" y="74202"/>
                </a:cubicBezTo>
                <a:cubicBezTo>
                  <a:pt x="68223" y="73735"/>
                  <a:pt x="68863" y="72961"/>
                  <a:pt x="69336" y="71882"/>
                </a:cubicBezTo>
                <a:cubicBezTo>
                  <a:pt x="69809" y="70803"/>
                  <a:pt x="70045" y="68734"/>
                  <a:pt x="70045" y="65676"/>
                </a:cubicBezTo>
                <a:lnTo>
                  <a:pt x="70045" y="46627"/>
                </a:lnTo>
                <a:cubicBezTo>
                  <a:pt x="70045" y="41266"/>
                  <a:pt x="69887" y="37795"/>
                  <a:pt x="69572" y="36213"/>
                </a:cubicBezTo>
                <a:cubicBezTo>
                  <a:pt x="69327" y="35062"/>
                  <a:pt x="68942" y="34261"/>
                  <a:pt x="68416" y="33812"/>
                </a:cubicBezTo>
                <a:cubicBezTo>
                  <a:pt x="67891" y="33362"/>
                  <a:pt x="67173" y="33137"/>
                  <a:pt x="66262" y="33137"/>
                </a:cubicBezTo>
                <a:cubicBezTo>
                  <a:pt x="65281" y="33137"/>
                  <a:pt x="64090" y="33407"/>
                  <a:pt x="62689" y="33947"/>
                </a:cubicBezTo>
                <a:lnTo>
                  <a:pt x="61953" y="32003"/>
                </a:lnTo>
                <a:lnTo>
                  <a:pt x="76456" y="25959"/>
                </a:lnTo>
                <a:lnTo>
                  <a:pt x="78768" y="25959"/>
                </a:lnTo>
                <a:close/>
                <a:moveTo>
                  <a:pt x="105336" y="36451"/>
                </a:moveTo>
                <a:cubicBezTo>
                  <a:pt x="110976" y="29457"/>
                  <a:pt x="116353" y="25959"/>
                  <a:pt x="121467" y="25959"/>
                </a:cubicBezTo>
                <a:cubicBezTo>
                  <a:pt x="124095" y="25959"/>
                  <a:pt x="126354" y="26634"/>
                  <a:pt x="128246" y="27984"/>
                </a:cubicBezTo>
                <a:cubicBezTo>
                  <a:pt x="130138" y="29333"/>
                  <a:pt x="131644" y="31554"/>
                  <a:pt x="132765" y="34648"/>
                </a:cubicBezTo>
                <a:cubicBezTo>
                  <a:pt x="133536" y="36806"/>
                  <a:pt x="133921" y="40115"/>
                  <a:pt x="133921" y="44577"/>
                </a:cubicBezTo>
                <a:lnTo>
                  <a:pt x="133921" y="65676"/>
                </a:lnTo>
                <a:cubicBezTo>
                  <a:pt x="133921" y="68806"/>
                  <a:pt x="134166" y="70929"/>
                  <a:pt x="134657" y="72044"/>
                </a:cubicBezTo>
                <a:cubicBezTo>
                  <a:pt x="135042" y="72943"/>
                  <a:pt x="135664" y="73645"/>
                  <a:pt x="136522" y="74148"/>
                </a:cubicBezTo>
                <a:cubicBezTo>
                  <a:pt x="137380" y="74652"/>
                  <a:pt x="138966" y="74904"/>
                  <a:pt x="141278" y="74904"/>
                </a:cubicBezTo>
                <a:lnTo>
                  <a:pt x="141278" y="76905"/>
                </a:lnTo>
                <a:lnTo>
                  <a:pt x="117474" y="76905"/>
                </a:lnTo>
                <a:lnTo>
                  <a:pt x="117474" y="74904"/>
                </a:lnTo>
                <a:lnTo>
                  <a:pt x="118472" y="74904"/>
                </a:lnTo>
                <a:cubicBezTo>
                  <a:pt x="120714" y="74904"/>
                  <a:pt x="122282" y="74554"/>
                  <a:pt x="123175" y="73854"/>
                </a:cubicBezTo>
                <a:cubicBezTo>
                  <a:pt x="124069" y="73155"/>
                  <a:pt x="124690" y="72124"/>
                  <a:pt x="125041" y="70762"/>
                </a:cubicBezTo>
                <a:cubicBezTo>
                  <a:pt x="125181" y="70223"/>
                  <a:pt x="125251" y="68537"/>
                  <a:pt x="125251" y="65703"/>
                </a:cubicBezTo>
                <a:lnTo>
                  <a:pt x="125251" y="45525"/>
                </a:lnTo>
                <a:cubicBezTo>
                  <a:pt x="125251" y="41042"/>
                  <a:pt x="124682" y="37787"/>
                  <a:pt x="123543" y="35760"/>
                </a:cubicBezTo>
                <a:cubicBezTo>
                  <a:pt x="122405" y="33733"/>
                  <a:pt x="120487" y="32720"/>
                  <a:pt x="117789" y="32720"/>
                </a:cubicBezTo>
                <a:cubicBezTo>
                  <a:pt x="113620" y="32720"/>
                  <a:pt x="109469" y="35051"/>
                  <a:pt x="105336" y="39715"/>
                </a:cubicBezTo>
                <a:lnTo>
                  <a:pt x="105336" y="65703"/>
                </a:lnTo>
                <a:cubicBezTo>
                  <a:pt x="105336" y="69039"/>
                  <a:pt x="105528" y="71102"/>
                  <a:pt x="105914" y="71890"/>
                </a:cubicBezTo>
                <a:cubicBezTo>
                  <a:pt x="106404" y="72930"/>
                  <a:pt x="107078" y="73693"/>
                  <a:pt x="107937" y="74177"/>
                </a:cubicBezTo>
                <a:cubicBezTo>
                  <a:pt x="108795" y="74662"/>
                  <a:pt x="110538" y="74904"/>
                  <a:pt x="113165" y="74904"/>
                </a:cubicBezTo>
                <a:lnTo>
                  <a:pt x="113165" y="76905"/>
                </a:lnTo>
                <a:lnTo>
                  <a:pt x="89361" y="76905"/>
                </a:lnTo>
                <a:lnTo>
                  <a:pt x="89361" y="74904"/>
                </a:lnTo>
                <a:lnTo>
                  <a:pt x="90412" y="74904"/>
                </a:lnTo>
                <a:cubicBezTo>
                  <a:pt x="92864" y="74904"/>
                  <a:pt x="94520" y="74266"/>
                  <a:pt x="95378" y="72989"/>
                </a:cubicBezTo>
                <a:cubicBezTo>
                  <a:pt x="96236" y="71711"/>
                  <a:pt x="96665" y="69274"/>
                  <a:pt x="96665" y="65676"/>
                </a:cubicBezTo>
                <a:lnTo>
                  <a:pt x="96665" y="47329"/>
                </a:lnTo>
                <a:cubicBezTo>
                  <a:pt x="96665" y="41393"/>
                  <a:pt x="96534" y="37778"/>
                  <a:pt x="96271" y="36484"/>
                </a:cubicBezTo>
                <a:cubicBezTo>
                  <a:pt x="96008" y="35188"/>
                  <a:pt x="95606" y="34306"/>
                  <a:pt x="95063" y="33839"/>
                </a:cubicBezTo>
                <a:cubicBezTo>
                  <a:pt x="94520" y="33371"/>
                  <a:pt x="93793" y="33137"/>
                  <a:pt x="92882" y="33137"/>
                </a:cubicBezTo>
                <a:cubicBezTo>
                  <a:pt x="91901" y="33137"/>
                  <a:pt x="90728" y="33407"/>
                  <a:pt x="89361" y="33947"/>
                </a:cubicBezTo>
                <a:lnTo>
                  <a:pt x="88573" y="32003"/>
                </a:lnTo>
                <a:lnTo>
                  <a:pt x="103076" y="25959"/>
                </a:lnTo>
                <a:lnTo>
                  <a:pt x="105336" y="25959"/>
                </a:lnTo>
                <a:lnTo>
                  <a:pt x="105336" y="36451"/>
                </a:lnTo>
                <a:close/>
                <a:moveTo>
                  <a:pt x="153206" y="46078"/>
                </a:moveTo>
                <a:cubicBezTo>
                  <a:pt x="153171" y="53416"/>
                  <a:pt x="154905" y="59172"/>
                  <a:pt x="158408" y="63345"/>
                </a:cubicBezTo>
                <a:cubicBezTo>
                  <a:pt x="161911" y="67518"/>
                  <a:pt x="166027" y="69604"/>
                  <a:pt x="170756" y="69604"/>
                </a:cubicBezTo>
                <a:cubicBezTo>
                  <a:pt x="173909" y="69604"/>
                  <a:pt x="176650" y="68711"/>
                  <a:pt x="178980" y="66927"/>
                </a:cubicBezTo>
                <a:cubicBezTo>
                  <a:pt x="181309" y="65142"/>
                  <a:pt x="183262" y="62086"/>
                  <a:pt x="184839" y="57760"/>
                </a:cubicBezTo>
                <a:lnTo>
                  <a:pt x="186468" y="58841"/>
                </a:lnTo>
                <a:cubicBezTo>
                  <a:pt x="185732" y="63781"/>
                  <a:pt x="183595" y="68279"/>
                  <a:pt x="180057" y="72335"/>
                </a:cubicBezTo>
                <a:cubicBezTo>
                  <a:pt x="176519" y="76391"/>
                  <a:pt x="172088" y="78419"/>
                  <a:pt x="166763" y="78419"/>
                </a:cubicBezTo>
                <a:cubicBezTo>
                  <a:pt x="160983" y="78419"/>
                  <a:pt x="156034" y="76108"/>
                  <a:pt x="151918" y="71485"/>
                </a:cubicBezTo>
                <a:cubicBezTo>
                  <a:pt x="147802" y="66861"/>
                  <a:pt x="145744" y="60645"/>
                  <a:pt x="145744" y="52837"/>
                </a:cubicBezTo>
                <a:cubicBezTo>
                  <a:pt x="145744" y="44382"/>
                  <a:pt x="147855" y="37789"/>
                  <a:pt x="152076" y="33058"/>
                </a:cubicBezTo>
                <a:cubicBezTo>
                  <a:pt x="156297" y="28326"/>
                  <a:pt x="161596" y="25959"/>
                  <a:pt x="167971" y="25959"/>
                </a:cubicBezTo>
                <a:cubicBezTo>
                  <a:pt x="173366" y="25959"/>
                  <a:pt x="177798" y="27785"/>
                  <a:pt x="181266" y="31435"/>
                </a:cubicBezTo>
                <a:cubicBezTo>
                  <a:pt x="184734" y="35085"/>
                  <a:pt x="186468" y="39966"/>
                  <a:pt x="186468" y="46078"/>
                </a:cubicBezTo>
                <a:lnTo>
                  <a:pt x="153206" y="46078"/>
                </a:lnTo>
                <a:moveTo>
                  <a:pt x="153206" y="42941"/>
                </a:moveTo>
                <a:lnTo>
                  <a:pt x="175486" y="42941"/>
                </a:lnTo>
                <a:cubicBezTo>
                  <a:pt x="175310" y="39768"/>
                  <a:pt x="174943" y="37533"/>
                  <a:pt x="174382" y="36235"/>
                </a:cubicBezTo>
                <a:cubicBezTo>
                  <a:pt x="173506" y="34216"/>
                  <a:pt x="172201" y="32630"/>
                  <a:pt x="170467" y="31476"/>
                </a:cubicBezTo>
                <a:cubicBezTo>
                  <a:pt x="168733" y="30322"/>
                  <a:pt x="166920" y="29745"/>
                  <a:pt x="165029" y="29745"/>
                </a:cubicBezTo>
                <a:cubicBezTo>
                  <a:pt x="162121" y="29745"/>
                  <a:pt x="159520" y="30908"/>
                  <a:pt x="157226" y="33234"/>
                </a:cubicBezTo>
                <a:cubicBezTo>
                  <a:pt x="154931" y="35559"/>
                  <a:pt x="153591" y="38795"/>
                  <a:pt x="153206" y="42941"/>
                </a:cubicBezTo>
                <a:close/>
                <a:moveTo>
                  <a:pt x="233081" y="11033"/>
                </a:moveTo>
                <a:lnTo>
                  <a:pt x="233081" y="27366"/>
                </a:lnTo>
                <a:lnTo>
                  <a:pt x="244326" y="27366"/>
                </a:lnTo>
                <a:lnTo>
                  <a:pt x="244326" y="31151"/>
                </a:lnTo>
                <a:lnTo>
                  <a:pt x="233081" y="31151"/>
                </a:lnTo>
                <a:lnTo>
                  <a:pt x="233081" y="63232"/>
                </a:lnTo>
                <a:cubicBezTo>
                  <a:pt x="233081" y="66438"/>
                  <a:pt x="233527" y="68599"/>
                  <a:pt x="234421" y="69715"/>
                </a:cubicBezTo>
                <a:cubicBezTo>
                  <a:pt x="235314" y="70831"/>
                  <a:pt x="236461" y="71389"/>
                  <a:pt x="237863" y="71389"/>
                </a:cubicBezTo>
                <a:cubicBezTo>
                  <a:pt x="239019" y="71389"/>
                  <a:pt x="240140" y="71019"/>
                  <a:pt x="241226" y="70280"/>
                </a:cubicBezTo>
                <a:cubicBezTo>
                  <a:pt x="242311" y="69541"/>
                  <a:pt x="243152" y="68450"/>
                  <a:pt x="243748" y="67008"/>
                </a:cubicBezTo>
                <a:lnTo>
                  <a:pt x="245797" y="67008"/>
                </a:lnTo>
                <a:cubicBezTo>
                  <a:pt x="244571" y="70551"/>
                  <a:pt x="242837" y="73231"/>
                  <a:pt x="240595" y="75048"/>
                </a:cubicBezTo>
                <a:cubicBezTo>
                  <a:pt x="238353" y="76863"/>
                  <a:pt x="236041" y="77770"/>
                  <a:pt x="233659" y="77770"/>
                </a:cubicBezTo>
                <a:cubicBezTo>
                  <a:pt x="232047" y="77770"/>
                  <a:pt x="230471" y="77310"/>
                  <a:pt x="228930" y="76389"/>
                </a:cubicBezTo>
                <a:cubicBezTo>
                  <a:pt x="227388" y="75469"/>
                  <a:pt x="226250" y="74152"/>
                  <a:pt x="225514" y="72438"/>
                </a:cubicBezTo>
                <a:cubicBezTo>
                  <a:pt x="224778" y="70723"/>
                  <a:pt x="224411" y="68079"/>
                  <a:pt x="224411" y="64505"/>
                </a:cubicBezTo>
                <a:lnTo>
                  <a:pt x="224411" y="31151"/>
                </a:lnTo>
                <a:lnTo>
                  <a:pt x="216791" y="31151"/>
                </a:lnTo>
                <a:lnTo>
                  <a:pt x="216791" y="29367"/>
                </a:lnTo>
                <a:cubicBezTo>
                  <a:pt x="218718" y="28571"/>
                  <a:pt x="220688" y="27224"/>
                  <a:pt x="222703" y="25326"/>
                </a:cubicBezTo>
                <a:cubicBezTo>
                  <a:pt x="224717" y="23427"/>
                  <a:pt x="226512" y="21176"/>
                  <a:pt x="228089" y="18572"/>
                </a:cubicBezTo>
                <a:cubicBezTo>
                  <a:pt x="228895" y="17199"/>
                  <a:pt x="230016" y="14686"/>
                  <a:pt x="231452" y="11033"/>
                </a:cubicBezTo>
                <a:lnTo>
                  <a:pt x="233081" y="11033"/>
                </a:lnTo>
                <a:close/>
                <a:moveTo>
                  <a:pt x="290441" y="27366"/>
                </a:moveTo>
                <a:lnTo>
                  <a:pt x="290441" y="57381"/>
                </a:lnTo>
                <a:cubicBezTo>
                  <a:pt x="290441" y="63114"/>
                  <a:pt x="290572" y="66620"/>
                  <a:pt x="290835" y="67900"/>
                </a:cubicBezTo>
                <a:cubicBezTo>
                  <a:pt x="291097" y="69180"/>
                  <a:pt x="291518" y="70073"/>
                  <a:pt x="292096" y="70577"/>
                </a:cubicBezTo>
                <a:cubicBezTo>
                  <a:pt x="292674" y="71082"/>
                  <a:pt x="293348" y="71334"/>
                  <a:pt x="294119" y="71334"/>
                </a:cubicBezTo>
                <a:cubicBezTo>
                  <a:pt x="295205" y="71334"/>
                  <a:pt x="296431" y="71028"/>
                  <a:pt x="297797" y="70415"/>
                </a:cubicBezTo>
                <a:lnTo>
                  <a:pt x="298533" y="72308"/>
                </a:lnTo>
                <a:lnTo>
                  <a:pt x="284135" y="78419"/>
                </a:lnTo>
                <a:lnTo>
                  <a:pt x="281770" y="78419"/>
                </a:lnTo>
                <a:lnTo>
                  <a:pt x="281770" y="67927"/>
                </a:lnTo>
                <a:cubicBezTo>
                  <a:pt x="277637" y="72542"/>
                  <a:pt x="274484" y="75445"/>
                  <a:pt x="272312" y="76634"/>
                </a:cubicBezTo>
                <a:cubicBezTo>
                  <a:pt x="270140" y="77824"/>
                  <a:pt x="267845" y="78419"/>
                  <a:pt x="265428" y="78419"/>
                </a:cubicBezTo>
                <a:cubicBezTo>
                  <a:pt x="262731" y="78419"/>
                  <a:pt x="260393" y="77617"/>
                  <a:pt x="258413" y="76013"/>
                </a:cubicBezTo>
                <a:cubicBezTo>
                  <a:pt x="256434" y="74408"/>
                  <a:pt x="255059" y="72344"/>
                  <a:pt x="254288" y="69820"/>
                </a:cubicBezTo>
                <a:cubicBezTo>
                  <a:pt x="253518" y="67296"/>
                  <a:pt x="253132" y="63727"/>
                  <a:pt x="253132" y="59112"/>
                </a:cubicBezTo>
                <a:lnTo>
                  <a:pt x="253132" y="36992"/>
                </a:lnTo>
                <a:cubicBezTo>
                  <a:pt x="253132" y="34649"/>
                  <a:pt x="252887" y="33026"/>
                  <a:pt x="252397" y="32125"/>
                </a:cubicBezTo>
                <a:cubicBezTo>
                  <a:pt x="251906" y="31223"/>
                  <a:pt x="251179" y="30529"/>
                  <a:pt x="250216" y="30043"/>
                </a:cubicBezTo>
                <a:cubicBezTo>
                  <a:pt x="249253" y="29556"/>
                  <a:pt x="247510" y="29331"/>
                  <a:pt x="244988" y="29367"/>
                </a:cubicBezTo>
                <a:lnTo>
                  <a:pt x="244988" y="27366"/>
                </a:lnTo>
                <a:lnTo>
                  <a:pt x="261855" y="27366"/>
                </a:lnTo>
                <a:lnTo>
                  <a:pt x="261855" y="60437"/>
                </a:lnTo>
                <a:cubicBezTo>
                  <a:pt x="261855" y="65041"/>
                  <a:pt x="262635" y="68062"/>
                  <a:pt x="264193" y="69501"/>
                </a:cubicBezTo>
                <a:cubicBezTo>
                  <a:pt x="265752" y="70940"/>
                  <a:pt x="267635" y="71659"/>
                  <a:pt x="269842" y="71659"/>
                </a:cubicBezTo>
                <a:cubicBezTo>
                  <a:pt x="271349" y="71659"/>
                  <a:pt x="273056" y="71173"/>
                  <a:pt x="274966" y="70202"/>
                </a:cubicBezTo>
                <a:cubicBezTo>
                  <a:pt x="276875" y="69231"/>
                  <a:pt x="279143" y="67379"/>
                  <a:pt x="281770" y="64647"/>
                </a:cubicBezTo>
                <a:lnTo>
                  <a:pt x="281770" y="36649"/>
                </a:lnTo>
                <a:cubicBezTo>
                  <a:pt x="281770" y="33844"/>
                  <a:pt x="281271" y="31947"/>
                  <a:pt x="280273" y="30959"/>
                </a:cubicBezTo>
                <a:cubicBezTo>
                  <a:pt x="279274" y="29969"/>
                  <a:pt x="277199" y="29439"/>
                  <a:pt x="274046" y="29367"/>
                </a:cubicBezTo>
                <a:lnTo>
                  <a:pt x="274046" y="27366"/>
                </a:lnTo>
                <a:lnTo>
                  <a:pt x="290441" y="27366"/>
                </a:lnTo>
                <a:close/>
                <a:moveTo>
                  <a:pt x="316084" y="36451"/>
                </a:moveTo>
                <a:cubicBezTo>
                  <a:pt x="321724" y="29457"/>
                  <a:pt x="327101" y="25959"/>
                  <a:pt x="332216" y="25959"/>
                </a:cubicBezTo>
                <a:cubicBezTo>
                  <a:pt x="334843" y="25959"/>
                  <a:pt x="337102" y="26634"/>
                  <a:pt x="338994" y="27984"/>
                </a:cubicBezTo>
                <a:cubicBezTo>
                  <a:pt x="340886" y="29333"/>
                  <a:pt x="342392" y="31554"/>
                  <a:pt x="343513" y="34648"/>
                </a:cubicBezTo>
                <a:cubicBezTo>
                  <a:pt x="344284" y="36806"/>
                  <a:pt x="344669" y="40115"/>
                  <a:pt x="344669" y="44577"/>
                </a:cubicBezTo>
                <a:lnTo>
                  <a:pt x="344669" y="65676"/>
                </a:lnTo>
                <a:cubicBezTo>
                  <a:pt x="344669" y="68806"/>
                  <a:pt x="344914" y="70929"/>
                  <a:pt x="345405" y="72044"/>
                </a:cubicBezTo>
                <a:cubicBezTo>
                  <a:pt x="345790" y="72943"/>
                  <a:pt x="346412" y="73645"/>
                  <a:pt x="347270" y="74148"/>
                </a:cubicBezTo>
                <a:cubicBezTo>
                  <a:pt x="348128" y="74652"/>
                  <a:pt x="349714" y="74904"/>
                  <a:pt x="352026" y="74904"/>
                </a:cubicBezTo>
                <a:lnTo>
                  <a:pt x="352026" y="76905"/>
                </a:lnTo>
                <a:lnTo>
                  <a:pt x="328222" y="76905"/>
                </a:lnTo>
                <a:lnTo>
                  <a:pt x="328222" y="74904"/>
                </a:lnTo>
                <a:lnTo>
                  <a:pt x="329220" y="74904"/>
                </a:lnTo>
                <a:cubicBezTo>
                  <a:pt x="331462" y="74904"/>
                  <a:pt x="333030" y="74554"/>
                  <a:pt x="333923" y="73854"/>
                </a:cubicBezTo>
                <a:cubicBezTo>
                  <a:pt x="334817" y="73155"/>
                  <a:pt x="335438" y="72124"/>
                  <a:pt x="335789" y="70762"/>
                </a:cubicBezTo>
                <a:cubicBezTo>
                  <a:pt x="335929" y="70223"/>
                  <a:pt x="335999" y="68537"/>
                  <a:pt x="335999" y="65703"/>
                </a:cubicBezTo>
                <a:lnTo>
                  <a:pt x="335999" y="45525"/>
                </a:lnTo>
                <a:cubicBezTo>
                  <a:pt x="335999" y="41042"/>
                  <a:pt x="335430" y="37787"/>
                  <a:pt x="334291" y="35760"/>
                </a:cubicBezTo>
                <a:cubicBezTo>
                  <a:pt x="333153" y="33733"/>
                  <a:pt x="331235" y="32720"/>
                  <a:pt x="328537" y="32720"/>
                </a:cubicBezTo>
                <a:cubicBezTo>
                  <a:pt x="324369" y="32720"/>
                  <a:pt x="320217" y="35051"/>
                  <a:pt x="316084" y="39715"/>
                </a:cubicBezTo>
                <a:lnTo>
                  <a:pt x="316084" y="65703"/>
                </a:lnTo>
                <a:cubicBezTo>
                  <a:pt x="316084" y="69039"/>
                  <a:pt x="316276" y="71102"/>
                  <a:pt x="316662" y="71890"/>
                </a:cubicBezTo>
                <a:cubicBezTo>
                  <a:pt x="317152" y="72930"/>
                  <a:pt x="317826" y="73693"/>
                  <a:pt x="318685" y="74177"/>
                </a:cubicBezTo>
                <a:cubicBezTo>
                  <a:pt x="319543" y="74662"/>
                  <a:pt x="321286" y="74904"/>
                  <a:pt x="323913" y="74904"/>
                </a:cubicBezTo>
                <a:lnTo>
                  <a:pt x="323913" y="76905"/>
                </a:lnTo>
                <a:lnTo>
                  <a:pt x="300109" y="76905"/>
                </a:lnTo>
                <a:lnTo>
                  <a:pt x="300109" y="74904"/>
                </a:lnTo>
                <a:lnTo>
                  <a:pt x="301160" y="74904"/>
                </a:lnTo>
                <a:cubicBezTo>
                  <a:pt x="303613" y="74904"/>
                  <a:pt x="305268" y="74266"/>
                  <a:pt x="306126" y="72989"/>
                </a:cubicBezTo>
                <a:cubicBezTo>
                  <a:pt x="306984" y="71711"/>
                  <a:pt x="307413" y="69274"/>
                  <a:pt x="307413" y="65676"/>
                </a:cubicBezTo>
                <a:lnTo>
                  <a:pt x="307413" y="47329"/>
                </a:lnTo>
                <a:cubicBezTo>
                  <a:pt x="307413" y="41393"/>
                  <a:pt x="307282" y="37778"/>
                  <a:pt x="307019" y="36484"/>
                </a:cubicBezTo>
                <a:cubicBezTo>
                  <a:pt x="306757" y="35188"/>
                  <a:pt x="306354" y="34306"/>
                  <a:pt x="305811" y="33839"/>
                </a:cubicBezTo>
                <a:cubicBezTo>
                  <a:pt x="305268" y="33371"/>
                  <a:pt x="304541" y="33137"/>
                  <a:pt x="303630" y="33137"/>
                </a:cubicBezTo>
                <a:cubicBezTo>
                  <a:pt x="302649" y="33137"/>
                  <a:pt x="301476" y="33407"/>
                  <a:pt x="300109" y="33947"/>
                </a:cubicBezTo>
                <a:lnTo>
                  <a:pt x="299321" y="32003"/>
                </a:lnTo>
                <a:lnTo>
                  <a:pt x="313824" y="25959"/>
                </a:lnTo>
                <a:lnTo>
                  <a:pt x="316084" y="25959"/>
                </a:lnTo>
                <a:lnTo>
                  <a:pt x="316084" y="36451"/>
                </a:lnTo>
                <a:close/>
                <a:moveTo>
                  <a:pt x="368105" y="0"/>
                </a:moveTo>
                <a:cubicBezTo>
                  <a:pt x="369577" y="0"/>
                  <a:pt x="370829" y="535"/>
                  <a:pt x="371862" y="1604"/>
                </a:cubicBezTo>
                <a:cubicBezTo>
                  <a:pt x="372896" y="2672"/>
                  <a:pt x="373412" y="3967"/>
                  <a:pt x="373412" y="5489"/>
                </a:cubicBezTo>
                <a:cubicBezTo>
                  <a:pt x="373412" y="7012"/>
                  <a:pt x="372896" y="8316"/>
                  <a:pt x="371862" y="9404"/>
                </a:cubicBezTo>
                <a:cubicBezTo>
                  <a:pt x="370829" y="10490"/>
                  <a:pt x="369577" y="11033"/>
                  <a:pt x="368105" y="11033"/>
                </a:cubicBezTo>
                <a:cubicBezTo>
                  <a:pt x="366634" y="11033"/>
                  <a:pt x="365373" y="10490"/>
                  <a:pt x="364322" y="9404"/>
                </a:cubicBezTo>
                <a:cubicBezTo>
                  <a:pt x="363271" y="8316"/>
                  <a:pt x="362745" y="7012"/>
                  <a:pt x="362745" y="5489"/>
                </a:cubicBezTo>
                <a:cubicBezTo>
                  <a:pt x="362745" y="3967"/>
                  <a:pt x="363262" y="2672"/>
                  <a:pt x="364296" y="1604"/>
                </a:cubicBezTo>
                <a:cubicBezTo>
                  <a:pt x="365329" y="535"/>
                  <a:pt x="366599" y="0"/>
                  <a:pt x="368105" y="0"/>
                </a:cubicBezTo>
                <a:moveTo>
                  <a:pt x="372467" y="25959"/>
                </a:moveTo>
                <a:lnTo>
                  <a:pt x="372467" y="65676"/>
                </a:lnTo>
                <a:cubicBezTo>
                  <a:pt x="372467" y="68770"/>
                  <a:pt x="372686" y="70830"/>
                  <a:pt x="373123" y="71855"/>
                </a:cubicBezTo>
                <a:cubicBezTo>
                  <a:pt x="373561" y="72880"/>
                  <a:pt x="374209" y="73645"/>
                  <a:pt x="375068" y="74148"/>
                </a:cubicBezTo>
                <a:cubicBezTo>
                  <a:pt x="375926" y="74652"/>
                  <a:pt x="377494" y="74904"/>
                  <a:pt x="379771" y="74904"/>
                </a:cubicBezTo>
                <a:lnTo>
                  <a:pt x="379771" y="76905"/>
                </a:lnTo>
                <a:lnTo>
                  <a:pt x="356387" y="76905"/>
                </a:lnTo>
                <a:lnTo>
                  <a:pt x="356387" y="74904"/>
                </a:lnTo>
                <a:cubicBezTo>
                  <a:pt x="358734" y="74904"/>
                  <a:pt x="360311" y="74670"/>
                  <a:pt x="361116" y="74202"/>
                </a:cubicBezTo>
                <a:cubicBezTo>
                  <a:pt x="361922" y="73735"/>
                  <a:pt x="362562" y="72961"/>
                  <a:pt x="363034" y="71882"/>
                </a:cubicBezTo>
                <a:cubicBezTo>
                  <a:pt x="363507" y="70803"/>
                  <a:pt x="363744" y="68734"/>
                  <a:pt x="363744" y="65676"/>
                </a:cubicBezTo>
                <a:lnTo>
                  <a:pt x="363744" y="46627"/>
                </a:lnTo>
                <a:cubicBezTo>
                  <a:pt x="363744" y="41266"/>
                  <a:pt x="363586" y="37795"/>
                  <a:pt x="363271" y="36213"/>
                </a:cubicBezTo>
                <a:cubicBezTo>
                  <a:pt x="363026" y="35062"/>
                  <a:pt x="362640" y="34261"/>
                  <a:pt x="362115" y="33812"/>
                </a:cubicBezTo>
                <a:cubicBezTo>
                  <a:pt x="361589" y="33362"/>
                  <a:pt x="360871" y="33137"/>
                  <a:pt x="359960" y="33137"/>
                </a:cubicBezTo>
                <a:cubicBezTo>
                  <a:pt x="358980" y="33137"/>
                  <a:pt x="357789" y="33407"/>
                  <a:pt x="356387" y="33947"/>
                </a:cubicBezTo>
                <a:lnTo>
                  <a:pt x="355652" y="32003"/>
                </a:lnTo>
                <a:lnTo>
                  <a:pt x="370155" y="25959"/>
                </a:lnTo>
                <a:lnTo>
                  <a:pt x="372467" y="25959"/>
                </a:lnTo>
                <a:close/>
                <a:moveTo>
                  <a:pt x="399034" y="36451"/>
                </a:moveTo>
                <a:cubicBezTo>
                  <a:pt x="404674" y="29457"/>
                  <a:pt x="410051" y="25959"/>
                  <a:pt x="415166" y="25959"/>
                </a:cubicBezTo>
                <a:cubicBezTo>
                  <a:pt x="417793" y="25959"/>
                  <a:pt x="420053" y="26634"/>
                  <a:pt x="421944" y="27984"/>
                </a:cubicBezTo>
                <a:cubicBezTo>
                  <a:pt x="423836" y="29333"/>
                  <a:pt x="425342" y="31554"/>
                  <a:pt x="426463" y="34648"/>
                </a:cubicBezTo>
                <a:cubicBezTo>
                  <a:pt x="427234" y="36806"/>
                  <a:pt x="427620" y="40115"/>
                  <a:pt x="427620" y="44577"/>
                </a:cubicBezTo>
                <a:lnTo>
                  <a:pt x="427620" y="65676"/>
                </a:lnTo>
                <a:cubicBezTo>
                  <a:pt x="427620" y="68806"/>
                  <a:pt x="427865" y="70929"/>
                  <a:pt x="428355" y="72044"/>
                </a:cubicBezTo>
                <a:cubicBezTo>
                  <a:pt x="428741" y="72943"/>
                  <a:pt x="429362" y="73645"/>
                  <a:pt x="430221" y="74148"/>
                </a:cubicBezTo>
                <a:cubicBezTo>
                  <a:pt x="431079" y="74652"/>
                  <a:pt x="432664" y="74904"/>
                  <a:pt x="434976" y="74904"/>
                </a:cubicBezTo>
                <a:lnTo>
                  <a:pt x="434976" y="76905"/>
                </a:lnTo>
                <a:lnTo>
                  <a:pt x="411172" y="76905"/>
                </a:lnTo>
                <a:lnTo>
                  <a:pt x="411172" y="74904"/>
                </a:lnTo>
                <a:lnTo>
                  <a:pt x="412171" y="74904"/>
                </a:lnTo>
                <a:cubicBezTo>
                  <a:pt x="414413" y="74904"/>
                  <a:pt x="415980" y="74554"/>
                  <a:pt x="416874" y="73854"/>
                </a:cubicBezTo>
                <a:cubicBezTo>
                  <a:pt x="417767" y="73155"/>
                  <a:pt x="418389" y="72124"/>
                  <a:pt x="418739" y="70762"/>
                </a:cubicBezTo>
                <a:cubicBezTo>
                  <a:pt x="418879" y="70223"/>
                  <a:pt x="418949" y="68537"/>
                  <a:pt x="418949" y="65703"/>
                </a:cubicBezTo>
                <a:lnTo>
                  <a:pt x="418949" y="45525"/>
                </a:lnTo>
                <a:cubicBezTo>
                  <a:pt x="418949" y="41042"/>
                  <a:pt x="418380" y="37787"/>
                  <a:pt x="417242" y="35760"/>
                </a:cubicBezTo>
                <a:cubicBezTo>
                  <a:pt x="416103" y="33733"/>
                  <a:pt x="414185" y="32720"/>
                  <a:pt x="411488" y="32720"/>
                </a:cubicBezTo>
                <a:cubicBezTo>
                  <a:pt x="407319" y="32720"/>
                  <a:pt x="403168" y="35051"/>
                  <a:pt x="399034" y="39715"/>
                </a:cubicBezTo>
                <a:lnTo>
                  <a:pt x="399034" y="65703"/>
                </a:lnTo>
                <a:cubicBezTo>
                  <a:pt x="399034" y="69039"/>
                  <a:pt x="399227" y="71102"/>
                  <a:pt x="399612" y="71890"/>
                </a:cubicBezTo>
                <a:cubicBezTo>
                  <a:pt x="400102" y="72930"/>
                  <a:pt x="400777" y="73693"/>
                  <a:pt x="401635" y="74177"/>
                </a:cubicBezTo>
                <a:cubicBezTo>
                  <a:pt x="402493" y="74662"/>
                  <a:pt x="404236" y="74904"/>
                  <a:pt x="406864" y="74904"/>
                </a:cubicBezTo>
                <a:lnTo>
                  <a:pt x="406864" y="76905"/>
                </a:lnTo>
                <a:lnTo>
                  <a:pt x="383060" y="76905"/>
                </a:lnTo>
                <a:lnTo>
                  <a:pt x="383060" y="74904"/>
                </a:lnTo>
                <a:lnTo>
                  <a:pt x="384111" y="74904"/>
                </a:lnTo>
                <a:cubicBezTo>
                  <a:pt x="386563" y="74904"/>
                  <a:pt x="388218" y="74266"/>
                  <a:pt x="389076" y="72989"/>
                </a:cubicBezTo>
                <a:cubicBezTo>
                  <a:pt x="389935" y="71711"/>
                  <a:pt x="390364" y="69274"/>
                  <a:pt x="390364" y="65676"/>
                </a:cubicBezTo>
                <a:lnTo>
                  <a:pt x="390364" y="47329"/>
                </a:lnTo>
                <a:cubicBezTo>
                  <a:pt x="390364" y="41393"/>
                  <a:pt x="390232" y="37778"/>
                  <a:pt x="389970" y="36484"/>
                </a:cubicBezTo>
                <a:cubicBezTo>
                  <a:pt x="389707" y="35188"/>
                  <a:pt x="389304" y="34306"/>
                  <a:pt x="388761" y="33839"/>
                </a:cubicBezTo>
                <a:cubicBezTo>
                  <a:pt x="388218" y="33371"/>
                  <a:pt x="387491" y="33137"/>
                  <a:pt x="386580" y="33137"/>
                </a:cubicBezTo>
                <a:cubicBezTo>
                  <a:pt x="385600" y="33137"/>
                  <a:pt x="384426" y="33407"/>
                  <a:pt x="383060" y="33947"/>
                </a:cubicBezTo>
                <a:lnTo>
                  <a:pt x="382272" y="32003"/>
                </a:lnTo>
                <a:lnTo>
                  <a:pt x="396775" y="25959"/>
                </a:lnTo>
                <a:lnTo>
                  <a:pt x="399034" y="25959"/>
                </a:lnTo>
                <a:lnTo>
                  <a:pt x="399034" y="36451"/>
                </a:lnTo>
                <a:close/>
                <a:moveTo>
                  <a:pt x="451686" y="58853"/>
                </a:moveTo>
                <a:cubicBezTo>
                  <a:pt x="448743" y="57377"/>
                  <a:pt x="446484" y="55316"/>
                  <a:pt x="444907" y="52669"/>
                </a:cubicBezTo>
                <a:cubicBezTo>
                  <a:pt x="443331" y="50023"/>
                  <a:pt x="442543" y="47097"/>
                  <a:pt x="442543" y="43891"/>
                </a:cubicBezTo>
                <a:cubicBezTo>
                  <a:pt x="442543" y="38994"/>
                  <a:pt x="444338" y="34782"/>
                  <a:pt x="447929" y="31253"/>
                </a:cubicBezTo>
                <a:cubicBezTo>
                  <a:pt x="451519" y="27724"/>
                  <a:pt x="456117" y="25959"/>
                  <a:pt x="461722" y="25959"/>
                </a:cubicBezTo>
                <a:cubicBezTo>
                  <a:pt x="466311" y="25959"/>
                  <a:pt x="470287" y="27113"/>
                  <a:pt x="473650" y="29421"/>
                </a:cubicBezTo>
                <a:lnTo>
                  <a:pt x="483845" y="29421"/>
                </a:lnTo>
                <a:cubicBezTo>
                  <a:pt x="485351" y="29421"/>
                  <a:pt x="486227" y="29465"/>
                  <a:pt x="486472" y="29554"/>
                </a:cubicBezTo>
                <a:cubicBezTo>
                  <a:pt x="486717" y="29643"/>
                  <a:pt x="486892" y="29795"/>
                  <a:pt x="486997" y="30009"/>
                </a:cubicBezTo>
                <a:cubicBezTo>
                  <a:pt x="487208" y="30330"/>
                  <a:pt x="487313" y="30901"/>
                  <a:pt x="487313" y="31721"/>
                </a:cubicBezTo>
                <a:cubicBezTo>
                  <a:pt x="487313" y="32647"/>
                  <a:pt x="487225" y="33289"/>
                  <a:pt x="487050" y="33646"/>
                </a:cubicBezTo>
                <a:cubicBezTo>
                  <a:pt x="486945" y="33824"/>
                  <a:pt x="486761" y="33966"/>
                  <a:pt x="486498" y="34073"/>
                </a:cubicBezTo>
                <a:cubicBezTo>
                  <a:pt x="486235" y="34181"/>
                  <a:pt x="485351" y="34234"/>
                  <a:pt x="483845" y="34234"/>
                </a:cubicBezTo>
                <a:lnTo>
                  <a:pt x="477591" y="34234"/>
                </a:lnTo>
                <a:cubicBezTo>
                  <a:pt x="479553" y="36836"/>
                  <a:pt x="480534" y="40159"/>
                  <a:pt x="480534" y="44205"/>
                </a:cubicBezTo>
                <a:cubicBezTo>
                  <a:pt x="480534" y="48829"/>
                  <a:pt x="478818" y="52785"/>
                  <a:pt x="475384" y="56073"/>
                </a:cubicBezTo>
                <a:cubicBezTo>
                  <a:pt x="471951" y="59361"/>
                  <a:pt x="467345" y="61005"/>
                  <a:pt x="461565" y="61005"/>
                </a:cubicBezTo>
                <a:cubicBezTo>
                  <a:pt x="459183" y="61005"/>
                  <a:pt x="456748" y="60637"/>
                  <a:pt x="454261" y="59901"/>
                </a:cubicBezTo>
                <a:cubicBezTo>
                  <a:pt x="452719" y="61270"/>
                  <a:pt x="451677" y="62468"/>
                  <a:pt x="451134" y="63496"/>
                </a:cubicBezTo>
                <a:cubicBezTo>
                  <a:pt x="450591" y="64522"/>
                  <a:pt x="450320" y="65396"/>
                  <a:pt x="450320" y="66116"/>
                </a:cubicBezTo>
                <a:cubicBezTo>
                  <a:pt x="450320" y="66728"/>
                  <a:pt x="450609" y="67323"/>
                  <a:pt x="451187" y="67900"/>
                </a:cubicBezTo>
                <a:cubicBezTo>
                  <a:pt x="451765" y="68476"/>
                  <a:pt x="452894" y="68890"/>
                  <a:pt x="454576" y="69142"/>
                </a:cubicBezTo>
                <a:cubicBezTo>
                  <a:pt x="455557" y="69287"/>
                  <a:pt x="458009" y="69413"/>
                  <a:pt x="461933" y="69521"/>
                </a:cubicBezTo>
                <a:cubicBezTo>
                  <a:pt x="469149" y="69700"/>
                  <a:pt x="473826" y="69952"/>
                  <a:pt x="475963" y="70276"/>
                </a:cubicBezTo>
                <a:cubicBezTo>
                  <a:pt x="479220" y="70745"/>
                  <a:pt x="481821" y="71988"/>
                  <a:pt x="483766" y="74006"/>
                </a:cubicBezTo>
                <a:cubicBezTo>
                  <a:pt x="485710" y="76023"/>
                  <a:pt x="486682" y="78509"/>
                  <a:pt x="486682" y="81463"/>
                </a:cubicBezTo>
                <a:cubicBezTo>
                  <a:pt x="486682" y="85534"/>
                  <a:pt x="484825" y="89353"/>
                  <a:pt x="481112" y="92920"/>
                </a:cubicBezTo>
                <a:cubicBezTo>
                  <a:pt x="475647" y="98179"/>
                  <a:pt x="468518" y="100809"/>
                  <a:pt x="459726" y="100809"/>
                </a:cubicBezTo>
                <a:cubicBezTo>
                  <a:pt x="452965" y="100809"/>
                  <a:pt x="447254" y="99243"/>
                  <a:pt x="442595" y="96111"/>
                </a:cubicBezTo>
                <a:cubicBezTo>
                  <a:pt x="439968" y="94310"/>
                  <a:pt x="438654" y="92438"/>
                  <a:pt x="438654" y="90493"/>
                </a:cubicBezTo>
                <a:cubicBezTo>
                  <a:pt x="438654" y="89630"/>
                  <a:pt x="438847" y="88766"/>
                  <a:pt x="439232" y="87902"/>
                </a:cubicBezTo>
                <a:cubicBezTo>
                  <a:pt x="439828" y="86569"/>
                  <a:pt x="441054" y="84715"/>
                  <a:pt x="442911" y="82338"/>
                </a:cubicBezTo>
                <a:cubicBezTo>
                  <a:pt x="443156" y="82015"/>
                  <a:pt x="444942" y="80071"/>
                  <a:pt x="448270" y="76506"/>
                </a:cubicBezTo>
                <a:cubicBezTo>
                  <a:pt x="446449" y="75387"/>
                  <a:pt x="445161" y="74386"/>
                  <a:pt x="444408" y="73501"/>
                </a:cubicBezTo>
                <a:cubicBezTo>
                  <a:pt x="443655" y="72617"/>
                  <a:pt x="443278" y="71615"/>
                  <a:pt x="443278" y="70496"/>
                </a:cubicBezTo>
                <a:cubicBezTo>
                  <a:pt x="443278" y="69232"/>
                  <a:pt x="443778" y="67751"/>
                  <a:pt x="444776" y="66055"/>
                </a:cubicBezTo>
                <a:cubicBezTo>
                  <a:pt x="445774" y="64358"/>
                  <a:pt x="448078" y="61957"/>
                  <a:pt x="451686" y="58853"/>
                </a:cubicBezTo>
                <a:moveTo>
                  <a:pt x="460829" y="28664"/>
                </a:moveTo>
                <a:cubicBezTo>
                  <a:pt x="458237" y="28664"/>
                  <a:pt x="456065" y="29722"/>
                  <a:pt x="454313" y="31838"/>
                </a:cubicBezTo>
                <a:cubicBezTo>
                  <a:pt x="452562" y="33952"/>
                  <a:pt x="451686" y="37197"/>
                  <a:pt x="451686" y="41572"/>
                </a:cubicBezTo>
                <a:cubicBezTo>
                  <a:pt x="451686" y="47239"/>
                  <a:pt x="452877" y="51631"/>
                  <a:pt x="455259" y="54750"/>
                </a:cubicBezTo>
                <a:cubicBezTo>
                  <a:pt x="457081" y="57117"/>
                  <a:pt x="459393" y="58301"/>
                  <a:pt x="462195" y="58301"/>
                </a:cubicBezTo>
                <a:cubicBezTo>
                  <a:pt x="464858" y="58301"/>
                  <a:pt x="467047" y="57279"/>
                  <a:pt x="468764" y="55235"/>
                </a:cubicBezTo>
                <a:cubicBezTo>
                  <a:pt x="470480" y="53191"/>
                  <a:pt x="471338" y="49982"/>
                  <a:pt x="471338" y="45607"/>
                </a:cubicBezTo>
                <a:cubicBezTo>
                  <a:pt x="471338" y="39905"/>
                  <a:pt x="470130" y="35441"/>
                  <a:pt x="467713" y="32213"/>
                </a:cubicBezTo>
                <a:cubicBezTo>
                  <a:pt x="465926" y="29847"/>
                  <a:pt x="463632" y="28664"/>
                  <a:pt x="460829" y="28664"/>
                </a:cubicBezTo>
                <a:moveTo>
                  <a:pt x="451160" y="76937"/>
                </a:moveTo>
                <a:cubicBezTo>
                  <a:pt x="449514" y="78772"/>
                  <a:pt x="448270" y="80482"/>
                  <a:pt x="447430" y="82065"/>
                </a:cubicBezTo>
                <a:cubicBezTo>
                  <a:pt x="446589" y="83649"/>
                  <a:pt x="446168" y="85107"/>
                  <a:pt x="446168" y="86439"/>
                </a:cubicBezTo>
                <a:cubicBezTo>
                  <a:pt x="446168" y="88166"/>
                  <a:pt x="447184" y="89677"/>
                  <a:pt x="449216" y="90973"/>
                </a:cubicBezTo>
                <a:cubicBezTo>
                  <a:pt x="452719" y="93204"/>
                  <a:pt x="457781" y="94319"/>
                  <a:pt x="464402" y="94319"/>
                </a:cubicBezTo>
                <a:cubicBezTo>
                  <a:pt x="470708" y="94319"/>
                  <a:pt x="475358" y="93176"/>
                  <a:pt x="478353" y="90890"/>
                </a:cubicBezTo>
                <a:cubicBezTo>
                  <a:pt x="481349" y="88605"/>
                  <a:pt x="482846" y="86168"/>
                  <a:pt x="482846" y="83577"/>
                </a:cubicBezTo>
                <a:cubicBezTo>
                  <a:pt x="482846" y="81706"/>
                  <a:pt x="481953" y="80374"/>
                  <a:pt x="480166" y="79582"/>
                </a:cubicBezTo>
                <a:cubicBezTo>
                  <a:pt x="478345" y="78790"/>
                  <a:pt x="474736" y="78322"/>
                  <a:pt x="469342" y="78179"/>
                </a:cubicBezTo>
                <a:cubicBezTo>
                  <a:pt x="461460" y="77963"/>
                  <a:pt x="455399" y="77549"/>
                  <a:pt x="451160" y="76937"/>
                </a:cubicBezTo>
                <a:close/>
              </a:path>
            </a:pathLst>
          </a:custGeom>
          <a:solidFill xmlns:a="http://schemas.openxmlformats.org/drawingml/2006/main">
            <a:srgbClr val="000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Finetuning">
            <a:extLst xmlns:a="http://schemas.openxmlformats.org/drawingml/2006/main">
              <a:ext uri="{FF2B5EF4-FFF2-40B4-BE49-F238E27FC236}">
                <a16:creationId xmlns:a16="http://schemas.microsoft.com/office/drawing/2014/main" id="{0D281DDB-11FF-43E9-93EB-17CD85D9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220" y="2345072"/>
            <a:ext cx="487314" cy="100809"/>
          </a:xfrm>
          <a:custGeom xmlns:a="http://schemas.openxmlformats.org/drawingml/2006/main">
            <a:pathLst>
              <a:path w="487314" h="100809">
                <a:moveTo>
                  <a:pt x="20283" y="7572"/>
                </a:moveTo>
                <a:lnTo>
                  <a:pt x="20283" y="36343"/>
                </a:lnTo>
                <a:lnTo>
                  <a:pt x="33262" y="36343"/>
                </a:lnTo>
                <a:cubicBezTo>
                  <a:pt x="36240" y="36343"/>
                  <a:pt x="38421" y="35667"/>
                  <a:pt x="39804" y="34315"/>
                </a:cubicBezTo>
                <a:cubicBezTo>
                  <a:pt x="41188" y="32963"/>
                  <a:pt x="42108" y="30286"/>
                  <a:pt x="42563" y="26284"/>
                </a:cubicBezTo>
                <a:lnTo>
                  <a:pt x="44507" y="26284"/>
                </a:lnTo>
                <a:lnTo>
                  <a:pt x="44507" y="51162"/>
                </a:lnTo>
                <a:lnTo>
                  <a:pt x="42563" y="51162"/>
                </a:lnTo>
                <a:cubicBezTo>
                  <a:pt x="42528" y="48299"/>
                  <a:pt x="42169" y="46197"/>
                  <a:pt x="41486" y="44856"/>
                </a:cubicBezTo>
                <a:cubicBezTo>
                  <a:pt x="40803" y="43514"/>
                  <a:pt x="39857" y="42508"/>
                  <a:pt x="38648" y="41838"/>
                </a:cubicBezTo>
                <a:cubicBezTo>
                  <a:pt x="37440" y="41167"/>
                  <a:pt x="35644" y="40832"/>
                  <a:pt x="33262" y="40832"/>
                </a:cubicBezTo>
                <a:lnTo>
                  <a:pt x="20283" y="40832"/>
                </a:lnTo>
                <a:lnTo>
                  <a:pt x="20283" y="63908"/>
                </a:lnTo>
                <a:cubicBezTo>
                  <a:pt x="20283" y="67628"/>
                  <a:pt x="20511" y="70083"/>
                  <a:pt x="20966" y="71275"/>
                </a:cubicBezTo>
                <a:cubicBezTo>
                  <a:pt x="21317" y="72178"/>
                  <a:pt x="22052" y="72954"/>
                  <a:pt x="23173" y="73604"/>
                </a:cubicBezTo>
                <a:cubicBezTo>
                  <a:pt x="24715" y="74471"/>
                  <a:pt x="26326" y="74904"/>
                  <a:pt x="28007" y="74904"/>
                </a:cubicBezTo>
                <a:lnTo>
                  <a:pt x="30582" y="74904"/>
                </a:lnTo>
                <a:lnTo>
                  <a:pt x="30582" y="76905"/>
                </a:lnTo>
                <a:lnTo>
                  <a:pt x="0" y="76905"/>
                </a:lnTo>
                <a:lnTo>
                  <a:pt x="0" y="74904"/>
                </a:lnTo>
                <a:lnTo>
                  <a:pt x="2522" y="74904"/>
                </a:lnTo>
                <a:cubicBezTo>
                  <a:pt x="5465" y="74904"/>
                  <a:pt x="7602" y="74021"/>
                  <a:pt x="8933" y="72254"/>
                </a:cubicBezTo>
                <a:cubicBezTo>
                  <a:pt x="9774" y="71100"/>
                  <a:pt x="10194" y="68324"/>
                  <a:pt x="10194" y="63925"/>
                </a:cubicBezTo>
                <a:lnTo>
                  <a:pt x="10194" y="16549"/>
                </a:lnTo>
                <a:cubicBezTo>
                  <a:pt x="10194" y="12836"/>
                  <a:pt x="9966" y="10384"/>
                  <a:pt x="9511" y="9194"/>
                </a:cubicBezTo>
                <a:cubicBezTo>
                  <a:pt x="9161" y="8293"/>
                  <a:pt x="8443" y="7517"/>
                  <a:pt x="7357" y="6868"/>
                </a:cubicBezTo>
                <a:cubicBezTo>
                  <a:pt x="5850" y="6003"/>
                  <a:pt x="4239" y="5570"/>
                  <a:pt x="2522" y="5570"/>
                </a:cubicBezTo>
                <a:lnTo>
                  <a:pt x="0" y="5570"/>
                </a:lnTo>
                <a:lnTo>
                  <a:pt x="0" y="3569"/>
                </a:lnTo>
                <a:lnTo>
                  <a:pt x="53020" y="3569"/>
                </a:lnTo>
                <a:lnTo>
                  <a:pt x="53703" y="19686"/>
                </a:lnTo>
                <a:lnTo>
                  <a:pt x="51864" y="19686"/>
                </a:lnTo>
                <a:cubicBezTo>
                  <a:pt x="50953" y="16261"/>
                  <a:pt x="49893" y="13746"/>
                  <a:pt x="48685" y="12141"/>
                </a:cubicBezTo>
                <a:cubicBezTo>
                  <a:pt x="47476" y="10537"/>
                  <a:pt x="45987" y="9374"/>
                  <a:pt x="44218" y="8653"/>
                </a:cubicBezTo>
                <a:cubicBezTo>
                  <a:pt x="42449" y="7932"/>
                  <a:pt x="39708" y="7572"/>
                  <a:pt x="35995" y="7572"/>
                </a:cubicBezTo>
                <a:lnTo>
                  <a:pt x="20283" y="7572"/>
                </a:lnTo>
                <a:close/>
                <a:moveTo>
                  <a:pt x="74406" y="0"/>
                </a:moveTo>
                <a:cubicBezTo>
                  <a:pt x="75878" y="0"/>
                  <a:pt x="77130" y="535"/>
                  <a:pt x="78163" y="1604"/>
                </a:cubicBezTo>
                <a:cubicBezTo>
                  <a:pt x="79197" y="2672"/>
                  <a:pt x="79713" y="3967"/>
                  <a:pt x="79713" y="5489"/>
                </a:cubicBezTo>
                <a:cubicBezTo>
                  <a:pt x="79713" y="7012"/>
                  <a:pt x="79197" y="8316"/>
                  <a:pt x="78163" y="9404"/>
                </a:cubicBezTo>
                <a:cubicBezTo>
                  <a:pt x="77130" y="10490"/>
                  <a:pt x="75878" y="11033"/>
                  <a:pt x="74406" y="11033"/>
                </a:cubicBezTo>
                <a:cubicBezTo>
                  <a:pt x="72935" y="11033"/>
                  <a:pt x="71674" y="10490"/>
                  <a:pt x="70623" y="9404"/>
                </a:cubicBezTo>
                <a:cubicBezTo>
                  <a:pt x="69572" y="8316"/>
                  <a:pt x="69046" y="7012"/>
                  <a:pt x="69046" y="5489"/>
                </a:cubicBezTo>
                <a:cubicBezTo>
                  <a:pt x="69046" y="3967"/>
                  <a:pt x="69563" y="2672"/>
                  <a:pt x="70597" y="1604"/>
                </a:cubicBezTo>
                <a:cubicBezTo>
                  <a:pt x="71630" y="535"/>
                  <a:pt x="72900" y="0"/>
                  <a:pt x="74406" y="0"/>
                </a:cubicBezTo>
                <a:moveTo>
                  <a:pt x="78768" y="25959"/>
                </a:moveTo>
                <a:lnTo>
                  <a:pt x="78768" y="65676"/>
                </a:lnTo>
                <a:cubicBezTo>
                  <a:pt x="78768" y="68770"/>
                  <a:pt x="78987" y="70830"/>
                  <a:pt x="79424" y="71855"/>
                </a:cubicBezTo>
                <a:cubicBezTo>
                  <a:pt x="79862" y="72880"/>
                  <a:pt x="80510" y="73645"/>
                  <a:pt x="81369" y="74148"/>
                </a:cubicBezTo>
                <a:cubicBezTo>
                  <a:pt x="82227" y="74652"/>
                  <a:pt x="83795" y="74904"/>
                  <a:pt x="86072" y="74904"/>
                </a:cubicBezTo>
                <a:lnTo>
                  <a:pt x="86072" y="76905"/>
                </a:lnTo>
                <a:lnTo>
                  <a:pt x="62688" y="76905"/>
                </a:lnTo>
                <a:lnTo>
                  <a:pt x="62688" y="74904"/>
                </a:lnTo>
                <a:cubicBezTo>
                  <a:pt x="65035" y="74904"/>
                  <a:pt x="66612" y="74670"/>
                  <a:pt x="67417" y="74202"/>
                </a:cubicBezTo>
                <a:cubicBezTo>
                  <a:pt x="68223" y="73735"/>
                  <a:pt x="68863" y="72961"/>
                  <a:pt x="69335" y="71882"/>
                </a:cubicBezTo>
                <a:cubicBezTo>
                  <a:pt x="69808" y="70803"/>
                  <a:pt x="70045" y="68734"/>
                  <a:pt x="70045" y="65676"/>
                </a:cubicBezTo>
                <a:lnTo>
                  <a:pt x="70045" y="46627"/>
                </a:lnTo>
                <a:cubicBezTo>
                  <a:pt x="70045" y="41266"/>
                  <a:pt x="69887" y="37795"/>
                  <a:pt x="69572" y="36213"/>
                </a:cubicBezTo>
                <a:cubicBezTo>
                  <a:pt x="69327" y="35062"/>
                  <a:pt x="68941" y="34261"/>
                  <a:pt x="68416" y="33812"/>
                </a:cubicBezTo>
                <a:cubicBezTo>
                  <a:pt x="67890" y="33362"/>
                  <a:pt x="67172" y="33137"/>
                  <a:pt x="66261" y="33137"/>
                </a:cubicBezTo>
                <a:cubicBezTo>
                  <a:pt x="65281" y="33137"/>
                  <a:pt x="64090" y="33407"/>
                  <a:pt x="62688" y="33947"/>
                </a:cubicBezTo>
                <a:lnTo>
                  <a:pt x="61953" y="32003"/>
                </a:lnTo>
                <a:lnTo>
                  <a:pt x="76456" y="25959"/>
                </a:lnTo>
                <a:lnTo>
                  <a:pt x="78768" y="25959"/>
                </a:lnTo>
                <a:close/>
                <a:moveTo>
                  <a:pt x="105335" y="36451"/>
                </a:moveTo>
                <a:cubicBezTo>
                  <a:pt x="110975" y="29457"/>
                  <a:pt x="116353" y="25959"/>
                  <a:pt x="121467" y="25959"/>
                </a:cubicBezTo>
                <a:cubicBezTo>
                  <a:pt x="124095" y="25959"/>
                  <a:pt x="126354" y="26634"/>
                  <a:pt x="128246" y="27984"/>
                </a:cubicBezTo>
                <a:cubicBezTo>
                  <a:pt x="130137" y="29333"/>
                  <a:pt x="131644" y="31554"/>
                  <a:pt x="132765" y="34648"/>
                </a:cubicBezTo>
                <a:cubicBezTo>
                  <a:pt x="133535" y="36806"/>
                  <a:pt x="133921" y="40115"/>
                  <a:pt x="133921" y="44577"/>
                </a:cubicBezTo>
                <a:lnTo>
                  <a:pt x="133921" y="65676"/>
                </a:lnTo>
                <a:cubicBezTo>
                  <a:pt x="133921" y="68806"/>
                  <a:pt x="134166" y="70929"/>
                  <a:pt x="134656" y="72044"/>
                </a:cubicBezTo>
                <a:cubicBezTo>
                  <a:pt x="135042" y="72943"/>
                  <a:pt x="135664" y="73645"/>
                  <a:pt x="136522" y="74148"/>
                </a:cubicBezTo>
                <a:cubicBezTo>
                  <a:pt x="137380" y="74652"/>
                  <a:pt x="138965" y="74904"/>
                  <a:pt x="141277" y="74904"/>
                </a:cubicBezTo>
                <a:lnTo>
                  <a:pt x="141277" y="76905"/>
                </a:lnTo>
                <a:lnTo>
                  <a:pt x="117474" y="76905"/>
                </a:lnTo>
                <a:lnTo>
                  <a:pt x="117474" y="74904"/>
                </a:lnTo>
                <a:lnTo>
                  <a:pt x="118472" y="74904"/>
                </a:lnTo>
                <a:cubicBezTo>
                  <a:pt x="120714" y="74904"/>
                  <a:pt x="122282" y="74554"/>
                  <a:pt x="123175" y="73854"/>
                </a:cubicBezTo>
                <a:cubicBezTo>
                  <a:pt x="124068" y="73155"/>
                  <a:pt x="124690" y="72124"/>
                  <a:pt x="125040" y="70762"/>
                </a:cubicBezTo>
                <a:cubicBezTo>
                  <a:pt x="125181" y="70223"/>
                  <a:pt x="125251" y="68537"/>
                  <a:pt x="125251" y="65703"/>
                </a:cubicBezTo>
                <a:lnTo>
                  <a:pt x="125251" y="45525"/>
                </a:lnTo>
                <a:cubicBezTo>
                  <a:pt x="125251" y="41042"/>
                  <a:pt x="124681" y="37787"/>
                  <a:pt x="123543" y="35760"/>
                </a:cubicBezTo>
                <a:cubicBezTo>
                  <a:pt x="122404" y="33733"/>
                  <a:pt x="120486" y="32720"/>
                  <a:pt x="117789" y="32720"/>
                </a:cubicBezTo>
                <a:cubicBezTo>
                  <a:pt x="113620" y="32720"/>
                  <a:pt x="109469" y="35051"/>
                  <a:pt x="105335" y="39715"/>
                </a:cubicBezTo>
                <a:lnTo>
                  <a:pt x="105335" y="65703"/>
                </a:lnTo>
                <a:cubicBezTo>
                  <a:pt x="105335" y="69039"/>
                  <a:pt x="105528" y="71102"/>
                  <a:pt x="105913" y="71890"/>
                </a:cubicBezTo>
                <a:cubicBezTo>
                  <a:pt x="106404" y="72930"/>
                  <a:pt x="107078" y="73693"/>
                  <a:pt x="107936" y="74177"/>
                </a:cubicBezTo>
                <a:cubicBezTo>
                  <a:pt x="108795" y="74662"/>
                  <a:pt x="110537" y="74904"/>
                  <a:pt x="113165" y="74904"/>
                </a:cubicBezTo>
                <a:lnTo>
                  <a:pt x="113165" y="76905"/>
                </a:lnTo>
                <a:lnTo>
                  <a:pt x="89361" y="76905"/>
                </a:lnTo>
                <a:lnTo>
                  <a:pt x="89361" y="74904"/>
                </a:lnTo>
                <a:lnTo>
                  <a:pt x="90412" y="74904"/>
                </a:lnTo>
                <a:cubicBezTo>
                  <a:pt x="92864" y="74904"/>
                  <a:pt x="94519" y="74266"/>
                  <a:pt x="95378" y="72989"/>
                </a:cubicBezTo>
                <a:cubicBezTo>
                  <a:pt x="96236" y="71711"/>
                  <a:pt x="96665" y="69274"/>
                  <a:pt x="96665" y="65676"/>
                </a:cubicBezTo>
                <a:lnTo>
                  <a:pt x="96665" y="47329"/>
                </a:lnTo>
                <a:cubicBezTo>
                  <a:pt x="96665" y="41393"/>
                  <a:pt x="96534" y="37778"/>
                  <a:pt x="96271" y="36484"/>
                </a:cubicBezTo>
                <a:cubicBezTo>
                  <a:pt x="96008" y="35188"/>
                  <a:pt x="95605" y="34306"/>
                  <a:pt x="95062" y="33839"/>
                </a:cubicBezTo>
                <a:cubicBezTo>
                  <a:pt x="94519" y="33371"/>
                  <a:pt x="93793" y="33137"/>
                  <a:pt x="92882" y="33137"/>
                </a:cubicBezTo>
                <a:cubicBezTo>
                  <a:pt x="91901" y="33137"/>
                  <a:pt x="90727" y="33407"/>
                  <a:pt x="89361" y="33947"/>
                </a:cubicBezTo>
                <a:lnTo>
                  <a:pt x="88573" y="32003"/>
                </a:lnTo>
                <a:lnTo>
                  <a:pt x="103076" y="25959"/>
                </a:lnTo>
                <a:lnTo>
                  <a:pt x="105335" y="25959"/>
                </a:lnTo>
                <a:lnTo>
                  <a:pt x="105335" y="36451"/>
                </a:lnTo>
                <a:close/>
                <a:moveTo>
                  <a:pt x="153206" y="46078"/>
                </a:moveTo>
                <a:cubicBezTo>
                  <a:pt x="153171" y="53416"/>
                  <a:pt x="154905" y="59172"/>
                  <a:pt x="158408" y="63345"/>
                </a:cubicBezTo>
                <a:cubicBezTo>
                  <a:pt x="161911" y="67518"/>
                  <a:pt x="166027" y="69604"/>
                  <a:pt x="170756" y="69604"/>
                </a:cubicBezTo>
                <a:cubicBezTo>
                  <a:pt x="173909" y="69604"/>
                  <a:pt x="176650" y="68711"/>
                  <a:pt x="178980" y="66927"/>
                </a:cubicBezTo>
                <a:cubicBezTo>
                  <a:pt x="181309" y="65142"/>
                  <a:pt x="183262" y="62086"/>
                  <a:pt x="184839" y="57760"/>
                </a:cubicBezTo>
                <a:lnTo>
                  <a:pt x="186468" y="58841"/>
                </a:lnTo>
                <a:cubicBezTo>
                  <a:pt x="185732" y="63781"/>
                  <a:pt x="183595" y="68279"/>
                  <a:pt x="180057" y="72335"/>
                </a:cubicBezTo>
                <a:cubicBezTo>
                  <a:pt x="176519" y="76391"/>
                  <a:pt x="172088" y="78419"/>
                  <a:pt x="166763" y="78419"/>
                </a:cubicBezTo>
                <a:cubicBezTo>
                  <a:pt x="160983" y="78419"/>
                  <a:pt x="156034" y="76108"/>
                  <a:pt x="151918" y="71485"/>
                </a:cubicBezTo>
                <a:cubicBezTo>
                  <a:pt x="147802" y="66861"/>
                  <a:pt x="145744" y="60645"/>
                  <a:pt x="145744" y="52837"/>
                </a:cubicBezTo>
                <a:cubicBezTo>
                  <a:pt x="145744" y="44382"/>
                  <a:pt x="147855" y="37789"/>
                  <a:pt x="152076" y="33058"/>
                </a:cubicBezTo>
                <a:cubicBezTo>
                  <a:pt x="156297" y="28326"/>
                  <a:pt x="161596" y="25959"/>
                  <a:pt x="167971" y="25959"/>
                </a:cubicBezTo>
                <a:cubicBezTo>
                  <a:pt x="173366" y="25959"/>
                  <a:pt x="177798" y="27785"/>
                  <a:pt x="181266" y="31435"/>
                </a:cubicBezTo>
                <a:cubicBezTo>
                  <a:pt x="184734" y="35085"/>
                  <a:pt x="186468" y="39966"/>
                  <a:pt x="186468" y="46078"/>
                </a:cubicBezTo>
                <a:lnTo>
                  <a:pt x="153206" y="46078"/>
                </a:lnTo>
                <a:moveTo>
                  <a:pt x="153206" y="42941"/>
                </a:moveTo>
                <a:lnTo>
                  <a:pt x="175486" y="42941"/>
                </a:lnTo>
                <a:cubicBezTo>
                  <a:pt x="175310" y="39768"/>
                  <a:pt x="174943" y="37533"/>
                  <a:pt x="174382" y="36235"/>
                </a:cubicBezTo>
                <a:cubicBezTo>
                  <a:pt x="173506" y="34216"/>
                  <a:pt x="172201" y="32630"/>
                  <a:pt x="170467" y="31476"/>
                </a:cubicBezTo>
                <a:cubicBezTo>
                  <a:pt x="168733" y="30322"/>
                  <a:pt x="166920" y="29745"/>
                  <a:pt x="165029" y="29745"/>
                </a:cubicBezTo>
                <a:cubicBezTo>
                  <a:pt x="162121" y="29745"/>
                  <a:pt x="159520" y="30908"/>
                  <a:pt x="157226" y="33234"/>
                </a:cubicBezTo>
                <a:cubicBezTo>
                  <a:pt x="154931" y="35559"/>
                  <a:pt x="153591" y="38795"/>
                  <a:pt x="153206" y="42941"/>
                </a:cubicBezTo>
                <a:close/>
                <a:moveTo>
                  <a:pt x="233082" y="11033"/>
                </a:moveTo>
                <a:lnTo>
                  <a:pt x="233082" y="27366"/>
                </a:lnTo>
                <a:lnTo>
                  <a:pt x="244327" y="27366"/>
                </a:lnTo>
                <a:lnTo>
                  <a:pt x="244327" y="31151"/>
                </a:lnTo>
                <a:lnTo>
                  <a:pt x="233082" y="31151"/>
                </a:lnTo>
                <a:lnTo>
                  <a:pt x="233082" y="63232"/>
                </a:lnTo>
                <a:cubicBezTo>
                  <a:pt x="233082" y="66438"/>
                  <a:pt x="233529" y="68599"/>
                  <a:pt x="234422" y="69715"/>
                </a:cubicBezTo>
                <a:cubicBezTo>
                  <a:pt x="235315" y="70831"/>
                  <a:pt x="236463" y="71389"/>
                  <a:pt x="237864" y="71389"/>
                </a:cubicBezTo>
                <a:cubicBezTo>
                  <a:pt x="239020" y="71389"/>
                  <a:pt x="240141" y="71019"/>
                  <a:pt x="241227" y="70280"/>
                </a:cubicBezTo>
                <a:cubicBezTo>
                  <a:pt x="242313" y="69541"/>
                  <a:pt x="243154" y="68450"/>
                  <a:pt x="243749" y="67008"/>
                </a:cubicBezTo>
                <a:lnTo>
                  <a:pt x="245799" y="67008"/>
                </a:lnTo>
                <a:cubicBezTo>
                  <a:pt x="244572" y="70551"/>
                  <a:pt x="242838" y="73231"/>
                  <a:pt x="240596" y="75048"/>
                </a:cubicBezTo>
                <a:cubicBezTo>
                  <a:pt x="238354" y="76863"/>
                  <a:pt x="236042" y="77770"/>
                  <a:pt x="233660" y="77770"/>
                </a:cubicBezTo>
                <a:cubicBezTo>
                  <a:pt x="232049" y="77770"/>
                  <a:pt x="230472" y="77310"/>
                  <a:pt x="228931" y="76389"/>
                </a:cubicBezTo>
                <a:cubicBezTo>
                  <a:pt x="227390" y="75469"/>
                  <a:pt x="226251" y="74152"/>
                  <a:pt x="225515" y="72438"/>
                </a:cubicBezTo>
                <a:cubicBezTo>
                  <a:pt x="224780" y="70723"/>
                  <a:pt x="224412" y="68079"/>
                  <a:pt x="224412" y="64505"/>
                </a:cubicBezTo>
                <a:lnTo>
                  <a:pt x="224412" y="31151"/>
                </a:lnTo>
                <a:lnTo>
                  <a:pt x="216793" y="31151"/>
                </a:lnTo>
                <a:lnTo>
                  <a:pt x="216793" y="29367"/>
                </a:lnTo>
                <a:cubicBezTo>
                  <a:pt x="218719" y="28571"/>
                  <a:pt x="220690" y="27224"/>
                  <a:pt x="222704" y="25326"/>
                </a:cubicBezTo>
                <a:cubicBezTo>
                  <a:pt x="224718" y="23427"/>
                  <a:pt x="226514" y="21176"/>
                  <a:pt x="228090" y="18572"/>
                </a:cubicBezTo>
                <a:cubicBezTo>
                  <a:pt x="228896" y="17199"/>
                  <a:pt x="230017" y="14686"/>
                  <a:pt x="231453" y="11033"/>
                </a:cubicBezTo>
                <a:lnTo>
                  <a:pt x="233082" y="11033"/>
                </a:lnTo>
                <a:close/>
                <a:moveTo>
                  <a:pt x="290442" y="27366"/>
                </a:moveTo>
                <a:lnTo>
                  <a:pt x="290442" y="57381"/>
                </a:lnTo>
                <a:cubicBezTo>
                  <a:pt x="290442" y="63114"/>
                  <a:pt x="290574" y="66620"/>
                  <a:pt x="290836" y="67900"/>
                </a:cubicBezTo>
                <a:cubicBezTo>
                  <a:pt x="291099" y="69180"/>
                  <a:pt x="291520" y="70073"/>
                  <a:pt x="292098" y="70577"/>
                </a:cubicBezTo>
                <a:cubicBezTo>
                  <a:pt x="292676" y="71082"/>
                  <a:pt x="293350" y="71334"/>
                  <a:pt x="294121" y="71334"/>
                </a:cubicBezTo>
                <a:cubicBezTo>
                  <a:pt x="295207" y="71334"/>
                  <a:pt x="296433" y="71028"/>
                  <a:pt x="297799" y="70415"/>
                </a:cubicBezTo>
                <a:lnTo>
                  <a:pt x="298535" y="72308"/>
                </a:lnTo>
                <a:lnTo>
                  <a:pt x="284137" y="78419"/>
                </a:lnTo>
                <a:lnTo>
                  <a:pt x="281772" y="78419"/>
                </a:lnTo>
                <a:lnTo>
                  <a:pt x="281772" y="67927"/>
                </a:lnTo>
                <a:cubicBezTo>
                  <a:pt x="277638" y="72542"/>
                  <a:pt x="274486" y="75445"/>
                  <a:pt x="272314" y="76634"/>
                </a:cubicBezTo>
                <a:cubicBezTo>
                  <a:pt x="270142" y="77824"/>
                  <a:pt x="267847" y="78419"/>
                  <a:pt x="265430" y="78419"/>
                </a:cubicBezTo>
                <a:cubicBezTo>
                  <a:pt x="262733" y="78419"/>
                  <a:pt x="260394" y="77617"/>
                  <a:pt x="258415" y="76013"/>
                </a:cubicBezTo>
                <a:cubicBezTo>
                  <a:pt x="256436" y="74408"/>
                  <a:pt x="255061" y="72344"/>
                  <a:pt x="254290" y="69820"/>
                </a:cubicBezTo>
                <a:cubicBezTo>
                  <a:pt x="253519" y="67296"/>
                  <a:pt x="253134" y="63727"/>
                  <a:pt x="253134" y="59112"/>
                </a:cubicBezTo>
                <a:lnTo>
                  <a:pt x="253134" y="36992"/>
                </a:lnTo>
                <a:cubicBezTo>
                  <a:pt x="253134" y="34649"/>
                  <a:pt x="252889" y="33026"/>
                  <a:pt x="252398" y="32125"/>
                </a:cubicBezTo>
                <a:cubicBezTo>
                  <a:pt x="251908" y="31223"/>
                  <a:pt x="251181" y="30529"/>
                  <a:pt x="250218" y="30043"/>
                </a:cubicBezTo>
                <a:cubicBezTo>
                  <a:pt x="249254" y="29556"/>
                  <a:pt x="247512" y="29331"/>
                  <a:pt x="244989" y="29367"/>
                </a:cubicBezTo>
                <a:lnTo>
                  <a:pt x="244989" y="27366"/>
                </a:lnTo>
                <a:lnTo>
                  <a:pt x="261857" y="27366"/>
                </a:lnTo>
                <a:lnTo>
                  <a:pt x="261857" y="60437"/>
                </a:lnTo>
                <a:cubicBezTo>
                  <a:pt x="261857" y="65041"/>
                  <a:pt x="262636" y="68062"/>
                  <a:pt x="264195" y="69501"/>
                </a:cubicBezTo>
                <a:cubicBezTo>
                  <a:pt x="265754" y="70940"/>
                  <a:pt x="267637" y="71659"/>
                  <a:pt x="269844" y="71659"/>
                </a:cubicBezTo>
                <a:cubicBezTo>
                  <a:pt x="271350" y="71659"/>
                  <a:pt x="273058" y="71173"/>
                  <a:pt x="274967" y="70202"/>
                </a:cubicBezTo>
                <a:cubicBezTo>
                  <a:pt x="276876" y="69231"/>
                  <a:pt x="279145" y="67379"/>
                  <a:pt x="281772" y="64647"/>
                </a:cubicBezTo>
                <a:lnTo>
                  <a:pt x="281772" y="36649"/>
                </a:lnTo>
                <a:cubicBezTo>
                  <a:pt x="281772" y="33844"/>
                  <a:pt x="281273" y="31947"/>
                  <a:pt x="280275" y="30959"/>
                </a:cubicBezTo>
                <a:cubicBezTo>
                  <a:pt x="279276" y="29969"/>
                  <a:pt x="277201" y="29439"/>
                  <a:pt x="274048" y="29367"/>
                </a:cubicBezTo>
                <a:lnTo>
                  <a:pt x="274048" y="27366"/>
                </a:lnTo>
                <a:lnTo>
                  <a:pt x="290442" y="27366"/>
                </a:lnTo>
                <a:close/>
                <a:moveTo>
                  <a:pt x="316085" y="36451"/>
                </a:moveTo>
                <a:cubicBezTo>
                  <a:pt x="321725" y="29457"/>
                  <a:pt x="327103" y="25959"/>
                  <a:pt x="332217" y="25959"/>
                </a:cubicBezTo>
                <a:cubicBezTo>
                  <a:pt x="334845" y="25959"/>
                  <a:pt x="337104" y="26634"/>
                  <a:pt x="338996" y="27984"/>
                </a:cubicBezTo>
                <a:cubicBezTo>
                  <a:pt x="340887" y="29333"/>
                  <a:pt x="342394" y="31554"/>
                  <a:pt x="343515" y="34648"/>
                </a:cubicBezTo>
                <a:cubicBezTo>
                  <a:pt x="344286" y="36806"/>
                  <a:pt x="344671" y="40115"/>
                  <a:pt x="344671" y="44577"/>
                </a:cubicBezTo>
                <a:lnTo>
                  <a:pt x="344671" y="65676"/>
                </a:lnTo>
                <a:cubicBezTo>
                  <a:pt x="344671" y="68806"/>
                  <a:pt x="344916" y="70929"/>
                  <a:pt x="345407" y="72044"/>
                </a:cubicBezTo>
                <a:cubicBezTo>
                  <a:pt x="345792" y="72943"/>
                  <a:pt x="346414" y="73645"/>
                  <a:pt x="347272" y="74148"/>
                </a:cubicBezTo>
                <a:cubicBezTo>
                  <a:pt x="348130" y="74652"/>
                  <a:pt x="349715" y="74904"/>
                  <a:pt x="352027" y="74904"/>
                </a:cubicBezTo>
                <a:lnTo>
                  <a:pt x="352027" y="76905"/>
                </a:lnTo>
                <a:lnTo>
                  <a:pt x="328224" y="76905"/>
                </a:lnTo>
                <a:lnTo>
                  <a:pt x="328224" y="74904"/>
                </a:lnTo>
                <a:lnTo>
                  <a:pt x="329222" y="74904"/>
                </a:lnTo>
                <a:cubicBezTo>
                  <a:pt x="331464" y="74904"/>
                  <a:pt x="333032" y="74554"/>
                  <a:pt x="333925" y="73854"/>
                </a:cubicBezTo>
                <a:cubicBezTo>
                  <a:pt x="334818" y="73155"/>
                  <a:pt x="335440" y="72124"/>
                  <a:pt x="335790" y="70762"/>
                </a:cubicBezTo>
                <a:cubicBezTo>
                  <a:pt x="335931" y="70223"/>
                  <a:pt x="336001" y="68537"/>
                  <a:pt x="336001" y="65703"/>
                </a:cubicBezTo>
                <a:lnTo>
                  <a:pt x="336001" y="45525"/>
                </a:lnTo>
                <a:cubicBezTo>
                  <a:pt x="336001" y="41042"/>
                  <a:pt x="335431" y="37787"/>
                  <a:pt x="334293" y="35760"/>
                </a:cubicBezTo>
                <a:cubicBezTo>
                  <a:pt x="333154" y="33733"/>
                  <a:pt x="331236" y="32720"/>
                  <a:pt x="328539" y="32720"/>
                </a:cubicBezTo>
                <a:cubicBezTo>
                  <a:pt x="324370" y="32720"/>
                  <a:pt x="320219" y="35051"/>
                  <a:pt x="316085" y="39715"/>
                </a:cubicBezTo>
                <a:lnTo>
                  <a:pt x="316085" y="65703"/>
                </a:lnTo>
                <a:cubicBezTo>
                  <a:pt x="316085" y="69039"/>
                  <a:pt x="316278" y="71102"/>
                  <a:pt x="316663" y="71890"/>
                </a:cubicBezTo>
                <a:cubicBezTo>
                  <a:pt x="317154" y="72930"/>
                  <a:pt x="317828" y="73693"/>
                  <a:pt x="318686" y="74177"/>
                </a:cubicBezTo>
                <a:cubicBezTo>
                  <a:pt x="319545" y="74662"/>
                  <a:pt x="321288" y="74904"/>
                  <a:pt x="323915" y="74904"/>
                </a:cubicBezTo>
                <a:lnTo>
                  <a:pt x="323915" y="76905"/>
                </a:lnTo>
                <a:lnTo>
                  <a:pt x="300111" y="76905"/>
                </a:lnTo>
                <a:lnTo>
                  <a:pt x="300111" y="74904"/>
                </a:lnTo>
                <a:lnTo>
                  <a:pt x="301162" y="74904"/>
                </a:lnTo>
                <a:cubicBezTo>
                  <a:pt x="303614" y="74904"/>
                  <a:pt x="305269" y="74266"/>
                  <a:pt x="306128" y="72989"/>
                </a:cubicBezTo>
                <a:cubicBezTo>
                  <a:pt x="306986" y="71711"/>
                  <a:pt x="307415" y="69274"/>
                  <a:pt x="307415" y="65676"/>
                </a:cubicBezTo>
                <a:lnTo>
                  <a:pt x="307415" y="47329"/>
                </a:lnTo>
                <a:cubicBezTo>
                  <a:pt x="307415" y="41393"/>
                  <a:pt x="307284" y="37778"/>
                  <a:pt x="307021" y="36484"/>
                </a:cubicBezTo>
                <a:cubicBezTo>
                  <a:pt x="306758" y="35188"/>
                  <a:pt x="306355" y="34306"/>
                  <a:pt x="305812" y="33839"/>
                </a:cubicBezTo>
                <a:cubicBezTo>
                  <a:pt x="305269" y="33371"/>
                  <a:pt x="304543" y="33137"/>
                  <a:pt x="303632" y="33137"/>
                </a:cubicBezTo>
                <a:cubicBezTo>
                  <a:pt x="302651" y="33137"/>
                  <a:pt x="301477" y="33407"/>
                  <a:pt x="300111" y="33947"/>
                </a:cubicBezTo>
                <a:lnTo>
                  <a:pt x="299323" y="32003"/>
                </a:lnTo>
                <a:lnTo>
                  <a:pt x="313826" y="25959"/>
                </a:lnTo>
                <a:lnTo>
                  <a:pt x="316085" y="25959"/>
                </a:lnTo>
                <a:lnTo>
                  <a:pt x="316085" y="36451"/>
                </a:lnTo>
                <a:close/>
                <a:moveTo>
                  <a:pt x="368107" y="0"/>
                </a:moveTo>
                <a:cubicBezTo>
                  <a:pt x="369578" y="0"/>
                  <a:pt x="370830" y="535"/>
                  <a:pt x="371864" y="1604"/>
                </a:cubicBezTo>
                <a:cubicBezTo>
                  <a:pt x="372897" y="2672"/>
                  <a:pt x="373414" y="3967"/>
                  <a:pt x="373414" y="5489"/>
                </a:cubicBezTo>
                <a:cubicBezTo>
                  <a:pt x="373414" y="7012"/>
                  <a:pt x="372897" y="8316"/>
                  <a:pt x="371864" y="9404"/>
                </a:cubicBezTo>
                <a:cubicBezTo>
                  <a:pt x="370830" y="10490"/>
                  <a:pt x="369578" y="11033"/>
                  <a:pt x="368107" y="11033"/>
                </a:cubicBezTo>
                <a:cubicBezTo>
                  <a:pt x="366635" y="11033"/>
                  <a:pt x="365374" y="10490"/>
                  <a:pt x="364323" y="9404"/>
                </a:cubicBezTo>
                <a:cubicBezTo>
                  <a:pt x="363272" y="8316"/>
                  <a:pt x="362747" y="7012"/>
                  <a:pt x="362747" y="5489"/>
                </a:cubicBezTo>
                <a:cubicBezTo>
                  <a:pt x="362747" y="3967"/>
                  <a:pt x="363264" y="2672"/>
                  <a:pt x="364297" y="1604"/>
                </a:cubicBezTo>
                <a:cubicBezTo>
                  <a:pt x="365330" y="535"/>
                  <a:pt x="366600" y="0"/>
                  <a:pt x="368107" y="0"/>
                </a:cubicBezTo>
                <a:moveTo>
                  <a:pt x="372468" y="25959"/>
                </a:moveTo>
                <a:lnTo>
                  <a:pt x="372468" y="65676"/>
                </a:lnTo>
                <a:cubicBezTo>
                  <a:pt x="372468" y="68770"/>
                  <a:pt x="372687" y="70830"/>
                  <a:pt x="373125" y="71855"/>
                </a:cubicBezTo>
                <a:cubicBezTo>
                  <a:pt x="373563" y="72880"/>
                  <a:pt x="374211" y="73645"/>
                  <a:pt x="375069" y="74148"/>
                </a:cubicBezTo>
                <a:cubicBezTo>
                  <a:pt x="375927" y="74652"/>
                  <a:pt x="377495" y="74904"/>
                  <a:pt x="379772" y="74904"/>
                </a:cubicBezTo>
                <a:lnTo>
                  <a:pt x="379772" y="76905"/>
                </a:lnTo>
                <a:lnTo>
                  <a:pt x="356389" y="76905"/>
                </a:lnTo>
                <a:lnTo>
                  <a:pt x="356389" y="74904"/>
                </a:lnTo>
                <a:cubicBezTo>
                  <a:pt x="358736" y="74904"/>
                  <a:pt x="360312" y="74670"/>
                  <a:pt x="361118" y="74202"/>
                </a:cubicBezTo>
                <a:cubicBezTo>
                  <a:pt x="361924" y="73735"/>
                  <a:pt x="362563" y="72961"/>
                  <a:pt x="363036" y="71882"/>
                </a:cubicBezTo>
                <a:cubicBezTo>
                  <a:pt x="363509" y="70803"/>
                  <a:pt x="363745" y="68734"/>
                  <a:pt x="363745" y="65676"/>
                </a:cubicBezTo>
                <a:lnTo>
                  <a:pt x="363745" y="46627"/>
                </a:lnTo>
                <a:cubicBezTo>
                  <a:pt x="363745" y="41266"/>
                  <a:pt x="363588" y="37795"/>
                  <a:pt x="363272" y="36213"/>
                </a:cubicBezTo>
                <a:cubicBezTo>
                  <a:pt x="363027" y="35062"/>
                  <a:pt x="362642" y="34261"/>
                  <a:pt x="362116" y="33812"/>
                </a:cubicBezTo>
                <a:cubicBezTo>
                  <a:pt x="361591" y="33362"/>
                  <a:pt x="360873" y="33137"/>
                  <a:pt x="359962" y="33137"/>
                </a:cubicBezTo>
                <a:cubicBezTo>
                  <a:pt x="358981" y="33137"/>
                  <a:pt x="357790" y="33407"/>
                  <a:pt x="356389" y="33947"/>
                </a:cubicBezTo>
                <a:lnTo>
                  <a:pt x="355653" y="32003"/>
                </a:lnTo>
                <a:lnTo>
                  <a:pt x="370156" y="25959"/>
                </a:lnTo>
                <a:lnTo>
                  <a:pt x="372468" y="25959"/>
                </a:lnTo>
                <a:close/>
                <a:moveTo>
                  <a:pt x="399036" y="36451"/>
                </a:moveTo>
                <a:cubicBezTo>
                  <a:pt x="404676" y="29457"/>
                  <a:pt x="410053" y="25959"/>
                  <a:pt x="415168" y="25959"/>
                </a:cubicBezTo>
                <a:cubicBezTo>
                  <a:pt x="417795" y="25959"/>
                  <a:pt x="420054" y="26634"/>
                  <a:pt x="421946" y="27984"/>
                </a:cubicBezTo>
                <a:cubicBezTo>
                  <a:pt x="423838" y="29333"/>
                  <a:pt x="425344" y="31554"/>
                  <a:pt x="426465" y="34648"/>
                </a:cubicBezTo>
                <a:cubicBezTo>
                  <a:pt x="427236" y="36806"/>
                  <a:pt x="427621" y="40115"/>
                  <a:pt x="427621" y="44577"/>
                </a:cubicBezTo>
                <a:lnTo>
                  <a:pt x="427621" y="65676"/>
                </a:lnTo>
                <a:cubicBezTo>
                  <a:pt x="427621" y="68806"/>
                  <a:pt x="427866" y="70929"/>
                  <a:pt x="428357" y="72044"/>
                </a:cubicBezTo>
                <a:cubicBezTo>
                  <a:pt x="428742" y="72943"/>
                  <a:pt x="429364" y="73645"/>
                  <a:pt x="430222" y="74148"/>
                </a:cubicBezTo>
                <a:cubicBezTo>
                  <a:pt x="431081" y="74652"/>
                  <a:pt x="432666" y="74904"/>
                  <a:pt x="434978" y="74904"/>
                </a:cubicBezTo>
                <a:lnTo>
                  <a:pt x="434978" y="76905"/>
                </a:lnTo>
                <a:lnTo>
                  <a:pt x="411174" y="76905"/>
                </a:lnTo>
                <a:lnTo>
                  <a:pt x="411174" y="74904"/>
                </a:lnTo>
                <a:lnTo>
                  <a:pt x="412172" y="74904"/>
                </a:lnTo>
                <a:cubicBezTo>
                  <a:pt x="414414" y="74904"/>
                  <a:pt x="415982" y="74554"/>
                  <a:pt x="416875" y="73854"/>
                </a:cubicBezTo>
                <a:cubicBezTo>
                  <a:pt x="417769" y="73155"/>
                  <a:pt x="418391" y="72124"/>
                  <a:pt x="418741" y="70762"/>
                </a:cubicBezTo>
                <a:cubicBezTo>
                  <a:pt x="418881" y="70223"/>
                  <a:pt x="418951" y="68537"/>
                  <a:pt x="418951" y="65703"/>
                </a:cubicBezTo>
                <a:lnTo>
                  <a:pt x="418951" y="45525"/>
                </a:lnTo>
                <a:cubicBezTo>
                  <a:pt x="418951" y="41042"/>
                  <a:pt x="418382" y="37787"/>
                  <a:pt x="417243" y="35760"/>
                </a:cubicBezTo>
                <a:cubicBezTo>
                  <a:pt x="416105" y="33733"/>
                  <a:pt x="414187" y="32720"/>
                  <a:pt x="411489" y="32720"/>
                </a:cubicBezTo>
                <a:cubicBezTo>
                  <a:pt x="407321" y="32720"/>
                  <a:pt x="403169" y="35051"/>
                  <a:pt x="399036" y="39715"/>
                </a:cubicBezTo>
                <a:lnTo>
                  <a:pt x="399036" y="65703"/>
                </a:lnTo>
                <a:cubicBezTo>
                  <a:pt x="399036" y="69039"/>
                  <a:pt x="399228" y="71102"/>
                  <a:pt x="399614" y="71890"/>
                </a:cubicBezTo>
                <a:cubicBezTo>
                  <a:pt x="400104" y="72930"/>
                  <a:pt x="400779" y="73693"/>
                  <a:pt x="401637" y="74177"/>
                </a:cubicBezTo>
                <a:cubicBezTo>
                  <a:pt x="402495" y="74662"/>
                  <a:pt x="404238" y="74904"/>
                  <a:pt x="406865" y="74904"/>
                </a:cubicBezTo>
                <a:lnTo>
                  <a:pt x="406865" y="76905"/>
                </a:lnTo>
                <a:lnTo>
                  <a:pt x="383061" y="76905"/>
                </a:lnTo>
                <a:lnTo>
                  <a:pt x="383061" y="74904"/>
                </a:lnTo>
                <a:lnTo>
                  <a:pt x="384112" y="74904"/>
                </a:lnTo>
                <a:cubicBezTo>
                  <a:pt x="386565" y="74904"/>
                  <a:pt x="388220" y="74266"/>
                  <a:pt x="389078" y="72989"/>
                </a:cubicBezTo>
                <a:cubicBezTo>
                  <a:pt x="389936" y="71711"/>
                  <a:pt x="390366" y="69274"/>
                  <a:pt x="390366" y="65676"/>
                </a:cubicBezTo>
                <a:lnTo>
                  <a:pt x="390366" y="47329"/>
                </a:lnTo>
                <a:cubicBezTo>
                  <a:pt x="390366" y="41393"/>
                  <a:pt x="390234" y="37778"/>
                  <a:pt x="389971" y="36484"/>
                </a:cubicBezTo>
                <a:cubicBezTo>
                  <a:pt x="389709" y="35188"/>
                  <a:pt x="389306" y="34306"/>
                  <a:pt x="388763" y="33839"/>
                </a:cubicBezTo>
                <a:cubicBezTo>
                  <a:pt x="388220" y="33371"/>
                  <a:pt x="387493" y="33137"/>
                  <a:pt x="386582" y="33137"/>
                </a:cubicBezTo>
                <a:cubicBezTo>
                  <a:pt x="385601" y="33137"/>
                  <a:pt x="384428" y="33407"/>
                  <a:pt x="383061" y="33947"/>
                </a:cubicBezTo>
                <a:lnTo>
                  <a:pt x="382273" y="32003"/>
                </a:lnTo>
                <a:lnTo>
                  <a:pt x="396776" y="25959"/>
                </a:lnTo>
                <a:lnTo>
                  <a:pt x="399036" y="25959"/>
                </a:lnTo>
                <a:lnTo>
                  <a:pt x="399036" y="36451"/>
                </a:lnTo>
                <a:close/>
                <a:moveTo>
                  <a:pt x="451688" y="58853"/>
                </a:moveTo>
                <a:cubicBezTo>
                  <a:pt x="448745" y="57377"/>
                  <a:pt x="446485" y="55316"/>
                  <a:pt x="444909" y="52669"/>
                </a:cubicBezTo>
                <a:cubicBezTo>
                  <a:pt x="443333" y="50023"/>
                  <a:pt x="442544" y="47097"/>
                  <a:pt x="442544" y="43891"/>
                </a:cubicBezTo>
                <a:cubicBezTo>
                  <a:pt x="442544" y="38994"/>
                  <a:pt x="444340" y="34782"/>
                  <a:pt x="447930" y="31253"/>
                </a:cubicBezTo>
                <a:cubicBezTo>
                  <a:pt x="451521" y="27724"/>
                  <a:pt x="456119" y="25959"/>
                  <a:pt x="461724" y="25959"/>
                </a:cubicBezTo>
                <a:cubicBezTo>
                  <a:pt x="466313" y="25959"/>
                  <a:pt x="470289" y="27113"/>
                  <a:pt x="473652" y="29421"/>
                </a:cubicBezTo>
                <a:lnTo>
                  <a:pt x="483846" y="29421"/>
                </a:lnTo>
                <a:cubicBezTo>
                  <a:pt x="485353" y="29421"/>
                  <a:pt x="486228" y="29465"/>
                  <a:pt x="486474" y="29554"/>
                </a:cubicBezTo>
                <a:cubicBezTo>
                  <a:pt x="486719" y="29643"/>
                  <a:pt x="486894" y="29795"/>
                  <a:pt x="486999" y="30009"/>
                </a:cubicBezTo>
                <a:cubicBezTo>
                  <a:pt x="487209" y="30330"/>
                  <a:pt x="487314" y="30901"/>
                  <a:pt x="487314" y="31721"/>
                </a:cubicBezTo>
                <a:cubicBezTo>
                  <a:pt x="487314" y="32647"/>
                  <a:pt x="487227" y="33289"/>
                  <a:pt x="487052" y="33646"/>
                </a:cubicBezTo>
                <a:cubicBezTo>
                  <a:pt x="486947" y="33824"/>
                  <a:pt x="486763" y="33966"/>
                  <a:pt x="486500" y="34073"/>
                </a:cubicBezTo>
                <a:cubicBezTo>
                  <a:pt x="486237" y="34181"/>
                  <a:pt x="485353" y="34234"/>
                  <a:pt x="483846" y="34234"/>
                </a:cubicBezTo>
                <a:lnTo>
                  <a:pt x="477593" y="34234"/>
                </a:lnTo>
                <a:cubicBezTo>
                  <a:pt x="479555" y="36836"/>
                  <a:pt x="480536" y="40159"/>
                  <a:pt x="480536" y="44205"/>
                </a:cubicBezTo>
                <a:cubicBezTo>
                  <a:pt x="480536" y="48829"/>
                  <a:pt x="478819" y="52785"/>
                  <a:pt x="475386" y="56073"/>
                </a:cubicBezTo>
                <a:cubicBezTo>
                  <a:pt x="471953" y="59361"/>
                  <a:pt x="467347" y="61005"/>
                  <a:pt x="461566" y="61005"/>
                </a:cubicBezTo>
                <a:cubicBezTo>
                  <a:pt x="459184" y="61005"/>
                  <a:pt x="456750" y="60637"/>
                  <a:pt x="454262" y="59901"/>
                </a:cubicBezTo>
                <a:cubicBezTo>
                  <a:pt x="452721" y="61270"/>
                  <a:pt x="451679" y="62468"/>
                  <a:pt x="451136" y="63496"/>
                </a:cubicBezTo>
                <a:cubicBezTo>
                  <a:pt x="450593" y="64522"/>
                  <a:pt x="450321" y="65396"/>
                  <a:pt x="450321" y="66116"/>
                </a:cubicBezTo>
                <a:cubicBezTo>
                  <a:pt x="450321" y="66728"/>
                  <a:pt x="450610" y="67323"/>
                  <a:pt x="451188" y="67900"/>
                </a:cubicBezTo>
                <a:cubicBezTo>
                  <a:pt x="451766" y="68476"/>
                  <a:pt x="452896" y="68890"/>
                  <a:pt x="454578" y="69142"/>
                </a:cubicBezTo>
                <a:cubicBezTo>
                  <a:pt x="455559" y="69287"/>
                  <a:pt x="458011" y="69413"/>
                  <a:pt x="461934" y="69521"/>
                </a:cubicBezTo>
                <a:cubicBezTo>
                  <a:pt x="469151" y="69700"/>
                  <a:pt x="473827" y="69952"/>
                  <a:pt x="475964" y="70276"/>
                </a:cubicBezTo>
                <a:cubicBezTo>
                  <a:pt x="479222" y="70745"/>
                  <a:pt x="481823" y="71988"/>
                  <a:pt x="483767" y="74006"/>
                </a:cubicBezTo>
                <a:cubicBezTo>
                  <a:pt x="485712" y="76023"/>
                  <a:pt x="486684" y="78509"/>
                  <a:pt x="486684" y="81463"/>
                </a:cubicBezTo>
                <a:cubicBezTo>
                  <a:pt x="486684" y="85534"/>
                  <a:pt x="484827" y="89353"/>
                  <a:pt x="481114" y="92920"/>
                </a:cubicBezTo>
                <a:cubicBezTo>
                  <a:pt x="475649" y="98179"/>
                  <a:pt x="468520" y="100809"/>
                  <a:pt x="459727" y="100809"/>
                </a:cubicBezTo>
                <a:cubicBezTo>
                  <a:pt x="452966" y="100809"/>
                  <a:pt x="447256" y="99243"/>
                  <a:pt x="442597" y="96111"/>
                </a:cubicBezTo>
                <a:cubicBezTo>
                  <a:pt x="439970" y="94310"/>
                  <a:pt x="438656" y="92438"/>
                  <a:pt x="438656" y="90493"/>
                </a:cubicBezTo>
                <a:cubicBezTo>
                  <a:pt x="438656" y="89630"/>
                  <a:pt x="438849" y="88766"/>
                  <a:pt x="439234" y="87902"/>
                </a:cubicBezTo>
                <a:cubicBezTo>
                  <a:pt x="439830" y="86569"/>
                  <a:pt x="441056" y="84715"/>
                  <a:pt x="442912" y="82338"/>
                </a:cubicBezTo>
                <a:cubicBezTo>
                  <a:pt x="443157" y="82015"/>
                  <a:pt x="444944" y="80071"/>
                  <a:pt x="448272" y="76506"/>
                </a:cubicBezTo>
                <a:cubicBezTo>
                  <a:pt x="446450" y="75387"/>
                  <a:pt x="445163" y="74386"/>
                  <a:pt x="444410" y="73501"/>
                </a:cubicBezTo>
                <a:cubicBezTo>
                  <a:pt x="443657" y="72617"/>
                  <a:pt x="443280" y="71615"/>
                  <a:pt x="443280" y="70496"/>
                </a:cubicBezTo>
                <a:cubicBezTo>
                  <a:pt x="443280" y="69232"/>
                  <a:pt x="443779" y="67751"/>
                  <a:pt x="444778" y="66055"/>
                </a:cubicBezTo>
                <a:cubicBezTo>
                  <a:pt x="445776" y="64358"/>
                  <a:pt x="448079" y="61957"/>
                  <a:pt x="451688" y="58853"/>
                </a:cubicBezTo>
                <a:moveTo>
                  <a:pt x="460831" y="28664"/>
                </a:moveTo>
                <a:cubicBezTo>
                  <a:pt x="458238" y="28664"/>
                  <a:pt x="456066" y="29722"/>
                  <a:pt x="454315" y="31838"/>
                </a:cubicBezTo>
                <a:cubicBezTo>
                  <a:pt x="452563" y="33952"/>
                  <a:pt x="451688" y="37197"/>
                  <a:pt x="451688" y="41572"/>
                </a:cubicBezTo>
                <a:cubicBezTo>
                  <a:pt x="451688" y="47239"/>
                  <a:pt x="452879" y="51631"/>
                  <a:pt x="455261" y="54750"/>
                </a:cubicBezTo>
                <a:cubicBezTo>
                  <a:pt x="457082" y="57117"/>
                  <a:pt x="459394" y="58301"/>
                  <a:pt x="462197" y="58301"/>
                </a:cubicBezTo>
                <a:cubicBezTo>
                  <a:pt x="464859" y="58301"/>
                  <a:pt x="467049" y="57279"/>
                  <a:pt x="468765" y="55235"/>
                </a:cubicBezTo>
                <a:cubicBezTo>
                  <a:pt x="470482" y="53191"/>
                  <a:pt x="471340" y="49982"/>
                  <a:pt x="471340" y="45607"/>
                </a:cubicBezTo>
                <a:cubicBezTo>
                  <a:pt x="471340" y="39905"/>
                  <a:pt x="470132" y="35441"/>
                  <a:pt x="467714" y="32213"/>
                </a:cubicBezTo>
                <a:cubicBezTo>
                  <a:pt x="465928" y="29847"/>
                  <a:pt x="463633" y="28664"/>
                  <a:pt x="460831" y="28664"/>
                </a:cubicBezTo>
                <a:moveTo>
                  <a:pt x="451162" y="76937"/>
                </a:moveTo>
                <a:cubicBezTo>
                  <a:pt x="449516" y="78772"/>
                  <a:pt x="448272" y="80482"/>
                  <a:pt x="447431" y="82065"/>
                </a:cubicBezTo>
                <a:cubicBezTo>
                  <a:pt x="446591" y="83649"/>
                  <a:pt x="446170" y="85107"/>
                  <a:pt x="446170" y="86439"/>
                </a:cubicBezTo>
                <a:cubicBezTo>
                  <a:pt x="446170" y="88166"/>
                  <a:pt x="447186" y="89677"/>
                  <a:pt x="449218" y="90973"/>
                </a:cubicBezTo>
                <a:cubicBezTo>
                  <a:pt x="452721" y="93204"/>
                  <a:pt x="457783" y="94319"/>
                  <a:pt x="464404" y="94319"/>
                </a:cubicBezTo>
                <a:cubicBezTo>
                  <a:pt x="470710" y="94319"/>
                  <a:pt x="475360" y="93176"/>
                  <a:pt x="478355" y="90890"/>
                </a:cubicBezTo>
                <a:cubicBezTo>
                  <a:pt x="481350" y="88605"/>
                  <a:pt x="482848" y="86168"/>
                  <a:pt x="482848" y="83577"/>
                </a:cubicBezTo>
                <a:cubicBezTo>
                  <a:pt x="482848" y="81706"/>
                  <a:pt x="481955" y="80374"/>
                  <a:pt x="480168" y="79582"/>
                </a:cubicBezTo>
                <a:cubicBezTo>
                  <a:pt x="478346" y="78790"/>
                  <a:pt x="474738" y="78322"/>
                  <a:pt x="469343" y="78179"/>
                </a:cubicBezTo>
                <a:cubicBezTo>
                  <a:pt x="461461" y="77963"/>
                  <a:pt x="455401" y="77549"/>
                  <a:pt x="451162" y="76937"/>
                </a:cubicBezTo>
                <a:close/>
              </a:path>
            </a:pathLst>
          </a:custGeom>
          <a:solidFill xmlns:a="http://schemas.openxmlformats.org/drawingml/2006/main">
            <a:srgbClr val="000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0378F-ED4C-42BE-BF50-66CE8C3D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368" y="3317261"/>
            <a:ext cx="1533110" cy="207100"/>
          </a:xfrm>
          <a:custGeom xmlns:a="http://schemas.openxmlformats.org/drawingml/2006/main">
            <a:pathLst>
              <a:path w="1533110" h="207100">
                <a:moveTo>
                  <a:pt x="0" y="0"/>
                </a:moveTo>
                <a:lnTo>
                  <a:pt x="1533110" y="0"/>
                </a:lnTo>
                <a:lnTo>
                  <a:pt x="1533110" y="207100"/>
                </a:lnTo>
                <a:lnTo>
                  <a:pt x="0" y="2071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MultilayerPerceptron(MLP)">
            <a:extLst xmlns:a="http://schemas.openxmlformats.org/drawingml/2006/main">
              <a:ext uri="{FF2B5EF4-FFF2-40B4-BE49-F238E27FC236}">
                <a16:creationId xmlns:a16="http://schemas.microsoft.com/office/drawing/2014/main" id="{4377098B-132D-4E11-9920-9A4CE2E3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838" y="3382263"/>
            <a:ext cx="1480709" cy="117611"/>
          </a:xfrm>
          <a:custGeom xmlns:a="http://schemas.openxmlformats.org/drawingml/2006/main">
            <a:pathLst>
              <a:path w="1480709" h="117611">
                <a:moveTo>
                  <a:pt x="49289" y="89722"/>
                </a:moveTo>
                <a:lnTo>
                  <a:pt x="17165" y="17730"/>
                </a:lnTo>
                <a:lnTo>
                  <a:pt x="17165" y="74895"/>
                </a:lnTo>
                <a:cubicBezTo>
                  <a:pt x="17165" y="80153"/>
                  <a:pt x="17717" y="83434"/>
                  <a:pt x="18821" y="84738"/>
                </a:cubicBezTo>
                <a:cubicBezTo>
                  <a:pt x="20333" y="86505"/>
                  <a:pt x="22724" y="87388"/>
                  <a:pt x="25993" y="87388"/>
                </a:cubicBezTo>
                <a:lnTo>
                  <a:pt x="28936" y="87388"/>
                </a:lnTo>
                <a:lnTo>
                  <a:pt x="28936" y="89722"/>
                </a:lnTo>
                <a:lnTo>
                  <a:pt x="0" y="89722"/>
                </a:lnTo>
                <a:lnTo>
                  <a:pt x="0" y="87388"/>
                </a:lnTo>
                <a:lnTo>
                  <a:pt x="2943" y="87388"/>
                </a:lnTo>
                <a:cubicBezTo>
                  <a:pt x="6457" y="87388"/>
                  <a:pt x="8950" y="86294"/>
                  <a:pt x="10422" y="84107"/>
                </a:cubicBezTo>
                <a:cubicBezTo>
                  <a:pt x="11321" y="82761"/>
                  <a:pt x="11770" y="79690"/>
                  <a:pt x="11770" y="74895"/>
                </a:cubicBezTo>
                <a:lnTo>
                  <a:pt x="11770" y="18992"/>
                </a:lnTo>
                <a:cubicBezTo>
                  <a:pt x="11770" y="15206"/>
                  <a:pt x="11362" y="12472"/>
                  <a:pt x="10544" y="10789"/>
                </a:cubicBezTo>
                <a:cubicBezTo>
                  <a:pt x="9972" y="9570"/>
                  <a:pt x="8920" y="8550"/>
                  <a:pt x="7387" y="7729"/>
                </a:cubicBezTo>
                <a:cubicBezTo>
                  <a:pt x="5855" y="6909"/>
                  <a:pt x="3392" y="6499"/>
                  <a:pt x="0" y="6499"/>
                </a:cubicBezTo>
                <a:lnTo>
                  <a:pt x="0" y="4164"/>
                </a:lnTo>
                <a:lnTo>
                  <a:pt x="23541" y="4164"/>
                </a:lnTo>
                <a:lnTo>
                  <a:pt x="53703" y="71109"/>
                </a:lnTo>
                <a:lnTo>
                  <a:pt x="83374" y="4164"/>
                </a:lnTo>
                <a:lnTo>
                  <a:pt x="106915" y="4164"/>
                </a:lnTo>
                <a:lnTo>
                  <a:pt x="106915" y="6499"/>
                </a:lnTo>
                <a:lnTo>
                  <a:pt x="104034" y="6499"/>
                </a:lnTo>
                <a:cubicBezTo>
                  <a:pt x="100478" y="6499"/>
                  <a:pt x="97965" y="7593"/>
                  <a:pt x="96494" y="9780"/>
                </a:cubicBezTo>
                <a:cubicBezTo>
                  <a:pt x="95594" y="11126"/>
                  <a:pt x="95145" y="14197"/>
                  <a:pt x="95145" y="18992"/>
                </a:cubicBezTo>
                <a:lnTo>
                  <a:pt x="95145" y="74895"/>
                </a:lnTo>
                <a:cubicBezTo>
                  <a:pt x="95145" y="80153"/>
                  <a:pt x="95717" y="83434"/>
                  <a:pt x="96861" y="84738"/>
                </a:cubicBezTo>
                <a:cubicBezTo>
                  <a:pt x="98374" y="86505"/>
                  <a:pt x="100764" y="87388"/>
                  <a:pt x="104034" y="87388"/>
                </a:cubicBezTo>
                <a:lnTo>
                  <a:pt x="106915" y="87388"/>
                </a:lnTo>
                <a:lnTo>
                  <a:pt x="106915" y="89722"/>
                </a:lnTo>
                <a:lnTo>
                  <a:pt x="71604" y="89722"/>
                </a:lnTo>
                <a:lnTo>
                  <a:pt x="71604" y="87388"/>
                </a:lnTo>
                <a:lnTo>
                  <a:pt x="74547" y="87388"/>
                </a:lnTo>
                <a:cubicBezTo>
                  <a:pt x="78102" y="87388"/>
                  <a:pt x="80595" y="86294"/>
                  <a:pt x="82026" y="84107"/>
                </a:cubicBezTo>
                <a:cubicBezTo>
                  <a:pt x="82925" y="82761"/>
                  <a:pt x="83374" y="79690"/>
                  <a:pt x="83374" y="74895"/>
                </a:cubicBezTo>
                <a:lnTo>
                  <a:pt x="83374" y="17730"/>
                </a:lnTo>
                <a:lnTo>
                  <a:pt x="51312" y="89722"/>
                </a:lnTo>
                <a:lnTo>
                  <a:pt x="49289" y="89722"/>
                </a:lnTo>
                <a:close/>
                <a:moveTo>
                  <a:pt x="163172" y="31927"/>
                </a:moveTo>
                <a:lnTo>
                  <a:pt x="163172" y="66945"/>
                </a:lnTo>
                <a:cubicBezTo>
                  <a:pt x="163172" y="73633"/>
                  <a:pt x="163326" y="77724"/>
                  <a:pt x="163632" y="79217"/>
                </a:cubicBezTo>
                <a:cubicBezTo>
                  <a:pt x="163939" y="80710"/>
                  <a:pt x="164429" y="81751"/>
                  <a:pt x="165103" y="82340"/>
                </a:cubicBezTo>
                <a:cubicBezTo>
                  <a:pt x="165778" y="82929"/>
                  <a:pt x="166564" y="83224"/>
                  <a:pt x="167464" y="83224"/>
                </a:cubicBezTo>
                <a:cubicBezTo>
                  <a:pt x="168731" y="83224"/>
                  <a:pt x="170161" y="82866"/>
                  <a:pt x="171755" y="82151"/>
                </a:cubicBezTo>
                <a:lnTo>
                  <a:pt x="172613" y="84359"/>
                </a:lnTo>
                <a:lnTo>
                  <a:pt x="155816" y="91489"/>
                </a:lnTo>
                <a:lnTo>
                  <a:pt x="153057" y="91489"/>
                </a:lnTo>
                <a:lnTo>
                  <a:pt x="153057" y="79248"/>
                </a:lnTo>
                <a:cubicBezTo>
                  <a:pt x="148234" y="84633"/>
                  <a:pt x="144556" y="88019"/>
                  <a:pt x="142022" y="89407"/>
                </a:cubicBezTo>
                <a:cubicBezTo>
                  <a:pt x="139488" y="90795"/>
                  <a:pt x="136811" y="91489"/>
                  <a:pt x="133991" y="91489"/>
                </a:cubicBezTo>
                <a:cubicBezTo>
                  <a:pt x="130844" y="91489"/>
                  <a:pt x="128116" y="90553"/>
                  <a:pt x="125807" y="88681"/>
                </a:cubicBezTo>
                <a:cubicBezTo>
                  <a:pt x="123498" y="86809"/>
                  <a:pt x="121894" y="84401"/>
                  <a:pt x="120995" y="81457"/>
                </a:cubicBezTo>
                <a:cubicBezTo>
                  <a:pt x="120095" y="78512"/>
                  <a:pt x="119646" y="74348"/>
                  <a:pt x="119646" y="68964"/>
                </a:cubicBezTo>
                <a:lnTo>
                  <a:pt x="119646" y="43158"/>
                </a:lnTo>
                <a:cubicBezTo>
                  <a:pt x="119646" y="40423"/>
                  <a:pt x="119360" y="38531"/>
                  <a:pt x="118788" y="37479"/>
                </a:cubicBezTo>
                <a:cubicBezTo>
                  <a:pt x="118215" y="36427"/>
                  <a:pt x="117367" y="35618"/>
                  <a:pt x="116244" y="35050"/>
                </a:cubicBezTo>
                <a:cubicBezTo>
                  <a:pt x="115120" y="34482"/>
                  <a:pt x="113086" y="34219"/>
                  <a:pt x="110144" y="34261"/>
                </a:cubicBezTo>
                <a:lnTo>
                  <a:pt x="110144" y="31927"/>
                </a:lnTo>
                <a:lnTo>
                  <a:pt x="129822" y="31927"/>
                </a:lnTo>
                <a:lnTo>
                  <a:pt x="129822" y="70510"/>
                </a:lnTo>
                <a:cubicBezTo>
                  <a:pt x="129822" y="75881"/>
                  <a:pt x="130732" y="79406"/>
                  <a:pt x="132551" y="81084"/>
                </a:cubicBezTo>
                <a:cubicBezTo>
                  <a:pt x="134369" y="82763"/>
                  <a:pt x="136566" y="83602"/>
                  <a:pt x="139141" y="83602"/>
                </a:cubicBezTo>
                <a:cubicBezTo>
                  <a:pt x="140898" y="83602"/>
                  <a:pt x="142891" y="83036"/>
                  <a:pt x="145118" y="81902"/>
                </a:cubicBezTo>
                <a:cubicBezTo>
                  <a:pt x="147345" y="80769"/>
                  <a:pt x="149992" y="78609"/>
                  <a:pt x="153057" y="75421"/>
                </a:cubicBezTo>
                <a:lnTo>
                  <a:pt x="153057" y="42757"/>
                </a:lnTo>
                <a:cubicBezTo>
                  <a:pt x="153057" y="39484"/>
                  <a:pt x="152475" y="37271"/>
                  <a:pt x="151310" y="36118"/>
                </a:cubicBezTo>
                <a:cubicBezTo>
                  <a:pt x="150145" y="34964"/>
                  <a:pt x="147723" y="34345"/>
                  <a:pt x="144045" y="34261"/>
                </a:cubicBezTo>
                <a:lnTo>
                  <a:pt x="144045" y="31927"/>
                </a:lnTo>
                <a:lnTo>
                  <a:pt x="163172" y="31927"/>
                </a:lnTo>
                <a:close/>
                <a:moveTo>
                  <a:pt x="196032" y="0"/>
                </a:moveTo>
                <a:lnTo>
                  <a:pt x="196032" y="76606"/>
                </a:lnTo>
                <a:cubicBezTo>
                  <a:pt x="196032" y="80221"/>
                  <a:pt x="196287" y="82618"/>
                  <a:pt x="196798" y="83795"/>
                </a:cubicBezTo>
                <a:cubicBezTo>
                  <a:pt x="197309" y="84972"/>
                  <a:pt x="198095" y="85865"/>
                  <a:pt x="199158" y="86475"/>
                </a:cubicBezTo>
                <a:cubicBezTo>
                  <a:pt x="200221" y="87084"/>
                  <a:pt x="202203" y="87388"/>
                  <a:pt x="205105" y="87388"/>
                </a:cubicBezTo>
                <a:lnTo>
                  <a:pt x="205105" y="89722"/>
                </a:lnTo>
                <a:lnTo>
                  <a:pt x="177579" y="89722"/>
                </a:lnTo>
                <a:lnTo>
                  <a:pt x="177579" y="87388"/>
                </a:lnTo>
                <a:cubicBezTo>
                  <a:pt x="180154" y="87388"/>
                  <a:pt x="181911" y="87115"/>
                  <a:pt x="182851" y="86570"/>
                </a:cubicBezTo>
                <a:cubicBezTo>
                  <a:pt x="183791" y="86023"/>
                  <a:pt x="184527" y="85119"/>
                  <a:pt x="185058" y="83858"/>
                </a:cubicBezTo>
                <a:cubicBezTo>
                  <a:pt x="185589" y="82597"/>
                  <a:pt x="185855" y="80179"/>
                  <a:pt x="185855" y="76606"/>
                </a:cubicBezTo>
                <a:lnTo>
                  <a:pt x="185855" y="24148"/>
                </a:lnTo>
                <a:cubicBezTo>
                  <a:pt x="185855" y="17633"/>
                  <a:pt x="185712" y="13630"/>
                  <a:pt x="185426" y="12138"/>
                </a:cubicBezTo>
                <a:cubicBezTo>
                  <a:pt x="185140" y="10645"/>
                  <a:pt x="184680" y="9625"/>
                  <a:pt x="184047" y="9080"/>
                </a:cubicBezTo>
                <a:cubicBezTo>
                  <a:pt x="183413" y="8533"/>
                  <a:pt x="182606" y="8260"/>
                  <a:pt x="181625" y="8260"/>
                </a:cubicBezTo>
                <a:cubicBezTo>
                  <a:pt x="180562" y="8260"/>
                  <a:pt x="179214" y="8596"/>
                  <a:pt x="177579" y="9269"/>
                </a:cubicBezTo>
                <a:lnTo>
                  <a:pt x="176537" y="7061"/>
                </a:lnTo>
                <a:lnTo>
                  <a:pt x="193273" y="0"/>
                </a:lnTo>
                <a:lnTo>
                  <a:pt x="196032" y="0"/>
                </a:lnTo>
                <a:close/>
                <a:moveTo>
                  <a:pt x="228898" y="12872"/>
                </a:moveTo>
                <a:lnTo>
                  <a:pt x="228898" y="31927"/>
                </a:lnTo>
                <a:lnTo>
                  <a:pt x="242017" y="31927"/>
                </a:lnTo>
                <a:lnTo>
                  <a:pt x="242017" y="36343"/>
                </a:lnTo>
                <a:lnTo>
                  <a:pt x="228898" y="36343"/>
                </a:lnTo>
                <a:lnTo>
                  <a:pt x="228898" y="73771"/>
                </a:lnTo>
                <a:cubicBezTo>
                  <a:pt x="228898" y="77511"/>
                  <a:pt x="229419" y="80032"/>
                  <a:pt x="230461" y="81335"/>
                </a:cubicBezTo>
                <a:cubicBezTo>
                  <a:pt x="231503" y="82636"/>
                  <a:pt x="232842" y="83287"/>
                  <a:pt x="234477" y="83287"/>
                </a:cubicBezTo>
                <a:cubicBezTo>
                  <a:pt x="235825" y="83287"/>
                  <a:pt x="237133" y="82855"/>
                  <a:pt x="238400" y="81993"/>
                </a:cubicBezTo>
                <a:cubicBezTo>
                  <a:pt x="239667" y="81131"/>
                  <a:pt x="240648" y="79858"/>
                  <a:pt x="241343" y="78176"/>
                </a:cubicBezTo>
                <a:lnTo>
                  <a:pt x="243734" y="78176"/>
                </a:lnTo>
                <a:cubicBezTo>
                  <a:pt x="242303" y="82310"/>
                  <a:pt x="240280" y="85436"/>
                  <a:pt x="237664" y="87555"/>
                </a:cubicBezTo>
                <a:cubicBezTo>
                  <a:pt x="235049" y="89673"/>
                  <a:pt x="232351" y="90732"/>
                  <a:pt x="229572" y="90732"/>
                </a:cubicBezTo>
                <a:cubicBezTo>
                  <a:pt x="227692" y="90732"/>
                  <a:pt x="225853" y="90195"/>
                  <a:pt x="224055" y="89121"/>
                </a:cubicBezTo>
                <a:cubicBezTo>
                  <a:pt x="222256" y="88047"/>
                  <a:pt x="220928" y="86510"/>
                  <a:pt x="220070" y="84511"/>
                </a:cubicBezTo>
                <a:cubicBezTo>
                  <a:pt x="219212" y="82510"/>
                  <a:pt x="218783" y="79425"/>
                  <a:pt x="218783" y="75256"/>
                </a:cubicBezTo>
                <a:lnTo>
                  <a:pt x="218783" y="36343"/>
                </a:lnTo>
                <a:lnTo>
                  <a:pt x="209893" y="36343"/>
                </a:lnTo>
                <a:lnTo>
                  <a:pt x="209893" y="34261"/>
                </a:lnTo>
                <a:cubicBezTo>
                  <a:pt x="212141" y="33333"/>
                  <a:pt x="214440" y="31762"/>
                  <a:pt x="216790" y="29547"/>
                </a:cubicBezTo>
                <a:cubicBezTo>
                  <a:pt x="219140" y="27332"/>
                  <a:pt x="221235" y="24705"/>
                  <a:pt x="223074" y="21668"/>
                </a:cubicBezTo>
                <a:cubicBezTo>
                  <a:pt x="224014" y="20065"/>
                  <a:pt x="225322" y="17133"/>
                  <a:pt x="226997" y="12872"/>
                </a:cubicBezTo>
                <a:lnTo>
                  <a:pt x="228898" y="12872"/>
                </a:lnTo>
                <a:close/>
                <a:moveTo>
                  <a:pt x="262745" y="0"/>
                </a:moveTo>
                <a:cubicBezTo>
                  <a:pt x="264462" y="0"/>
                  <a:pt x="265923" y="624"/>
                  <a:pt x="267128" y="1871"/>
                </a:cubicBezTo>
                <a:cubicBezTo>
                  <a:pt x="268334" y="3117"/>
                  <a:pt x="268937" y="4628"/>
                  <a:pt x="268937" y="6404"/>
                </a:cubicBezTo>
                <a:cubicBezTo>
                  <a:pt x="268937" y="8180"/>
                  <a:pt x="268334" y="9702"/>
                  <a:pt x="267128" y="10971"/>
                </a:cubicBezTo>
                <a:cubicBezTo>
                  <a:pt x="265923" y="12238"/>
                  <a:pt x="264462" y="12872"/>
                  <a:pt x="262745" y="12872"/>
                </a:cubicBezTo>
                <a:cubicBezTo>
                  <a:pt x="261028" y="12872"/>
                  <a:pt x="259557" y="12238"/>
                  <a:pt x="258331" y="10971"/>
                </a:cubicBezTo>
                <a:cubicBezTo>
                  <a:pt x="257105" y="9702"/>
                  <a:pt x="256492" y="8180"/>
                  <a:pt x="256492" y="6404"/>
                </a:cubicBezTo>
                <a:cubicBezTo>
                  <a:pt x="256492" y="4628"/>
                  <a:pt x="257095" y="3117"/>
                  <a:pt x="258300" y="1871"/>
                </a:cubicBezTo>
                <a:cubicBezTo>
                  <a:pt x="259506" y="624"/>
                  <a:pt x="260988" y="0"/>
                  <a:pt x="262745" y="0"/>
                </a:cubicBezTo>
                <a:moveTo>
                  <a:pt x="267833" y="30286"/>
                </a:moveTo>
                <a:lnTo>
                  <a:pt x="267833" y="76622"/>
                </a:lnTo>
                <a:cubicBezTo>
                  <a:pt x="267833" y="80232"/>
                  <a:pt x="268089" y="82635"/>
                  <a:pt x="268600" y="83831"/>
                </a:cubicBezTo>
                <a:cubicBezTo>
                  <a:pt x="269110" y="85027"/>
                  <a:pt x="269867" y="85919"/>
                  <a:pt x="270868" y="86506"/>
                </a:cubicBezTo>
                <a:cubicBezTo>
                  <a:pt x="271869" y="87094"/>
                  <a:pt x="273698" y="87388"/>
                  <a:pt x="276355" y="87388"/>
                </a:cubicBezTo>
                <a:lnTo>
                  <a:pt x="276355" y="89722"/>
                </a:lnTo>
                <a:lnTo>
                  <a:pt x="249074" y="89722"/>
                </a:lnTo>
                <a:lnTo>
                  <a:pt x="249074" y="87388"/>
                </a:lnTo>
                <a:cubicBezTo>
                  <a:pt x="251812" y="87388"/>
                  <a:pt x="253651" y="87115"/>
                  <a:pt x="254591" y="86570"/>
                </a:cubicBezTo>
                <a:cubicBezTo>
                  <a:pt x="255531" y="86024"/>
                  <a:pt x="256277" y="85122"/>
                  <a:pt x="256829" y="83862"/>
                </a:cubicBezTo>
                <a:cubicBezTo>
                  <a:pt x="257381" y="82603"/>
                  <a:pt x="257657" y="80190"/>
                  <a:pt x="257657" y="76622"/>
                </a:cubicBezTo>
                <a:lnTo>
                  <a:pt x="257657" y="54399"/>
                </a:lnTo>
                <a:cubicBezTo>
                  <a:pt x="257657" y="48144"/>
                  <a:pt x="257473" y="44094"/>
                  <a:pt x="257105" y="42249"/>
                </a:cubicBezTo>
                <a:cubicBezTo>
                  <a:pt x="256819" y="40905"/>
                  <a:pt x="256369" y="39971"/>
                  <a:pt x="255756" y="39447"/>
                </a:cubicBezTo>
                <a:cubicBezTo>
                  <a:pt x="255143" y="38922"/>
                  <a:pt x="254305" y="38660"/>
                  <a:pt x="253243" y="38660"/>
                </a:cubicBezTo>
                <a:cubicBezTo>
                  <a:pt x="252098" y="38660"/>
                  <a:pt x="250709" y="38975"/>
                  <a:pt x="249074" y="39605"/>
                </a:cubicBezTo>
                <a:lnTo>
                  <a:pt x="248216" y="37337"/>
                </a:lnTo>
                <a:lnTo>
                  <a:pt x="265136" y="30286"/>
                </a:lnTo>
                <a:lnTo>
                  <a:pt x="267833" y="30286"/>
                </a:lnTo>
                <a:close/>
                <a:moveTo>
                  <a:pt x="303642" y="0"/>
                </a:moveTo>
                <a:lnTo>
                  <a:pt x="303642" y="76606"/>
                </a:lnTo>
                <a:cubicBezTo>
                  <a:pt x="303642" y="80221"/>
                  <a:pt x="303898" y="82618"/>
                  <a:pt x="304408" y="83795"/>
                </a:cubicBezTo>
                <a:cubicBezTo>
                  <a:pt x="304919" y="84972"/>
                  <a:pt x="305706" y="85865"/>
                  <a:pt x="306769" y="86475"/>
                </a:cubicBezTo>
                <a:cubicBezTo>
                  <a:pt x="307831" y="87084"/>
                  <a:pt x="309813" y="87388"/>
                  <a:pt x="312715" y="87388"/>
                </a:cubicBezTo>
                <a:lnTo>
                  <a:pt x="312715" y="89722"/>
                </a:lnTo>
                <a:lnTo>
                  <a:pt x="285189" y="89722"/>
                </a:lnTo>
                <a:lnTo>
                  <a:pt x="285189" y="87388"/>
                </a:lnTo>
                <a:cubicBezTo>
                  <a:pt x="287764" y="87388"/>
                  <a:pt x="289522" y="87115"/>
                  <a:pt x="290462" y="86570"/>
                </a:cubicBezTo>
                <a:cubicBezTo>
                  <a:pt x="291402" y="86023"/>
                  <a:pt x="292137" y="85119"/>
                  <a:pt x="292669" y="83858"/>
                </a:cubicBezTo>
                <a:cubicBezTo>
                  <a:pt x="293200" y="82597"/>
                  <a:pt x="293466" y="80179"/>
                  <a:pt x="293466" y="76606"/>
                </a:cubicBezTo>
                <a:lnTo>
                  <a:pt x="293466" y="24148"/>
                </a:lnTo>
                <a:cubicBezTo>
                  <a:pt x="293466" y="17633"/>
                  <a:pt x="293323" y="13630"/>
                  <a:pt x="293036" y="12138"/>
                </a:cubicBezTo>
                <a:cubicBezTo>
                  <a:pt x="292750" y="10645"/>
                  <a:pt x="292291" y="9625"/>
                  <a:pt x="291657" y="9080"/>
                </a:cubicBezTo>
                <a:cubicBezTo>
                  <a:pt x="291024" y="8533"/>
                  <a:pt x="290216" y="8260"/>
                  <a:pt x="289236" y="8260"/>
                </a:cubicBezTo>
                <a:cubicBezTo>
                  <a:pt x="288173" y="8260"/>
                  <a:pt x="286824" y="8596"/>
                  <a:pt x="285189" y="9269"/>
                </a:cubicBezTo>
                <a:lnTo>
                  <a:pt x="284147" y="7061"/>
                </a:lnTo>
                <a:lnTo>
                  <a:pt x="300883" y="0"/>
                </a:lnTo>
                <a:lnTo>
                  <a:pt x="303642" y="0"/>
                </a:lnTo>
                <a:close/>
                <a:moveTo>
                  <a:pt x="352019" y="81394"/>
                </a:moveTo>
                <a:cubicBezTo>
                  <a:pt x="346256" y="85979"/>
                  <a:pt x="342639" y="88629"/>
                  <a:pt x="341168" y="89344"/>
                </a:cubicBezTo>
                <a:cubicBezTo>
                  <a:pt x="338961" y="90437"/>
                  <a:pt x="336611" y="90984"/>
                  <a:pt x="334118" y="90984"/>
                </a:cubicBezTo>
                <a:cubicBezTo>
                  <a:pt x="330235" y="90984"/>
                  <a:pt x="327037" y="89617"/>
                  <a:pt x="324523" y="86883"/>
                </a:cubicBezTo>
                <a:cubicBezTo>
                  <a:pt x="322010" y="84149"/>
                  <a:pt x="320753" y="80552"/>
                  <a:pt x="320753" y="76094"/>
                </a:cubicBezTo>
                <a:cubicBezTo>
                  <a:pt x="320753" y="73275"/>
                  <a:pt x="321366" y="70836"/>
                  <a:pt x="322592" y="68775"/>
                </a:cubicBezTo>
                <a:cubicBezTo>
                  <a:pt x="324268" y="65914"/>
                  <a:pt x="327180" y="63222"/>
                  <a:pt x="331328" y="60698"/>
                </a:cubicBezTo>
                <a:cubicBezTo>
                  <a:pt x="335477" y="58174"/>
                  <a:pt x="342373" y="55104"/>
                  <a:pt x="352019" y="51486"/>
                </a:cubicBezTo>
                <a:lnTo>
                  <a:pt x="352019" y="49215"/>
                </a:lnTo>
                <a:cubicBezTo>
                  <a:pt x="352019" y="43452"/>
                  <a:pt x="351130" y="39498"/>
                  <a:pt x="349352" y="37353"/>
                </a:cubicBezTo>
                <a:cubicBezTo>
                  <a:pt x="347574" y="35208"/>
                  <a:pt x="344989" y="34135"/>
                  <a:pt x="341597" y="34135"/>
                </a:cubicBezTo>
                <a:cubicBezTo>
                  <a:pt x="339022" y="34135"/>
                  <a:pt x="336978" y="34847"/>
                  <a:pt x="335466" y="36272"/>
                </a:cubicBezTo>
                <a:cubicBezTo>
                  <a:pt x="333913" y="37697"/>
                  <a:pt x="333137" y="39332"/>
                  <a:pt x="333137" y="41176"/>
                </a:cubicBezTo>
                <a:lnTo>
                  <a:pt x="333259" y="44822"/>
                </a:lnTo>
                <a:cubicBezTo>
                  <a:pt x="333259" y="46749"/>
                  <a:pt x="332779" y="48236"/>
                  <a:pt x="331819" y="49284"/>
                </a:cubicBezTo>
                <a:cubicBezTo>
                  <a:pt x="330858" y="50331"/>
                  <a:pt x="329601" y="50855"/>
                  <a:pt x="328048" y="50855"/>
                </a:cubicBezTo>
                <a:cubicBezTo>
                  <a:pt x="326536" y="50855"/>
                  <a:pt x="325300" y="50310"/>
                  <a:pt x="324340" y="49221"/>
                </a:cubicBezTo>
                <a:cubicBezTo>
                  <a:pt x="323379" y="48130"/>
                  <a:pt x="322899" y="46640"/>
                  <a:pt x="322899" y="44753"/>
                </a:cubicBezTo>
                <a:cubicBezTo>
                  <a:pt x="322899" y="41147"/>
                  <a:pt x="324697" y="37835"/>
                  <a:pt x="328294" y="34815"/>
                </a:cubicBezTo>
                <a:cubicBezTo>
                  <a:pt x="331890" y="31796"/>
                  <a:pt x="336938" y="30286"/>
                  <a:pt x="343436" y="30286"/>
                </a:cubicBezTo>
                <a:cubicBezTo>
                  <a:pt x="348422" y="30286"/>
                  <a:pt x="352509" y="31147"/>
                  <a:pt x="355697" y="32869"/>
                </a:cubicBezTo>
                <a:cubicBezTo>
                  <a:pt x="358108" y="34172"/>
                  <a:pt x="359886" y="36210"/>
                  <a:pt x="361030" y="38983"/>
                </a:cubicBezTo>
                <a:cubicBezTo>
                  <a:pt x="361766" y="40790"/>
                  <a:pt x="362134" y="44487"/>
                  <a:pt x="362134" y="50075"/>
                </a:cubicBezTo>
                <a:lnTo>
                  <a:pt x="362134" y="69674"/>
                </a:lnTo>
                <a:cubicBezTo>
                  <a:pt x="362134" y="75177"/>
                  <a:pt x="362236" y="78549"/>
                  <a:pt x="362440" y="79789"/>
                </a:cubicBezTo>
                <a:cubicBezTo>
                  <a:pt x="362645" y="81028"/>
                  <a:pt x="362982" y="81858"/>
                  <a:pt x="363452" y="82279"/>
                </a:cubicBezTo>
                <a:cubicBezTo>
                  <a:pt x="363922" y="82698"/>
                  <a:pt x="364463" y="82908"/>
                  <a:pt x="365076" y="82908"/>
                </a:cubicBezTo>
                <a:cubicBezTo>
                  <a:pt x="365730" y="82908"/>
                  <a:pt x="366303" y="82761"/>
                  <a:pt x="366793" y="82466"/>
                </a:cubicBezTo>
                <a:cubicBezTo>
                  <a:pt x="367651" y="81920"/>
                  <a:pt x="369307" y="80384"/>
                  <a:pt x="371759" y="77860"/>
                </a:cubicBezTo>
                <a:lnTo>
                  <a:pt x="371759" y="81394"/>
                </a:lnTo>
                <a:cubicBezTo>
                  <a:pt x="367181" y="87703"/>
                  <a:pt x="362808" y="90858"/>
                  <a:pt x="358639" y="90858"/>
                </a:cubicBezTo>
                <a:cubicBezTo>
                  <a:pt x="356637" y="90858"/>
                  <a:pt x="355043" y="90143"/>
                  <a:pt x="353858" y="88713"/>
                </a:cubicBezTo>
                <a:cubicBezTo>
                  <a:pt x="352672" y="87283"/>
                  <a:pt x="352059" y="84843"/>
                  <a:pt x="352019" y="81394"/>
                </a:cubicBezTo>
                <a:moveTo>
                  <a:pt x="352019" y="77257"/>
                </a:moveTo>
                <a:lnTo>
                  <a:pt x="352019" y="55335"/>
                </a:lnTo>
                <a:cubicBezTo>
                  <a:pt x="345847" y="57847"/>
                  <a:pt x="341862" y="59627"/>
                  <a:pt x="340064" y="60675"/>
                </a:cubicBezTo>
                <a:cubicBezTo>
                  <a:pt x="336835" y="62518"/>
                  <a:pt x="334526" y="64444"/>
                  <a:pt x="333137" y="66454"/>
                </a:cubicBezTo>
                <a:cubicBezTo>
                  <a:pt x="331747" y="68464"/>
                  <a:pt x="331052" y="70662"/>
                  <a:pt x="331052" y="73049"/>
                </a:cubicBezTo>
                <a:cubicBezTo>
                  <a:pt x="331052" y="76065"/>
                  <a:pt x="331931" y="78567"/>
                  <a:pt x="333688" y="80556"/>
                </a:cubicBezTo>
                <a:cubicBezTo>
                  <a:pt x="335446" y="82545"/>
                  <a:pt x="337469" y="83539"/>
                  <a:pt x="339758" y="83539"/>
                </a:cubicBezTo>
                <a:cubicBezTo>
                  <a:pt x="342864" y="83539"/>
                  <a:pt x="346951" y="81445"/>
                  <a:pt x="352019" y="77257"/>
                </a:cubicBezTo>
                <a:close/>
                <a:moveTo>
                  <a:pt x="373060" y="31927"/>
                </a:moveTo>
                <a:lnTo>
                  <a:pt x="399237" y="31927"/>
                </a:lnTo>
                <a:lnTo>
                  <a:pt x="399237" y="34261"/>
                </a:lnTo>
                <a:lnTo>
                  <a:pt x="397950" y="34261"/>
                </a:lnTo>
                <a:cubicBezTo>
                  <a:pt x="396111" y="34261"/>
                  <a:pt x="394731" y="34671"/>
                  <a:pt x="393812" y="35491"/>
                </a:cubicBezTo>
                <a:cubicBezTo>
                  <a:pt x="392892" y="36312"/>
                  <a:pt x="392432" y="37332"/>
                  <a:pt x="392432" y="38552"/>
                </a:cubicBezTo>
                <a:cubicBezTo>
                  <a:pt x="392432" y="40192"/>
                  <a:pt x="393107" y="42464"/>
                  <a:pt x="394455" y="45366"/>
                </a:cubicBezTo>
                <a:lnTo>
                  <a:pt x="408126" y="74516"/>
                </a:lnTo>
                <a:lnTo>
                  <a:pt x="420694" y="42590"/>
                </a:lnTo>
                <a:cubicBezTo>
                  <a:pt x="421389" y="40865"/>
                  <a:pt x="421736" y="39162"/>
                  <a:pt x="421736" y="37479"/>
                </a:cubicBezTo>
                <a:cubicBezTo>
                  <a:pt x="421736" y="36722"/>
                  <a:pt x="421593" y="36154"/>
                  <a:pt x="421307" y="35775"/>
                </a:cubicBezTo>
                <a:cubicBezTo>
                  <a:pt x="420980" y="35313"/>
                  <a:pt x="420469" y="34945"/>
                  <a:pt x="419774" y="34671"/>
                </a:cubicBezTo>
                <a:cubicBezTo>
                  <a:pt x="419079" y="34398"/>
                  <a:pt x="417853" y="34261"/>
                  <a:pt x="416096" y="34261"/>
                </a:cubicBezTo>
                <a:lnTo>
                  <a:pt x="416096" y="31927"/>
                </a:lnTo>
                <a:lnTo>
                  <a:pt x="434365" y="31927"/>
                </a:lnTo>
                <a:lnTo>
                  <a:pt x="434365" y="34261"/>
                </a:lnTo>
                <a:cubicBezTo>
                  <a:pt x="432853" y="34429"/>
                  <a:pt x="431688" y="34766"/>
                  <a:pt x="430870" y="35271"/>
                </a:cubicBezTo>
                <a:cubicBezTo>
                  <a:pt x="430053" y="35775"/>
                  <a:pt x="429154" y="36722"/>
                  <a:pt x="428173" y="38110"/>
                </a:cubicBezTo>
                <a:cubicBezTo>
                  <a:pt x="427805" y="38699"/>
                  <a:pt x="427110" y="40318"/>
                  <a:pt x="426089" y="42968"/>
                </a:cubicBezTo>
                <a:lnTo>
                  <a:pt x="403222" y="100638"/>
                </a:lnTo>
                <a:cubicBezTo>
                  <a:pt x="401015" y="106233"/>
                  <a:pt x="398123" y="110460"/>
                  <a:pt x="394547" y="113320"/>
                </a:cubicBezTo>
                <a:cubicBezTo>
                  <a:pt x="390971" y="116181"/>
                  <a:pt x="387528" y="117611"/>
                  <a:pt x="384217" y="117611"/>
                </a:cubicBezTo>
                <a:cubicBezTo>
                  <a:pt x="381806" y="117611"/>
                  <a:pt x="379824" y="116904"/>
                  <a:pt x="378271" y="115491"/>
                </a:cubicBezTo>
                <a:cubicBezTo>
                  <a:pt x="376718" y="114078"/>
                  <a:pt x="375941" y="112457"/>
                  <a:pt x="375941" y="110629"/>
                </a:cubicBezTo>
                <a:cubicBezTo>
                  <a:pt x="375941" y="108883"/>
                  <a:pt x="376503" y="107475"/>
                  <a:pt x="377627" y="106405"/>
                </a:cubicBezTo>
                <a:cubicBezTo>
                  <a:pt x="378751" y="105337"/>
                  <a:pt x="380294" y="104802"/>
                  <a:pt x="382256" y="104802"/>
                </a:cubicBezTo>
                <a:cubicBezTo>
                  <a:pt x="383604" y="104802"/>
                  <a:pt x="385444" y="105265"/>
                  <a:pt x="387773" y="106190"/>
                </a:cubicBezTo>
                <a:cubicBezTo>
                  <a:pt x="389408" y="106821"/>
                  <a:pt x="390430" y="107137"/>
                  <a:pt x="390838" y="107137"/>
                </a:cubicBezTo>
                <a:cubicBezTo>
                  <a:pt x="392064" y="107137"/>
                  <a:pt x="393403" y="106480"/>
                  <a:pt x="394854" y="105167"/>
                </a:cubicBezTo>
                <a:cubicBezTo>
                  <a:pt x="396305" y="103855"/>
                  <a:pt x="397766" y="101316"/>
                  <a:pt x="399237" y="97548"/>
                </a:cubicBezTo>
                <a:lnTo>
                  <a:pt x="403222" y="87451"/>
                </a:lnTo>
                <a:lnTo>
                  <a:pt x="383053" y="43852"/>
                </a:lnTo>
                <a:cubicBezTo>
                  <a:pt x="382440" y="42548"/>
                  <a:pt x="381459" y="40928"/>
                  <a:pt x="380110" y="38993"/>
                </a:cubicBezTo>
                <a:cubicBezTo>
                  <a:pt x="379088" y="37521"/>
                  <a:pt x="378250" y="36533"/>
                  <a:pt x="377597" y="36028"/>
                </a:cubicBezTo>
                <a:cubicBezTo>
                  <a:pt x="376657" y="35355"/>
                  <a:pt x="375144" y="34766"/>
                  <a:pt x="373060" y="34261"/>
                </a:cubicBezTo>
                <a:lnTo>
                  <a:pt x="373060" y="31927"/>
                </a:lnTo>
                <a:close/>
                <a:moveTo>
                  <a:pt x="448465" y="53758"/>
                </a:moveTo>
                <a:cubicBezTo>
                  <a:pt x="448424" y="62319"/>
                  <a:pt x="450447" y="69034"/>
                  <a:pt x="454534" y="73903"/>
                </a:cubicBezTo>
                <a:cubicBezTo>
                  <a:pt x="458621" y="78771"/>
                  <a:pt x="463423" y="81204"/>
                  <a:pt x="468941" y="81204"/>
                </a:cubicBezTo>
                <a:cubicBezTo>
                  <a:pt x="472619" y="81204"/>
                  <a:pt x="475817" y="80163"/>
                  <a:pt x="478535" y="78081"/>
                </a:cubicBezTo>
                <a:cubicBezTo>
                  <a:pt x="481253" y="75999"/>
                  <a:pt x="483531" y="72434"/>
                  <a:pt x="485370" y="67386"/>
                </a:cubicBezTo>
                <a:lnTo>
                  <a:pt x="487271" y="68648"/>
                </a:lnTo>
                <a:cubicBezTo>
                  <a:pt x="486413" y="74411"/>
                  <a:pt x="483919" y="79659"/>
                  <a:pt x="479792" y="84391"/>
                </a:cubicBezTo>
                <a:cubicBezTo>
                  <a:pt x="475664" y="89123"/>
                  <a:pt x="470494" y="91489"/>
                  <a:pt x="464282" y="91489"/>
                </a:cubicBezTo>
                <a:cubicBezTo>
                  <a:pt x="457538" y="91489"/>
                  <a:pt x="451765" y="88792"/>
                  <a:pt x="446963" y="83399"/>
                </a:cubicBezTo>
                <a:cubicBezTo>
                  <a:pt x="442161" y="78004"/>
                  <a:pt x="439760" y="70752"/>
                  <a:pt x="439760" y="61643"/>
                </a:cubicBezTo>
                <a:cubicBezTo>
                  <a:pt x="439760" y="51779"/>
                  <a:pt x="442222" y="44087"/>
                  <a:pt x="447147" y="38567"/>
                </a:cubicBezTo>
                <a:cubicBezTo>
                  <a:pt x="452072" y="33046"/>
                  <a:pt x="458253" y="30286"/>
                  <a:pt x="465692" y="30286"/>
                </a:cubicBezTo>
                <a:cubicBezTo>
                  <a:pt x="471986" y="30286"/>
                  <a:pt x="477156" y="32416"/>
                  <a:pt x="481202" y="36675"/>
                </a:cubicBezTo>
                <a:cubicBezTo>
                  <a:pt x="485248" y="40932"/>
                  <a:pt x="487271" y="46627"/>
                  <a:pt x="487271" y="53758"/>
                </a:cubicBezTo>
                <a:lnTo>
                  <a:pt x="448465" y="53758"/>
                </a:lnTo>
                <a:moveTo>
                  <a:pt x="448465" y="50098"/>
                </a:moveTo>
                <a:lnTo>
                  <a:pt x="474458" y="50098"/>
                </a:lnTo>
                <a:cubicBezTo>
                  <a:pt x="474254" y="46397"/>
                  <a:pt x="473825" y="43789"/>
                  <a:pt x="473171" y="42274"/>
                </a:cubicBezTo>
                <a:cubicBezTo>
                  <a:pt x="472149" y="39919"/>
                  <a:pt x="470627" y="38068"/>
                  <a:pt x="468604" y="36722"/>
                </a:cubicBezTo>
                <a:cubicBezTo>
                  <a:pt x="466580" y="35376"/>
                  <a:pt x="464465" y="34703"/>
                  <a:pt x="462258" y="34703"/>
                </a:cubicBezTo>
                <a:cubicBezTo>
                  <a:pt x="458866" y="34703"/>
                  <a:pt x="455832" y="36059"/>
                  <a:pt x="453155" y="38772"/>
                </a:cubicBezTo>
                <a:cubicBezTo>
                  <a:pt x="450478" y="41486"/>
                  <a:pt x="448915" y="45261"/>
                  <a:pt x="448465" y="50098"/>
                </a:cubicBezTo>
                <a:close/>
                <a:moveTo>
                  <a:pt x="511500" y="30286"/>
                </a:moveTo>
                <a:lnTo>
                  <a:pt x="511500" y="43284"/>
                </a:lnTo>
                <a:cubicBezTo>
                  <a:pt x="516200" y="34619"/>
                  <a:pt x="521023" y="30286"/>
                  <a:pt x="525968" y="30286"/>
                </a:cubicBezTo>
                <a:cubicBezTo>
                  <a:pt x="528216" y="30286"/>
                  <a:pt x="530075" y="30991"/>
                  <a:pt x="531547" y="32400"/>
                </a:cubicBezTo>
                <a:cubicBezTo>
                  <a:pt x="533018" y="33809"/>
                  <a:pt x="533753" y="35439"/>
                  <a:pt x="533753" y="37290"/>
                </a:cubicBezTo>
                <a:cubicBezTo>
                  <a:pt x="533753" y="38930"/>
                  <a:pt x="533222" y="40318"/>
                  <a:pt x="532160" y="41454"/>
                </a:cubicBezTo>
                <a:cubicBezTo>
                  <a:pt x="531097" y="42590"/>
                  <a:pt x="529830" y="43158"/>
                  <a:pt x="528359" y="43158"/>
                </a:cubicBezTo>
                <a:cubicBezTo>
                  <a:pt x="526928" y="43158"/>
                  <a:pt x="525324" y="42432"/>
                  <a:pt x="523546" y="40981"/>
                </a:cubicBezTo>
                <a:cubicBezTo>
                  <a:pt x="521768" y="39530"/>
                  <a:pt x="520450" y="38804"/>
                  <a:pt x="519592" y="38804"/>
                </a:cubicBezTo>
                <a:cubicBezTo>
                  <a:pt x="518856" y="38804"/>
                  <a:pt x="518059" y="39223"/>
                  <a:pt x="517201" y="40062"/>
                </a:cubicBezTo>
                <a:cubicBezTo>
                  <a:pt x="515362" y="41783"/>
                  <a:pt x="513462" y="44615"/>
                  <a:pt x="511500" y="48558"/>
                </a:cubicBezTo>
                <a:lnTo>
                  <a:pt x="511500" y="76186"/>
                </a:lnTo>
                <a:cubicBezTo>
                  <a:pt x="511500" y="79374"/>
                  <a:pt x="511888" y="81786"/>
                  <a:pt x="512665" y="83423"/>
                </a:cubicBezTo>
                <a:cubicBezTo>
                  <a:pt x="513196" y="84556"/>
                  <a:pt x="514136" y="85500"/>
                  <a:pt x="515485" y="86256"/>
                </a:cubicBezTo>
                <a:cubicBezTo>
                  <a:pt x="516833" y="87011"/>
                  <a:pt x="518775" y="87388"/>
                  <a:pt x="521309" y="87388"/>
                </a:cubicBezTo>
                <a:lnTo>
                  <a:pt x="521309" y="89722"/>
                </a:lnTo>
                <a:lnTo>
                  <a:pt x="492557" y="89722"/>
                </a:lnTo>
                <a:lnTo>
                  <a:pt x="492557" y="87388"/>
                </a:lnTo>
                <a:cubicBezTo>
                  <a:pt x="495418" y="87388"/>
                  <a:pt x="497543" y="86926"/>
                  <a:pt x="498932" y="86004"/>
                </a:cubicBezTo>
                <a:cubicBezTo>
                  <a:pt x="499954" y="85332"/>
                  <a:pt x="500669" y="84261"/>
                  <a:pt x="501078" y="82792"/>
                </a:cubicBezTo>
                <a:cubicBezTo>
                  <a:pt x="501282" y="82078"/>
                  <a:pt x="501385" y="80042"/>
                  <a:pt x="501385" y="76685"/>
                </a:cubicBezTo>
                <a:lnTo>
                  <a:pt x="501385" y="54335"/>
                </a:lnTo>
                <a:cubicBezTo>
                  <a:pt x="501385" y="47620"/>
                  <a:pt x="501252" y="43622"/>
                  <a:pt x="500986" y="42343"/>
                </a:cubicBezTo>
                <a:cubicBezTo>
                  <a:pt x="500720" y="41063"/>
                  <a:pt x="500230" y="40129"/>
                  <a:pt x="499515" y="39541"/>
                </a:cubicBezTo>
                <a:cubicBezTo>
                  <a:pt x="498800" y="38954"/>
                  <a:pt x="497911" y="38660"/>
                  <a:pt x="496848" y="38660"/>
                </a:cubicBezTo>
                <a:cubicBezTo>
                  <a:pt x="495581" y="38660"/>
                  <a:pt x="494151" y="38975"/>
                  <a:pt x="492557" y="39605"/>
                </a:cubicBezTo>
                <a:lnTo>
                  <a:pt x="491944" y="37337"/>
                </a:lnTo>
                <a:lnTo>
                  <a:pt x="508925" y="30286"/>
                </a:lnTo>
                <a:lnTo>
                  <a:pt x="511500" y="30286"/>
                </a:lnTo>
                <a:close/>
                <a:moveTo>
                  <a:pt x="590882" y="49593"/>
                </a:moveTo>
                <a:lnTo>
                  <a:pt x="590882" y="74558"/>
                </a:lnTo>
                <a:cubicBezTo>
                  <a:pt x="590882" y="79951"/>
                  <a:pt x="591455" y="83301"/>
                  <a:pt x="592599" y="84608"/>
                </a:cubicBezTo>
                <a:cubicBezTo>
                  <a:pt x="594152" y="86461"/>
                  <a:pt x="596502" y="87388"/>
                  <a:pt x="599649" y="87388"/>
                </a:cubicBezTo>
                <a:lnTo>
                  <a:pt x="602837" y="87388"/>
                </a:lnTo>
                <a:lnTo>
                  <a:pt x="602837" y="89722"/>
                </a:lnTo>
                <a:lnTo>
                  <a:pt x="567219" y="89722"/>
                </a:lnTo>
                <a:lnTo>
                  <a:pt x="567219" y="87388"/>
                </a:lnTo>
                <a:lnTo>
                  <a:pt x="570345" y="87388"/>
                </a:lnTo>
                <a:cubicBezTo>
                  <a:pt x="573860" y="87388"/>
                  <a:pt x="576374" y="86210"/>
                  <a:pt x="577886" y="83854"/>
                </a:cubicBezTo>
                <a:cubicBezTo>
                  <a:pt x="578703" y="82551"/>
                  <a:pt x="579112" y="79459"/>
                  <a:pt x="579112" y="74579"/>
                </a:cubicBezTo>
                <a:lnTo>
                  <a:pt x="579112" y="19307"/>
                </a:lnTo>
                <a:cubicBezTo>
                  <a:pt x="579112" y="13923"/>
                  <a:pt x="578560" y="10579"/>
                  <a:pt x="577457" y="9275"/>
                </a:cubicBezTo>
                <a:cubicBezTo>
                  <a:pt x="575863" y="7424"/>
                  <a:pt x="573492" y="6499"/>
                  <a:pt x="570345" y="6499"/>
                </a:cubicBezTo>
                <a:lnTo>
                  <a:pt x="567219" y="6499"/>
                </a:lnTo>
                <a:lnTo>
                  <a:pt x="567219" y="4164"/>
                </a:lnTo>
                <a:lnTo>
                  <a:pt x="597687" y="4164"/>
                </a:lnTo>
                <a:cubicBezTo>
                  <a:pt x="605126" y="4164"/>
                  <a:pt x="610990" y="4952"/>
                  <a:pt x="615282" y="6528"/>
                </a:cubicBezTo>
                <a:cubicBezTo>
                  <a:pt x="619573" y="8103"/>
                  <a:pt x="623190" y="10760"/>
                  <a:pt x="626133" y="14498"/>
                </a:cubicBezTo>
                <a:cubicBezTo>
                  <a:pt x="629075" y="18237"/>
                  <a:pt x="630547" y="22669"/>
                  <a:pt x="630547" y="27794"/>
                </a:cubicBezTo>
                <a:cubicBezTo>
                  <a:pt x="630547" y="34767"/>
                  <a:pt x="628309" y="40439"/>
                  <a:pt x="623834" y="44808"/>
                </a:cubicBezTo>
                <a:cubicBezTo>
                  <a:pt x="619359" y="49176"/>
                  <a:pt x="613034" y="51360"/>
                  <a:pt x="604860" y="51360"/>
                </a:cubicBezTo>
                <a:cubicBezTo>
                  <a:pt x="602857" y="51360"/>
                  <a:pt x="600691" y="51213"/>
                  <a:pt x="598362" y="50918"/>
                </a:cubicBezTo>
                <a:cubicBezTo>
                  <a:pt x="596032" y="50624"/>
                  <a:pt x="593539" y="50182"/>
                  <a:pt x="590882" y="49593"/>
                </a:cubicBezTo>
                <a:moveTo>
                  <a:pt x="590882" y="45934"/>
                </a:moveTo>
                <a:cubicBezTo>
                  <a:pt x="593049" y="46354"/>
                  <a:pt x="594969" y="46670"/>
                  <a:pt x="596645" y="46880"/>
                </a:cubicBezTo>
                <a:cubicBezTo>
                  <a:pt x="598321" y="47091"/>
                  <a:pt x="599751" y="47196"/>
                  <a:pt x="600936" y="47196"/>
                </a:cubicBezTo>
                <a:cubicBezTo>
                  <a:pt x="605187" y="47196"/>
                  <a:pt x="608855" y="45503"/>
                  <a:pt x="611941" y="42117"/>
                </a:cubicBezTo>
                <a:cubicBezTo>
                  <a:pt x="615026" y="38730"/>
                  <a:pt x="616569" y="34345"/>
                  <a:pt x="616569" y="28961"/>
                </a:cubicBezTo>
                <a:cubicBezTo>
                  <a:pt x="616569" y="25259"/>
                  <a:pt x="615833" y="21821"/>
                  <a:pt x="614362" y="18645"/>
                </a:cubicBezTo>
                <a:cubicBezTo>
                  <a:pt x="612891" y="15469"/>
                  <a:pt x="610806" y="13092"/>
                  <a:pt x="608109" y="11515"/>
                </a:cubicBezTo>
                <a:cubicBezTo>
                  <a:pt x="605412" y="9938"/>
                  <a:pt x="602346" y="9149"/>
                  <a:pt x="598913" y="9149"/>
                </a:cubicBezTo>
                <a:cubicBezTo>
                  <a:pt x="596829" y="9149"/>
                  <a:pt x="594152" y="9549"/>
                  <a:pt x="590882" y="10348"/>
                </a:cubicBezTo>
                <a:lnTo>
                  <a:pt x="590882" y="45934"/>
                </a:lnTo>
                <a:close/>
                <a:moveTo>
                  <a:pt x="648005" y="53758"/>
                </a:moveTo>
                <a:cubicBezTo>
                  <a:pt x="647964" y="62319"/>
                  <a:pt x="649987" y="69034"/>
                  <a:pt x="654074" y="73903"/>
                </a:cubicBezTo>
                <a:cubicBezTo>
                  <a:pt x="658161" y="78771"/>
                  <a:pt x="662963" y="81204"/>
                  <a:pt x="668480" y="81204"/>
                </a:cubicBezTo>
                <a:cubicBezTo>
                  <a:pt x="672159" y="81204"/>
                  <a:pt x="675357" y="80163"/>
                  <a:pt x="678074" y="78081"/>
                </a:cubicBezTo>
                <a:cubicBezTo>
                  <a:pt x="680792" y="75999"/>
                  <a:pt x="683071" y="72434"/>
                  <a:pt x="684910" y="67386"/>
                </a:cubicBezTo>
                <a:lnTo>
                  <a:pt x="686810" y="68648"/>
                </a:lnTo>
                <a:cubicBezTo>
                  <a:pt x="685952" y="74411"/>
                  <a:pt x="683459" y="79659"/>
                  <a:pt x="679331" y="84391"/>
                </a:cubicBezTo>
                <a:cubicBezTo>
                  <a:pt x="675203" y="89123"/>
                  <a:pt x="670033" y="91489"/>
                  <a:pt x="663821" y="91489"/>
                </a:cubicBezTo>
                <a:cubicBezTo>
                  <a:pt x="657078" y="91489"/>
                  <a:pt x="651305" y="88792"/>
                  <a:pt x="646503" y="83399"/>
                </a:cubicBezTo>
                <a:cubicBezTo>
                  <a:pt x="641700" y="78004"/>
                  <a:pt x="639299" y="70752"/>
                  <a:pt x="639299" y="61643"/>
                </a:cubicBezTo>
                <a:cubicBezTo>
                  <a:pt x="639299" y="51779"/>
                  <a:pt x="641762" y="44087"/>
                  <a:pt x="646686" y="38567"/>
                </a:cubicBezTo>
                <a:cubicBezTo>
                  <a:pt x="651611" y="33046"/>
                  <a:pt x="657793" y="30286"/>
                  <a:pt x="665231" y="30286"/>
                </a:cubicBezTo>
                <a:cubicBezTo>
                  <a:pt x="671525" y="30286"/>
                  <a:pt x="676695" y="32416"/>
                  <a:pt x="680741" y="36675"/>
                </a:cubicBezTo>
                <a:cubicBezTo>
                  <a:pt x="684787" y="40932"/>
                  <a:pt x="686810" y="46627"/>
                  <a:pt x="686810" y="53758"/>
                </a:cubicBezTo>
                <a:lnTo>
                  <a:pt x="648005" y="53758"/>
                </a:lnTo>
                <a:moveTo>
                  <a:pt x="648005" y="50098"/>
                </a:moveTo>
                <a:lnTo>
                  <a:pt x="673998" y="50098"/>
                </a:lnTo>
                <a:cubicBezTo>
                  <a:pt x="673793" y="46397"/>
                  <a:pt x="673364" y="43789"/>
                  <a:pt x="672710" y="42274"/>
                </a:cubicBezTo>
                <a:cubicBezTo>
                  <a:pt x="671689" y="39919"/>
                  <a:pt x="670166" y="38068"/>
                  <a:pt x="668143" y="36722"/>
                </a:cubicBezTo>
                <a:cubicBezTo>
                  <a:pt x="666120" y="35376"/>
                  <a:pt x="664005" y="34703"/>
                  <a:pt x="661798" y="34703"/>
                </a:cubicBezTo>
                <a:cubicBezTo>
                  <a:pt x="658406" y="34703"/>
                  <a:pt x="655371" y="36059"/>
                  <a:pt x="652694" y="38772"/>
                </a:cubicBezTo>
                <a:cubicBezTo>
                  <a:pt x="650017" y="41486"/>
                  <a:pt x="648454" y="45261"/>
                  <a:pt x="648005" y="50098"/>
                </a:cubicBezTo>
                <a:close/>
                <a:moveTo>
                  <a:pt x="711040" y="30286"/>
                </a:moveTo>
                <a:lnTo>
                  <a:pt x="711040" y="43284"/>
                </a:lnTo>
                <a:cubicBezTo>
                  <a:pt x="715740" y="34619"/>
                  <a:pt x="720562" y="30286"/>
                  <a:pt x="725508" y="30286"/>
                </a:cubicBezTo>
                <a:cubicBezTo>
                  <a:pt x="727755" y="30286"/>
                  <a:pt x="729615" y="30991"/>
                  <a:pt x="731086" y="32400"/>
                </a:cubicBezTo>
                <a:cubicBezTo>
                  <a:pt x="732558" y="33809"/>
                  <a:pt x="733293" y="35439"/>
                  <a:pt x="733293" y="37290"/>
                </a:cubicBezTo>
                <a:cubicBezTo>
                  <a:pt x="733293" y="38930"/>
                  <a:pt x="732762" y="40318"/>
                  <a:pt x="731699" y="41454"/>
                </a:cubicBezTo>
                <a:cubicBezTo>
                  <a:pt x="730637" y="42590"/>
                  <a:pt x="729370" y="43158"/>
                  <a:pt x="727898" y="43158"/>
                </a:cubicBezTo>
                <a:cubicBezTo>
                  <a:pt x="726468" y="43158"/>
                  <a:pt x="724864" y="42432"/>
                  <a:pt x="723086" y="40981"/>
                </a:cubicBezTo>
                <a:cubicBezTo>
                  <a:pt x="721308" y="39530"/>
                  <a:pt x="719990" y="38804"/>
                  <a:pt x="719132" y="38804"/>
                </a:cubicBezTo>
                <a:cubicBezTo>
                  <a:pt x="718396" y="38804"/>
                  <a:pt x="717599" y="39223"/>
                  <a:pt x="716741" y="40062"/>
                </a:cubicBezTo>
                <a:cubicBezTo>
                  <a:pt x="714902" y="41783"/>
                  <a:pt x="713001" y="44615"/>
                  <a:pt x="711040" y="48558"/>
                </a:cubicBezTo>
                <a:lnTo>
                  <a:pt x="711040" y="76186"/>
                </a:lnTo>
                <a:cubicBezTo>
                  <a:pt x="711040" y="79374"/>
                  <a:pt x="711428" y="81786"/>
                  <a:pt x="712204" y="83423"/>
                </a:cubicBezTo>
                <a:cubicBezTo>
                  <a:pt x="712736" y="84556"/>
                  <a:pt x="713676" y="85500"/>
                  <a:pt x="715024" y="86256"/>
                </a:cubicBezTo>
                <a:cubicBezTo>
                  <a:pt x="716373" y="87011"/>
                  <a:pt x="718314" y="87388"/>
                  <a:pt x="720848" y="87388"/>
                </a:cubicBezTo>
                <a:lnTo>
                  <a:pt x="720848" y="89722"/>
                </a:lnTo>
                <a:lnTo>
                  <a:pt x="692097" y="89722"/>
                </a:lnTo>
                <a:lnTo>
                  <a:pt x="692097" y="87388"/>
                </a:lnTo>
                <a:cubicBezTo>
                  <a:pt x="694957" y="87388"/>
                  <a:pt x="697083" y="86926"/>
                  <a:pt x="698472" y="86004"/>
                </a:cubicBezTo>
                <a:cubicBezTo>
                  <a:pt x="699494" y="85332"/>
                  <a:pt x="700209" y="84261"/>
                  <a:pt x="700618" y="82792"/>
                </a:cubicBezTo>
                <a:cubicBezTo>
                  <a:pt x="700822" y="82078"/>
                  <a:pt x="700924" y="80042"/>
                  <a:pt x="700924" y="76685"/>
                </a:cubicBezTo>
                <a:lnTo>
                  <a:pt x="700924" y="54335"/>
                </a:lnTo>
                <a:cubicBezTo>
                  <a:pt x="700924" y="47620"/>
                  <a:pt x="700792" y="43622"/>
                  <a:pt x="700526" y="42343"/>
                </a:cubicBezTo>
                <a:cubicBezTo>
                  <a:pt x="700260" y="41063"/>
                  <a:pt x="699770" y="40129"/>
                  <a:pt x="699055" y="39541"/>
                </a:cubicBezTo>
                <a:cubicBezTo>
                  <a:pt x="698339" y="38954"/>
                  <a:pt x="697450" y="38660"/>
                  <a:pt x="696388" y="38660"/>
                </a:cubicBezTo>
                <a:cubicBezTo>
                  <a:pt x="695121" y="38660"/>
                  <a:pt x="693690" y="38975"/>
                  <a:pt x="692097" y="39605"/>
                </a:cubicBezTo>
                <a:lnTo>
                  <a:pt x="691483" y="37337"/>
                </a:lnTo>
                <a:lnTo>
                  <a:pt x="708465" y="30286"/>
                </a:lnTo>
                <a:lnTo>
                  <a:pt x="711040" y="30286"/>
                </a:lnTo>
                <a:close/>
                <a:moveTo>
                  <a:pt x="784905" y="67765"/>
                </a:moveTo>
                <a:cubicBezTo>
                  <a:pt x="783393" y="75379"/>
                  <a:pt x="780430" y="81236"/>
                  <a:pt x="776016" y="85337"/>
                </a:cubicBezTo>
                <a:cubicBezTo>
                  <a:pt x="771602" y="89438"/>
                  <a:pt x="766718" y="91489"/>
                  <a:pt x="761364" y="91489"/>
                </a:cubicBezTo>
                <a:cubicBezTo>
                  <a:pt x="754988" y="91489"/>
                  <a:pt x="749430" y="88737"/>
                  <a:pt x="744689" y="83233"/>
                </a:cubicBezTo>
                <a:cubicBezTo>
                  <a:pt x="739948" y="77728"/>
                  <a:pt x="737578" y="70290"/>
                  <a:pt x="737578" y="60919"/>
                </a:cubicBezTo>
                <a:cubicBezTo>
                  <a:pt x="737578" y="51843"/>
                  <a:pt x="740204" y="44468"/>
                  <a:pt x="745455" y="38796"/>
                </a:cubicBezTo>
                <a:cubicBezTo>
                  <a:pt x="750707" y="33123"/>
                  <a:pt x="757011" y="30286"/>
                  <a:pt x="764368" y="30286"/>
                </a:cubicBezTo>
                <a:cubicBezTo>
                  <a:pt x="769885" y="30286"/>
                  <a:pt x="774422" y="31785"/>
                  <a:pt x="777978" y="34784"/>
                </a:cubicBezTo>
                <a:cubicBezTo>
                  <a:pt x="781533" y="37781"/>
                  <a:pt x="783311" y="40893"/>
                  <a:pt x="783311" y="44122"/>
                </a:cubicBezTo>
                <a:cubicBezTo>
                  <a:pt x="783311" y="45715"/>
                  <a:pt x="782810" y="47004"/>
                  <a:pt x="781809" y="47990"/>
                </a:cubicBezTo>
                <a:cubicBezTo>
                  <a:pt x="780808" y="48975"/>
                  <a:pt x="779408" y="49467"/>
                  <a:pt x="777610" y="49467"/>
                </a:cubicBezTo>
                <a:cubicBezTo>
                  <a:pt x="775198" y="49467"/>
                  <a:pt x="773380" y="48668"/>
                  <a:pt x="772154" y="47070"/>
                </a:cubicBezTo>
                <a:cubicBezTo>
                  <a:pt x="771459" y="46186"/>
                  <a:pt x="770999" y="44504"/>
                  <a:pt x="770774" y="42022"/>
                </a:cubicBezTo>
                <a:cubicBezTo>
                  <a:pt x="770549" y="39540"/>
                  <a:pt x="769722" y="37647"/>
                  <a:pt x="768291" y="36343"/>
                </a:cubicBezTo>
                <a:cubicBezTo>
                  <a:pt x="766861" y="35081"/>
                  <a:pt x="764879" y="34450"/>
                  <a:pt x="762345" y="34450"/>
                </a:cubicBezTo>
                <a:cubicBezTo>
                  <a:pt x="758258" y="34450"/>
                  <a:pt x="754968" y="36007"/>
                  <a:pt x="752475" y="39119"/>
                </a:cubicBezTo>
                <a:cubicBezTo>
                  <a:pt x="749164" y="43242"/>
                  <a:pt x="747509" y="48689"/>
                  <a:pt x="747509" y="55461"/>
                </a:cubicBezTo>
                <a:cubicBezTo>
                  <a:pt x="747509" y="62360"/>
                  <a:pt x="749154" y="68449"/>
                  <a:pt x="752444" y="73728"/>
                </a:cubicBezTo>
                <a:cubicBezTo>
                  <a:pt x="755734" y="79007"/>
                  <a:pt x="760179" y="81646"/>
                  <a:pt x="765778" y="81646"/>
                </a:cubicBezTo>
                <a:cubicBezTo>
                  <a:pt x="769783" y="81646"/>
                  <a:pt x="773380" y="80237"/>
                  <a:pt x="776568" y="77419"/>
                </a:cubicBezTo>
                <a:cubicBezTo>
                  <a:pt x="778815" y="75484"/>
                  <a:pt x="781002" y="71971"/>
                  <a:pt x="783127" y="66882"/>
                </a:cubicBezTo>
                <a:lnTo>
                  <a:pt x="784905" y="67765"/>
                </a:lnTo>
                <a:close/>
                <a:moveTo>
                  <a:pt x="802697" y="53758"/>
                </a:moveTo>
                <a:cubicBezTo>
                  <a:pt x="802656" y="62319"/>
                  <a:pt x="804679" y="69034"/>
                  <a:pt x="808766" y="73903"/>
                </a:cubicBezTo>
                <a:cubicBezTo>
                  <a:pt x="812853" y="78771"/>
                  <a:pt x="817656" y="81204"/>
                  <a:pt x="823173" y="81204"/>
                </a:cubicBezTo>
                <a:cubicBezTo>
                  <a:pt x="826851" y="81204"/>
                  <a:pt x="830049" y="80163"/>
                  <a:pt x="832767" y="78081"/>
                </a:cubicBezTo>
                <a:cubicBezTo>
                  <a:pt x="835485" y="75999"/>
                  <a:pt x="837764" y="72434"/>
                  <a:pt x="839603" y="67386"/>
                </a:cubicBezTo>
                <a:lnTo>
                  <a:pt x="841503" y="68648"/>
                </a:lnTo>
                <a:cubicBezTo>
                  <a:pt x="840645" y="74411"/>
                  <a:pt x="838152" y="79659"/>
                  <a:pt x="834024" y="84391"/>
                </a:cubicBezTo>
                <a:cubicBezTo>
                  <a:pt x="829896" y="89123"/>
                  <a:pt x="824726" y="91489"/>
                  <a:pt x="818514" y="91489"/>
                </a:cubicBezTo>
                <a:cubicBezTo>
                  <a:pt x="811770" y="91489"/>
                  <a:pt x="805998" y="88792"/>
                  <a:pt x="801195" y="83399"/>
                </a:cubicBezTo>
                <a:cubicBezTo>
                  <a:pt x="796393" y="78004"/>
                  <a:pt x="793992" y="70752"/>
                  <a:pt x="793992" y="61643"/>
                </a:cubicBezTo>
                <a:cubicBezTo>
                  <a:pt x="793992" y="51779"/>
                  <a:pt x="796454" y="44087"/>
                  <a:pt x="801379" y="38567"/>
                </a:cubicBezTo>
                <a:cubicBezTo>
                  <a:pt x="806304" y="33046"/>
                  <a:pt x="812486" y="30286"/>
                  <a:pt x="819924" y="30286"/>
                </a:cubicBezTo>
                <a:cubicBezTo>
                  <a:pt x="826218" y="30286"/>
                  <a:pt x="831388" y="32416"/>
                  <a:pt x="835434" y="36675"/>
                </a:cubicBezTo>
                <a:cubicBezTo>
                  <a:pt x="839480" y="40932"/>
                  <a:pt x="841503" y="46627"/>
                  <a:pt x="841503" y="53758"/>
                </a:cubicBezTo>
                <a:lnTo>
                  <a:pt x="802697" y="53758"/>
                </a:lnTo>
                <a:moveTo>
                  <a:pt x="802697" y="50098"/>
                </a:moveTo>
                <a:lnTo>
                  <a:pt x="828690" y="50098"/>
                </a:lnTo>
                <a:cubicBezTo>
                  <a:pt x="828486" y="46397"/>
                  <a:pt x="828057" y="43789"/>
                  <a:pt x="827403" y="42274"/>
                </a:cubicBezTo>
                <a:cubicBezTo>
                  <a:pt x="826381" y="39919"/>
                  <a:pt x="824859" y="38068"/>
                  <a:pt x="822836" y="36722"/>
                </a:cubicBezTo>
                <a:cubicBezTo>
                  <a:pt x="820813" y="35376"/>
                  <a:pt x="818698" y="34703"/>
                  <a:pt x="816491" y="34703"/>
                </a:cubicBezTo>
                <a:cubicBezTo>
                  <a:pt x="813099" y="34703"/>
                  <a:pt x="810064" y="36059"/>
                  <a:pt x="807387" y="38772"/>
                </a:cubicBezTo>
                <a:cubicBezTo>
                  <a:pt x="804710" y="41486"/>
                  <a:pt x="803147" y="45261"/>
                  <a:pt x="802697" y="50098"/>
                </a:cubicBezTo>
                <a:close/>
                <a:moveTo>
                  <a:pt x="845257" y="37611"/>
                </a:moveTo>
                <a:lnTo>
                  <a:pt x="862545" y="30412"/>
                </a:lnTo>
                <a:lnTo>
                  <a:pt x="864874" y="30412"/>
                </a:lnTo>
                <a:lnTo>
                  <a:pt x="864874" y="43915"/>
                </a:lnTo>
                <a:cubicBezTo>
                  <a:pt x="867776" y="38825"/>
                  <a:pt x="870688" y="35281"/>
                  <a:pt x="873610" y="33283"/>
                </a:cubicBezTo>
                <a:cubicBezTo>
                  <a:pt x="876532" y="31285"/>
                  <a:pt x="879608" y="30286"/>
                  <a:pt x="882836" y="30286"/>
                </a:cubicBezTo>
                <a:cubicBezTo>
                  <a:pt x="888476" y="30286"/>
                  <a:pt x="893176" y="32555"/>
                  <a:pt x="896937" y="37093"/>
                </a:cubicBezTo>
                <a:cubicBezTo>
                  <a:pt x="901555" y="42640"/>
                  <a:pt x="903864" y="49867"/>
                  <a:pt x="903864" y="58776"/>
                </a:cubicBezTo>
                <a:cubicBezTo>
                  <a:pt x="903864" y="68734"/>
                  <a:pt x="901085" y="76970"/>
                  <a:pt x="895527" y="83484"/>
                </a:cubicBezTo>
                <a:cubicBezTo>
                  <a:pt x="890949" y="88821"/>
                  <a:pt x="885186" y="91489"/>
                  <a:pt x="878239" y="91489"/>
                </a:cubicBezTo>
                <a:cubicBezTo>
                  <a:pt x="875214" y="91489"/>
                  <a:pt x="872599" y="91047"/>
                  <a:pt x="870392" y="90164"/>
                </a:cubicBezTo>
                <a:cubicBezTo>
                  <a:pt x="868757" y="89533"/>
                  <a:pt x="866918" y="88271"/>
                  <a:pt x="864874" y="86378"/>
                </a:cubicBezTo>
                <a:lnTo>
                  <a:pt x="864874" y="103982"/>
                </a:lnTo>
                <a:cubicBezTo>
                  <a:pt x="864874" y="107936"/>
                  <a:pt x="865109" y="110449"/>
                  <a:pt x="865579" y="111522"/>
                </a:cubicBezTo>
                <a:cubicBezTo>
                  <a:pt x="866049" y="112595"/>
                  <a:pt x="866867" y="113446"/>
                  <a:pt x="868031" y="114077"/>
                </a:cubicBezTo>
                <a:cubicBezTo>
                  <a:pt x="869196" y="114708"/>
                  <a:pt x="871311" y="115024"/>
                  <a:pt x="874376" y="115024"/>
                </a:cubicBezTo>
                <a:lnTo>
                  <a:pt x="874376" y="117358"/>
                </a:lnTo>
                <a:lnTo>
                  <a:pt x="844950" y="117358"/>
                </a:lnTo>
                <a:lnTo>
                  <a:pt x="844950" y="115024"/>
                </a:lnTo>
                <a:lnTo>
                  <a:pt x="846483" y="115024"/>
                </a:lnTo>
                <a:cubicBezTo>
                  <a:pt x="848731" y="115066"/>
                  <a:pt x="850651" y="114624"/>
                  <a:pt x="852245" y="113697"/>
                </a:cubicBezTo>
                <a:cubicBezTo>
                  <a:pt x="853022" y="113234"/>
                  <a:pt x="853625" y="112487"/>
                  <a:pt x="854054" y="111455"/>
                </a:cubicBezTo>
                <a:cubicBezTo>
                  <a:pt x="854483" y="110424"/>
                  <a:pt x="854698" y="107805"/>
                  <a:pt x="854698" y="103596"/>
                </a:cubicBezTo>
                <a:lnTo>
                  <a:pt x="854698" y="48913"/>
                </a:lnTo>
                <a:cubicBezTo>
                  <a:pt x="854698" y="45167"/>
                  <a:pt x="854534" y="42789"/>
                  <a:pt x="854207" y="41779"/>
                </a:cubicBezTo>
                <a:cubicBezTo>
                  <a:pt x="853880" y="40769"/>
                  <a:pt x="853359" y="40011"/>
                  <a:pt x="852644" y="39506"/>
                </a:cubicBezTo>
                <a:cubicBezTo>
                  <a:pt x="851929" y="39000"/>
                  <a:pt x="850958" y="38747"/>
                  <a:pt x="849732" y="38747"/>
                </a:cubicBezTo>
                <a:cubicBezTo>
                  <a:pt x="848751" y="38747"/>
                  <a:pt x="847505" y="39041"/>
                  <a:pt x="845992" y="39630"/>
                </a:cubicBezTo>
                <a:lnTo>
                  <a:pt x="845257" y="37611"/>
                </a:lnTo>
                <a:moveTo>
                  <a:pt x="864874" y="47752"/>
                </a:moveTo>
                <a:lnTo>
                  <a:pt x="864874" y="69303"/>
                </a:lnTo>
                <a:cubicBezTo>
                  <a:pt x="864874" y="73967"/>
                  <a:pt x="865058" y="77034"/>
                  <a:pt x="865426" y="78503"/>
                </a:cubicBezTo>
                <a:cubicBezTo>
                  <a:pt x="865998" y="80940"/>
                  <a:pt x="867398" y="83083"/>
                  <a:pt x="869625" y="84931"/>
                </a:cubicBezTo>
                <a:cubicBezTo>
                  <a:pt x="871853" y="86779"/>
                  <a:pt x="874662" y="87703"/>
                  <a:pt x="878055" y="87703"/>
                </a:cubicBezTo>
                <a:cubicBezTo>
                  <a:pt x="882142" y="87703"/>
                  <a:pt x="885452" y="86065"/>
                  <a:pt x="887986" y="82788"/>
                </a:cubicBezTo>
                <a:cubicBezTo>
                  <a:pt x="891296" y="78504"/>
                  <a:pt x="892952" y="72476"/>
                  <a:pt x="892952" y="64703"/>
                </a:cubicBezTo>
                <a:cubicBezTo>
                  <a:pt x="892952" y="55881"/>
                  <a:pt x="891072" y="49097"/>
                  <a:pt x="887312" y="44351"/>
                </a:cubicBezTo>
                <a:cubicBezTo>
                  <a:pt x="884696" y="41073"/>
                  <a:pt x="881590" y="39435"/>
                  <a:pt x="877993" y="39435"/>
                </a:cubicBezTo>
                <a:cubicBezTo>
                  <a:pt x="876032" y="39435"/>
                  <a:pt x="874090" y="39939"/>
                  <a:pt x="872169" y="40947"/>
                </a:cubicBezTo>
                <a:cubicBezTo>
                  <a:pt x="870698" y="41703"/>
                  <a:pt x="868266" y="43971"/>
                  <a:pt x="864874" y="47752"/>
                </a:cubicBezTo>
                <a:close/>
                <a:moveTo>
                  <a:pt x="928386" y="12872"/>
                </a:moveTo>
                <a:lnTo>
                  <a:pt x="928386" y="31927"/>
                </a:lnTo>
                <a:lnTo>
                  <a:pt x="941505" y="31927"/>
                </a:lnTo>
                <a:lnTo>
                  <a:pt x="941505" y="36343"/>
                </a:lnTo>
                <a:lnTo>
                  <a:pt x="928386" y="36343"/>
                </a:lnTo>
                <a:lnTo>
                  <a:pt x="928386" y="73771"/>
                </a:lnTo>
                <a:cubicBezTo>
                  <a:pt x="928386" y="77511"/>
                  <a:pt x="928907" y="80032"/>
                  <a:pt x="929949" y="81335"/>
                </a:cubicBezTo>
                <a:cubicBezTo>
                  <a:pt x="930991" y="82636"/>
                  <a:pt x="932330" y="83287"/>
                  <a:pt x="933964" y="83287"/>
                </a:cubicBezTo>
                <a:cubicBezTo>
                  <a:pt x="935313" y="83287"/>
                  <a:pt x="936621" y="82855"/>
                  <a:pt x="937888" y="81993"/>
                </a:cubicBezTo>
                <a:cubicBezTo>
                  <a:pt x="939155" y="81131"/>
                  <a:pt x="940136" y="79858"/>
                  <a:pt x="940831" y="78176"/>
                </a:cubicBezTo>
                <a:lnTo>
                  <a:pt x="943221" y="78176"/>
                </a:lnTo>
                <a:cubicBezTo>
                  <a:pt x="941791" y="82310"/>
                  <a:pt x="939768" y="85436"/>
                  <a:pt x="937152" y="87555"/>
                </a:cubicBezTo>
                <a:cubicBezTo>
                  <a:pt x="934537" y="89673"/>
                  <a:pt x="931839" y="90732"/>
                  <a:pt x="929060" y="90732"/>
                </a:cubicBezTo>
                <a:cubicBezTo>
                  <a:pt x="927180" y="90732"/>
                  <a:pt x="925341" y="90195"/>
                  <a:pt x="923543" y="89121"/>
                </a:cubicBezTo>
                <a:cubicBezTo>
                  <a:pt x="921744" y="88047"/>
                  <a:pt x="920416" y="86510"/>
                  <a:pt x="919558" y="84511"/>
                </a:cubicBezTo>
                <a:cubicBezTo>
                  <a:pt x="918700" y="82510"/>
                  <a:pt x="918270" y="79425"/>
                  <a:pt x="918270" y="75256"/>
                </a:cubicBezTo>
                <a:lnTo>
                  <a:pt x="918270" y="36343"/>
                </a:lnTo>
                <a:lnTo>
                  <a:pt x="909381" y="36343"/>
                </a:lnTo>
                <a:lnTo>
                  <a:pt x="909381" y="34261"/>
                </a:lnTo>
                <a:cubicBezTo>
                  <a:pt x="911629" y="33333"/>
                  <a:pt x="913928" y="31762"/>
                  <a:pt x="916278" y="29547"/>
                </a:cubicBezTo>
                <a:cubicBezTo>
                  <a:pt x="918628" y="27332"/>
                  <a:pt x="920723" y="24705"/>
                  <a:pt x="922562" y="21668"/>
                </a:cubicBezTo>
                <a:cubicBezTo>
                  <a:pt x="923502" y="20065"/>
                  <a:pt x="924810" y="17133"/>
                  <a:pt x="926485" y="12872"/>
                </a:cubicBezTo>
                <a:lnTo>
                  <a:pt x="928386" y="12872"/>
                </a:lnTo>
                <a:close/>
                <a:moveTo>
                  <a:pt x="964378" y="30286"/>
                </a:moveTo>
                <a:lnTo>
                  <a:pt x="964378" y="43284"/>
                </a:lnTo>
                <a:cubicBezTo>
                  <a:pt x="969079" y="34619"/>
                  <a:pt x="973901" y="30286"/>
                  <a:pt x="978846" y="30286"/>
                </a:cubicBezTo>
                <a:cubicBezTo>
                  <a:pt x="981094" y="30286"/>
                  <a:pt x="982954" y="30991"/>
                  <a:pt x="984425" y="32400"/>
                </a:cubicBezTo>
                <a:cubicBezTo>
                  <a:pt x="985896" y="33809"/>
                  <a:pt x="986632" y="35439"/>
                  <a:pt x="986632" y="37290"/>
                </a:cubicBezTo>
                <a:cubicBezTo>
                  <a:pt x="986632" y="38930"/>
                  <a:pt x="986101" y="40318"/>
                  <a:pt x="985038" y="41454"/>
                </a:cubicBezTo>
                <a:cubicBezTo>
                  <a:pt x="983976" y="42590"/>
                  <a:pt x="982709" y="43158"/>
                  <a:pt x="981237" y="43158"/>
                </a:cubicBezTo>
                <a:cubicBezTo>
                  <a:pt x="979807" y="43158"/>
                  <a:pt x="978203" y="42432"/>
                  <a:pt x="976425" y="40981"/>
                </a:cubicBezTo>
                <a:cubicBezTo>
                  <a:pt x="974647" y="39530"/>
                  <a:pt x="973329" y="38804"/>
                  <a:pt x="972471" y="38804"/>
                </a:cubicBezTo>
                <a:cubicBezTo>
                  <a:pt x="971735" y="38804"/>
                  <a:pt x="970938" y="39223"/>
                  <a:pt x="970080" y="40062"/>
                </a:cubicBezTo>
                <a:cubicBezTo>
                  <a:pt x="968241" y="41783"/>
                  <a:pt x="966340" y="44615"/>
                  <a:pt x="964378" y="48558"/>
                </a:cubicBezTo>
                <a:lnTo>
                  <a:pt x="964378" y="76186"/>
                </a:lnTo>
                <a:cubicBezTo>
                  <a:pt x="964378" y="79374"/>
                  <a:pt x="964767" y="81786"/>
                  <a:pt x="965543" y="83423"/>
                </a:cubicBezTo>
                <a:cubicBezTo>
                  <a:pt x="966075" y="84556"/>
                  <a:pt x="967015" y="85500"/>
                  <a:pt x="968363" y="86256"/>
                </a:cubicBezTo>
                <a:cubicBezTo>
                  <a:pt x="969712" y="87011"/>
                  <a:pt x="971653" y="87388"/>
                  <a:pt x="974187" y="87388"/>
                </a:cubicBezTo>
                <a:lnTo>
                  <a:pt x="974187" y="89722"/>
                </a:lnTo>
                <a:lnTo>
                  <a:pt x="945435" y="89722"/>
                </a:lnTo>
                <a:lnTo>
                  <a:pt x="945435" y="87388"/>
                </a:lnTo>
                <a:cubicBezTo>
                  <a:pt x="948296" y="87388"/>
                  <a:pt x="950421" y="86926"/>
                  <a:pt x="951811" y="86004"/>
                </a:cubicBezTo>
                <a:cubicBezTo>
                  <a:pt x="952833" y="85332"/>
                  <a:pt x="953548" y="84261"/>
                  <a:pt x="953957" y="82792"/>
                </a:cubicBezTo>
                <a:cubicBezTo>
                  <a:pt x="954161" y="82078"/>
                  <a:pt x="954263" y="80042"/>
                  <a:pt x="954263" y="76685"/>
                </a:cubicBezTo>
                <a:lnTo>
                  <a:pt x="954263" y="54335"/>
                </a:lnTo>
                <a:cubicBezTo>
                  <a:pt x="954263" y="47620"/>
                  <a:pt x="954130" y="43622"/>
                  <a:pt x="953865" y="42343"/>
                </a:cubicBezTo>
                <a:cubicBezTo>
                  <a:pt x="953599" y="41063"/>
                  <a:pt x="953109" y="40129"/>
                  <a:pt x="952393" y="39541"/>
                </a:cubicBezTo>
                <a:cubicBezTo>
                  <a:pt x="951678" y="38954"/>
                  <a:pt x="950789" y="38660"/>
                  <a:pt x="949727" y="38660"/>
                </a:cubicBezTo>
                <a:cubicBezTo>
                  <a:pt x="948460" y="38660"/>
                  <a:pt x="947029" y="38975"/>
                  <a:pt x="945435" y="39605"/>
                </a:cubicBezTo>
                <a:lnTo>
                  <a:pt x="944822" y="37337"/>
                </a:lnTo>
                <a:lnTo>
                  <a:pt x="961804" y="30286"/>
                </a:lnTo>
                <a:lnTo>
                  <a:pt x="964378" y="30286"/>
                </a:lnTo>
                <a:close/>
                <a:moveTo>
                  <a:pt x="1018013" y="30286"/>
                </a:moveTo>
                <a:cubicBezTo>
                  <a:pt x="1026514" y="30286"/>
                  <a:pt x="1033339" y="33606"/>
                  <a:pt x="1038489" y="40245"/>
                </a:cubicBezTo>
                <a:cubicBezTo>
                  <a:pt x="1042862" y="45917"/>
                  <a:pt x="1045049" y="52431"/>
                  <a:pt x="1045049" y="59785"/>
                </a:cubicBezTo>
                <a:cubicBezTo>
                  <a:pt x="1045049" y="64954"/>
                  <a:pt x="1043843" y="70186"/>
                  <a:pt x="1041432" y="75480"/>
                </a:cubicBezTo>
                <a:cubicBezTo>
                  <a:pt x="1039020" y="80774"/>
                  <a:pt x="1035700" y="84765"/>
                  <a:pt x="1031470" y="87455"/>
                </a:cubicBezTo>
                <a:cubicBezTo>
                  <a:pt x="1027240" y="90144"/>
                  <a:pt x="1022529" y="91489"/>
                  <a:pt x="1017339" y="91489"/>
                </a:cubicBezTo>
                <a:cubicBezTo>
                  <a:pt x="1008879" y="91489"/>
                  <a:pt x="1002156" y="88022"/>
                  <a:pt x="997170" y="81088"/>
                </a:cubicBezTo>
                <a:cubicBezTo>
                  <a:pt x="992960" y="75248"/>
                  <a:pt x="990855" y="68693"/>
                  <a:pt x="990855" y="61424"/>
                </a:cubicBezTo>
                <a:cubicBezTo>
                  <a:pt x="990855" y="56129"/>
                  <a:pt x="992132" y="50866"/>
                  <a:pt x="994687" y="45634"/>
                </a:cubicBezTo>
                <a:cubicBezTo>
                  <a:pt x="997241" y="40402"/>
                  <a:pt x="1000603" y="36536"/>
                  <a:pt x="1004771" y="34036"/>
                </a:cubicBezTo>
                <a:cubicBezTo>
                  <a:pt x="1008940" y="31536"/>
                  <a:pt x="1013354" y="30286"/>
                  <a:pt x="1018013" y="30286"/>
                </a:cubicBezTo>
                <a:moveTo>
                  <a:pt x="1016113" y="34450"/>
                </a:moveTo>
                <a:cubicBezTo>
                  <a:pt x="1013947" y="34450"/>
                  <a:pt x="1011770" y="35112"/>
                  <a:pt x="1009584" y="36436"/>
                </a:cubicBezTo>
                <a:cubicBezTo>
                  <a:pt x="1007397" y="37760"/>
                  <a:pt x="1005630" y="40081"/>
                  <a:pt x="1004281" y="43400"/>
                </a:cubicBezTo>
                <a:cubicBezTo>
                  <a:pt x="1002932" y="46719"/>
                  <a:pt x="1002258" y="50983"/>
                  <a:pt x="1002258" y="56193"/>
                </a:cubicBezTo>
                <a:cubicBezTo>
                  <a:pt x="1002258" y="64595"/>
                  <a:pt x="1003882" y="71843"/>
                  <a:pt x="1007132" y="77935"/>
                </a:cubicBezTo>
                <a:cubicBezTo>
                  <a:pt x="1010381" y="84027"/>
                  <a:pt x="1014662" y="87072"/>
                  <a:pt x="1019975" y="87072"/>
                </a:cubicBezTo>
                <a:cubicBezTo>
                  <a:pt x="1023939" y="87072"/>
                  <a:pt x="1027209" y="85392"/>
                  <a:pt x="1029784" y="82031"/>
                </a:cubicBezTo>
                <a:cubicBezTo>
                  <a:pt x="1032359" y="78669"/>
                  <a:pt x="1033646" y="72893"/>
                  <a:pt x="1033646" y="64701"/>
                </a:cubicBezTo>
                <a:cubicBezTo>
                  <a:pt x="1033646" y="54449"/>
                  <a:pt x="1031500" y="46382"/>
                  <a:pt x="1027209" y="40500"/>
                </a:cubicBezTo>
                <a:cubicBezTo>
                  <a:pt x="1024307" y="36467"/>
                  <a:pt x="1020608" y="34450"/>
                  <a:pt x="1016113" y="34450"/>
                </a:cubicBezTo>
                <a:close/>
                <a:moveTo>
                  <a:pt x="1069693" y="42527"/>
                </a:moveTo>
                <a:cubicBezTo>
                  <a:pt x="1076273" y="34366"/>
                  <a:pt x="1082547" y="30286"/>
                  <a:pt x="1088514" y="30286"/>
                </a:cubicBezTo>
                <a:cubicBezTo>
                  <a:pt x="1091579" y="30286"/>
                  <a:pt x="1094215" y="31073"/>
                  <a:pt x="1096422" y="32648"/>
                </a:cubicBezTo>
                <a:cubicBezTo>
                  <a:pt x="1098629" y="34222"/>
                  <a:pt x="1100386" y="36813"/>
                  <a:pt x="1101694" y="40423"/>
                </a:cubicBezTo>
                <a:cubicBezTo>
                  <a:pt x="1102593" y="42940"/>
                  <a:pt x="1103043" y="46801"/>
                  <a:pt x="1103043" y="52007"/>
                </a:cubicBezTo>
                <a:lnTo>
                  <a:pt x="1103043" y="76622"/>
                </a:lnTo>
                <a:cubicBezTo>
                  <a:pt x="1103043" y="80274"/>
                  <a:pt x="1103329" y="82750"/>
                  <a:pt x="1103901" y="84052"/>
                </a:cubicBezTo>
                <a:cubicBezTo>
                  <a:pt x="1104351" y="85101"/>
                  <a:pt x="1105076" y="85919"/>
                  <a:pt x="1106077" y="86506"/>
                </a:cubicBezTo>
                <a:cubicBezTo>
                  <a:pt x="1107079" y="87094"/>
                  <a:pt x="1108928" y="87388"/>
                  <a:pt x="1111626" y="87388"/>
                </a:cubicBezTo>
                <a:lnTo>
                  <a:pt x="1111626" y="89722"/>
                </a:lnTo>
                <a:lnTo>
                  <a:pt x="1083855" y="89722"/>
                </a:lnTo>
                <a:lnTo>
                  <a:pt x="1083855" y="87388"/>
                </a:lnTo>
                <a:lnTo>
                  <a:pt x="1085019" y="87388"/>
                </a:lnTo>
                <a:cubicBezTo>
                  <a:pt x="1087635" y="87388"/>
                  <a:pt x="1089464" y="86980"/>
                  <a:pt x="1090506" y="86163"/>
                </a:cubicBezTo>
                <a:cubicBezTo>
                  <a:pt x="1091548" y="85347"/>
                  <a:pt x="1092274" y="84144"/>
                  <a:pt x="1092682" y="82555"/>
                </a:cubicBezTo>
                <a:cubicBezTo>
                  <a:pt x="1092846" y="81927"/>
                  <a:pt x="1092928" y="79960"/>
                  <a:pt x="1092928" y="76654"/>
                </a:cubicBezTo>
                <a:lnTo>
                  <a:pt x="1092928" y="53113"/>
                </a:lnTo>
                <a:cubicBezTo>
                  <a:pt x="1092928" y="47883"/>
                  <a:pt x="1092263" y="44085"/>
                  <a:pt x="1090935" y="41720"/>
                </a:cubicBezTo>
                <a:cubicBezTo>
                  <a:pt x="1089607" y="39355"/>
                  <a:pt x="1087369" y="38173"/>
                  <a:pt x="1084222" y="38173"/>
                </a:cubicBezTo>
                <a:cubicBezTo>
                  <a:pt x="1079359" y="38173"/>
                  <a:pt x="1074516" y="40893"/>
                  <a:pt x="1069693" y="46334"/>
                </a:cubicBezTo>
                <a:lnTo>
                  <a:pt x="1069693" y="76654"/>
                </a:lnTo>
                <a:cubicBezTo>
                  <a:pt x="1069693" y="80546"/>
                  <a:pt x="1069918" y="82952"/>
                  <a:pt x="1070367" y="83872"/>
                </a:cubicBezTo>
                <a:cubicBezTo>
                  <a:pt x="1070940" y="85086"/>
                  <a:pt x="1071726" y="85975"/>
                  <a:pt x="1072728" y="86540"/>
                </a:cubicBezTo>
                <a:cubicBezTo>
                  <a:pt x="1073729" y="87105"/>
                  <a:pt x="1075762" y="87388"/>
                  <a:pt x="1078828" y="87388"/>
                </a:cubicBezTo>
                <a:lnTo>
                  <a:pt x="1078828" y="89722"/>
                </a:lnTo>
                <a:lnTo>
                  <a:pt x="1051057" y="89722"/>
                </a:lnTo>
                <a:lnTo>
                  <a:pt x="1051057" y="87388"/>
                </a:lnTo>
                <a:lnTo>
                  <a:pt x="1052283" y="87388"/>
                </a:lnTo>
                <a:cubicBezTo>
                  <a:pt x="1055143" y="87388"/>
                  <a:pt x="1057075" y="86643"/>
                  <a:pt x="1058076" y="85154"/>
                </a:cubicBezTo>
                <a:cubicBezTo>
                  <a:pt x="1059077" y="83663"/>
                  <a:pt x="1059578" y="80819"/>
                  <a:pt x="1059578" y="76622"/>
                </a:cubicBezTo>
                <a:lnTo>
                  <a:pt x="1059578" y="55217"/>
                </a:lnTo>
                <a:cubicBezTo>
                  <a:pt x="1059578" y="48292"/>
                  <a:pt x="1059425" y="44074"/>
                  <a:pt x="1059118" y="42564"/>
                </a:cubicBezTo>
                <a:cubicBezTo>
                  <a:pt x="1058812" y="41052"/>
                  <a:pt x="1058342" y="40024"/>
                  <a:pt x="1057708" y="39478"/>
                </a:cubicBezTo>
                <a:cubicBezTo>
                  <a:pt x="1057075" y="38933"/>
                  <a:pt x="1056227" y="38660"/>
                  <a:pt x="1055164" y="38660"/>
                </a:cubicBezTo>
                <a:cubicBezTo>
                  <a:pt x="1054020" y="38660"/>
                  <a:pt x="1052650" y="38975"/>
                  <a:pt x="1051057" y="39605"/>
                </a:cubicBezTo>
                <a:lnTo>
                  <a:pt x="1050137" y="37337"/>
                </a:lnTo>
                <a:lnTo>
                  <a:pt x="1067057" y="30286"/>
                </a:lnTo>
                <a:lnTo>
                  <a:pt x="1069693" y="30286"/>
                </a:lnTo>
                <a:lnTo>
                  <a:pt x="1069693" y="42527"/>
                </a:lnTo>
                <a:close/>
                <a:moveTo>
                  <a:pt x="1182567" y="115024"/>
                </a:moveTo>
                <a:lnTo>
                  <a:pt x="1182567" y="117358"/>
                </a:lnTo>
                <a:cubicBezTo>
                  <a:pt x="1176396" y="114162"/>
                  <a:pt x="1171247" y="110418"/>
                  <a:pt x="1167119" y="106127"/>
                </a:cubicBezTo>
                <a:cubicBezTo>
                  <a:pt x="1161233" y="100028"/>
                  <a:pt x="1156697" y="92835"/>
                  <a:pt x="1153509" y="84549"/>
                </a:cubicBezTo>
                <a:cubicBezTo>
                  <a:pt x="1150321" y="76262"/>
                  <a:pt x="1148727" y="67660"/>
                  <a:pt x="1148727" y="58742"/>
                </a:cubicBezTo>
                <a:cubicBezTo>
                  <a:pt x="1148727" y="45702"/>
                  <a:pt x="1151854" y="33809"/>
                  <a:pt x="1158107" y="23062"/>
                </a:cubicBezTo>
                <a:cubicBezTo>
                  <a:pt x="1164360" y="12314"/>
                  <a:pt x="1172513" y="4627"/>
                  <a:pt x="1182567" y="0"/>
                </a:cubicBezTo>
                <a:lnTo>
                  <a:pt x="1182567" y="2650"/>
                </a:lnTo>
                <a:cubicBezTo>
                  <a:pt x="1177540" y="5510"/>
                  <a:pt x="1173413" y="9422"/>
                  <a:pt x="1170184" y="14386"/>
                </a:cubicBezTo>
                <a:cubicBezTo>
                  <a:pt x="1166955" y="19349"/>
                  <a:pt x="1164544" y="25638"/>
                  <a:pt x="1162950" y="33252"/>
                </a:cubicBezTo>
                <a:cubicBezTo>
                  <a:pt x="1161356" y="40865"/>
                  <a:pt x="1160559" y="48815"/>
                  <a:pt x="1160559" y="57102"/>
                </a:cubicBezTo>
                <a:cubicBezTo>
                  <a:pt x="1160559" y="66103"/>
                  <a:pt x="1161233" y="74285"/>
                  <a:pt x="1162582" y="81646"/>
                </a:cubicBezTo>
                <a:cubicBezTo>
                  <a:pt x="1163645" y="87451"/>
                  <a:pt x="1164932" y="92110"/>
                  <a:pt x="1166444" y="95622"/>
                </a:cubicBezTo>
                <a:cubicBezTo>
                  <a:pt x="1167956" y="99134"/>
                  <a:pt x="1169990" y="102510"/>
                  <a:pt x="1172544" y="105749"/>
                </a:cubicBezTo>
                <a:cubicBezTo>
                  <a:pt x="1175098" y="108988"/>
                  <a:pt x="1178440" y="112079"/>
                  <a:pt x="1182567" y="115024"/>
                </a:cubicBezTo>
                <a:close/>
                <a:moveTo>
                  <a:pt x="1237551" y="89722"/>
                </a:moveTo>
                <a:lnTo>
                  <a:pt x="1205427" y="17730"/>
                </a:lnTo>
                <a:lnTo>
                  <a:pt x="1205427" y="74895"/>
                </a:lnTo>
                <a:cubicBezTo>
                  <a:pt x="1205427" y="80153"/>
                  <a:pt x="1205979" y="83434"/>
                  <a:pt x="1207082" y="84738"/>
                </a:cubicBezTo>
                <a:cubicBezTo>
                  <a:pt x="1208594" y="86505"/>
                  <a:pt x="1210985" y="87388"/>
                  <a:pt x="1214255" y="87388"/>
                </a:cubicBezTo>
                <a:lnTo>
                  <a:pt x="1217197" y="87388"/>
                </a:lnTo>
                <a:lnTo>
                  <a:pt x="1217197" y="89722"/>
                </a:lnTo>
                <a:lnTo>
                  <a:pt x="1188262" y="89722"/>
                </a:lnTo>
                <a:lnTo>
                  <a:pt x="1188262" y="87388"/>
                </a:lnTo>
                <a:lnTo>
                  <a:pt x="1191204" y="87388"/>
                </a:lnTo>
                <a:cubicBezTo>
                  <a:pt x="1194719" y="87388"/>
                  <a:pt x="1197212" y="86294"/>
                  <a:pt x="1198683" y="84107"/>
                </a:cubicBezTo>
                <a:cubicBezTo>
                  <a:pt x="1199583" y="82761"/>
                  <a:pt x="1200032" y="79690"/>
                  <a:pt x="1200032" y="74895"/>
                </a:cubicBezTo>
                <a:lnTo>
                  <a:pt x="1200032" y="18992"/>
                </a:lnTo>
                <a:cubicBezTo>
                  <a:pt x="1200032" y="15206"/>
                  <a:pt x="1199623" y="12472"/>
                  <a:pt x="1198806" y="10789"/>
                </a:cubicBezTo>
                <a:cubicBezTo>
                  <a:pt x="1198234" y="9570"/>
                  <a:pt x="1197181" y="8550"/>
                  <a:pt x="1195649" y="7729"/>
                </a:cubicBezTo>
                <a:cubicBezTo>
                  <a:pt x="1194116" y="6909"/>
                  <a:pt x="1191654" y="6499"/>
                  <a:pt x="1188262" y="6499"/>
                </a:cubicBezTo>
                <a:lnTo>
                  <a:pt x="1188262" y="4164"/>
                </a:lnTo>
                <a:lnTo>
                  <a:pt x="1211803" y="4164"/>
                </a:lnTo>
                <a:lnTo>
                  <a:pt x="1241965" y="71109"/>
                </a:lnTo>
                <a:lnTo>
                  <a:pt x="1271636" y="4164"/>
                </a:lnTo>
                <a:lnTo>
                  <a:pt x="1295177" y="4164"/>
                </a:lnTo>
                <a:lnTo>
                  <a:pt x="1295177" y="6499"/>
                </a:lnTo>
                <a:lnTo>
                  <a:pt x="1292296" y="6499"/>
                </a:lnTo>
                <a:cubicBezTo>
                  <a:pt x="1288740" y="6499"/>
                  <a:pt x="1286227" y="7593"/>
                  <a:pt x="1284755" y="9780"/>
                </a:cubicBezTo>
                <a:cubicBezTo>
                  <a:pt x="1283856" y="11126"/>
                  <a:pt x="1283407" y="14197"/>
                  <a:pt x="1283407" y="18992"/>
                </a:cubicBezTo>
                <a:lnTo>
                  <a:pt x="1283407" y="74895"/>
                </a:lnTo>
                <a:cubicBezTo>
                  <a:pt x="1283407" y="80153"/>
                  <a:pt x="1283979" y="83434"/>
                  <a:pt x="1285123" y="84738"/>
                </a:cubicBezTo>
                <a:cubicBezTo>
                  <a:pt x="1286635" y="86505"/>
                  <a:pt x="1289026" y="87388"/>
                  <a:pt x="1292296" y="87388"/>
                </a:cubicBezTo>
                <a:lnTo>
                  <a:pt x="1295177" y="87388"/>
                </a:lnTo>
                <a:lnTo>
                  <a:pt x="1295177" y="89722"/>
                </a:lnTo>
                <a:lnTo>
                  <a:pt x="1259866" y="89722"/>
                </a:lnTo>
                <a:lnTo>
                  <a:pt x="1259866" y="87388"/>
                </a:lnTo>
                <a:lnTo>
                  <a:pt x="1262808" y="87388"/>
                </a:lnTo>
                <a:cubicBezTo>
                  <a:pt x="1266364" y="87388"/>
                  <a:pt x="1268857" y="86294"/>
                  <a:pt x="1270287" y="84107"/>
                </a:cubicBezTo>
                <a:cubicBezTo>
                  <a:pt x="1271186" y="82761"/>
                  <a:pt x="1271636" y="79690"/>
                  <a:pt x="1271636" y="74895"/>
                </a:cubicBezTo>
                <a:lnTo>
                  <a:pt x="1271636" y="17730"/>
                </a:lnTo>
                <a:lnTo>
                  <a:pt x="1239574" y="89722"/>
                </a:lnTo>
                <a:lnTo>
                  <a:pt x="1237551" y="89722"/>
                </a:lnTo>
                <a:close/>
                <a:moveTo>
                  <a:pt x="1370305" y="65998"/>
                </a:moveTo>
                <a:lnTo>
                  <a:pt x="1372328" y="66442"/>
                </a:lnTo>
                <a:lnTo>
                  <a:pt x="1365216" y="89722"/>
                </a:lnTo>
                <a:lnTo>
                  <a:pt x="1300847" y="89722"/>
                </a:lnTo>
                <a:lnTo>
                  <a:pt x="1300847" y="87388"/>
                </a:lnTo>
                <a:lnTo>
                  <a:pt x="1303973" y="87388"/>
                </a:lnTo>
                <a:cubicBezTo>
                  <a:pt x="1307488" y="87388"/>
                  <a:pt x="1310001" y="86210"/>
                  <a:pt x="1311514" y="83854"/>
                </a:cubicBezTo>
                <a:cubicBezTo>
                  <a:pt x="1312372" y="82508"/>
                  <a:pt x="1312801" y="79396"/>
                  <a:pt x="1312801" y="74516"/>
                </a:cubicBezTo>
                <a:lnTo>
                  <a:pt x="1312801" y="19307"/>
                </a:lnTo>
                <a:cubicBezTo>
                  <a:pt x="1312801" y="13965"/>
                  <a:pt x="1312229" y="10621"/>
                  <a:pt x="1311084" y="9275"/>
                </a:cubicBezTo>
                <a:cubicBezTo>
                  <a:pt x="1309490" y="7424"/>
                  <a:pt x="1307120" y="6499"/>
                  <a:pt x="1303973" y="6499"/>
                </a:cubicBezTo>
                <a:lnTo>
                  <a:pt x="1300847" y="6499"/>
                </a:lnTo>
                <a:lnTo>
                  <a:pt x="1300847" y="4164"/>
                </a:lnTo>
                <a:lnTo>
                  <a:pt x="1338488" y="4164"/>
                </a:lnTo>
                <a:lnTo>
                  <a:pt x="1338488" y="6499"/>
                </a:lnTo>
                <a:cubicBezTo>
                  <a:pt x="1334074" y="6457"/>
                  <a:pt x="1330978" y="6878"/>
                  <a:pt x="1329200" y="7763"/>
                </a:cubicBezTo>
                <a:cubicBezTo>
                  <a:pt x="1327422" y="8646"/>
                  <a:pt x="1326206" y="9761"/>
                  <a:pt x="1325552" y="11109"/>
                </a:cubicBezTo>
                <a:cubicBezTo>
                  <a:pt x="1324898" y="12456"/>
                  <a:pt x="1324571" y="15677"/>
                  <a:pt x="1324571" y="20770"/>
                </a:cubicBezTo>
                <a:lnTo>
                  <a:pt x="1324571" y="74571"/>
                </a:lnTo>
                <a:cubicBezTo>
                  <a:pt x="1324571" y="78065"/>
                  <a:pt x="1324898" y="80465"/>
                  <a:pt x="1325552" y="81770"/>
                </a:cubicBezTo>
                <a:cubicBezTo>
                  <a:pt x="1326043" y="82654"/>
                  <a:pt x="1326799" y="83306"/>
                  <a:pt x="1327821" y="83728"/>
                </a:cubicBezTo>
                <a:cubicBezTo>
                  <a:pt x="1328842" y="84149"/>
                  <a:pt x="1332030" y="84359"/>
                  <a:pt x="1337384" y="84359"/>
                </a:cubicBezTo>
                <a:lnTo>
                  <a:pt x="1343453" y="84359"/>
                </a:lnTo>
                <a:cubicBezTo>
                  <a:pt x="1349829" y="84359"/>
                  <a:pt x="1354304" y="83872"/>
                  <a:pt x="1356879" y="82898"/>
                </a:cubicBezTo>
                <a:cubicBezTo>
                  <a:pt x="1359454" y="81924"/>
                  <a:pt x="1361804" y="80198"/>
                  <a:pt x="1363929" y="77720"/>
                </a:cubicBezTo>
                <a:cubicBezTo>
                  <a:pt x="1366054" y="75243"/>
                  <a:pt x="1368180" y="71335"/>
                  <a:pt x="1370305" y="65998"/>
                </a:cubicBezTo>
                <a:close/>
                <a:moveTo>
                  <a:pt x="1400329" y="49593"/>
                </a:moveTo>
                <a:lnTo>
                  <a:pt x="1400329" y="74558"/>
                </a:lnTo>
                <a:cubicBezTo>
                  <a:pt x="1400329" y="79951"/>
                  <a:pt x="1400901" y="83301"/>
                  <a:pt x="1402045" y="84608"/>
                </a:cubicBezTo>
                <a:cubicBezTo>
                  <a:pt x="1403598" y="86461"/>
                  <a:pt x="1405948" y="87388"/>
                  <a:pt x="1409095" y="87388"/>
                </a:cubicBezTo>
                <a:lnTo>
                  <a:pt x="1412283" y="87388"/>
                </a:lnTo>
                <a:lnTo>
                  <a:pt x="1412283" y="89722"/>
                </a:lnTo>
                <a:lnTo>
                  <a:pt x="1376665" y="89722"/>
                </a:lnTo>
                <a:lnTo>
                  <a:pt x="1376665" y="87388"/>
                </a:lnTo>
                <a:lnTo>
                  <a:pt x="1379792" y="87388"/>
                </a:lnTo>
                <a:cubicBezTo>
                  <a:pt x="1383306" y="87388"/>
                  <a:pt x="1385820" y="86210"/>
                  <a:pt x="1387332" y="83854"/>
                </a:cubicBezTo>
                <a:cubicBezTo>
                  <a:pt x="1388150" y="82551"/>
                  <a:pt x="1388558" y="79459"/>
                  <a:pt x="1388558" y="74579"/>
                </a:cubicBezTo>
                <a:lnTo>
                  <a:pt x="1388558" y="19307"/>
                </a:lnTo>
                <a:cubicBezTo>
                  <a:pt x="1388558" y="13923"/>
                  <a:pt x="1388007" y="10579"/>
                  <a:pt x="1386903" y="9275"/>
                </a:cubicBezTo>
                <a:cubicBezTo>
                  <a:pt x="1385309" y="7424"/>
                  <a:pt x="1382939" y="6499"/>
                  <a:pt x="1379792" y="6499"/>
                </a:cubicBezTo>
                <a:lnTo>
                  <a:pt x="1376665" y="6499"/>
                </a:lnTo>
                <a:lnTo>
                  <a:pt x="1376665" y="4164"/>
                </a:lnTo>
                <a:lnTo>
                  <a:pt x="1407134" y="4164"/>
                </a:lnTo>
                <a:cubicBezTo>
                  <a:pt x="1414572" y="4164"/>
                  <a:pt x="1420437" y="4952"/>
                  <a:pt x="1424728" y="6528"/>
                </a:cubicBezTo>
                <a:cubicBezTo>
                  <a:pt x="1429019" y="8103"/>
                  <a:pt x="1432636" y="10760"/>
                  <a:pt x="1435579" y="14498"/>
                </a:cubicBezTo>
                <a:cubicBezTo>
                  <a:pt x="1438522" y="18237"/>
                  <a:pt x="1439993" y="22669"/>
                  <a:pt x="1439993" y="27794"/>
                </a:cubicBezTo>
                <a:cubicBezTo>
                  <a:pt x="1439993" y="34767"/>
                  <a:pt x="1437755" y="40439"/>
                  <a:pt x="1433280" y="44808"/>
                </a:cubicBezTo>
                <a:cubicBezTo>
                  <a:pt x="1428805" y="49176"/>
                  <a:pt x="1422480" y="51360"/>
                  <a:pt x="1414306" y="51360"/>
                </a:cubicBezTo>
                <a:cubicBezTo>
                  <a:pt x="1412304" y="51360"/>
                  <a:pt x="1410138" y="51213"/>
                  <a:pt x="1407808" y="50918"/>
                </a:cubicBezTo>
                <a:cubicBezTo>
                  <a:pt x="1405478" y="50624"/>
                  <a:pt x="1402985" y="50182"/>
                  <a:pt x="1400329" y="49593"/>
                </a:cubicBezTo>
                <a:moveTo>
                  <a:pt x="1400329" y="45934"/>
                </a:moveTo>
                <a:cubicBezTo>
                  <a:pt x="1402495" y="46354"/>
                  <a:pt x="1404416" y="46670"/>
                  <a:pt x="1406091" y="46880"/>
                </a:cubicBezTo>
                <a:cubicBezTo>
                  <a:pt x="1407767" y="47091"/>
                  <a:pt x="1409198" y="47196"/>
                  <a:pt x="1410383" y="47196"/>
                </a:cubicBezTo>
                <a:cubicBezTo>
                  <a:pt x="1414633" y="47196"/>
                  <a:pt x="1418301" y="45503"/>
                  <a:pt x="1421387" y="42117"/>
                </a:cubicBezTo>
                <a:cubicBezTo>
                  <a:pt x="1424473" y="38730"/>
                  <a:pt x="1426015" y="34345"/>
                  <a:pt x="1426015" y="28961"/>
                </a:cubicBezTo>
                <a:cubicBezTo>
                  <a:pt x="1426015" y="25259"/>
                  <a:pt x="1425280" y="21821"/>
                  <a:pt x="1423808" y="18645"/>
                </a:cubicBezTo>
                <a:cubicBezTo>
                  <a:pt x="1422337" y="15469"/>
                  <a:pt x="1420253" y="13092"/>
                  <a:pt x="1417555" y="11515"/>
                </a:cubicBezTo>
                <a:cubicBezTo>
                  <a:pt x="1414858" y="9938"/>
                  <a:pt x="1411793" y="9149"/>
                  <a:pt x="1408360" y="9149"/>
                </a:cubicBezTo>
                <a:cubicBezTo>
                  <a:pt x="1406275" y="9149"/>
                  <a:pt x="1403598" y="9549"/>
                  <a:pt x="1400329" y="10348"/>
                </a:cubicBezTo>
                <a:lnTo>
                  <a:pt x="1400329" y="45934"/>
                </a:lnTo>
                <a:close/>
                <a:moveTo>
                  <a:pt x="1446868" y="2650"/>
                </a:moveTo>
                <a:lnTo>
                  <a:pt x="1446868" y="0"/>
                </a:lnTo>
                <a:cubicBezTo>
                  <a:pt x="1453081" y="3155"/>
                  <a:pt x="1458251" y="6877"/>
                  <a:pt x="1462378" y="11168"/>
                </a:cubicBezTo>
                <a:cubicBezTo>
                  <a:pt x="1468223" y="17309"/>
                  <a:pt x="1472739" y="24513"/>
                  <a:pt x="1475927" y="32778"/>
                </a:cubicBezTo>
                <a:cubicBezTo>
                  <a:pt x="1479115" y="41044"/>
                  <a:pt x="1480709" y="49656"/>
                  <a:pt x="1480709" y="58616"/>
                </a:cubicBezTo>
                <a:cubicBezTo>
                  <a:pt x="1480709" y="71656"/>
                  <a:pt x="1477592" y="83550"/>
                  <a:pt x="1471360" y="94297"/>
                </a:cubicBezTo>
                <a:cubicBezTo>
                  <a:pt x="1465127" y="105044"/>
                  <a:pt x="1456963" y="112731"/>
                  <a:pt x="1446868" y="117358"/>
                </a:cubicBezTo>
                <a:lnTo>
                  <a:pt x="1446868" y="115024"/>
                </a:lnTo>
                <a:cubicBezTo>
                  <a:pt x="1451895" y="112121"/>
                  <a:pt x="1456033" y="108199"/>
                  <a:pt x="1459283" y="103256"/>
                </a:cubicBezTo>
                <a:cubicBezTo>
                  <a:pt x="1462532" y="98314"/>
                  <a:pt x="1464943" y="92025"/>
                  <a:pt x="1466517" y="84391"/>
                </a:cubicBezTo>
                <a:cubicBezTo>
                  <a:pt x="1468090" y="76756"/>
                  <a:pt x="1468877" y="68796"/>
                  <a:pt x="1468877" y="60509"/>
                </a:cubicBezTo>
                <a:cubicBezTo>
                  <a:pt x="1468877" y="51549"/>
                  <a:pt x="1468202" y="43368"/>
                  <a:pt x="1466854" y="35965"/>
                </a:cubicBezTo>
                <a:cubicBezTo>
                  <a:pt x="1465832" y="30160"/>
                  <a:pt x="1464555" y="25512"/>
                  <a:pt x="1463022" y="22020"/>
                </a:cubicBezTo>
                <a:cubicBezTo>
                  <a:pt x="1461490" y="18529"/>
                  <a:pt x="1459456" y="15164"/>
                  <a:pt x="1456922" y="11925"/>
                </a:cubicBezTo>
                <a:cubicBezTo>
                  <a:pt x="1454388" y="8686"/>
                  <a:pt x="1451037" y="5595"/>
                  <a:pt x="1446868" y="26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e12c7790e435c"/>
          <a:stretch xmlns:a="http://schemas.openxmlformats.org/drawingml/2006/main"/>
        </p:blipFill>
        <p:spPr>
          <a:xfrm xmlns:a="http://schemas.openxmlformats.org/drawingml/2006/main">
            <a:off x="3669557" y="3308151"/>
            <a:ext cx="281419" cy="288544"/>
          </a:xfrm>
          <a:prstGeom xmlns:a="http://schemas.openxmlformats.org/drawingml/2006/main" prst="rect">
            <a:avLst/>
          </a:prstGeom>
        </p:spPr>
      </p:pic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B1E6B-2197-45F3-A958-B2B0002D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941" y="3392823"/>
            <a:ext cx="674092" cy="110760"/>
          </a:xfrm>
          <a:custGeom xmlns:a="http://schemas.openxmlformats.org/drawingml/2006/main">
            <a:pathLst>
              <a:path w="674092" h="110760">
                <a:moveTo>
                  <a:pt x="0" y="50763"/>
                </a:moveTo>
                <a:lnTo>
                  <a:pt x="0" y="59993"/>
                </a:lnTo>
                <a:lnTo>
                  <a:pt x="566476" y="59995"/>
                </a:lnTo>
                <a:lnTo>
                  <a:pt x="566476" y="110760"/>
                </a:lnTo>
                <a:lnTo>
                  <a:pt x="674092" y="55380"/>
                </a:lnTo>
                <a:lnTo>
                  <a:pt x="566476" y="0"/>
                </a:lnTo>
                <a:lnTo>
                  <a:pt x="566476" y="50765"/>
                </a:lnTo>
                <a:lnTo>
                  <a:pt x="0" y="507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I">
            <a:extLst xmlns:a="http://schemas.openxmlformats.org/drawingml/2006/main">
              <a:ext uri="{FF2B5EF4-FFF2-40B4-BE49-F238E27FC236}">
                <a16:creationId xmlns:a16="http://schemas.microsoft.com/office/drawing/2014/main" id="{FC713287-0AA7-4D81-B558-CCBE96D9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325470"/>
            <a:ext cx="72024" cy="97781"/>
          </a:xfrm>
          <a:custGeom xmlns:a="http://schemas.openxmlformats.org/drawingml/2006/main">
            <a:pathLst>
              <a:path w="72024" h="97781">
                <a:moveTo>
                  <a:pt x="24872" y="2596"/>
                </a:moveTo>
                <a:lnTo>
                  <a:pt x="25643" y="0"/>
                </a:lnTo>
                <a:lnTo>
                  <a:pt x="72024" y="0"/>
                </a:lnTo>
                <a:lnTo>
                  <a:pt x="71113" y="2596"/>
                </a:lnTo>
                <a:cubicBezTo>
                  <a:pt x="66910" y="2596"/>
                  <a:pt x="63698" y="3562"/>
                  <a:pt x="61480" y="5494"/>
                </a:cubicBezTo>
                <a:cubicBezTo>
                  <a:pt x="59261" y="7426"/>
                  <a:pt x="57311" y="11459"/>
                  <a:pt x="55630" y="17595"/>
                </a:cubicBezTo>
                <a:lnTo>
                  <a:pt x="38254" y="80186"/>
                </a:lnTo>
                <a:cubicBezTo>
                  <a:pt x="36993" y="84630"/>
                  <a:pt x="36362" y="87600"/>
                  <a:pt x="36362" y="89098"/>
                </a:cubicBezTo>
                <a:cubicBezTo>
                  <a:pt x="36362" y="90838"/>
                  <a:pt x="37016" y="92191"/>
                  <a:pt x="38324" y="93157"/>
                </a:cubicBezTo>
                <a:cubicBezTo>
                  <a:pt x="40006" y="94413"/>
                  <a:pt x="43182" y="95089"/>
                  <a:pt x="47853" y="95185"/>
                </a:cubicBezTo>
                <a:lnTo>
                  <a:pt x="47152" y="97781"/>
                </a:lnTo>
                <a:lnTo>
                  <a:pt x="0" y="97781"/>
                </a:lnTo>
                <a:lnTo>
                  <a:pt x="771" y="95185"/>
                </a:lnTo>
                <a:cubicBezTo>
                  <a:pt x="5488" y="95185"/>
                  <a:pt x="8945" y="94255"/>
                  <a:pt x="11140" y="92395"/>
                </a:cubicBezTo>
                <a:cubicBezTo>
                  <a:pt x="13335" y="90535"/>
                  <a:pt x="15320" y="86465"/>
                  <a:pt x="17095" y="80186"/>
                </a:cubicBezTo>
                <a:lnTo>
                  <a:pt x="34611" y="17595"/>
                </a:lnTo>
                <a:cubicBezTo>
                  <a:pt x="35685" y="13731"/>
                  <a:pt x="36222" y="10808"/>
                  <a:pt x="36222" y="8827"/>
                </a:cubicBezTo>
                <a:cubicBezTo>
                  <a:pt x="36222" y="7040"/>
                  <a:pt x="35568" y="5640"/>
                  <a:pt x="34261" y="4626"/>
                </a:cubicBezTo>
                <a:cubicBezTo>
                  <a:pt x="32953" y="3611"/>
                  <a:pt x="29823" y="2934"/>
                  <a:pt x="24872" y="25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nitialCommit">
            <a:extLst xmlns:a="http://schemas.openxmlformats.org/drawingml/2006/main">
              <a:ext uri="{FF2B5EF4-FFF2-40B4-BE49-F238E27FC236}">
                <a16:creationId xmlns:a16="http://schemas.microsoft.com/office/drawing/2014/main" id="{02DD98B7-1F8F-4A47-A693-4AE72F2D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675" y="3323307"/>
            <a:ext cx="825336" cy="102107"/>
          </a:xfrm>
          <a:custGeom xmlns:a="http://schemas.openxmlformats.org/drawingml/2006/main">
            <a:pathLst>
              <a:path w="825336" h="102107">
                <a:moveTo>
                  <a:pt x="36503" y="33026"/>
                </a:moveTo>
                <a:lnTo>
                  <a:pt x="27815" y="63995"/>
                </a:lnTo>
                <a:cubicBezTo>
                  <a:pt x="33653" y="54947"/>
                  <a:pt x="38021" y="48763"/>
                  <a:pt x="40916" y="45443"/>
                </a:cubicBezTo>
                <a:cubicBezTo>
                  <a:pt x="45167" y="40631"/>
                  <a:pt x="48834" y="37359"/>
                  <a:pt x="51916" y="35627"/>
                </a:cubicBezTo>
                <a:cubicBezTo>
                  <a:pt x="54999" y="33893"/>
                  <a:pt x="57895" y="33026"/>
                  <a:pt x="60604" y="33026"/>
                </a:cubicBezTo>
                <a:cubicBezTo>
                  <a:pt x="63033" y="33026"/>
                  <a:pt x="65111" y="33958"/>
                  <a:pt x="66840" y="35823"/>
                </a:cubicBezTo>
                <a:cubicBezTo>
                  <a:pt x="68568" y="37686"/>
                  <a:pt x="69432" y="40117"/>
                  <a:pt x="69432" y="43117"/>
                </a:cubicBezTo>
                <a:cubicBezTo>
                  <a:pt x="69432" y="45820"/>
                  <a:pt x="68871" y="49101"/>
                  <a:pt x="67750" y="52962"/>
                </a:cubicBezTo>
                <a:lnTo>
                  <a:pt x="58782" y="83875"/>
                </a:lnTo>
                <a:cubicBezTo>
                  <a:pt x="58035" y="86577"/>
                  <a:pt x="57661" y="88339"/>
                  <a:pt x="57661" y="89159"/>
                </a:cubicBezTo>
                <a:cubicBezTo>
                  <a:pt x="57661" y="89640"/>
                  <a:pt x="57837" y="90072"/>
                  <a:pt x="58187" y="90457"/>
                </a:cubicBezTo>
                <a:cubicBezTo>
                  <a:pt x="58537" y="90842"/>
                  <a:pt x="58899" y="91034"/>
                  <a:pt x="59273" y="91034"/>
                </a:cubicBezTo>
                <a:cubicBezTo>
                  <a:pt x="59740" y="91034"/>
                  <a:pt x="60230" y="90842"/>
                  <a:pt x="60744" y="90457"/>
                </a:cubicBezTo>
                <a:cubicBezTo>
                  <a:pt x="62379" y="89070"/>
                  <a:pt x="64037" y="87122"/>
                  <a:pt x="65719" y="84612"/>
                </a:cubicBezTo>
                <a:cubicBezTo>
                  <a:pt x="66139" y="83949"/>
                  <a:pt x="66816" y="82955"/>
                  <a:pt x="67750" y="81628"/>
                </a:cubicBezTo>
                <a:lnTo>
                  <a:pt x="70413" y="83262"/>
                </a:lnTo>
                <a:cubicBezTo>
                  <a:pt x="63547" y="94960"/>
                  <a:pt x="56330" y="100809"/>
                  <a:pt x="48763" y="100809"/>
                </a:cubicBezTo>
                <a:cubicBezTo>
                  <a:pt x="45868" y="100809"/>
                  <a:pt x="43602" y="100040"/>
                  <a:pt x="41967" y="98502"/>
                </a:cubicBezTo>
                <a:cubicBezTo>
                  <a:pt x="40333" y="96963"/>
                  <a:pt x="39515" y="95040"/>
                  <a:pt x="39515" y="92733"/>
                </a:cubicBezTo>
                <a:cubicBezTo>
                  <a:pt x="39515" y="90708"/>
                  <a:pt x="40076" y="87694"/>
                  <a:pt x="41197" y="83692"/>
                </a:cubicBezTo>
                <a:lnTo>
                  <a:pt x="49955" y="52805"/>
                </a:lnTo>
                <a:cubicBezTo>
                  <a:pt x="50562" y="50779"/>
                  <a:pt x="50865" y="49285"/>
                  <a:pt x="50865" y="48320"/>
                </a:cubicBezTo>
                <a:cubicBezTo>
                  <a:pt x="50865" y="47790"/>
                  <a:pt x="50655" y="47320"/>
                  <a:pt x="50235" y="46910"/>
                </a:cubicBezTo>
                <a:cubicBezTo>
                  <a:pt x="49814" y="46499"/>
                  <a:pt x="49324" y="46294"/>
                  <a:pt x="48763" y="46294"/>
                </a:cubicBezTo>
                <a:cubicBezTo>
                  <a:pt x="46989" y="46294"/>
                  <a:pt x="44840" y="47550"/>
                  <a:pt x="42318" y="50060"/>
                </a:cubicBezTo>
                <a:cubicBezTo>
                  <a:pt x="35872" y="56434"/>
                  <a:pt x="29636" y="65923"/>
                  <a:pt x="23611" y="78527"/>
                </a:cubicBezTo>
                <a:lnTo>
                  <a:pt x="17866" y="99944"/>
                </a:lnTo>
                <a:lnTo>
                  <a:pt x="0" y="99944"/>
                </a:lnTo>
                <a:lnTo>
                  <a:pt x="13102" y="53654"/>
                </a:lnTo>
                <a:cubicBezTo>
                  <a:pt x="14363" y="49077"/>
                  <a:pt x="14993" y="45828"/>
                  <a:pt x="14993" y="43908"/>
                </a:cubicBezTo>
                <a:cubicBezTo>
                  <a:pt x="14993" y="43092"/>
                  <a:pt x="14807" y="42409"/>
                  <a:pt x="14433" y="41857"/>
                </a:cubicBezTo>
                <a:cubicBezTo>
                  <a:pt x="14059" y="41305"/>
                  <a:pt x="13452" y="40873"/>
                  <a:pt x="12611" y="40562"/>
                </a:cubicBezTo>
                <a:cubicBezTo>
                  <a:pt x="11770" y="40249"/>
                  <a:pt x="10182" y="40093"/>
                  <a:pt x="7847" y="40093"/>
                </a:cubicBezTo>
                <a:lnTo>
                  <a:pt x="8618" y="37353"/>
                </a:lnTo>
                <a:lnTo>
                  <a:pt x="32229" y="33026"/>
                </a:lnTo>
                <a:lnTo>
                  <a:pt x="36503" y="33026"/>
                </a:lnTo>
                <a:close/>
                <a:moveTo>
                  <a:pt x="111119" y="0"/>
                </a:moveTo>
                <a:cubicBezTo>
                  <a:pt x="114015" y="0"/>
                  <a:pt x="116456" y="1041"/>
                  <a:pt x="118441" y="3123"/>
                </a:cubicBezTo>
                <a:cubicBezTo>
                  <a:pt x="120426" y="5204"/>
                  <a:pt x="121418" y="7720"/>
                  <a:pt x="121418" y="10672"/>
                </a:cubicBezTo>
                <a:cubicBezTo>
                  <a:pt x="121418" y="13624"/>
                  <a:pt x="120414" y="16141"/>
                  <a:pt x="118406" y="18223"/>
                </a:cubicBezTo>
                <a:cubicBezTo>
                  <a:pt x="116397" y="20304"/>
                  <a:pt x="113968" y="21344"/>
                  <a:pt x="111119" y="21344"/>
                </a:cubicBezTo>
                <a:cubicBezTo>
                  <a:pt x="108317" y="21344"/>
                  <a:pt x="105911" y="20304"/>
                  <a:pt x="103903" y="18223"/>
                </a:cubicBezTo>
                <a:cubicBezTo>
                  <a:pt x="101894" y="16141"/>
                  <a:pt x="100890" y="13624"/>
                  <a:pt x="100890" y="10672"/>
                </a:cubicBezTo>
                <a:cubicBezTo>
                  <a:pt x="100890" y="7720"/>
                  <a:pt x="101883" y="5204"/>
                  <a:pt x="103868" y="3123"/>
                </a:cubicBezTo>
                <a:cubicBezTo>
                  <a:pt x="105853" y="1041"/>
                  <a:pt x="108270" y="0"/>
                  <a:pt x="111119" y="0"/>
                </a:cubicBezTo>
                <a:moveTo>
                  <a:pt x="115463" y="33026"/>
                </a:moveTo>
                <a:lnTo>
                  <a:pt x="101100" y="83947"/>
                </a:lnTo>
                <a:cubicBezTo>
                  <a:pt x="100306" y="86860"/>
                  <a:pt x="99909" y="88770"/>
                  <a:pt x="99909" y="89677"/>
                </a:cubicBezTo>
                <a:cubicBezTo>
                  <a:pt x="99909" y="90227"/>
                  <a:pt x="100119" y="90739"/>
                  <a:pt x="100540" y="91214"/>
                </a:cubicBezTo>
                <a:cubicBezTo>
                  <a:pt x="100960" y="91687"/>
                  <a:pt x="101404" y="91924"/>
                  <a:pt x="101871" y="91924"/>
                </a:cubicBezTo>
                <a:cubicBezTo>
                  <a:pt x="102665" y="91924"/>
                  <a:pt x="103459" y="91549"/>
                  <a:pt x="104253" y="90800"/>
                </a:cubicBezTo>
                <a:cubicBezTo>
                  <a:pt x="106355" y="88952"/>
                  <a:pt x="108877" y="85606"/>
                  <a:pt x="111820" y="80763"/>
                </a:cubicBezTo>
                <a:lnTo>
                  <a:pt x="114202" y="82261"/>
                </a:lnTo>
                <a:cubicBezTo>
                  <a:pt x="107149" y="95396"/>
                  <a:pt x="99652" y="101963"/>
                  <a:pt x="91712" y="101963"/>
                </a:cubicBezTo>
                <a:cubicBezTo>
                  <a:pt x="88676" y="101963"/>
                  <a:pt x="86259" y="101086"/>
                  <a:pt x="84460" y="99331"/>
                </a:cubicBezTo>
                <a:cubicBezTo>
                  <a:pt x="82662" y="97576"/>
                  <a:pt x="81763" y="95353"/>
                  <a:pt x="81763" y="92661"/>
                </a:cubicBezTo>
                <a:cubicBezTo>
                  <a:pt x="81763" y="90882"/>
                  <a:pt x="82160" y="88623"/>
                  <a:pt x="82954" y="85883"/>
                </a:cubicBezTo>
                <a:lnTo>
                  <a:pt x="92693" y="51414"/>
                </a:lnTo>
                <a:cubicBezTo>
                  <a:pt x="93627" y="48097"/>
                  <a:pt x="94094" y="45597"/>
                  <a:pt x="94094" y="43915"/>
                </a:cubicBezTo>
                <a:cubicBezTo>
                  <a:pt x="94094" y="42857"/>
                  <a:pt x="93650" y="41920"/>
                  <a:pt x="92763" y="41102"/>
                </a:cubicBezTo>
                <a:cubicBezTo>
                  <a:pt x="91875" y="40285"/>
                  <a:pt x="90661" y="39877"/>
                  <a:pt x="89120" y="39877"/>
                </a:cubicBezTo>
                <a:cubicBezTo>
                  <a:pt x="88419" y="39877"/>
                  <a:pt x="87578" y="39901"/>
                  <a:pt x="86597" y="39949"/>
                </a:cubicBezTo>
                <a:lnTo>
                  <a:pt x="87508" y="37064"/>
                </a:lnTo>
                <a:lnTo>
                  <a:pt x="111259" y="33026"/>
                </a:lnTo>
                <a:lnTo>
                  <a:pt x="115463" y="33026"/>
                </a:lnTo>
                <a:close/>
                <a:moveTo>
                  <a:pt x="160380" y="15431"/>
                </a:moveTo>
                <a:lnTo>
                  <a:pt x="154775" y="35045"/>
                </a:lnTo>
                <a:lnTo>
                  <a:pt x="163953" y="35045"/>
                </a:lnTo>
                <a:lnTo>
                  <a:pt x="161501" y="43410"/>
                </a:lnTo>
                <a:lnTo>
                  <a:pt x="152463" y="43410"/>
                </a:lnTo>
                <a:lnTo>
                  <a:pt x="140763" y="85225"/>
                </a:lnTo>
                <a:cubicBezTo>
                  <a:pt x="140015" y="87820"/>
                  <a:pt x="139642" y="89791"/>
                  <a:pt x="139642" y="91138"/>
                </a:cubicBezTo>
                <a:cubicBezTo>
                  <a:pt x="139642" y="91765"/>
                  <a:pt x="139852" y="92309"/>
                  <a:pt x="140272" y="92767"/>
                </a:cubicBezTo>
                <a:cubicBezTo>
                  <a:pt x="140693" y="93225"/>
                  <a:pt x="141160" y="93454"/>
                  <a:pt x="141674" y="93454"/>
                </a:cubicBezTo>
                <a:cubicBezTo>
                  <a:pt x="142468" y="93454"/>
                  <a:pt x="143285" y="93118"/>
                  <a:pt x="144126" y="92445"/>
                </a:cubicBezTo>
                <a:cubicBezTo>
                  <a:pt x="146274" y="90762"/>
                  <a:pt x="148773" y="87829"/>
                  <a:pt x="151622" y="83647"/>
                </a:cubicBezTo>
                <a:lnTo>
                  <a:pt x="154075" y="85234"/>
                </a:lnTo>
                <a:cubicBezTo>
                  <a:pt x="150852" y="91002"/>
                  <a:pt x="147302" y="95233"/>
                  <a:pt x="143425" y="97925"/>
                </a:cubicBezTo>
                <a:cubicBezTo>
                  <a:pt x="139548" y="100617"/>
                  <a:pt x="135742" y="101963"/>
                  <a:pt x="132005" y="101963"/>
                </a:cubicBezTo>
                <a:cubicBezTo>
                  <a:pt x="128829" y="101963"/>
                  <a:pt x="126365" y="101134"/>
                  <a:pt x="124613" y="99475"/>
                </a:cubicBezTo>
                <a:cubicBezTo>
                  <a:pt x="122862" y="97817"/>
                  <a:pt x="121986" y="95713"/>
                  <a:pt x="121986" y="93166"/>
                </a:cubicBezTo>
                <a:cubicBezTo>
                  <a:pt x="121986" y="90377"/>
                  <a:pt x="122593" y="86796"/>
                  <a:pt x="123808" y="82421"/>
                </a:cubicBezTo>
                <a:lnTo>
                  <a:pt x="134877" y="43410"/>
                </a:lnTo>
                <a:lnTo>
                  <a:pt x="125349" y="43410"/>
                </a:lnTo>
                <a:lnTo>
                  <a:pt x="126750" y="38060"/>
                </a:lnTo>
                <a:cubicBezTo>
                  <a:pt x="132729" y="35795"/>
                  <a:pt x="137773" y="33144"/>
                  <a:pt x="141884" y="30108"/>
                </a:cubicBezTo>
                <a:cubicBezTo>
                  <a:pt x="145994" y="27072"/>
                  <a:pt x="150945" y="22180"/>
                  <a:pt x="156737" y="15431"/>
                </a:cubicBezTo>
                <a:lnTo>
                  <a:pt x="160380" y="15431"/>
                </a:lnTo>
                <a:close/>
                <a:moveTo>
                  <a:pt x="191845" y="0"/>
                </a:moveTo>
                <a:cubicBezTo>
                  <a:pt x="194741" y="0"/>
                  <a:pt x="197181" y="1041"/>
                  <a:pt x="199167" y="3123"/>
                </a:cubicBezTo>
                <a:cubicBezTo>
                  <a:pt x="201152" y="5204"/>
                  <a:pt x="202144" y="7720"/>
                  <a:pt x="202144" y="10672"/>
                </a:cubicBezTo>
                <a:cubicBezTo>
                  <a:pt x="202144" y="13624"/>
                  <a:pt x="201140" y="16141"/>
                  <a:pt x="199132" y="18223"/>
                </a:cubicBezTo>
                <a:cubicBezTo>
                  <a:pt x="197123" y="20304"/>
                  <a:pt x="194694" y="21344"/>
                  <a:pt x="191845" y="21344"/>
                </a:cubicBezTo>
                <a:cubicBezTo>
                  <a:pt x="189043" y="21344"/>
                  <a:pt x="186637" y="20304"/>
                  <a:pt x="184629" y="18223"/>
                </a:cubicBezTo>
                <a:cubicBezTo>
                  <a:pt x="182620" y="16141"/>
                  <a:pt x="181616" y="13624"/>
                  <a:pt x="181616" y="10672"/>
                </a:cubicBezTo>
                <a:cubicBezTo>
                  <a:pt x="181616" y="7720"/>
                  <a:pt x="182608" y="5204"/>
                  <a:pt x="184594" y="3123"/>
                </a:cubicBezTo>
                <a:cubicBezTo>
                  <a:pt x="186579" y="1041"/>
                  <a:pt x="188996" y="0"/>
                  <a:pt x="191845" y="0"/>
                </a:cubicBezTo>
                <a:moveTo>
                  <a:pt x="196189" y="33026"/>
                </a:moveTo>
                <a:lnTo>
                  <a:pt x="181826" y="83947"/>
                </a:lnTo>
                <a:cubicBezTo>
                  <a:pt x="181032" y="86860"/>
                  <a:pt x="180635" y="88770"/>
                  <a:pt x="180635" y="89677"/>
                </a:cubicBezTo>
                <a:cubicBezTo>
                  <a:pt x="180635" y="90227"/>
                  <a:pt x="180845" y="90739"/>
                  <a:pt x="181266" y="91214"/>
                </a:cubicBezTo>
                <a:cubicBezTo>
                  <a:pt x="181686" y="91687"/>
                  <a:pt x="182130" y="91924"/>
                  <a:pt x="182597" y="91924"/>
                </a:cubicBezTo>
                <a:cubicBezTo>
                  <a:pt x="183391" y="91924"/>
                  <a:pt x="184185" y="91549"/>
                  <a:pt x="184979" y="90800"/>
                </a:cubicBezTo>
                <a:cubicBezTo>
                  <a:pt x="187081" y="88952"/>
                  <a:pt x="189603" y="85606"/>
                  <a:pt x="192546" y="80763"/>
                </a:cubicBezTo>
                <a:lnTo>
                  <a:pt x="194928" y="82261"/>
                </a:lnTo>
                <a:cubicBezTo>
                  <a:pt x="187875" y="95396"/>
                  <a:pt x="180378" y="101963"/>
                  <a:pt x="172438" y="101963"/>
                </a:cubicBezTo>
                <a:cubicBezTo>
                  <a:pt x="169402" y="101963"/>
                  <a:pt x="166985" y="101086"/>
                  <a:pt x="165186" y="99331"/>
                </a:cubicBezTo>
                <a:cubicBezTo>
                  <a:pt x="163388" y="97576"/>
                  <a:pt x="162489" y="95353"/>
                  <a:pt x="162489" y="92661"/>
                </a:cubicBezTo>
                <a:cubicBezTo>
                  <a:pt x="162489" y="90882"/>
                  <a:pt x="162886" y="88623"/>
                  <a:pt x="163680" y="85883"/>
                </a:cubicBezTo>
                <a:lnTo>
                  <a:pt x="173419" y="51414"/>
                </a:lnTo>
                <a:cubicBezTo>
                  <a:pt x="174353" y="48097"/>
                  <a:pt x="174820" y="45597"/>
                  <a:pt x="174820" y="43915"/>
                </a:cubicBezTo>
                <a:cubicBezTo>
                  <a:pt x="174820" y="42857"/>
                  <a:pt x="174376" y="41920"/>
                  <a:pt x="173489" y="41102"/>
                </a:cubicBezTo>
                <a:cubicBezTo>
                  <a:pt x="172601" y="40285"/>
                  <a:pt x="171387" y="39877"/>
                  <a:pt x="169845" y="39877"/>
                </a:cubicBezTo>
                <a:cubicBezTo>
                  <a:pt x="169145" y="39877"/>
                  <a:pt x="168304" y="39901"/>
                  <a:pt x="167323" y="39949"/>
                </a:cubicBezTo>
                <a:lnTo>
                  <a:pt x="168234" y="37064"/>
                </a:lnTo>
                <a:lnTo>
                  <a:pt x="191985" y="33026"/>
                </a:lnTo>
                <a:lnTo>
                  <a:pt x="196189" y="33026"/>
                </a:lnTo>
                <a:close/>
                <a:moveTo>
                  <a:pt x="268711" y="34036"/>
                </a:moveTo>
                <a:lnTo>
                  <a:pt x="255119" y="82092"/>
                </a:lnTo>
                <a:lnTo>
                  <a:pt x="253718" y="87944"/>
                </a:lnTo>
                <a:cubicBezTo>
                  <a:pt x="253577" y="88669"/>
                  <a:pt x="253507" y="89199"/>
                  <a:pt x="253507" y="89535"/>
                </a:cubicBezTo>
                <a:cubicBezTo>
                  <a:pt x="253507" y="90109"/>
                  <a:pt x="253706" y="90612"/>
                  <a:pt x="254103" y="91043"/>
                </a:cubicBezTo>
                <a:cubicBezTo>
                  <a:pt x="254500" y="91474"/>
                  <a:pt x="254909" y="91690"/>
                  <a:pt x="255329" y="91690"/>
                </a:cubicBezTo>
                <a:cubicBezTo>
                  <a:pt x="256310" y="91690"/>
                  <a:pt x="257664" y="90923"/>
                  <a:pt x="259393" y="89391"/>
                </a:cubicBezTo>
                <a:cubicBezTo>
                  <a:pt x="260093" y="88768"/>
                  <a:pt x="261775" y="86565"/>
                  <a:pt x="264437" y="82782"/>
                </a:cubicBezTo>
                <a:lnTo>
                  <a:pt x="266889" y="84075"/>
                </a:lnTo>
                <a:cubicBezTo>
                  <a:pt x="263573" y="90301"/>
                  <a:pt x="260035" y="94838"/>
                  <a:pt x="256275" y="97688"/>
                </a:cubicBezTo>
                <a:cubicBezTo>
                  <a:pt x="252515" y="100538"/>
                  <a:pt x="248463" y="101963"/>
                  <a:pt x="244119" y="101963"/>
                </a:cubicBezTo>
                <a:cubicBezTo>
                  <a:pt x="241457" y="101963"/>
                  <a:pt x="239425" y="101254"/>
                  <a:pt x="238024" y="99836"/>
                </a:cubicBezTo>
                <a:cubicBezTo>
                  <a:pt x="236622" y="98418"/>
                  <a:pt x="235922" y="96627"/>
                  <a:pt x="235922" y="94464"/>
                </a:cubicBezTo>
                <a:cubicBezTo>
                  <a:pt x="235922" y="92589"/>
                  <a:pt x="236669" y="89103"/>
                  <a:pt x="238164" y="84008"/>
                </a:cubicBezTo>
                <a:lnTo>
                  <a:pt x="239845" y="78167"/>
                </a:lnTo>
                <a:cubicBezTo>
                  <a:pt x="234427" y="87733"/>
                  <a:pt x="229219" y="94512"/>
                  <a:pt x="224221" y="98502"/>
                </a:cubicBezTo>
                <a:cubicBezTo>
                  <a:pt x="221325" y="100809"/>
                  <a:pt x="218243" y="101963"/>
                  <a:pt x="214973" y="101963"/>
                </a:cubicBezTo>
                <a:cubicBezTo>
                  <a:pt x="210676" y="101963"/>
                  <a:pt x="207570" y="100147"/>
                  <a:pt x="205655" y="96514"/>
                </a:cubicBezTo>
                <a:cubicBezTo>
                  <a:pt x="203740" y="92880"/>
                  <a:pt x="202782" y="88777"/>
                  <a:pt x="202782" y="84206"/>
                </a:cubicBezTo>
                <a:cubicBezTo>
                  <a:pt x="202782" y="77420"/>
                  <a:pt x="204791" y="69636"/>
                  <a:pt x="208807" y="60854"/>
                </a:cubicBezTo>
                <a:cubicBezTo>
                  <a:pt x="212824" y="52071"/>
                  <a:pt x="218102" y="45009"/>
                  <a:pt x="224642" y="39667"/>
                </a:cubicBezTo>
                <a:cubicBezTo>
                  <a:pt x="230013" y="35240"/>
                  <a:pt x="235058" y="33026"/>
                  <a:pt x="239775" y="33026"/>
                </a:cubicBezTo>
                <a:cubicBezTo>
                  <a:pt x="242391" y="33026"/>
                  <a:pt x="244493" y="33808"/>
                  <a:pt x="246081" y="35372"/>
                </a:cubicBezTo>
                <a:cubicBezTo>
                  <a:pt x="247669" y="36936"/>
                  <a:pt x="248836" y="39787"/>
                  <a:pt x="249584" y="43926"/>
                </a:cubicBezTo>
                <a:lnTo>
                  <a:pt x="252106" y="35045"/>
                </a:lnTo>
                <a:lnTo>
                  <a:pt x="268711" y="34036"/>
                </a:lnTo>
                <a:moveTo>
                  <a:pt x="246291" y="47867"/>
                </a:moveTo>
                <a:cubicBezTo>
                  <a:pt x="246291" y="43978"/>
                  <a:pt x="245707" y="41169"/>
                  <a:pt x="244539" y="39442"/>
                </a:cubicBezTo>
                <a:cubicBezTo>
                  <a:pt x="243699" y="38241"/>
                  <a:pt x="242554" y="37641"/>
                  <a:pt x="241106" y="37641"/>
                </a:cubicBezTo>
                <a:cubicBezTo>
                  <a:pt x="239658" y="37641"/>
                  <a:pt x="238164" y="38362"/>
                  <a:pt x="236622" y="39802"/>
                </a:cubicBezTo>
                <a:cubicBezTo>
                  <a:pt x="233493" y="42778"/>
                  <a:pt x="230118" y="48815"/>
                  <a:pt x="226498" y="57913"/>
                </a:cubicBezTo>
                <a:cubicBezTo>
                  <a:pt x="222878" y="67009"/>
                  <a:pt x="221068" y="74870"/>
                  <a:pt x="221068" y="81495"/>
                </a:cubicBezTo>
                <a:cubicBezTo>
                  <a:pt x="221068" y="84038"/>
                  <a:pt x="221477" y="85874"/>
                  <a:pt x="222294" y="87002"/>
                </a:cubicBezTo>
                <a:cubicBezTo>
                  <a:pt x="223112" y="88131"/>
                  <a:pt x="224011" y="88695"/>
                  <a:pt x="224992" y="88695"/>
                </a:cubicBezTo>
                <a:cubicBezTo>
                  <a:pt x="227094" y="88695"/>
                  <a:pt x="229219" y="87446"/>
                  <a:pt x="231368" y="84950"/>
                </a:cubicBezTo>
                <a:cubicBezTo>
                  <a:pt x="234450" y="81398"/>
                  <a:pt x="237229" y="77054"/>
                  <a:pt x="239705" y="71918"/>
                </a:cubicBezTo>
                <a:cubicBezTo>
                  <a:pt x="244096" y="62892"/>
                  <a:pt x="246291" y="54875"/>
                  <a:pt x="246291" y="47867"/>
                </a:cubicBezTo>
                <a:close/>
                <a:moveTo>
                  <a:pt x="317124" y="0"/>
                </a:moveTo>
                <a:lnTo>
                  <a:pt x="293934" y="81628"/>
                </a:lnTo>
                <a:cubicBezTo>
                  <a:pt x="292579" y="86461"/>
                  <a:pt x="291902" y="89481"/>
                  <a:pt x="291902" y="90689"/>
                </a:cubicBezTo>
                <a:cubicBezTo>
                  <a:pt x="291902" y="91284"/>
                  <a:pt x="292100" y="91788"/>
                  <a:pt x="292497" y="92201"/>
                </a:cubicBezTo>
                <a:cubicBezTo>
                  <a:pt x="292894" y="92613"/>
                  <a:pt x="293326" y="92819"/>
                  <a:pt x="293793" y="92819"/>
                </a:cubicBezTo>
                <a:cubicBezTo>
                  <a:pt x="294634" y="92819"/>
                  <a:pt x="295428" y="92498"/>
                  <a:pt x="296176" y="91856"/>
                </a:cubicBezTo>
                <a:cubicBezTo>
                  <a:pt x="298418" y="90069"/>
                  <a:pt x="300916" y="87044"/>
                  <a:pt x="303672" y="82782"/>
                </a:cubicBezTo>
                <a:lnTo>
                  <a:pt x="306405" y="84019"/>
                </a:lnTo>
                <a:cubicBezTo>
                  <a:pt x="301967" y="90985"/>
                  <a:pt x="297600" y="95958"/>
                  <a:pt x="293303" y="98939"/>
                </a:cubicBezTo>
                <a:cubicBezTo>
                  <a:pt x="290360" y="100955"/>
                  <a:pt x="287231" y="101963"/>
                  <a:pt x="283915" y="101963"/>
                </a:cubicBezTo>
                <a:cubicBezTo>
                  <a:pt x="280832" y="101963"/>
                  <a:pt x="278380" y="101110"/>
                  <a:pt x="276558" y="99403"/>
                </a:cubicBezTo>
                <a:cubicBezTo>
                  <a:pt x="274736" y="97696"/>
                  <a:pt x="273826" y="95641"/>
                  <a:pt x="273826" y="93238"/>
                </a:cubicBezTo>
                <a:cubicBezTo>
                  <a:pt x="273826" y="91462"/>
                  <a:pt x="274386" y="88606"/>
                  <a:pt x="275507" y="84670"/>
                </a:cubicBezTo>
                <a:lnTo>
                  <a:pt x="294424" y="18298"/>
                </a:lnTo>
                <a:cubicBezTo>
                  <a:pt x="295452" y="14650"/>
                  <a:pt x="295965" y="12226"/>
                  <a:pt x="295965" y="11026"/>
                </a:cubicBezTo>
                <a:cubicBezTo>
                  <a:pt x="295965" y="9874"/>
                  <a:pt x="295475" y="8962"/>
                  <a:pt x="294494" y="8290"/>
                </a:cubicBezTo>
                <a:cubicBezTo>
                  <a:pt x="293186" y="7330"/>
                  <a:pt x="291201" y="6923"/>
                  <a:pt x="288539" y="7067"/>
                </a:cubicBezTo>
                <a:lnTo>
                  <a:pt x="289309" y="4327"/>
                </a:lnTo>
                <a:lnTo>
                  <a:pt x="312920" y="0"/>
                </a:lnTo>
                <a:lnTo>
                  <a:pt x="317124" y="0"/>
                </a:lnTo>
                <a:close/>
                <a:moveTo>
                  <a:pt x="451346" y="0"/>
                </a:moveTo>
                <a:lnTo>
                  <a:pt x="444340" y="31151"/>
                </a:lnTo>
                <a:lnTo>
                  <a:pt x="441607" y="31151"/>
                </a:lnTo>
                <a:cubicBezTo>
                  <a:pt x="441280" y="22618"/>
                  <a:pt x="439260" y="16255"/>
                  <a:pt x="435547" y="12060"/>
                </a:cubicBezTo>
                <a:cubicBezTo>
                  <a:pt x="431834" y="7866"/>
                  <a:pt x="426988" y="5769"/>
                  <a:pt x="421009" y="5769"/>
                </a:cubicBezTo>
                <a:cubicBezTo>
                  <a:pt x="414563" y="5769"/>
                  <a:pt x="408141" y="8603"/>
                  <a:pt x="401742" y="14271"/>
                </a:cubicBezTo>
                <a:cubicBezTo>
                  <a:pt x="395343" y="19939"/>
                  <a:pt x="389925" y="28609"/>
                  <a:pt x="385487" y="40280"/>
                </a:cubicBezTo>
                <a:cubicBezTo>
                  <a:pt x="381891" y="49743"/>
                  <a:pt x="380092" y="59086"/>
                  <a:pt x="380092" y="68308"/>
                </a:cubicBezTo>
                <a:cubicBezTo>
                  <a:pt x="380092" y="76571"/>
                  <a:pt x="382066" y="82876"/>
                  <a:pt x="386013" y="87223"/>
                </a:cubicBezTo>
                <a:cubicBezTo>
                  <a:pt x="389960" y="91569"/>
                  <a:pt x="395366" y="93742"/>
                  <a:pt x="402232" y="93742"/>
                </a:cubicBezTo>
                <a:cubicBezTo>
                  <a:pt x="407791" y="93742"/>
                  <a:pt x="412858" y="92487"/>
                  <a:pt x="417436" y="89977"/>
                </a:cubicBezTo>
                <a:cubicBezTo>
                  <a:pt x="422013" y="87465"/>
                  <a:pt x="426637" y="83384"/>
                  <a:pt x="431308" y="77734"/>
                </a:cubicBezTo>
                <a:lnTo>
                  <a:pt x="434671" y="77734"/>
                </a:lnTo>
                <a:cubicBezTo>
                  <a:pt x="428879" y="86728"/>
                  <a:pt x="423029" y="93039"/>
                  <a:pt x="417121" y="96667"/>
                </a:cubicBezTo>
                <a:cubicBezTo>
                  <a:pt x="411212" y="100294"/>
                  <a:pt x="403984" y="102107"/>
                  <a:pt x="395436" y="102107"/>
                </a:cubicBezTo>
                <a:cubicBezTo>
                  <a:pt x="383993" y="102107"/>
                  <a:pt x="374779" y="98543"/>
                  <a:pt x="367797" y="91415"/>
                </a:cubicBezTo>
                <a:cubicBezTo>
                  <a:pt x="360814" y="84285"/>
                  <a:pt x="357322" y="74983"/>
                  <a:pt x="357322" y="63511"/>
                </a:cubicBezTo>
                <a:cubicBezTo>
                  <a:pt x="357322" y="52757"/>
                  <a:pt x="360101" y="42497"/>
                  <a:pt x="365660" y="32729"/>
                </a:cubicBezTo>
                <a:cubicBezTo>
                  <a:pt x="371218" y="22959"/>
                  <a:pt x="379217" y="15063"/>
                  <a:pt x="389656" y="9038"/>
                </a:cubicBezTo>
                <a:cubicBezTo>
                  <a:pt x="400095" y="3013"/>
                  <a:pt x="410476" y="0"/>
                  <a:pt x="420799" y="0"/>
                </a:cubicBezTo>
                <a:cubicBezTo>
                  <a:pt x="424722" y="0"/>
                  <a:pt x="429603" y="844"/>
                  <a:pt x="435442" y="2533"/>
                </a:cubicBezTo>
                <a:cubicBezTo>
                  <a:pt x="438431" y="3377"/>
                  <a:pt x="440510" y="3799"/>
                  <a:pt x="441677" y="3799"/>
                </a:cubicBezTo>
                <a:cubicBezTo>
                  <a:pt x="444013" y="3799"/>
                  <a:pt x="446372" y="2533"/>
                  <a:pt x="448754" y="0"/>
                </a:cubicBezTo>
                <a:lnTo>
                  <a:pt x="451346" y="0"/>
                </a:lnTo>
                <a:close/>
                <a:moveTo>
                  <a:pt x="491496" y="33026"/>
                </a:moveTo>
                <a:cubicBezTo>
                  <a:pt x="495186" y="33026"/>
                  <a:pt x="498654" y="33904"/>
                  <a:pt x="501900" y="35660"/>
                </a:cubicBezTo>
                <a:cubicBezTo>
                  <a:pt x="505146" y="37417"/>
                  <a:pt x="507598" y="39859"/>
                  <a:pt x="509256" y="42989"/>
                </a:cubicBezTo>
                <a:cubicBezTo>
                  <a:pt x="510915" y="46116"/>
                  <a:pt x="511744" y="49581"/>
                  <a:pt x="511744" y="53381"/>
                </a:cubicBezTo>
                <a:cubicBezTo>
                  <a:pt x="511744" y="61178"/>
                  <a:pt x="509630" y="68975"/>
                  <a:pt x="505403" y="76772"/>
                </a:cubicBezTo>
                <a:cubicBezTo>
                  <a:pt x="501176" y="84567"/>
                  <a:pt x="495606" y="90715"/>
                  <a:pt x="488693" y="95214"/>
                </a:cubicBezTo>
                <a:cubicBezTo>
                  <a:pt x="481780" y="99713"/>
                  <a:pt x="474821" y="101963"/>
                  <a:pt x="467814" y="101963"/>
                </a:cubicBezTo>
                <a:cubicBezTo>
                  <a:pt x="461462" y="101963"/>
                  <a:pt x="456546" y="100015"/>
                  <a:pt x="453066" y="96118"/>
                </a:cubicBezTo>
                <a:cubicBezTo>
                  <a:pt x="449587" y="92219"/>
                  <a:pt x="447847" y="87455"/>
                  <a:pt x="447847" y="81824"/>
                </a:cubicBezTo>
                <a:cubicBezTo>
                  <a:pt x="447847" y="75134"/>
                  <a:pt x="449143" y="68866"/>
                  <a:pt x="451735" y="63019"/>
                </a:cubicBezTo>
                <a:cubicBezTo>
                  <a:pt x="454327" y="57172"/>
                  <a:pt x="457620" y="52071"/>
                  <a:pt x="461614" y="47716"/>
                </a:cubicBezTo>
                <a:cubicBezTo>
                  <a:pt x="465608" y="43361"/>
                  <a:pt x="470197" y="39824"/>
                  <a:pt x="475381" y="37105"/>
                </a:cubicBezTo>
                <a:cubicBezTo>
                  <a:pt x="480566" y="34386"/>
                  <a:pt x="485937" y="33026"/>
                  <a:pt x="491496" y="33026"/>
                </a:cubicBezTo>
                <a:moveTo>
                  <a:pt x="488623" y="36920"/>
                </a:moveTo>
                <a:cubicBezTo>
                  <a:pt x="486148" y="36920"/>
                  <a:pt x="484092" y="37664"/>
                  <a:pt x="482458" y="39153"/>
                </a:cubicBezTo>
                <a:cubicBezTo>
                  <a:pt x="479188" y="42177"/>
                  <a:pt x="475498" y="49248"/>
                  <a:pt x="471388" y="60365"/>
                </a:cubicBezTo>
                <a:cubicBezTo>
                  <a:pt x="467277" y="71480"/>
                  <a:pt x="465222" y="81503"/>
                  <a:pt x="465222" y="90434"/>
                </a:cubicBezTo>
                <a:cubicBezTo>
                  <a:pt x="465222" y="92643"/>
                  <a:pt x="465876" y="94467"/>
                  <a:pt x="467184" y="95908"/>
                </a:cubicBezTo>
                <a:cubicBezTo>
                  <a:pt x="468492" y="97349"/>
                  <a:pt x="470033" y="98069"/>
                  <a:pt x="471808" y="98069"/>
                </a:cubicBezTo>
                <a:cubicBezTo>
                  <a:pt x="473630" y="98069"/>
                  <a:pt x="475241" y="97493"/>
                  <a:pt x="476642" y="96341"/>
                </a:cubicBezTo>
                <a:cubicBezTo>
                  <a:pt x="478698" y="94612"/>
                  <a:pt x="481220" y="90734"/>
                  <a:pt x="484209" y="84709"/>
                </a:cubicBezTo>
                <a:cubicBezTo>
                  <a:pt x="487198" y="78683"/>
                  <a:pt x="489651" y="72033"/>
                  <a:pt x="491566" y="64759"/>
                </a:cubicBezTo>
                <a:cubicBezTo>
                  <a:pt x="493481" y="57483"/>
                  <a:pt x="494438" y="50821"/>
                  <a:pt x="494438" y="44771"/>
                </a:cubicBezTo>
                <a:cubicBezTo>
                  <a:pt x="494438" y="42274"/>
                  <a:pt x="493854" y="40342"/>
                  <a:pt x="492687" y="38973"/>
                </a:cubicBezTo>
                <a:cubicBezTo>
                  <a:pt x="491519" y="37604"/>
                  <a:pt x="490164" y="36920"/>
                  <a:pt x="488623" y="36920"/>
                </a:cubicBezTo>
                <a:close/>
                <a:moveTo>
                  <a:pt x="554201" y="33026"/>
                </a:moveTo>
                <a:lnTo>
                  <a:pt x="545233" y="64067"/>
                </a:lnTo>
                <a:cubicBezTo>
                  <a:pt x="551259" y="54538"/>
                  <a:pt x="555649" y="48114"/>
                  <a:pt x="558405" y="44794"/>
                </a:cubicBezTo>
                <a:cubicBezTo>
                  <a:pt x="562469" y="39932"/>
                  <a:pt x="565820" y="36756"/>
                  <a:pt x="568459" y="35264"/>
                </a:cubicBezTo>
                <a:cubicBezTo>
                  <a:pt x="571098" y="33772"/>
                  <a:pt x="573749" y="33026"/>
                  <a:pt x="576411" y="33026"/>
                </a:cubicBezTo>
                <a:cubicBezTo>
                  <a:pt x="579447" y="33026"/>
                  <a:pt x="581643" y="33973"/>
                  <a:pt x="582997" y="35868"/>
                </a:cubicBezTo>
                <a:cubicBezTo>
                  <a:pt x="584352" y="37761"/>
                  <a:pt x="585029" y="39848"/>
                  <a:pt x="585029" y="42130"/>
                </a:cubicBezTo>
                <a:cubicBezTo>
                  <a:pt x="585029" y="44480"/>
                  <a:pt x="584398" y="47932"/>
                  <a:pt x="583137" y="52487"/>
                </a:cubicBezTo>
                <a:lnTo>
                  <a:pt x="579984" y="64067"/>
                </a:lnTo>
                <a:cubicBezTo>
                  <a:pt x="586056" y="54442"/>
                  <a:pt x="590424" y="48042"/>
                  <a:pt x="593086" y="44866"/>
                </a:cubicBezTo>
                <a:cubicBezTo>
                  <a:pt x="597196" y="39956"/>
                  <a:pt x="600770" y="36635"/>
                  <a:pt x="603806" y="34903"/>
                </a:cubicBezTo>
                <a:cubicBezTo>
                  <a:pt x="605907" y="33652"/>
                  <a:pt x="608149" y="33026"/>
                  <a:pt x="610532" y="33026"/>
                </a:cubicBezTo>
                <a:cubicBezTo>
                  <a:pt x="613007" y="33026"/>
                  <a:pt x="615074" y="33889"/>
                  <a:pt x="616732" y="35613"/>
                </a:cubicBezTo>
                <a:cubicBezTo>
                  <a:pt x="618390" y="37338"/>
                  <a:pt x="619219" y="39584"/>
                  <a:pt x="619219" y="42353"/>
                </a:cubicBezTo>
                <a:cubicBezTo>
                  <a:pt x="619219" y="45448"/>
                  <a:pt x="618519" y="49460"/>
                  <a:pt x="617117" y="54391"/>
                </a:cubicBezTo>
                <a:lnTo>
                  <a:pt x="609341" y="81441"/>
                </a:lnTo>
                <a:cubicBezTo>
                  <a:pt x="608173" y="85455"/>
                  <a:pt x="607589" y="88042"/>
                  <a:pt x="607589" y="89202"/>
                </a:cubicBezTo>
                <a:cubicBezTo>
                  <a:pt x="607589" y="89579"/>
                  <a:pt x="607741" y="89933"/>
                  <a:pt x="608044" y="90263"/>
                </a:cubicBezTo>
                <a:cubicBezTo>
                  <a:pt x="608348" y="90594"/>
                  <a:pt x="608687" y="90759"/>
                  <a:pt x="609060" y="90759"/>
                </a:cubicBezTo>
                <a:cubicBezTo>
                  <a:pt x="609574" y="90759"/>
                  <a:pt x="610018" y="90594"/>
                  <a:pt x="610391" y="90263"/>
                </a:cubicBezTo>
                <a:cubicBezTo>
                  <a:pt x="612073" y="88895"/>
                  <a:pt x="613848" y="86889"/>
                  <a:pt x="615716" y="84247"/>
                </a:cubicBezTo>
                <a:cubicBezTo>
                  <a:pt x="616137" y="83680"/>
                  <a:pt x="616767" y="82807"/>
                  <a:pt x="617608" y="81628"/>
                </a:cubicBezTo>
                <a:lnTo>
                  <a:pt x="619990" y="83185"/>
                </a:lnTo>
                <a:cubicBezTo>
                  <a:pt x="616767" y="89272"/>
                  <a:pt x="613229" y="93732"/>
                  <a:pt x="609376" y="96564"/>
                </a:cubicBezTo>
                <a:cubicBezTo>
                  <a:pt x="605522" y="99394"/>
                  <a:pt x="601961" y="100809"/>
                  <a:pt x="598691" y="100809"/>
                </a:cubicBezTo>
                <a:cubicBezTo>
                  <a:pt x="595842" y="100809"/>
                  <a:pt x="593553" y="99997"/>
                  <a:pt x="591825" y="98373"/>
                </a:cubicBezTo>
                <a:cubicBezTo>
                  <a:pt x="590097" y="96748"/>
                  <a:pt x="589233" y="94844"/>
                  <a:pt x="589233" y="92661"/>
                </a:cubicBezTo>
                <a:cubicBezTo>
                  <a:pt x="589233" y="90588"/>
                  <a:pt x="589816" y="87453"/>
                  <a:pt x="590984" y="83257"/>
                </a:cubicBezTo>
                <a:lnTo>
                  <a:pt x="598901" y="55047"/>
                </a:lnTo>
                <a:cubicBezTo>
                  <a:pt x="599976" y="51141"/>
                  <a:pt x="600513" y="48706"/>
                  <a:pt x="600513" y="47741"/>
                </a:cubicBezTo>
                <a:cubicBezTo>
                  <a:pt x="600513" y="47403"/>
                  <a:pt x="600349" y="47078"/>
                  <a:pt x="600022" y="46765"/>
                </a:cubicBezTo>
                <a:cubicBezTo>
                  <a:pt x="599695" y="46451"/>
                  <a:pt x="599368" y="46294"/>
                  <a:pt x="599041" y="46294"/>
                </a:cubicBezTo>
                <a:cubicBezTo>
                  <a:pt x="598434" y="46294"/>
                  <a:pt x="597827" y="46439"/>
                  <a:pt x="597220" y="46729"/>
                </a:cubicBezTo>
                <a:cubicBezTo>
                  <a:pt x="596332" y="47210"/>
                  <a:pt x="594966" y="48463"/>
                  <a:pt x="593121" y="50488"/>
                </a:cubicBezTo>
                <a:cubicBezTo>
                  <a:pt x="591276" y="52513"/>
                  <a:pt x="588625" y="56140"/>
                  <a:pt x="585169" y="61370"/>
                </a:cubicBezTo>
                <a:cubicBezTo>
                  <a:pt x="581713" y="66599"/>
                  <a:pt x="579319" y="70685"/>
                  <a:pt x="577988" y="73626"/>
                </a:cubicBezTo>
                <a:cubicBezTo>
                  <a:pt x="576656" y="76566"/>
                  <a:pt x="575337" y="80374"/>
                  <a:pt x="574029" y="85049"/>
                </a:cubicBezTo>
                <a:lnTo>
                  <a:pt x="569755" y="99944"/>
                </a:lnTo>
                <a:lnTo>
                  <a:pt x="552029" y="99944"/>
                </a:lnTo>
                <a:lnTo>
                  <a:pt x="565131" y="52919"/>
                </a:lnTo>
                <a:cubicBezTo>
                  <a:pt x="565832" y="50375"/>
                  <a:pt x="566182" y="48622"/>
                  <a:pt x="566182" y="47662"/>
                </a:cubicBezTo>
                <a:cubicBezTo>
                  <a:pt x="566182" y="47326"/>
                  <a:pt x="566030" y="47014"/>
                  <a:pt x="565727" y="46727"/>
                </a:cubicBezTo>
                <a:cubicBezTo>
                  <a:pt x="565423" y="46439"/>
                  <a:pt x="565108" y="46294"/>
                  <a:pt x="564781" y="46294"/>
                </a:cubicBezTo>
                <a:cubicBezTo>
                  <a:pt x="563053" y="46294"/>
                  <a:pt x="560320" y="48621"/>
                  <a:pt x="556584" y="53273"/>
                </a:cubicBezTo>
                <a:cubicBezTo>
                  <a:pt x="550885" y="60469"/>
                  <a:pt x="545700" y="69128"/>
                  <a:pt x="541030" y="79251"/>
                </a:cubicBezTo>
                <a:lnTo>
                  <a:pt x="535355" y="99944"/>
                </a:lnTo>
                <a:lnTo>
                  <a:pt x="517489" y="99944"/>
                </a:lnTo>
                <a:lnTo>
                  <a:pt x="530660" y="53577"/>
                </a:lnTo>
                <a:cubicBezTo>
                  <a:pt x="531968" y="49010"/>
                  <a:pt x="532622" y="45766"/>
                  <a:pt x="532622" y="43843"/>
                </a:cubicBezTo>
                <a:cubicBezTo>
                  <a:pt x="532622" y="43073"/>
                  <a:pt x="532435" y="42412"/>
                  <a:pt x="532062" y="41860"/>
                </a:cubicBezTo>
                <a:cubicBezTo>
                  <a:pt x="531688" y="41307"/>
                  <a:pt x="531081" y="40874"/>
                  <a:pt x="530240" y="40562"/>
                </a:cubicBezTo>
                <a:cubicBezTo>
                  <a:pt x="529399" y="40249"/>
                  <a:pt x="527788" y="40093"/>
                  <a:pt x="525406" y="40093"/>
                </a:cubicBezTo>
                <a:lnTo>
                  <a:pt x="526106" y="37353"/>
                </a:lnTo>
                <a:lnTo>
                  <a:pt x="549998" y="33026"/>
                </a:lnTo>
                <a:lnTo>
                  <a:pt x="554201" y="33026"/>
                </a:lnTo>
                <a:close/>
                <a:moveTo>
                  <a:pt x="666294" y="33026"/>
                </a:moveTo>
                <a:lnTo>
                  <a:pt x="657326" y="64067"/>
                </a:lnTo>
                <a:cubicBezTo>
                  <a:pt x="663351" y="54538"/>
                  <a:pt x="667742" y="48114"/>
                  <a:pt x="670498" y="44794"/>
                </a:cubicBezTo>
                <a:cubicBezTo>
                  <a:pt x="674561" y="39932"/>
                  <a:pt x="677913" y="36756"/>
                  <a:pt x="680552" y="35264"/>
                </a:cubicBezTo>
                <a:cubicBezTo>
                  <a:pt x="683191" y="33772"/>
                  <a:pt x="685841" y="33026"/>
                  <a:pt x="688504" y="33026"/>
                </a:cubicBezTo>
                <a:cubicBezTo>
                  <a:pt x="691540" y="33026"/>
                  <a:pt x="693735" y="33973"/>
                  <a:pt x="695090" y="35868"/>
                </a:cubicBezTo>
                <a:cubicBezTo>
                  <a:pt x="696444" y="37761"/>
                  <a:pt x="697121" y="39848"/>
                  <a:pt x="697121" y="42130"/>
                </a:cubicBezTo>
                <a:cubicBezTo>
                  <a:pt x="697121" y="44480"/>
                  <a:pt x="696491" y="47932"/>
                  <a:pt x="695230" y="52487"/>
                </a:cubicBezTo>
                <a:lnTo>
                  <a:pt x="692077" y="64067"/>
                </a:lnTo>
                <a:cubicBezTo>
                  <a:pt x="698149" y="54442"/>
                  <a:pt x="702516" y="48042"/>
                  <a:pt x="705179" y="44866"/>
                </a:cubicBezTo>
                <a:cubicBezTo>
                  <a:pt x="709289" y="39956"/>
                  <a:pt x="712862" y="36635"/>
                  <a:pt x="715898" y="34903"/>
                </a:cubicBezTo>
                <a:cubicBezTo>
                  <a:pt x="718000" y="33652"/>
                  <a:pt x="720242" y="33026"/>
                  <a:pt x="722624" y="33026"/>
                </a:cubicBezTo>
                <a:cubicBezTo>
                  <a:pt x="725100" y="33026"/>
                  <a:pt x="727167" y="33889"/>
                  <a:pt x="728825" y="35613"/>
                </a:cubicBezTo>
                <a:cubicBezTo>
                  <a:pt x="730483" y="37338"/>
                  <a:pt x="731312" y="39584"/>
                  <a:pt x="731312" y="42353"/>
                </a:cubicBezTo>
                <a:cubicBezTo>
                  <a:pt x="731312" y="45448"/>
                  <a:pt x="730611" y="49460"/>
                  <a:pt x="729210" y="54391"/>
                </a:cubicBezTo>
                <a:lnTo>
                  <a:pt x="721433" y="81441"/>
                </a:lnTo>
                <a:cubicBezTo>
                  <a:pt x="720265" y="85455"/>
                  <a:pt x="719682" y="88042"/>
                  <a:pt x="719682" y="89202"/>
                </a:cubicBezTo>
                <a:cubicBezTo>
                  <a:pt x="719682" y="89579"/>
                  <a:pt x="719833" y="89933"/>
                  <a:pt x="720137" y="90263"/>
                </a:cubicBezTo>
                <a:cubicBezTo>
                  <a:pt x="720441" y="90594"/>
                  <a:pt x="720779" y="90759"/>
                  <a:pt x="721153" y="90759"/>
                </a:cubicBezTo>
                <a:cubicBezTo>
                  <a:pt x="721667" y="90759"/>
                  <a:pt x="722110" y="90594"/>
                  <a:pt x="722484" y="90263"/>
                </a:cubicBezTo>
                <a:cubicBezTo>
                  <a:pt x="724166" y="88895"/>
                  <a:pt x="725940" y="86889"/>
                  <a:pt x="727809" y="84247"/>
                </a:cubicBezTo>
                <a:cubicBezTo>
                  <a:pt x="728229" y="83680"/>
                  <a:pt x="728860" y="82807"/>
                  <a:pt x="729701" y="81628"/>
                </a:cubicBezTo>
                <a:lnTo>
                  <a:pt x="732083" y="83185"/>
                </a:lnTo>
                <a:cubicBezTo>
                  <a:pt x="728860" y="89272"/>
                  <a:pt x="725322" y="93732"/>
                  <a:pt x="721468" y="96564"/>
                </a:cubicBezTo>
                <a:cubicBezTo>
                  <a:pt x="717615" y="99394"/>
                  <a:pt x="714053" y="100809"/>
                  <a:pt x="710784" y="100809"/>
                </a:cubicBezTo>
                <a:cubicBezTo>
                  <a:pt x="707934" y="100809"/>
                  <a:pt x="705646" y="99997"/>
                  <a:pt x="703918" y="98373"/>
                </a:cubicBezTo>
                <a:cubicBezTo>
                  <a:pt x="702189" y="96748"/>
                  <a:pt x="701325" y="94844"/>
                  <a:pt x="701325" y="92661"/>
                </a:cubicBezTo>
                <a:cubicBezTo>
                  <a:pt x="701325" y="90588"/>
                  <a:pt x="701909" y="87453"/>
                  <a:pt x="703077" y="83257"/>
                </a:cubicBezTo>
                <a:lnTo>
                  <a:pt x="710994" y="55047"/>
                </a:lnTo>
                <a:cubicBezTo>
                  <a:pt x="712068" y="51141"/>
                  <a:pt x="712605" y="48706"/>
                  <a:pt x="712605" y="47741"/>
                </a:cubicBezTo>
                <a:cubicBezTo>
                  <a:pt x="712605" y="47403"/>
                  <a:pt x="712442" y="47078"/>
                  <a:pt x="712115" y="46765"/>
                </a:cubicBezTo>
                <a:cubicBezTo>
                  <a:pt x="711788" y="46451"/>
                  <a:pt x="711461" y="46294"/>
                  <a:pt x="711134" y="46294"/>
                </a:cubicBezTo>
                <a:cubicBezTo>
                  <a:pt x="710527" y="46294"/>
                  <a:pt x="709920" y="46439"/>
                  <a:pt x="709312" y="46729"/>
                </a:cubicBezTo>
                <a:cubicBezTo>
                  <a:pt x="708425" y="47210"/>
                  <a:pt x="707059" y="48463"/>
                  <a:pt x="705214" y="50488"/>
                </a:cubicBezTo>
                <a:cubicBezTo>
                  <a:pt x="703369" y="52513"/>
                  <a:pt x="700718" y="56140"/>
                  <a:pt x="697262" y="61370"/>
                </a:cubicBezTo>
                <a:cubicBezTo>
                  <a:pt x="693805" y="66599"/>
                  <a:pt x="691411" y="70685"/>
                  <a:pt x="690080" y="73626"/>
                </a:cubicBezTo>
                <a:cubicBezTo>
                  <a:pt x="688749" y="76566"/>
                  <a:pt x="687429" y="80374"/>
                  <a:pt x="686122" y="85049"/>
                </a:cubicBezTo>
                <a:lnTo>
                  <a:pt x="681848" y="99944"/>
                </a:lnTo>
                <a:lnTo>
                  <a:pt x="664122" y="99944"/>
                </a:lnTo>
                <a:lnTo>
                  <a:pt x="677224" y="52919"/>
                </a:lnTo>
                <a:cubicBezTo>
                  <a:pt x="677924" y="50375"/>
                  <a:pt x="678275" y="48622"/>
                  <a:pt x="678275" y="47662"/>
                </a:cubicBezTo>
                <a:cubicBezTo>
                  <a:pt x="678275" y="47326"/>
                  <a:pt x="678123" y="47014"/>
                  <a:pt x="677819" y="46727"/>
                </a:cubicBezTo>
                <a:cubicBezTo>
                  <a:pt x="677516" y="46439"/>
                  <a:pt x="677200" y="46294"/>
                  <a:pt x="676873" y="46294"/>
                </a:cubicBezTo>
                <a:cubicBezTo>
                  <a:pt x="675145" y="46294"/>
                  <a:pt x="672413" y="48621"/>
                  <a:pt x="668676" y="53273"/>
                </a:cubicBezTo>
                <a:cubicBezTo>
                  <a:pt x="662978" y="60469"/>
                  <a:pt x="657793" y="69128"/>
                  <a:pt x="653122" y="79251"/>
                </a:cubicBezTo>
                <a:lnTo>
                  <a:pt x="647447" y="99944"/>
                </a:lnTo>
                <a:lnTo>
                  <a:pt x="629581" y="99944"/>
                </a:lnTo>
                <a:lnTo>
                  <a:pt x="642753" y="53577"/>
                </a:lnTo>
                <a:cubicBezTo>
                  <a:pt x="644061" y="49010"/>
                  <a:pt x="644715" y="45766"/>
                  <a:pt x="644715" y="43843"/>
                </a:cubicBezTo>
                <a:cubicBezTo>
                  <a:pt x="644715" y="43073"/>
                  <a:pt x="644528" y="42412"/>
                  <a:pt x="644154" y="41860"/>
                </a:cubicBezTo>
                <a:cubicBezTo>
                  <a:pt x="643781" y="41307"/>
                  <a:pt x="643173" y="40874"/>
                  <a:pt x="642333" y="40562"/>
                </a:cubicBezTo>
                <a:cubicBezTo>
                  <a:pt x="641492" y="40249"/>
                  <a:pt x="639880" y="40093"/>
                  <a:pt x="637498" y="40093"/>
                </a:cubicBezTo>
                <a:lnTo>
                  <a:pt x="638199" y="37353"/>
                </a:lnTo>
                <a:lnTo>
                  <a:pt x="662090" y="33026"/>
                </a:lnTo>
                <a:lnTo>
                  <a:pt x="666294" y="33026"/>
                </a:lnTo>
                <a:close/>
                <a:moveTo>
                  <a:pt x="772502" y="0"/>
                </a:moveTo>
                <a:cubicBezTo>
                  <a:pt x="775397" y="0"/>
                  <a:pt x="777838" y="1041"/>
                  <a:pt x="779823" y="3123"/>
                </a:cubicBezTo>
                <a:cubicBezTo>
                  <a:pt x="781808" y="5204"/>
                  <a:pt x="782801" y="7720"/>
                  <a:pt x="782801" y="10672"/>
                </a:cubicBezTo>
                <a:cubicBezTo>
                  <a:pt x="782801" y="13624"/>
                  <a:pt x="781797" y="16141"/>
                  <a:pt x="779788" y="18223"/>
                </a:cubicBezTo>
                <a:cubicBezTo>
                  <a:pt x="777780" y="20304"/>
                  <a:pt x="775351" y="21344"/>
                  <a:pt x="772502" y="21344"/>
                </a:cubicBezTo>
                <a:cubicBezTo>
                  <a:pt x="769699" y="21344"/>
                  <a:pt x="767294" y="20304"/>
                  <a:pt x="765285" y="18223"/>
                </a:cubicBezTo>
                <a:cubicBezTo>
                  <a:pt x="763277" y="16141"/>
                  <a:pt x="762272" y="13624"/>
                  <a:pt x="762272" y="10672"/>
                </a:cubicBezTo>
                <a:cubicBezTo>
                  <a:pt x="762272" y="7720"/>
                  <a:pt x="763265" y="5204"/>
                  <a:pt x="765250" y="3123"/>
                </a:cubicBezTo>
                <a:cubicBezTo>
                  <a:pt x="767235" y="1041"/>
                  <a:pt x="769652" y="0"/>
                  <a:pt x="772502" y="0"/>
                </a:cubicBezTo>
                <a:moveTo>
                  <a:pt x="776845" y="33026"/>
                </a:moveTo>
                <a:lnTo>
                  <a:pt x="762483" y="83947"/>
                </a:lnTo>
                <a:cubicBezTo>
                  <a:pt x="761689" y="86860"/>
                  <a:pt x="761292" y="88770"/>
                  <a:pt x="761292" y="89677"/>
                </a:cubicBezTo>
                <a:cubicBezTo>
                  <a:pt x="761292" y="90227"/>
                  <a:pt x="761502" y="90739"/>
                  <a:pt x="761922" y="91214"/>
                </a:cubicBezTo>
                <a:cubicBezTo>
                  <a:pt x="762343" y="91687"/>
                  <a:pt x="762786" y="91924"/>
                  <a:pt x="763253" y="91924"/>
                </a:cubicBezTo>
                <a:cubicBezTo>
                  <a:pt x="764047" y="91924"/>
                  <a:pt x="764841" y="91549"/>
                  <a:pt x="765635" y="90800"/>
                </a:cubicBezTo>
                <a:cubicBezTo>
                  <a:pt x="767737" y="88952"/>
                  <a:pt x="770260" y="85606"/>
                  <a:pt x="773202" y="80763"/>
                </a:cubicBezTo>
                <a:lnTo>
                  <a:pt x="775584" y="82261"/>
                </a:lnTo>
                <a:cubicBezTo>
                  <a:pt x="768531" y="95396"/>
                  <a:pt x="761035" y="101963"/>
                  <a:pt x="753094" y="101963"/>
                </a:cubicBezTo>
                <a:cubicBezTo>
                  <a:pt x="750058" y="101963"/>
                  <a:pt x="747641" y="101086"/>
                  <a:pt x="745843" y="99331"/>
                </a:cubicBezTo>
                <a:cubicBezTo>
                  <a:pt x="744045" y="97576"/>
                  <a:pt x="743145" y="95353"/>
                  <a:pt x="743145" y="92661"/>
                </a:cubicBezTo>
                <a:cubicBezTo>
                  <a:pt x="743145" y="90882"/>
                  <a:pt x="743542" y="88623"/>
                  <a:pt x="744336" y="85883"/>
                </a:cubicBezTo>
                <a:lnTo>
                  <a:pt x="754075" y="51414"/>
                </a:lnTo>
                <a:cubicBezTo>
                  <a:pt x="755009" y="48097"/>
                  <a:pt x="755476" y="45597"/>
                  <a:pt x="755476" y="43915"/>
                </a:cubicBezTo>
                <a:cubicBezTo>
                  <a:pt x="755476" y="42857"/>
                  <a:pt x="755033" y="41920"/>
                  <a:pt x="754145" y="41102"/>
                </a:cubicBezTo>
                <a:cubicBezTo>
                  <a:pt x="753258" y="40285"/>
                  <a:pt x="752043" y="39877"/>
                  <a:pt x="750502" y="39877"/>
                </a:cubicBezTo>
                <a:cubicBezTo>
                  <a:pt x="749801" y="39877"/>
                  <a:pt x="748961" y="39901"/>
                  <a:pt x="747980" y="39949"/>
                </a:cubicBezTo>
                <a:lnTo>
                  <a:pt x="748891" y="37064"/>
                </a:lnTo>
                <a:lnTo>
                  <a:pt x="772642" y="33026"/>
                </a:lnTo>
                <a:lnTo>
                  <a:pt x="776845" y="33026"/>
                </a:lnTo>
                <a:close/>
                <a:moveTo>
                  <a:pt x="821763" y="15431"/>
                </a:moveTo>
                <a:lnTo>
                  <a:pt x="816158" y="35045"/>
                </a:lnTo>
                <a:lnTo>
                  <a:pt x="825336" y="35045"/>
                </a:lnTo>
                <a:lnTo>
                  <a:pt x="822884" y="43410"/>
                </a:lnTo>
                <a:lnTo>
                  <a:pt x="813846" y="43410"/>
                </a:lnTo>
                <a:lnTo>
                  <a:pt x="802145" y="85225"/>
                </a:lnTo>
                <a:cubicBezTo>
                  <a:pt x="801398" y="87820"/>
                  <a:pt x="801024" y="89791"/>
                  <a:pt x="801024" y="91138"/>
                </a:cubicBezTo>
                <a:cubicBezTo>
                  <a:pt x="801024" y="91765"/>
                  <a:pt x="801235" y="92309"/>
                  <a:pt x="801655" y="92767"/>
                </a:cubicBezTo>
                <a:cubicBezTo>
                  <a:pt x="802075" y="93225"/>
                  <a:pt x="802542" y="93454"/>
                  <a:pt x="803056" y="93454"/>
                </a:cubicBezTo>
                <a:cubicBezTo>
                  <a:pt x="803850" y="93454"/>
                  <a:pt x="804668" y="93118"/>
                  <a:pt x="805508" y="92445"/>
                </a:cubicBezTo>
                <a:cubicBezTo>
                  <a:pt x="807657" y="90762"/>
                  <a:pt x="810156" y="87829"/>
                  <a:pt x="813005" y="83647"/>
                </a:cubicBezTo>
                <a:lnTo>
                  <a:pt x="815457" y="85234"/>
                </a:lnTo>
                <a:cubicBezTo>
                  <a:pt x="812234" y="91002"/>
                  <a:pt x="808685" y="95233"/>
                  <a:pt x="804808" y="97925"/>
                </a:cubicBezTo>
                <a:cubicBezTo>
                  <a:pt x="800931" y="100617"/>
                  <a:pt x="797124" y="101963"/>
                  <a:pt x="793388" y="101963"/>
                </a:cubicBezTo>
                <a:cubicBezTo>
                  <a:pt x="790211" y="101963"/>
                  <a:pt x="787748" y="101134"/>
                  <a:pt x="785996" y="99475"/>
                </a:cubicBezTo>
                <a:cubicBezTo>
                  <a:pt x="784244" y="97817"/>
                  <a:pt x="783369" y="95713"/>
                  <a:pt x="783369" y="93166"/>
                </a:cubicBezTo>
                <a:cubicBezTo>
                  <a:pt x="783369" y="90377"/>
                  <a:pt x="783976" y="86796"/>
                  <a:pt x="785190" y="82421"/>
                </a:cubicBezTo>
                <a:lnTo>
                  <a:pt x="796260" y="43410"/>
                </a:lnTo>
                <a:lnTo>
                  <a:pt x="786732" y="43410"/>
                </a:lnTo>
                <a:lnTo>
                  <a:pt x="788133" y="38060"/>
                </a:lnTo>
                <a:cubicBezTo>
                  <a:pt x="794112" y="35795"/>
                  <a:pt x="799156" y="33144"/>
                  <a:pt x="803266" y="30108"/>
                </a:cubicBezTo>
                <a:cubicBezTo>
                  <a:pt x="807377" y="27072"/>
                  <a:pt x="812328" y="22180"/>
                  <a:pt x="818120" y="15431"/>
                </a:cubicBezTo>
                <a:lnTo>
                  <a:pt x="821763" y="154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Ranking">
            <a:extLst xmlns:a="http://schemas.openxmlformats.org/drawingml/2006/main">
              <a:ext uri="{FF2B5EF4-FFF2-40B4-BE49-F238E27FC236}">
                <a16:creationId xmlns:a16="http://schemas.microsoft.com/office/drawing/2014/main" id="{F1EC1C0D-7665-4D96-8494-C58AFA24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253" y="3491664"/>
            <a:ext cx="520365" cy="131816"/>
          </a:xfrm>
          <a:custGeom xmlns:a="http://schemas.openxmlformats.org/drawingml/2006/main">
            <a:pathLst>
              <a:path w="520365" h="131816">
                <a:moveTo>
                  <a:pt x="45751" y="52207"/>
                </a:moveTo>
                <a:lnTo>
                  <a:pt x="37343" y="81844"/>
                </a:lnTo>
                <a:cubicBezTo>
                  <a:pt x="36129" y="86046"/>
                  <a:pt x="35522" y="89137"/>
                  <a:pt x="35522" y="91117"/>
                </a:cubicBezTo>
                <a:cubicBezTo>
                  <a:pt x="35522" y="92953"/>
                  <a:pt x="36246" y="94427"/>
                  <a:pt x="37694" y="95538"/>
                </a:cubicBezTo>
                <a:cubicBezTo>
                  <a:pt x="39142" y="96649"/>
                  <a:pt x="42154" y="97252"/>
                  <a:pt x="46732" y="97348"/>
                </a:cubicBezTo>
                <a:lnTo>
                  <a:pt x="45751" y="99944"/>
                </a:lnTo>
                <a:lnTo>
                  <a:pt x="0" y="99944"/>
                </a:lnTo>
                <a:lnTo>
                  <a:pt x="841" y="97348"/>
                </a:lnTo>
                <a:cubicBezTo>
                  <a:pt x="5418" y="97348"/>
                  <a:pt x="8769" y="96430"/>
                  <a:pt x="10895" y="94594"/>
                </a:cubicBezTo>
                <a:cubicBezTo>
                  <a:pt x="13020" y="92758"/>
                  <a:pt x="14970" y="88653"/>
                  <a:pt x="16745" y="82277"/>
                </a:cubicBezTo>
                <a:lnTo>
                  <a:pt x="34401" y="19542"/>
                </a:lnTo>
                <a:cubicBezTo>
                  <a:pt x="35382" y="16016"/>
                  <a:pt x="35872" y="13238"/>
                  <a:pt x="35872" y="11209"/>
                </a:cubicBezTo>
                <a:cubicBezTo>
                  <a:pt x="35872" y="9277"/>
                  <a:pt x="35265" y="7804"/>
                  <a:pt x="34050" y="6790"/>
                </a:cubicBezTo>
                <a:cubicBezTo>
                  <a:pt x="32836" y="5774"/>
                  <a:pt x="30010" y="5097"/>
                  <a:pt x="25573" y="4759"/>
                </a:cubicBezTo>
                <a:lnTo>
                  <a:pt x="26273" y="2163"/>
                </a:lnTo>
                <a:lnTo>
                  <a:pt x="65649" y="2163"/>
                </a:lnTo>
                <a:cubicBezTo>
                  <a:pt x="76905" y="2163"/>
                  <a:pt x="84822" y="4182"/>
                  <a:pt x="89400" y="8218"/>
                </a:cubicBezTo>
                <a:cubicBezTo>
                  <a:pt x="93977" y="12255"/>
                  <a:pt x="96266" y="17445"/>
                  <a:pt x="96266" y="23789"/>
                </a:cubicBezTo>
                <a:cubicBezTo>
                  <a:pt x="96266" y="30470"/>
                  <a:pt x="93603" y="36502"/>
                  <a:pt x="88279" y="41884"/>
                </a:cubicBezTo>
                <a:cubicBezTo>
                  <a:pt x="84916" y="45248"/>
                  <a:pt x="78960" y="48156"/>
                  <a:pt x="70413" y="50607"/>
                </a:cubicBezTo>
                <a:lnTo>
                  <a:pt x="78960" y="80258"/>
                </a:lnTo>
                <a:cubicBezTo>
                  <a:pt x="81249" y="88223"/>
                  <a:pt x="83246" y="93027"/>
                  <a:pt x="84951" y="94669"/>
                </a:cubicBezTo>
                <a:cubicBezTo>
                  <a:pt x="86656" y="96311"/>
                  <a:pt x="89493" y="97204"/>
                  <a:pt x="93463" y="97348"/>
                </a:cubicBezTo>
                <a:lnTo>
                  <a:pt x="93463" y="99944"/>
                </a:lnTo>
                <a:lnTo>
                  <a:pt x="63897" y="99944"/>
                </a:lnTo>
                <a:lnTo>
                  <a:pt x="50445" y="52207"/>
                </a:lnTo>
                <a:lnTo>
                  <a:pt x="48133" y="52352"/>
                </a:lnTo>
                <a:cubicBezTo>
                  <a:pt x="47619" y="52352"/>
                  <a:pt x="46825" y="52303"/>
                  <a:pt x="45751" y="52207"/>
                </a:cubicBezTo>
                <a:moveTo>
                  <a:pt x="46732" y="47881"/>
                </a:moveTo>
                <a:cubicBezTo>
                  <a:pt x="48366" y="47977"/>
                  <a:pt x="49744" y="48025"/>
                  <a:pt x="50865" y="48025"/>
                </a:cubicBezTo>
                <a:cubicBezTo>
                  <a:pt x="57685" y="48025"/>
                  <a:pt x="63290" y="45621"/>
                  <a:pt x="67680" y="40814"/>
                </a:cubicBezTo>
                <a:cubicBezTo>
                  <a:pt x="72071" y="36007"/>
                  <a:pt x="74266" y="29709"/>
                  <a:pt x="74266" y="21921"/>
                </a:cubicBezTo>
                <a:cubicBezTo>
                  <a:pt x="74266" y="17306"/>
                  <a:pt x="73099" y="13797"/>
                  <a:pt x="70763" y="11393"/>
                </a:cubicBezTo>
                <a:cubicBezTo>
                  <a:pt x="68428" y="8990"/>
                  <a:pt x="65345" y="7788"/>
                  <a:pt x="61515" y="7788"/>
                </a:cubicBezTo>
                <a:cubicBezTo>
                  <a:pt x="60581" y="7788"/>
                  <a:pt x="59483" y="7812"/>
                  <a:pt x="58222" y="7860"/>
                </a:cubicBezTo>
                <a:lnTo>
                  <a:pt x="46732" y="47881"/>
                </a:lnTo>
                <a:close/>
                <a:moveTo>
                  <a:pt x="169695" y="34036"/>
                </a:moveTo>
                <a:lnTo>
                  <a:pt x="156103" y="82092"/>
                </a:lnTo>
                <a:lnTo>
                  <a:pt x="154702" y="87944"/>
                </a:lnTo>
                <a:cubicBezTo>
                  <a:pt x="154562" y="88669"/>
                  <a:pt x="154492" y="89199"/>
                  <a:pt x="154492" y="89535"/>
                </a:cubicBezTo>
                <a:cubicBezTo>
                  <a:pt x="154492" y="90109"/>
                  <a:pt x="154690" y="90612"/>
                  <a:pt x="155087" y="91043"/>
                </a:cubicBezTo>
                <a:cubicBezTo>
                  <a:pt x="155484" y="91474"/>
                  <a:pt x="155893" y="91690"/>
                  <a:pt x="156313" y="91690"/>
                </a:cubicBezTo>
                <a:cubicBezTo>
                  <a:pt x="157294" y="91690"/>
                  <a:pt x="158649" y="90923"/>
                  <a:pt x="160377" y="89391"/>
                </a:cubicBezTo>
                <a:cubicBezTo>
                  <a:pt x="161077" y="88768"/>
                  <a:pt x="162759" y="86565"/>
                  <a:pt x="165421" y="82782"/>
                </a:cubicBezTo>
                <a:lnTo>
                  <a:pt x="167873" y="84075"/>
                </a:lnTo>
                <a:cubicBezTo>
                  <a:pt x="164557" y="90301"/>
                  <a:pt x="161019" y="94838"/>
                  <a:pt x="157259" y="97688"/>
                </a:cubicBezTo>
                <a:cubicBezTo>
                  <a:pt x="153499" y="100538"/>
                  <a:pt x="149447" y="101963"/>
                  <a:pt x="145103" y="101963"/>
                </a:cubicBezTo>
                <a:cubicBezTo>
                  <a:pt x="142441" y="101963"/>
                  <a:pt x="140409" y="101254"/>
                  <a:pt x="139008" y="99836"/>
                </a:cubicBezTo>
                <a:cubicBezTo>
                  <a:pt x="137607" y="98418"/>
                  <a:pt x="136906" y="96627"/>
                  <a:pt x="136906" y="94464"/>
                </a:cubicBezTo>
                <a:cubicBezTo>
                  <a:pt x="136906" y="92589"/>
                  <a:pt x="137653" y="89103"/>
                  <a:pt x="139148" y="84008"/>
                </a:cubicBezTo>
                <a:lnTo>
                  <a:pt x="140829" y="78167"/>
                </a:lnTo>
                <a:cubicBezTo>
                  <a:pt x="135411" y="87733"/>
                  <a:pt x="130203" y="94512"/>
                  <a:pt x="125205" y="98502"/>
                </a:cubicBezTo>
                <a:cubicBezTo>
                  <a:pt x="122310" y="100809"/>
                  <a:pt x="119227" y="101963"/>
                  <a:pt x="115957" y="101963"/>
                </a:cubicBezTo>
                <a:cubicBezTo>
                  <a:pt x="111660" y="101963"/>
                  <a:pt x="108554" y="100147"/>
                  <a:pt x="106639" y="96514"/>
                </a:cubicBezTo>
                <a:cubicBezTo>
                  <a:pt x="104724" y="92880"/>
                  <a:pt x="103766" y="88777"/>
                  <a:pt x="103766" y="84206"/>
                </a:cubicBezTo>
                <a:cubicBezTo>
                  <a:pt x="103766" y="77420"/>
                  <a:pt x="105775" y="69636"/>
                  <a:pt x="109792" y="60854"/>
                </a:cubicBezTo>
                <a:cubicBezTo>
                  <a:pt x="113809" y="52071"/>
                  <a:pt x="119087" y="45009"/>
                  <a:pt x="125626" y="39667"/>
                </a:cubicBezTo>
                <a:cubicBezTo>
                  <a:pt x="130997" y="35240"/>
                  <a:pt x="136042" y="33026"/>
                  <a:pt x="140759" y="33026"/>
                </a:cubicBezTo>
                <a:cubicBezTo>
                  <a:pt x="143375" y="33026"/>
                  <a:pt x="145477" y="33808"/>
                  <a:pt x="147065" y="35372"/>
                </a:cubicBezTo>
                <a:cubicBezTo>
                  <a:pt x="148653" y="36936"/>
                  <a:pt x="149821" y="39787"/>
                  <a:pt x="150568" y="43926"/>
                </a:cubicBezTo>
                <a:lnTo>
                  <a:pt x="153090" y="35045"/>
                </a:lnTo>
                <a:lnTo>
                  <a:pt x="169695" y="34036"/>
                </a:lnTo>
                <a:moveTo>
                  <a:pt x="147275" y="47867"/>
                </a:moveTo>
                <a:cubicBezTo>
                  <a:pt x="147275" y="43978"/>
                  <a:pt x="146691" y="41169"/>
                  <a:pt x="145524" y="39442"/>
                </a:cubicBezTo>
                <a:cubicBezTo>
                  <a:pt x="144683" y="38241"/>
                  <a:pt x="143538" y="37641"/>
                  <a:pt x="142090" y="37641"/>
                </a:cubicBezTo>
                <a:cubicBezTo>
                  <a:pt x="140643" y="37641"/>
                  <a:pt x="139148" y="38362"/>
                  <a:pt x="137607" y="39802"/>
                </a:cubicBezTo>
                <a:cubicBezTo>
                  <a:pt x="134477" y="42778"/>
                  <a:pt x="131102" y="48815"/>
                  <a:pt x="127482" y="57913"/>
                </a:cubicBezTo>
                <a:cubicBezTo>
                  <a:pt x="123863" y="67009"/>
                  <a:pt x="122053" y="74870"/>
                  <a:pt x="122053" y="81495"/>
                </a:cubicBezTo>
                <a:cubicBezTo>
                  <a:pt x="122053" y="84038"/>
                  <a:pt x="122461" y="85874"/>
                  <a:pt x="123279" y="87002"/>
                </a:cubicBezTo>
                <a:cubicBezTo>
                  <a:pt x="124096" y="88131"/>
                  <a:pt x="124995" y="88695"/>
                  <a:pt x="125976" y="88695"/>
                </a:cubicBezTo>
                <a:cubicBezTo>
                  <a:pt x="128078" y="88695"/>
                  <a:pt x="130203" y="87446"/>
                  <a:pt x="132352" y="84950"/>
                </a:cubicBezTo>
                <a:cubicBezTo>
                  <a:pt x="135435" y="81398"/>
                  <a:pt x="138214" y="77054"/>
                  <a:pt x="140689" y="71918"/>
                </a:cubicBezTo>
                <a:cubicBezTo>
                  <a:pt x="145080" y="62892"/>
                  <a:pt x="147275" y="54875"/>
                  <a:pt x="147275" y="47867"/>
                </a:cubicBezTo>
                <a:close/>
                <a:moveTo>
                  <a:pt x="211032" y="33026"/>
                </a:moveTo>
                <a:lnTo>
                  <a:pt x="202344" y="63995"/>
                </a:lnTo>
                <a:cubicBezTo>
                  <a:pt x="208183" y="54947"/>
                  <a:pt x="212550" y="48763"/>
                  <a:pt x="215446" y="45443"/>
                </a:cubicBezTo>
                <a:cubicBezTo>
                  <a:pt x="219697" y="40631"/>
                  <a:pt x="223363" y="37359"/>
                  <a:pt x="226446" y="35627"/>
                </a:cubicBezTo>
                <a:cubicBezTo>
                  <a:pt x="229529" y="33893"/>
                  <a:pt x="232425" y="33026"/>
                  <a:pt x="235134" y="33026"/>
                </a:cubicBezTo>
                <a:cubicBezTo>
                  <a:pt x="237562" y="33026"/>
                  <a:pt x="239641" y="33958"/>
                  <a:pt x="241369" y="35823"/>
                </a:cubicBezTo>
                <a:cubicBezTo>
                  <a:pt x="243097" y="37686"/>
                  <a:pt x="243961" y="40117"/>
                  <a:pt x="243961" y="43117"/>
                </a:cubicBezTo>
                <a:cubicBezTo>
                  <a:pt x="243961" y="45820"/>
                  <a:pt x="243401" y="49101"/>
                  <a:pt x="242280" y="52962"/>
                </a:cubicBezTo>
                <a:lnTo>
                  <a:pt x="233312" y="83875"/>
                </a:lnTo>
                <a:cubicBezTo>
                  <a:pt x="232565" y="86577"/>
                  <a:pt x="232191" y="88339"/>
                  <a:pt x="232191" y="89159"/>
                </a:cubicBezTo>
                <a:cubicBezTo>
                  <a:pt x="232191" y="89640"/>
                  <a:pt x="232366" y="90072"/>
                  <a:pt x="232716" y="90457"/>
                </a:cubicBezTo>
                <a:cubicBezTo>
                  <a:pt x="233067" y="90842"/>
                  <a:pt x="233429" y="91034"/>
                  <a:pt x="233802" y="91034"/>
                </a:cubicBezTo>
                <a:cubicBezTo>
                  <a:pt x="234270" y="91034"/>
                  <a:pt x="234760" y="90842"/>
                  <a:pt x="235274" y="90457"/>
                </a:cubicBezTo>
                <a:cubicBezTo>
                  <a:pt x="236909" y="89070"/>
                  <a:pt x="238567" y="87122"/>
                  <a:pt x="240248" y="84612"/>
                </a:cubicBezTo>
                <a:cubicBezTo>
                  <a:pt x="240669" y="83949"/>
                  <a:pt x="241346" y="82955"/>
                  <a:pt x="242280" y="81628"/>
                </a:cubicBezTo>
                <a:lnTo>
                  <a:pt x="244942" y="83262"/>
                </a:lnTo>
                <a:cubicBezTo>
                  <a:pt x="238076" y="94960"/>
                  <a:pt x="230860" y="100809"/>
                  <a:pt x="223293" y="100809"/>
                </a:cubicBezTo>
                <a:cubicBezTo>
                  <a:pt x="220397" y="100809"/>
                  <a:pt x="218132" y="100040"/>
                  <a:pt x="216497" y="98502"/>
                </a:cubicBezTo>
                <a:cubicBezTo>
                  <a:pt x="214862" y="96963"/>
                  <a:pt x="214045" y="95040"/>
                  <a:pt x="214045" y="92733"/>
                </a:cubicBezTo>
                <a:cubicBezTo>
                  <a:pt x="214045" y="90708"/>
                  <a:pt x="214605" y="87694"/>
                  <a:pt x="215726" y="83692"/>
                </a:cubicBezTo>
                <a:lnTo>
                  <a:pt x="224484" y="52805"/>
                </a:lnTo>
                <a:cubicBezTo>
                  <a:pt x="225091" y="50779"/>
                  <a:pt x="225395" y="49285"/>
                  <a:pt x="225395" y="48320"/>
                </a:cubicBezTo>
                <a:cubicBezTo>
                  <a:pt x="225395" y="47790"/>
                  <a:pt x="225185" y="47320"/>
                  <a:pt x="224764" y="46910"/>
                </a:cubicBezTo>
                <a:cubicBezTo>
                  <a:pt x="224344" y="46499"/>
                  <a:pt x="223854" y="46294"/>
                  <a:pt x="223293" y="46294"/>
                </a:cubicBezTo>
                <a:cubicBezTo>
                  <a:pt x="221518" y="46294"/>
                  <a:pt x="219370" y="47550"/>
                  <a:pt x="216847" y="50060"/>
                </a:cubicBezTo>
                <a:cubicBezTo>
                  <a:pt x="210402" y="56434"/>
                  <a:pt x="204166" y="65923"/>
                  <a:pt x="198141" y="78527"/>
                </a:cubicBezTo>
                <a:lnTo>
                  <a:pt x="192395" y="99944"/>
                </a:lnTo>
                <a:lnTo>
                  <a:pt x="174530" y="99944"/>
                </a:lnTo>
                <a:lnTo>
                  <a:pt x="187631" y="53654"/>
                </a:lnTo>
                <a:cubicBezTo>
                  <a:pt x="188892" y="49077"/>
                  <a:pt x="189523" y="45828"/>
                  <a:pt x="189523" y="43908"/>
                </a:cubicBezTo>
                <a:cubicBezTo>
                  <a:pt x="189523" y="43092"/>
                  <a:pt x="189336" y="42409"/>
                  <a:pt x="188962" y="41857"/>
                </a:cubicBezTo>
                <a:cubicBezTo>
                  <a:pt x="188589" y="41305"/>
                  <a:pt x="187982" y="40873"/>
                  <a:pt x="187141" y="40562"/>
                </a:cubicBezTo>
                <a:cubicBezTo>
                  <a:pt x="186300" y="40249"/>
                  <a:pt x="184712" y="40093"/>
                  <a:pt x="182377" y="40093"/>
                </a:cubicBezTo>
                <a:lnTo>
                  <a:pt x="183147" y="37353"/>
                </a:lnTo>
                <a:lnTo>
                  <a:pt x="206758" y="33026"/>
                </a:lnTo>
                <a:lnTo>
                  <a:pt x="211032" y="33026"/>
                </a:lnTo>
                <a:close/>
                <a:moveTo>
                  <a:pt x="300151" y="0"/>
                </a:moveTo>
                <a:lnTo>
                  <a:pt x="280814" y="68002"/>
                </a:lnTo>
                <a:lnTo>
                  <a:pt x="296858" y="52865"/>
                </a:lnTo>
                <a:lnTo>
                  <a:pt x="302183" y="47971"/>
                </a:lnTo>
                <a:cubicBezTo>
                  <a:pt x="303724" y="46321"/>
                  <a:pt x="304799" y="44915"/>
                  <a:pt x="305406" y="43750"/>
                </a:cubicBezTo>
                <a:cubicBezTo>
                  <a:pt x="305779" y="43023"/>
                  <a:pt x="305966" y="42344"/>
                  <a:pt x="305966" y="41713"/>
                </a:cubicBezTo>
                <a:cubicBezTo>
                  <a:pt x="305966" y="40695"/>
                  <a:pt x="305499" y="39846"/>
                  <a:pt x="304565" y="39167"/>
                </a:cubicBezTo>
                <a:cubicBezTo>
                  <a:pt x="303631" y="38488"/>
                  <a:pt x="301366" y="38027"/>
                  <a:pt x="297769" y="37785"/>
                </a:cubicBezTo>
                <a:lnTo>
                  <a:pt x="298540" y="35045"/>
                </a:lnTo>
                <a:lnTo>
                  <a:pt x="327055" y="35045"/>
                </a:lnTo>
                <a:lnTo>
                  <a:pt x="326354" y="37785"/>
                </a:lnTo>
                <a:cubicBezTo>
                  <a:pt x="322991" y="38604"/>
                  <a:pt x="320259" y="39542"/>
                  <a:pt x="318157" y="40600"/>
                </a:cubicBezTo>
                <a:cubicBezTo>
                  <a:pt x="316522" y="41419"/>
                  <a:pt x="314514" y="42766"/>
                  <a:pt x="312132" y="44643"/>
                </a:cubicBezTo>
                <a:cubicBezTo>
                  <a:pt x="308582" y="47489"/>
                  <a:pt x="306036" y="49684"/>
                  <a:pt x="304495" y="51227"/>
                </a:cubicBezTo>
                <a:lnTo>
                  <a:pt x="301412" y="54195"/>
                </a:lnTo>
                <a:lnTo>
                  <a:pt x="305686" y="73737"/>
                </a:lnTo>
                <a:cubicBezTo>
                  <a:pt x="307321" y="81289"/>
                  <a:pt x="308535" y="85655"/>
                  <a:pt x="309329" y="86836"/>
                </a:cubicBezTo>
                <a:cubicBezTo>
                  <a:pt x="309843" y="87543"/>
                  <a:pt x="310450" y="87897"/>
                  <a:pt x="311151" y="87897"/>
                </a:cubicBezTo>
                <a:cubicBezTo>
                  <a:pt x="312786" y="87897"/>
                  <a:pt x="314724" y="85822"/>
                  <a:pt x="316966" y="81673"/>
                </a:cubicBezTo>
                <a:cubicBezTo>
                  <a:pt x="317293" y="81117"/>
                  <a:pt x="317737" y="80333"/>
                  <a:pt x="318297" y="79321"/>
                </a:cubicBezTo>
                <a:lnTo>
                  <a:pt x="320890" y="81067"/>
                </a:lnTo>
                <a:cubicBezTo>
                  <a:pt x="317386" y="88152"/>
                  <a:pt x="313440" y="93541"/>
                  <a:pt x="309049" y="97235"/>
                </a:cubicBezTo>
                <a:cubicBezTo>
                  <a:pt x="306106" y="99714"/>
                  <a:pt x="303444" y="100953"/>
                  <a:pt x="301062" y="100953"/>
                </a:cubicBezTo>
                <a:cubicBezTo>
                  <a:pt x="298680" y="100953"/>
                  <a:pt x="296695" y="100075"/>
                  <a:pt x="295107" y="98319"/>
                </a:cubicBezTo>
                <a:cubicBezTo>
                  <a:pt x="293519" y="96563"/>
                  <a:pt x="291930" y="91956"/>
                  <a:pt x="290342" y="84497"/>
                </a:cubicBezTo>
                <a:lnTo>
                  <a:pt x="286839" y="68112"/>
                </a:lnTo>
                <a:lnTo>
                  <a:pt x="279132" y="75258"/>
                </a:lnTo>
                <a:lnTo>
                  <a:pt x="272126" y="99944"/>
                </a:lnTo>
                <a:lnTo>
                  <a:pt x="254260" y="99944"/>
                </a:lnTo>
                <a:lnTo>
                  <a:pt x="277521" y="18514"/>
                </a:lnTo>
                <a:cubicBezTo>
                  <a:pt x="278502" y="15143"/>
                  <a:pt x="278992" y="12872"/>
                  <a:pt x="278992" y="11702"/>
                </a:cubicBezTo>
                <a:cubicBezTo>
                  <a:pt x="278992" y="10625"/>
                  <a:pt x="278759" y="9747"/>
                  <a:pt x="278292" y="9068"/>
                </a:cubicBezTo>
                <a:cubicBezTo>
                  <a:pt x="277825" y="8389"/>
                  <a:pt x="277182" y="7885"/>
                  <a:pt x="276365" y="7558"/>
                </a:cubicBezTo>
                <a:cubicBezTo>
                  <a:pt x="275548" y="7230"/>
                  <a:pt x="273924" y="7067"/>
                  <a:pt x="271496" y="7067"/>
                </a:cubicBezTo>
                <a:lnTo>
                  <a:pt x="272126" y="4327"/>
                </a:lnTo>
                <a:lnTo>
                  <a:pt x="295947" y="0"/>
                </a:lnTo>
                <a:lnTo>
                  <a:pt x="300151" y="0"/>
                </a:lnTo>
                <a:close/>
                <a:moveTo>
                  <a:pt x="357392" y="0"/>
                </a:moveTo>
                <a:cubicBezTo>
                  <a:pt x="360288" y="0"/>
                  <a:pt x="362729" y="1041"/>
                  <a:pt x="364714" y="3123"/>
                </a:cubicBezTo>
                <a:cubicBezTo>
                  <a:pt x="366699" y="5204"/>
                  <a:pt x="367691" y="7720"/>
                  <a:pt x="367691" y="10672"/>
                </a:cubicBezTo>
                <a:cubicBezTo>
                  <a:pt x="367691" y="13624"/>
                  <a:pt x="366687" y="16141"/>
                  <a:pt x="364679" y="18223"/>
                </a:cubicBezTo>
                <a:cubicBezTo>
                  <a:pt x="362670" y="20304"/>
                  <a:pt x="360242" y="21344"/>
                  <a:pt x="357392" y="21344"/>
                </a:cubicBezTo>
                <a:cubicBezTo>
                  <a:pt x="354590" y="21344"/>
                  <a:pt x="352184" y="20304"/>
                  <a:pt x="350176" y="18223"/>
                </a:cubicBezTo>
                <a:cubicBezTo>
                  <a:pt x="348167" y="16141"/>
                  <a:pt x="347163" y="13624"/>
                  <a:pt x="347163" y="10672"/>
                </a:cubicBezTo>
                <a:cubicBezTo>
                  <a:pt x="347163" y="7720"/>
                  <a:pt x="348156" y="5204"/>
                  <a:pt x="350141" y="3123"/>
                </a:cubicBezTo>
                <a:cubicBezTo>
                  <a:pt x="352126" y="1041"/>
                  <a:pt x="354543" y="0"/>
                  <a:pt x="357392" y="0"/>
                </a:cubicBezTo>
                <a:moveTo>
                  <a:pt x="361736" y="33026"/>
                </a:moveTo>
                <a:lnTo>
                  <a:pt x="347373" y="83947"/>
                </a:lnTo>
                <a:cubicBezTo>
                  <a:pt x="346579" y="86860"/>
                  <a:pt x="346182" y="88770"/>
                  <a:pt x="346182" y="89677"/>
                </a:cubicBezTo>
                <a:cubicBezTo>
                  <a:pt x="346182" y="90227"/>
                  <a:pt x="346392" y="90739"/>
                  <a:pt x="346813" y="91214"/>
                </a:cubicBezTo>
                <a:cubicBezTo>
                  <a:pt x="347233" y="91687"/>
                  <a:pt x="347677" y="91924"/>
                  <a:pt x="348144" y="91924"/>
                </a:cubicBezTo>
                <a:cubicBezTo>
                  <a:pt x="348938" y="91924"/>
                  <a:pt x="349732" y="91549"/>
                  <a:pt x="350526" y="90800"/>
                </a:cubicBezTo>
                <a:cubicBezTo>
                  <a:pt x="352628" y="88952"/>
                  <a:pt x="355150" y="85606"/>
                  <a:pt x="358093" y="80763"/>
                </a:cubicBezTo>
                <a:lnTo>
                  <a:pt x="360475" y="82261"/>
                </a:lnTo>
                <a:cubicBezTo>
                  <a:pt x="353422" y="95396"/>
                  <a:pt x="345925" y="101963"/>
                  <a:pt x="337985" y="101963"/>
                </a:cubicBezTo>
                <a:cubicBezTo>
                  <a:pt x="334949" y="101963"/>
                  <a:pt x="332532" y="101086"/>
                  <a:pt x="330734" y="99331"/>
                </a:cubicBezTo>
                <a:cubicBezTo>
                  <a:pt x="328935" y="97576"/>
                  <a:pt x="328036" y="95353"/>
                  <a:pt x="328036" y="92661"/>
                </a:cubicBezTo>
                <a:cubicBezTo>
                  <a:pt x="328036" y="90882"/>
                  <a:pt x="328433" y="88623"/>
                  <a:pt x="329227" y="85883"/>
                </a:cubicBezTo>
                <a:lnTo>
                  <a:pt x="338966" y="51414"/>
                </a:lnTo>
                <a:cubicBezTo>
                  <a:pt x="339900" y="48097"/>
                  <a:pt x="340367" y="45597"/>
                  <a:pt x="340367" y="43915"/>
                </a:cubicBezTo>
                <a:cubicBezTo>
                  <a:pt x="340367" y="42857"/>
                  <a:pt x="339923" y="41920"/>
                  <a:pt x="339036" y="41102"/>
                </a:cubicBezTo>
                <a:cubicBezTo>
                  <a:pt x="338148" y="40285"/>
                  <a:pt x="336934" y="39877"/>
                  <a:pt x="335393" y="39877"/>
                </a:cubicBezTo>
                <a:cubicBezTo>
                  <a:pt x="334692" y="39877"/>
                  <a:pt x="333851" y="39901"/>
                  <a:pt x="332870" y="39949"/>
                </a:cubicBezTo>
                <a:lnTo>
                  <a:pt x="333781" y="37064"/>
                </a:lnTo>
                <a:lnTo>
                  <a:pt x="357532" y="33026"/>
                </a:lnTo>
                <a:lnTo>
                  <a:pt x="361736" y="33026"/>
                </a:lnTo>
                <a:close/>
                <a:moveTo>
                  <a:pt x="403851" y="33026"/>
                </a:moveTo>
                <a:lnTo>
                  <a:pt x="395163" y="63995"/>
                </a:lnTo>
                <a:cubicBezTo>
                  <a:pt x="401002" y="54947"/>
                  <a:pt x="405369" y="48763"/>
                  <a:pt x="408265" y="45443"/>
                </a:cubicBezTo>
                <a:cubicBezTo>
                  <a:pt x="412515" y="40631"/>
                  <a:pt x="416182" y="37359"/>
                  <a:pt x="419265" y="35627"/>
                </a:cubicBezTo>
                <a:cubicBezTo>
                  <a:pt x="422348" y="33893"/>
                  <a:pt x="425243" y="33026"/>
                  <a:pt x="427953" y="33026"/>
                </a:cubicBezTo>
                <a:cubicBezTo>
                  <a:pt x="430381" y="33026"/>
                  <a:pt x="432460" y="33958"/>
                  <a:pt x="434188" y="35823"/>
                </a:cubicBezTo>
                <a:cubicBezTo>
                  <a:pt x="435916" y="37686"/>
                  <a:pt x="436780" y="40117"/>
                  <a:pt x="436780" y="43117"/>
                </a:cubicBezTo>
                <a:cubicBezTo>
                  <a:pt x="436780" y="45820"/>
                  <a:pt x="436220" y="49101"/>
                  <a:pt x="435099" y="52962"/>
                </a:cubicBezTo>
                <a:lnTo>
                  <a:pt x="426131" y="83875"/>
                </a:lnTo>
                <a:cubicBezTo>
                  <a:pt x="425384" y="86577"/>
                  <a:pt x="425010" y="88339"/>
                  <a:pt x="425010" y="89159"/>
                </a:cubicBezTo>
                <a:cubicBezTo>
                  <a:pt x="425010" y="89640"/>
                  <a:pt x="425185" y="90072"/>
                  <a:pt x="425535" y="90457"/>
                </a:cubicBezTo>
                <a:cubicBezTo>
                  <a:pt x="425886" y="90842"/>
                  <a:pt x="426248" y="91034"/>
                  <a:pt x="426621" y="91034"/>
                </a:cubicBezTo>
                <a:cubicBezTo>
                  <a:pt x="427088" y="91034"/>
                  <a:pt x="427579" y="90842"/>
                  <a:pt x="428093" y="90457"/>
                </a:cubicBezTo>
                <a:cubicBezTo>
                  <a:pt x="429727" y="89070"/>
                  <a:pt x="431386" y="87122"/>
                  <a:pt x="433067" y="84612"/>
                </a:cubicBezTo>
                <a:cubicBezTo>
                  <a:pt x="433487" y="83949"/>
                  <a:pt x="434165" y="82955"/>
                  <a:pt x="435099" y="81628"/>
                </a:cubicBezTo>
                <a:lnTo>
                  <a:pt x="437761" y="83262"/>
                </a:lnTo>
                <a:cubicBezTo>
                  <a:pt x="430895" y="94960"/>
                  <a:pt x="423679" y="100809"/>
                  <a:pt x="416112" y="100809"/>
                </a:cubicBezTo>
                <a:cubicBezTo>
                  <a:pt x="413216" y="100809"/>
                  <a:pt x="410951" y="100040"/>
                  <a:pt x="409316" y="98502"/>
                </a:cubicBezTo>
                <a:cubicBezTo>
                  <a:pt x="407681" y="96963"/>
                  <a:pt x="406864" y="95040"/>
                  <a:pt x="406864" y="92733"/>
                </a:cubicBezTo>
                <a:cubicBezTo>
                  <a:pt x="406864" y="90708"/>
                  <a:pt x="407424" y="87694"/>
                  <a:pt x="408545" y="83692"/>
                </a:cubicBezTo>
                <a:lnTo>
                  <a:pt x="417303" y="52805"/>
                </a:lnTo>
                <a:cubicBezTo>
                  <a:pt x="417910" y="50779"/>
                  <a:pt x="418214" y="49285"/>
                  <a:pt x="418214" y="48320"/>
                </a:cubicBezTo>
                <a:cubicBezTo>
                  <a:pt x="418214" y="47790"/>
                  <a:pt x="418004" y="47320"/>
                  <a:pt x="417583" y="46910"/>
                </a:cubicBezTo>
                <a:cubicBezTo>
                  <a:pt x="417163" y="46499"/>
                  <a:pt x="416672" y="46294"/>
                  <a:pt x="416112" y="46294"/>
                </a:cubicBezTo>
                <a:cubicBezTo>
                  <a:pt x="414337" y="46294"/>
                  <a:pt x="412188" y="47550"/>
                  <a:pt x="409666" y="50060"/>
                </a:cubicBezTo>
                <a:cubicBezTo>
                  <a:pt x="403221" y="56434"/>
                  <a:pt x="396985" y="65923"/>
                  <a:pt x="390960" y="78527"/>
                </a:cubicBezTo>
                <a:lnTo>
                  <a:pt x="385214" y="99944"/>
                </a:lnTo>
                <a:lnTo>
                  <a:pt x="367349" y="99944"/>
                </a:lnTo>
                <a:lnTo>
                  <a:pt x="380450" y="53654"/>
                </a:lnTo>
                <a:cubicBezTo>
                  <a:pt x="381711" y="49077"/>
                  <a:pt x="382342" y="45828"/>
                  <a:pt x="382342" y="43908"/>
                </a:cubicBezTo>
                <a:cubicBezTo>
                  <a:pt x="382342" y="43092"/>
                  <a:pt x="382155" y="42409"/>
                  <a:pt x="381781" y="41857"/>
                </a:cubicBezTo>
                <a:cubicBezTo>
                  <a:pt x="381408" y="41305"/>
                  <a:pt x="380801" y="40873"/>
                  <a:pt x="379960" y="40562"/>
                </a:cubicBezTo>
                <a:cubicBezTo>
                  <a:pt x="379119" y="40249"/>
                  <a:pt x="377531" y="40093"/>
                  <a:pt x="375196" y="40093"/>
                </a:cubicBezTo>
                <a:lnTo>
                  <a:pt x="375966" y="37353"/>
                </a:lnTo>
                <a:lnTo>
                  <a:pt x="399577" y="33026"/>
                </a:lnTo>
                <a:lnTo>
                  <a:pt x="403851" y="33026"/>
                </a:lnTo>
                <a:close/>
                <a:moveTo>
                  <a:pt x="501728" y="37353"/>
                </a:moveTo>
                <a:lnTo>
                  <a:pt x="520365" y="37353"/>
                </a:lnTo>
                <a:lnTo>
                  <a:pt x="518123" y="45285"/>
                </a:lnTo>
                <a:lnTo>
                  <a:pt x="508454" y="45285"/>
                </a:lnTo>
                <a:cubicBezTo>
                  <a:pt x="509949" y="48153"/>
                  <a:pt x="510696" y="50875"/>
                  <a:pt x="510696" y="53451"/>
                </a:cubicBezTo>
                <a:cubicBezTo>
                  <a:pt x="510696" y="57874"/>
                  <a:pt x="509540" y="61957"/>
                  <a:pt x="507228" y="65701"/>
                </a:cubicBezTo>
                <a:cubicBezTo>
                  <a:pt x="504916" y="69443"/>
                  <a:pt x="501507" y="72433"/>
                  <a:pt x="496999" y="74669"/>
                </a:cubicBezTo>
                <a:cubicBezTo>
                  <a:pt x="492492" y="76905"/>
                  <a:pt x="487482" y="78023"/>
                  <a:pt x="481971" y="78023"/>
                </a:cubicBezTo>
                <a:cubicBezTo>
                  <a:pt x="480523" y="78023"/>
                  <a:pt x="478923" y="77908"/>
                  <a:pt x="477172" y="77680"/>
                </a:cubicBezTo>
                <a:cubicBezTo>
                  <a:pt x="475420" y="77450"/>
                  <a:pt x="473517" y="77132"/>
                  <a:pt x="471461" y="76725"/>
                </a:cubicBezTo>
                <a:cubicBezTo>
                  <a:pt x="468379" y="78343"/>
                  <a:pt x="466440" y="79627"/>
                  <a:pt x="465646" y="80578"/>
                </a:cubicBezTo>
                <a:cubicBezTo>
                  <a:pt x="465086" y="81243"/>
                  <a:pt x="464806" y="81933"/>
                  <a:pt x="464806" y="82647"/>
                </a:cubicBezTo>
                <a:cubicBezTo>
                  <a:pt x="464806" y="83503"/>
                  <a:pt x="465156" y="84241"/>
                  <a:pt x="465856" y="84859"/>
                </a:cubicBezTo>
                <a:cubicBezTo>
                  <a:pt x="467071" y="85953"/>
                  <a:pt x="468869" y="86762"/>
                  <a:pt x="471251" y="87286"/>
                </a:cubicBezTo>
                <a:cubicBezTo>
                  <a:pt x="480780" y="89379"/>
                  <a:pt x="487062" y="91074"/>
                  <a:pt x="490098" y="92372"/>
                </a:cubicBezTo>
                <a:cubicBezTo>
                  <a:pt x="494255" y="94151"/>
                  <a:pt x="497396" y="96435"/>
                  <a:pt x="499521" y="99223"/>
                </a:cubicBezTo>
                <a:cubicBezTo>
                  <a:pt x="501647" y="102011"/>
                  <a:pt x="502709" y="105376"/>
                  <a:pt x="502709" y="109318"/>
                </a:cubicBezTo>
                <a:cubicBezTo>
                  <a:pt x="502709" y="115327"/>
                  <a:pt x="500024" y="120579"/>
                  <a:pt x="494652" y="125074"/>
                </a:cubicBezTo>
                <a:cubicBezTo>
                  <a:pt x="489281" y="129569"/>
                  <a:pt x="480967" y="131816"/>
                  <a:pt x="469710" y="131816"/>
                </a:cubicBezTo>
                <a:cubicBezTo>
                  <a:pt x="458360" y="131816"/>
                  <a:pt x="449999" y="129898"/>
                  <a:pt x="444628" y="126061"/>
                </a:cubicBezTo>
                <a:cubicBezTo>
                  <a:pt x="440751" y="123279"/>
                  <a:pt x="438812" y="119969"/>
                  <a:pt x="438812" y="116133"/>
                </a:cubicBezTo>
                <a:cubicBezTo>
                  <a:pt x="438812" y="113208"/>
                  <a:pt x="440085" y="110498"/>
                  <a:pt x="442631" y="108004"/>
                </a:cubicBezTo>
                <a:cubicBezTo>
                  <a:pt x="445176" y="105511"/>
                  <a:pt x="450630" y="103305"/>
                  <a:pt x="458990" y="101386"/>
                </a:cubicBezTo>
                <a:cubicBezTo>
                  <a:pt x="456141" y="99752"/>
                  <a:pt x="454226" y="98261"/>
                  <a:pt x="453245" y="96915"/>
                </a:cubicBezTo>
                <a:cubicBezTo>
                  <a:pt x="451891" y="95089"/>
                  <a:pt x="451213" y="93190"/>
                  <a:pt x="451213" y="91219"/>
                </a:cubicBezTo>
                <a:cubicBezTo>
                  <a:pt x="451213" y="87998"/>
                  <a:pt x="452463" y="85161"/>
                  <a:pt x="454962" y="82710"/>
                </a:cubicBezTo>
                <a:cubicBezTo>
                  <a:pt x="457461" y="80258"/>
                  <a:pt x="461653" y="77830"/>
                  <a:pt x="467538" y="75427"/>
                </a:cubicBezTo>
                <a:cubicBezTo>
                  <a:pt x="462961" y="73546"/>
                  <a:pt x="459656" y="71122"/>
                  <a:pt x="457624" y="68155"/>
                </a:cubicBezTo>
                <a:cubicBezTo>
                  <a:pt x="455592" y="65188"/>
                  <a:pt x="454576" y="61727"/>
                  <a:pt x="454576" y="57771"/>
                </a:cubicBezTo>
                <a:cubicBezTo>
                  <a:pt x="454576" y="53575"/>
                  <a:pt x="455803" y="49584"/>
                  <a:pt x="458255" y="45799"/>
                </a:cubicBezTo>
                <a:cubicBezTo>
                  <a:pt x="460707" y="42011"/>
                  <a:pt x="464327" y="38936"/>
                  <a:pt x="469114" y="36573"/>
                </a:cubicBezTo>
                <a:cubicBezTo>
                  <a:pt x="473902" y="34208"/>
                  <a:pt x="479402" y="33026"/>
                  <a:pt x="485614" y="33026"/>
                </a:cubicBezTo>
                <a:cubicBezTo>
                  <a:pt x="489584" y="33026"/>
                  <a:pt x="493111" y="33475"/>
                  <a:pt x="496194" y="34374"/>
                </a:cubicBezTo>
                <a:cubicBezTo>
                  <a:pt x="497782" y="34847"/>
                  <a:pt x="499627" y="35840"/>
                  <a:pt x="501728" y="37353"/>
                </a:cubicBezTo>
                <a:moveTo>
                  <a:pt x="487085" y="36632"/>
                </a:moveTo>
                <a:cubicBezTo>
                  <a:pt x="484797" y="36632"/>
                  <a:pt x="482858" y="37401"/>
                  <a:pt x="481270" y="38939"/>
                </a:cubicBezTo>
                <a:cubicBezTo>
                  <a:pt x="478748" y="41295"/>
                  <a:pt x="476541" y="45237"/>
                  <a:pt x="474649" y="50765"/>
                </a:cubicBezTo>
                <a:cubicBezTo>
                  <a:pt x="472758" y="56294"/>
                  <a:pt x="471812" y="61534"/>
                  <a:pt x="471812" y="66485"/>
                </a:cubicBezTo>
                <a:cubicBezTo>
                  <a:pt x="471812" y="68841"/>
                  <a:pt x="472477" y="70703"/>
                  <a:pt x="473809" y="72074"/>
                </a:cubicBezTo>
                <a:cubicBezTo>
                  <a:pt x="475140" y="73444"/>
                  <a:pt x="476786" y="74129"/>
                  <a:pt x="478748" y="74129"/>
                </a:cubicBezTo>
                <a:cubicBezTo>
                  <a:pt x="480663" y="74129"/>
                  <a:pt x="482321" y="73456"/>
                  <a:pt x="483722" y="72110"/>
                </a:cubicBezTo>
                <a:cubicBezTo>
                  <a:pt x="486385" y="69466"/>
                  <a:pt x="488697" y="65247"/>
                  <a:pt x="490659" y="59454"/>
                </a:cubicBezTo>
                <a:cubicBezTo>
                  <a:pt x="492620" y="53662"/>
                  <a:pt x="493601" y="48410"/>
                  <a:pt x="493601" y="43698"/>
                </a:cubicBezTo>
                <a:cubicBezTo>
                  <a:pt x="493601" y="41583"/>
                  <a:pt x="492971" y="39877"/>
                  <a:pt x="491710" y="38579"/>
                </a:cubicBezTo>
                <a:cubicBezTo>
                  <a:pt x="490448" y="37281"/>
                  <a:pt x="488907" y="36632"/>
                  <a:pt x="487085" y="36632"/>
                </a:cubicBezTo>
                <a:moveTo>
                  <a:pt x="462914" y="103036"/>
                </a:moveTo>
                <a:cubicBezTo>
                  <a:pt x="458477" y="104805"/>
                  <a:pt x="455452" y="106718"/>
                  <a:pt x="453841" y="108773"/>
                </a:cubicBezTo>
                <a:cubicBezTo>
                  <a:pt x="452229" y="110828"/>
                  <a:pt x="451424" y="113051"/>
                  <a:pt x="451424" y="115443"/>
                </a:cubicBezTo>
                <a:cubicBezTo>
                  <a:pt x="451424" y="118550"/>
                  <a:pt x="453023" y="121358"/>
                  <a:pt x="456223" y="123869"/>
                </a:cubicBezTo>
                <a:cubicBezTo>
                  <a:pt x="459422" y="126379"/>
                  <a:pt x="464525" y="127634"/>
                  <a:pt x="471532" y="127634"/>
                </a:cubicBezTo>
                <a:cubicBezTo>
                  <a:pt x="477370" y="127634"/>
                  <a:pt x="481597" y="126544"/>
                  <a:pt x="484213" y="124364"/>
                </a:cubicBezTo>
                <a:cubicBezTo>
                  <a:pt x="486829" y="122186"/>
                  <a:pt x="488136" y="119636"/>
                  <a:pt x="488136" y="116714"/>
                </a:cubicBezTo>
                <a:cubicBezTo>
                  <a:pt x="488136" y="114127"/>
                  <a:pt x="486934" y="112019"/>
                  <a:pt x="484528" y="110391"/>
                </a:cubicBezTo>
                <a:cubicBezTo>
                  <a:pt x="482123" y="108762"/>
                  <a:pt x="477510" y="107070"/>
                  <a:pt x="470691" y="105314"/>
                </a:cubicBezTo>
                <a:cubicBezTo>
                  <a:pt x="467515" y="104459"/>
                  <a:pt x="464922" y="103700"/>
                  <a:pt x="462914" y="1030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6664E-DB9D-4904-AD5A-68CA8354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862" y="1601847"/>
            <a:ext cx="266932" cy="734967"/>
          </a:xfrm>
          <a:custGeom xmlns:a="http://schemas.openxmlformats.org/drawingml/2006/main">
            <a:pathLst>
              <a:path w="266932" h="734967">
                <a:moveTo>
                  <a:pt x="0" y="183742"/>
                </a:moveTo>
                <a:lnTo>
                  <a:pt x="133465" y="183742"/>
                </a:lnTo>
                <a:lnTo>
                  <a:pt x="133465" y="0"/>
                </a:lnTo>
                <a:lnTo>
                  <a:pt x="266932" y="367483"/>
                </a:lnTo>
                <a:lnTo>
                  <a:pt x="133465" y="734967"/>
                </a:lnTo>
                <a:lnTo>
                  <a:pt x="133465" y="551225"/>
                </a:lnTo>
                <a:lnTo>
                  <a:pt x="0" y="551225"/>
                </a:lnTo>
                <a:lnTo>
                  <a:pt x="0" y="183742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1BD7D-7F38-4821-A2C6-4149E35C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862" y="1601846"/>
            <a:ext cx="266933" cy="734967"/>
          </a:xfrm>
          <a:custGeom xmlns:a="http://schemas.openxmlformats.org/drawingml/2006/main">
            <a:pathLst>
              <a:path w="266933" h="734967" fill="none">
                <a:moveTo>
                  <a:pt x="0" y="183742"/>
                </a:moveTo>
                <a:lnTo>
                  <a:pt x="133466" y="183742"/>
                </a:lnTo>
                <a:lnTo>
                  <a:pt x="133466" y="0"/>
                </a:lnTo>
                <a:lnTo>
                  <a:pt x="266933" y="367484"/>
                </a:lnTo>
                <a:lnTo>
                  <a:pt x="133466" y="734967"/>
                </a:lnTo>
                <a:lnTo>
                  <a:pt x="133466" y="551225"/>
                </a:lnTo>
                <a:lnTo>
                  <a:pt x="0" y="551225"/>
                </a:lnTo>
                <a:lnTo>
                  <a:pt x="0" y="1837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96" cap="flat">
            <a:solidFill>
              <a:srgbClr val="7F7F7F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A5942-F5A1-461D-A494-17613AC5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223" y="101785"/>
            <a:ext cx="3911105" cy="3673438"/>
          </a:xfrm>
          <a:custGeom xmlns:a="http://schemas.openxmlformats.org/drawingml/2006/main">
            <a:pathLst>
              <a:path w="3911105" h="3673438" fill="none">
                <a:moveTo>
                  <a:pt x="0" y="169164"/>
                </a:moveTo>
                <a:cubicBezTo>
                  <a:pt x="0" y="75737"/>
                  <a:pt x="73587" y="0"/>
                  <a:pt x="164361" y="0"/>
                </a:cubicBezTo>
                <a:lnTo>
                  <a:pt x="3746744" y="0"/>
                </a:lnTo>
                <a:cubicBezTo>
                  <a:pt x="3837518" y="0"/>
                  <a:pt x="3911105" y="75737"/>
                  <a:pt x="3911105" y="169164"/>
                </a:cubicBezTo>
                <a:lnTo>
                  <a:pt x="3911105" y="3504274"/>
                </a:lnTo>
                <a:cubicBezTo>
                  <a:pt x="3911105" y="3597701"/>
                  <a:pt x="3837518" y="3673438"/>
                  <a:pt x="3746744" y="3673438"/>
                </a:cubicBezTo>
                <a:lnTo>
                  <a:pt x="164361" y="3673438"/>
                </a:lnTo>
                <a:cubicBezTo>
                  <a:pt x="73587" y="3673438"/>
                  <a:pt x="0" y="3597701"/>
                  <a:pt x="0" y="3504274"/>
                </a:cubicBezTo>
                <a:lnTo>
                  <a:pt x="0" y="1691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96" cap="flat">
            <a:solidFill>
              <a:srgbClr val="7F7F7F"/>
            </a:solidFill>
            <a:custDash>
              <a:ds d="400000" sp="300000"/>
            </a:custDash>
            <a:miter/>
          </a:ln>
        </p:spPr>
      </p:sp>
      <p:sp>
        <p:nvSpPr>
          <p:cNvPr id="93" name="Text Input">
            <a:extLst xmlns:a="http://schemas.openxmlformats.org/drawingml/2006/main">
              <a:ext uri="{FF2B5EF4-FFF2-40B4-BE49-F238E27FC236}">
                <a16:creationId xmlns:a16="http://schemas.microsoft.com/office/drawing/2014/main" id="{28EB6AC1-D643-47D6-A596-49F2250E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26" y="3976586"/>
            <a:ext cx="449339" cy="194047"/>
          </a:xfrm>
          <a:custGeom xmlns:a="http://schemas.openxmlformats.org/drawingml/2006/main">
            <a:pathLst>
              <a:path w="449339" h="194047">
                <a:moveTo>
                  <a:pt x="61059" y="142669"/>
                </a:moveTo>
                <a:lnTo>
                  <a:pt x="61059" y="146671"/>
                </a:lnTo>
                <a:lnTo>
                  <a:pt x="0" y="146671"/>
                </a:lnTo>
                <a:lnTo>
                  <a:pt x="0" y="142669"/>
                </a:lnTo>
                <a:lnTo>
                  <a:pt x="5044" y="142669"/>
                </a:lnTo>
                <a:cubicBezTo>
                  <a:pt x="10930" y="142669"/>
                  <a:pt x="15204" y="140902"/>
                  <a:pt x="17866" y="137369"/>
                </a:cubicBezTo>
                <a:cubicBezTo>
                  <a:pt x="19547" y="135061"/>
                  <a:pt x="20388" y="129509"/>
                  <a:pt x="20388" y="120712"/>
                </a:cubicBezTo>
                <a:lnTo>
                  <a:pt x="20388" y="25959"/>
                </a:lnTo>
                <a:cubicBezTo>
                  <a:pt x="20388" y="18532"/>
                  <a:pt x="19933" y="13629"/>
                  <a:pt x="19022" y="11249"/>
                </a:cubicBezTo>
                <a:cubicBezTo>
                  <a:pt x="18321" y="9446"/>
                  <a:pt x="16885" y="7896"/>
                  <a:pt x="14713" y="6598"/>
                </a:cubicBezTo>
                <a:cubicBezTo>
                  <a:pt x="11630" y="4867"/>
                  <a:pt x="8407" y="4002"/>
                  <a:pt x="5044" y="4002"/>
                </a:cubicBezTo>
                <a:lnTo>
                  <a:pt x="0" y="4002"/>
                </a:lnTo>
                <a:lnTo>
                  <a:pt x="0" y="0"/>
                </a:lnTo>
                <a:lnTo>
                  <a:pt x="61059" y="0"/>
                </a:lnTo>
                <a:lnTo>
                  <a:pt x="61059" y="4002"/>
                </a:lnTo>
                <a:lnTo>
                  <a:pt x="55910" y="4002"/>
                </a:lnTo>
                <a:cubicBezTo>
                  <a:pt x="50095" y="4002"/>
                  <a:pt x="45856" y="5769"/>
                  <a:pt x="43194" y="9302"/>
                </a:cubicBezTo>
                <a:cubicBezTo>
                  <a:pt x="41442" y="11610"/>
                  <a:pt x="40566" y="17162"/>
                  <a:pt x="40566" y="25959"/>
                </a:cubicBezTo>
                <a:lnTo>
                  <a:pt x="40566" y="120712"/>
                </a:lnTo>
                <a:cubicBezTo>
                  <a:pt x="40566" y="128139"/>
                  <a:pt x="41022" y="133042"/>
                  <a:pt x="41932" y="135422"/>
                </a:cubicBezTo>
                <a:cubicBezTo>
                  <a:pt x="42633" y="137225"/>
                  <a:pt x="44104" y="138775"/>
                  <a:pt x="46346" y="140073"/>
                </a:cubicBezTo>
                <a:cubicBezTo>
                  <a:pt x="49359" y="141804"/>
                  <a:pt x="52547" y="142669"/>
                  <a:pt x="55910" y="142669"/>
                </a:cubicBezTo>
                <a:lnTo>
                  <a:pt x="61059" y="142669"/>
                </a:lnTo>
                <a:close/>
                <a:moveTo>
                  <a:pt x="101163" y="65764"/>
                </a:moveTo>
                <a:cubicBezTo>
                  <a:pt x="112443" y="51775"/>
                  <a:pt x="123198" y="44780"/>
                  <a:pt x="133427" y="44780"/>
                </a:cubicBezTo>
                <a:cubicBezTo>
                  <a:pt x="138682" y="44780"/>
                  <a:pt x="143201" y="46130"/>
                  <a:pt x="146984" y="48829"/>
                </a:cubicBezTo>
                <a:cubicBezTo>
                  <a:pt x="150767" y="51527"/>
                  <a:pt x="153780" y="55969"/>
                  <a:pt x="156022" y="62157"/>
                </a:cubicBezTo>
                <a:cubicBezTo>
                  <a:pt x="157563" y="66473"/>
                  <a:pt x="158334" y="73092"/>
                  <a:pt x="158334" y="82016"/>
                </a:cubicBezTo>
                <a:lnTo>
                  <a:pt x="158334" y="124213"/>
                </a:lnTo>
                <a:cubicBezTo>
                  <a:pt x="158334" y="130473"/>
                  <a:pt x="158824" y="134719"/>
                  <a:pt x="159805" y="136950"/>
                </a:cubicBezTo>
                <a:cubicBezTo>
                  <a:pt x="160576" y="138748"/>
                  <a:pt x="161820" y="140151"/>
                  <a:pt x="163536" y="141158"/>
                </a:cubicBezTo>
                <a:cubicBezTo>
                  <a:pt x="165253" y="142165"/>
                  <a:pt x="168423" y="142669"/>
                  <a:pt x="173047" y="142669"/>
                </a:cubicBezTo>
                <a:lnTo>
                  <a:pt x="173047" y="146671"/>
                </a:lnTo>
                <a:lnTo>
                  <a:pt x="125440" y="146671"/>
                </a:lnTo>
                <a:lnTo>
                  <a:pt x="125440" y="142669"/>
                </a:lnTo>
                <a:lnTo>
                  <a:pt x="127436" y="142669"/>
                </a:lnTo>
                <a:cubicBezTo>
                  <a:pt x="131920" y="142669"/>
                  <a:pt x="135056" y="141969"/>
                  <a:pt x="136842" y="140570"/>
                </a:cubicBezTo>
                <a:cubicBezTo>
                  <a:pt x="138629" y="139170"/>
                  <a:pt x="139873" y="137109"/>
                  <a:pt x="140573" y="134384"/>
                </a:cubicBezTo>
                <a:cubicBezTo>
                  <a:pt x="140853" y="133307"/>
                  <a:pt x="140994" y="129935"/>
                  <a:pt x="140994" y="124267"/>
                </a:cubicBezTo>
                <a:lnTo>
                  <a:pt x="140994" y="83912"/>
                </a:lnTo>
                <a:cubicBezTo>
                  <a:pt x="140994" y="74946"/>
                  <a:pt x="139855" y="68435"/>
                  <a:pt x="137578" y="64381"/>
                </a:cubicBezTo>
                <a:cubicBezTo>
                  <a:pt x="135301" y="60328"/>
                  <a:pt x="131465" y="58301"/>
                  <a:pt x="126070" y="58301"/>
                </a:cubicBezTo>
                <a:cubicBezTo>
                  <a:pt x="117733" y="58301"/>
                  <a:pt x="109430" y="62964"/>
                  <a:pt x="101163" y="72291"/>
                </a:cubicBezTo>
                <a:lnTo>
                  <a:pt x="101163" y="124267"/>
                </a:lnTo>
                <a:cubicBezTo>
                  <a:pt x="101163" y="130940"/>
                  <a:pt x="101548" y="135065"/>
                  <a:pt x="102319" y="136642"/>
                </a:cubicBezTo>
                <a:cubicBezTo>
                  <a:pt x="103300" y="138722"/>
                  <a:pt x="104649" y="140246"/>
                  <a:pt x="106365" y="141215"/>
                </a:cubicBezTo>
                <a:cubicBezTo>
                  <a:pt x="108082" y="142184"/>
                  <a:pt x="111567" y="142669"/>
                  <a:pt x="116822" y="142669"/>
                </a:cubicBezTo>
                <a:lnTo>
                  <a:pt x="116822" y="146671"/>
                </a:lnTo>
                <a:lnTo>
                  <a:pt x="69215" y="146671"/>
                </a:lnTo>
                <a:lnTo>
                  <a:pt x="69215" y="142669"/>
                </a:lnTo>
                <a:lnTo>
                  <a:pt x="71316" y="142669"/>
                </a:lnTo>
                <a:cubicBezTo>
                  <a:pt x="76221" y="142669"/>
                  <a:pt x="79531" y="141392"/>
                  <a:pt x="81248" y="138839"/>
                </a:cubicBezTo>
                <a:cubicBezTo>
                  <a:pt x="82964" y="136284"/>
                  <a:pt x="83823" y="131409"/>
                  <a:pt x="83823" y="124213"/>
                </a:cubicBezTo>
                <a:lnTo>
                  <a:pt x="83823" y="87519"/>
                </a:lnTo>
                <a:cubicBezTo>
                  <a:pt x="83823" y="75647"/>
                  <a:pt x="83560" y="68417"/>
                  <a:pt x="83034" y="65828"/>
                </a:cubicBezTo>
                <a:cubicBezTo>
                  <a:pt x="82509" y="63237"/>
                  <a:pt x="81703" y="61473"/>
                  <a:pt x="80617" y="60538"/>
                </a:cubicBezTo>
                <a:cubicBezTo>
                  <a:pt x="79531" y="59603"/>
                  <a:pt x="78077" y="59136"/>
                  <a:pt x="76256" y="59136"/>
                </a:cubicBezTo>
                <a:cubicBezTo>
                  <a:pt x="74294" y="59136"/>
                  <a:pt x="71947" y="59675"/>
                  <a:pt x="69215" y="60755"/>
                </a:cubicBezTo>
                <a:lnTo>
                  <a:pt x="67638" y="56867"/>
                </a:lnTo>
                <a:lnTo>
                  <a:pt x="96644" y="44780"/>
                </a:lnTo>
                <a:lnTo>
                  <a:pt x="101163" y="44780"/>
                </a:lnTo>
                <a:lnTo>
                  <a:pt x="101163" y="65764"/>
                </a:lnTo>
                <a:close/>
                <a:moveTo>
                  <a:pt x="173783" y="57337"/>
                </a:moveTo>
                <a:lnTo>
                  <a:pt x="203419" y="44996"/>
                </a:lnTo>
                <a:lnTo>
                  <a:pt x="207413" y="44996"/>
                </a:lnTo>
                <a:lnTo>
                  <a:pt x="207413" y="68144"/>
                </a:lnTo>
                <a:cubicBezTo>
                  <a:pt x="212387" y="59418"/>
                  <a:pt x="217379" y="53343"/>
                  <a:pt x="222389" y="49918"/>
                </a:cubicBezTo>
                <a:cubicBezTo>
                  <a:pt x="227398" y="46493"/>
                  <a:pt x="232670" y="44780"/>
                  <a:pt x="238205" y="44780"/>
                </a:cubicBezTo>
                <a:cubicBezTo>
                  <a:pt x="247874" y="44780"/>
                  <a:pt x="255931" y="48669"/>
                  <a:pt x="262377" y="56448"/>
                </a:cubicBezTo>
                <a:cubicBezTo>
                  <a:pt x="270294" y="65958"/>
                  <a:pt x="274252" y="78348"/>
                  <a:pt x="274252" y="93620"/>
                </a:cubicBezTo>
                <a:cubicBezTo>
                  <a:pt x="274252" y="110692"/>
                  <a:pt x="269488" y="124810"/>
                  <a:pt x="259960" y="135976"/>
                </a:cubicBezTo>
                <a:cubicBezTo>
                  <a:pt x="252113" y="145125"/>
                  <a:pt x="242234" y="149700"/>
                  <a:pt x="230323" y="149700"/>
                </a:cubicBezTo>
                <a:cubicBezTo>
                  <a:pt x="225139" y="149700"/>
                  <a:pt x="220655" y="148942"/>
                  <a:pt x="216871" y="147428"/>
                </a:cubicBezTo>
                <a:cubicBezTo>
                  <a:pt x="214069" y="146346"/>
                  <a:pt x="210916" y="144183"/>
                  <a:pt x="207413" y="140938"/>
                </a:cubicBezTo>
                <a:lnTo>
                  <a:pt x="207413" y="171116"/>
                </a:lnTo>
                <a:cubicBezTo>
                  <a:pt x="207413" y="177894"/>
                  <a:pt x="207816" y="182203"/>
                  <a:pt x="208621" y="184042"/>
                </a:cubicBezTo>
                <a:cubicBezTo>
                  <a:pt x="209427" y="185881"/>
                  <a:pt x="210828" y="187341"/>
                  <a:pt x="212825" y="188422"/>
                </a:cubicBezTo>
                <a:cubicBezTo>
                  <a:pt x="214822" y="189504"/>
                  <a:pt x="218448" y="190045"/>
                  <a:pt x="223702" y="190045"/>
                </a:cubicBezTo>
                <a:lnTo>
                  <a:pt x="223702" y="194047"/>
                </a:lnTo>
                <a:lnTo>
                  <a:pt x="173257" y="194047"/>
                </a:lnTo>
                <a:lnTo>
                  <a:pt x="173257" y="190045"/>
                </a:lnTo>
                <a:lnTo>
                  <a:pt x="175885" y="190045"/>
                </a:lnTo>
                <a:cubicBezTo>
                  <a:pt x="179738" y="190117"/>
                  <a:pt x="183031" y="189359"/>
                  <a:pt x="185764" y="187770"/>
                </a:cubicBezTo>
                <a:cubicBezTo>
                  <a:pt x="187095" y="186977"/>
                  <a:pt x="188128" y="185696"/>
                  <a:pt x="188864" y="183927"/>
                </a:cubicBezTo>
                <a:cubicBezTo>
                  <a:pt x="189599" y="182160"/>
                  <a:pt x="189967" y="177669"/>
                  <a:pt x="189967" y="170454"/>
                </a:cubicBezTo>
                <a:lnTo>
                  <a:pt x="189967" y="76712"/>
                </a:lnTo>
                <a:cubicBezTo>
                  <a:pt x="189967" y="70290"/>
                  <a:pt x="189687" y="66214"/>
                  <a:pt x="189127" y="64483"/>
                </a:cubicBezTo>
                <a:cubicBezTo>
                  <a:pt x="188566" y="62750"/>
                  <a:pt x="187673" y="61451"/>
                  <a:pt x="186447" y="60586"/>
                </a:cubicBezTo>
                <a:cubicBezTo>
                  <a:pt x="185221" y="59718"/>
                  <a:pt x="183557" y="59284"/>
                  <a:pt x="181455" y="59284"/>
                </a:cubicBezTo>
                <a:cubicBezTo>
                  <a:pt x="179773" y="59284"/>
                  <a:pt x="177636" y="59789"/>
                  <a:pt x="175044" y="60799"/>
                </a:cubicBezTo>
                <a:lnTo>
                  <a:pt x="173783" y="57337"/>
                </a:lnTo>
                <a:moveTo>
                  <a:pt x="207413" y="74721"/>
                </a:moveTo>
                <a:lnTo>
                  <a:pt x="207413" y="111666"/>
                </a:lnTo>
                <a:cubicBezTo>
                  <a:pt x="207413" y="119661"/>
                  <a:pt x="207728" y="124919"/>
                  <a:pt x="208359" y="127438"/>
                </a:cubicBezTo>
                <a:cubicBezTo>
                  <a:pt x="209340" y="131616"/>
                  <a:pt x="211739" y="135289"/>
                  <a:pt x="215558" y="138457"/>
                </a:cubicBezTo>
                <a:cubicBezTo>
                  <a:pt x="219376" y="141626"/>
                  <a:pt x="224193" y="143210"/>
                  <a:pt x="230008" y="143210"/>
                </a:cubicBezTo>
                <a:cubicBezTo>
                  <a:pt x="237014" y="143210"/>
                  <a:pt x="242689" y="140401"/>
                  <a:pt x="247033" y="134783"/>
                </a:cubicBezTo>
                <a:cubicBezTo>
                  <a:pt x="252708" y="127439"/>
                  <a:pt x="255546" y="117105"/>
                  <a:pt x="255546" y="103780"/>
                </a:cubicBezTo>
                <a:cubicBezTo>
                  <a:pt x="255546" y="88658"/>
                  <a:pt x="252323" y="77028"/>
                  <a:pt x="245877" y="68891"/>
                </a:cubicBezTo>
                <a:cubicBezTo>
                  <a:pt x="241393" y="63273"/>
                  <a:pt x="236068" y="60464"/>
                  <a:pt x="229903" y="60464"/>
                </a:cubicBezTo>
                <a:cubicBezTo>
                  <a:pt x="226540" y="60464"/>
                  <a:pt x="223212" y="61328"/>
                  <a:pt x="219919" y="63056"/>
                </a:cubicBezTo>
                <a:cubicBezTo>
                  <a:pt x="217397" y="64352"/>
                  <a:pt x="213228" y="68240"/>
                  <a:pt x="207413" y="74721"/>
                </a:cubicBezTo>
                <a:close/>
                <a:moveTo>
                  <a:pt x="372725" y="47592"/>
                </a:moveTo>
                <a:lnTo>
                  <a:pt x="372725" y="107624"/>
                </a:lnTo>
                <a:cubicBezTo>
                  <a:pt x="372725" y="119089"/>
                  <a:pt x="372988" y="126102"/>
                  <a:pt x="373513" y="128662"/>
                </a:cubicBezTo>
                <a:cubicBezTo>
                  <a:pt x="374039" y="131221"/>
                  <a:pt x="374880" y="133006"/>
                  <a:pt x="376036" y="134016"/>
                </a:cubicBezTo>
                <a:cubicBezTo>
                  <a:pt x="377192" y="135025"/>
                  <a:pt x="378540" y="135530"/>
                  <a:pt x="380082" y="135530"/>
                </a:cubicBezTo>
                <a:cubicBezTo>
                  <a:pt x="382254" y="135530"/>
                  <a:pt x="384706" y="134917"/>
                  <a:pt x="387438" y="133691"/>
                </a:cubicBezTo>
                <a:lnTo>
                  <a:pt x="388910" y="137477"/>
                </a:lnTo>
                <a:lnTo>
                  <a:pt x="360114" y="149700"/>
                </a:lnTo>
                <a:lnTo>
                  <a:pt x="355385" y="149700"/>
                </a:lnTo>
                <a:lnTo>
                  <a:pt x="355385" y="128716"/>
                </a:lnTo>
                <a:cubicBezTo>
                  <a:pt x="347117" y="137946"/>
                  <a:pt x="340812" y="143751"/>
                  <a:pt x="336468" y="146130"/>
                </a:cubicBezTo>
                <a:cubicBezTo>
                  <a:pt x="332124" y="148510"/>
                  <a:pt x="327535" y="149700"/>
                  <a:pt x="322701" y="149700"/>
                </a:cubicBezTo>
                <a:cubicBezTo>
                  <a:pt x="317306" y="149700"/>
                  <a:pt x="312629" y="148095"/>
                  <a:pt x="308671" y="144886"/>
                </a:cubicBezTo>
                <a:cubicBezTo>
                  <a:pt x="304712" y="141677"/>
                  <a:pt x="301962" y="137549"/>
                  <a:pt x="300421" y="132501"/>
                </a:cubicBezTo>
                <a:cubicBezTo>
                  <a:pt x="298879" y="127454"/>
                  <a:pt x="298109" y="120315"/>
                  <a:pt x="298109" y="111085"/>
                </a:cubicBezTo>
                <a:lnTo>
                  <a:pt x="298109" y="66846"/>
                </a:lnTo>
                <a:cubicBezTo>
                  <a:pt x="298109" y="62158"/>
                  <a:pt x="297618" y="58914"/>
                  <a:pt x="296637" y="57111"/>
                </a:cubicBezTo>
                <a:cubicBezTo>
                  <a:pt x="295657" y="55308"/>
                  <a:pt x="294203" y="53920"/>
                  <a:pt x="292276" y="52946"/>
                </a:cubicBezTo>
                <a:cubicBezTo>
                  <a:pt x="290349" y="51973"/>
                  <a:pt x="286864" y="51522"/>
                  <a:pt x="281819" y="51594"/>
                </a:cubicBezTo>
                <a:lnTo>
                  <a:pt x="281819" y="47592"/>
                </a:lnTo>
                <a:lnTo>
                  <a:pt x="315554" y="47592"/>
                </a:lnTo>
                <a:lnTo>
                  <a:pt x="315554" y="113735"/>
                </a:lnTo>
                <a:cubicBezTo>
                  <a:pt x="315554" y="122942"/>
                  <a:pt x="317113" y="128985"/>
                  <a:pt x="320231" y="131863"/>
                </a:cubicBezTo>
                <a:cubicBezTo>
                  <a:pt x="323349" y="134740"/>
                  <a:pt x="327115" y="136179"/>
                  <a:pt x="331529" y="136179"/>
                </a:cubicBezTo>
                <a:cubicBezTo>
                  <a:pt x="334541" y="136179"/>
                  <a:pt x="337957" y="135208"/>
                  <a:pt x="341775" y="133265"/>
                </a:cubicBezTo>
                <a:cubicBezTo>
                  <a:pt x="345594" y="131323"/>
                  <a:pt x="350130" y="127619"/>
                  <a:pt x="355385" y="122155"/>
                </a:cubicBezTo>
                <a:lnTo>
                  <a:pt x="355385" y="66159"/>
                </a:lnTo>
                <a:cubicBezTo>
                  <a:pt x="355385" y="60548"/>
                  <a:pt x="354386" y="56755"/>
                  <a:pt x="352390" y="54779"/>
                </a:cubicBezTo>
                <a:cubicBezTo>
                  <a:pt x="350393" y="52800"/>
                  <a:pt x="346242" y="51739"/>
                  <a:pt x="339936" y="51594"/>
                </a:cubicBezTo>
                <a:lnTo>
                  <a:pt x="339936" y="47592"/>
                </a:lnTo>
                <a:lnTo>
                  <a:pt x="372725" y="47592"/>
                </a:lnTo>
                <a:close/>
                <a:moveTo>
                  <a:pt x="423906" y="14927"/>
                </a:moveTo>
                <a:lnTo>
                  <a:pt x="423906" y="47592"/>
                </a:lnTo>
                <a:lnTo>
                  <a:pt x="446396" y="47592"/>
                </a:lnTo>
                <a:lnTo>
                  <a:pt x="446396" y="55164"/>
                </a:lnTo>
                <a:lnTo>
                  <a:pt x="423906" y="55164"/>
                </a:lnTo>
                <a:lnTo>
                  <a:pt x="423906" y="119326"/>
                </a:lnTo>
                <a:cubicBezTo>
                  <a:pt x="423906" y="125737"/>
                  <a:pt x="424799" y="130059"/>
                  <a:pt x="426586" y="132292"/>
                </a:cubicBezTo>
                <a:cubicBezTo>
                  <a:pt x="428372" y="134523"/>
                  <a:pt x="430667" y="135638"/>
                  <a:pt x="433469" y="135638"/>
                </a:cubicBezTo>
                <a:cubicBezTo>
                  <a:pt x="435782" y="135638"/>
                  <a:pt x="438024" y="134899"/>
                  <a:pt x="440195" y="133421"/>
                </a:cubicBezTo>
                <a:cubicBezTo>
                  <a:pt x="442367" y="131943"/>
                  <a:pt x="444049" y="129761"/>
                  <a:pt x="445240" y="126877"/>
                </a:cubicBezTo>
                <a:lnTo>
                  <a:pt x="449339" y="126877"/>
                </a:lnTo>
                <a:cubicBezTo>
                  <a:pt x="446886" y="133964"/>
                  <a:pt x="443418" y="139324"/>
                  <a:pt x="438934" y="142956"/>
                </a:cubicBezTo>
                <a:cubicBezTo>
                  <a:pt x="434450" y="146586"/>
                  <a:pt x="429826" y="148402"/>
                  <a:pt x="425062" y="148402"/>
                </a:cubicBezTo>
                <a:cubicBezTo>
                  <a:pt x="421839" y="148402"/>
                  <a:pt x="418686" y="147481"/>
                  <a:pt x="415604" y="145640"/>
                </a:cubicBezTo>
                <a:cubicBezTo>
                  <a:pt x="412521" y="143799"/>
                  <a:pt x="410244" y="141165"/>
                  <a:pt x="408772" y="137737"/>
                </a:cubicBezTo>
                <a:cubicBezTo>
                  <a:pt x="407301" y="134308"/>
                  <a:pt x="406565" y="129019"/>
                  <a:pt x="406565" y="121871"/>
                </a:cubicBezTo>
                <a:lnTo>
                  <a:pt x="406565" y="55164"/>
                </a:lnTo>
                <a:lnTo>
                  <a:pt x="391327" y="55164"/>
                </a:lnTo>
                <a:lnTo>
                  <a:pt x="391327" y="51594"/>
                </a:lnTo>
                <a:cubicBezTo>
                  <a:pt x="395180" y="50004"/>
                  <a:pt x="399121" y="47310"/>
                  <a:pt x="403150" y="43513"/>
                </a:cubicBezTo>
                <a:cubicBezTo>
                  <a:pt x="407179" y="39716"/>
                  <a:pt x="410769" y="35213"/>
                  <a:pt x="413922" y="30005"/>
                </a:cubicBezTo>
                <a:cubicBezTo>
                  <a:pt x="415533" y="27259"/>
                  <a:pt x="417775" y="22232"/>
                  <a:pt x="420648" y="14927"/>
                </a:cubicBezTo>
                <a:lnTo>
                  <a:pt x="423906" y="149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Phase-1">
            <a:extLst xmlns:a="http://schemas.openxmlformats.org/drawingml/2006/main">
              <a:ext uri="{FF2B5EF4-FFF2-40B4-BE49-F238E27FC236}">
                <a16:creationId xmlns:a16="http://schemas.microsoft.com/office/drawing/2014/main" id="{13D0750E-9E99-4A38-9760-9A8D6DEE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814" y="3969447"/>
            <a:ext cx="759338" cy="156838"/>
          </a:xfrm>
          <a:custGeom xmlns:a="http://schemas.openxmlformats.org/drawingml/2006/main">
            <a:pathLst>
              <a:path w="759338" h="156838">
                <a:moveTo>
                  <a:pt x="40566" y="85017"/>
                </a:moveTo>
                <a:lnTo>
                  <a:pt x="40566" y="127813"/>
                </a:lnTo>
                <a:cubicBezTo>
                  <a:pt x="40566" y="137059"/>
                  <a:pt x="41547" y="142802"/>
                  <a:pt x="43509" y="145042"/>
                </a:cubicBezTo>
                <a:cubicBezTo>
                  <a:pt x="46171" y="148219"/>
                  <a:pt x="50200" y="149808"/>
                  <a:pt x="55595" y="149808"/>
                </a:cubicBezTo>
                <a:lnTo>
                  <a:pt x="61059" y="149808"/>
                </a:lnTo>
                <a:lnTo>
                  <a:pt x="61059" y="153810"/>
                </a:lnTo>
                <a:lnTo>
                  <a:pt x="0" y="153810"/>
                </a:lnTo>
                <a:lnTo>
                  <a:pt x="0" y="149808"/>
                </a:lnTo>
                <a:lnTo>
                  <a:pt x="5360" y="149808"/>
                </a:lnTo>
                <a:cubicBezTo>
                  <a:pt x="11385" y="149808"/>
                  <a:pt x="15694" y="147789"/>
                  <a:pt x="18286" y="143751"/>
                </a:cubicBezTo>
                <a:cubicBezTo>
                  <a:pt x="19688" y="141515"/>
                  <a:pt x="20388" y="136215"/>
                  <a:pt x="20388" y="127850"/>
                </a:cubicBezTo>
                <a:lnTo>
                  <a:pt x="20388" y="33098"/>
                </a:lnTo>
                <a:cubicBezTo>
                  <a:pt x="20388" y="23868"/>
                  <a:pt x="19442" y="18136"/>
                  <a:pt x="17551" y="15900"/>
                </a:cubicBezTo>
                <a:cubicBezTo>
                  <a:pt x="14818" y="12727"/>
                  <a:pt x="10755" y="11141"/>
                  <a:pt x="5360" y="11141"/>
                </a:cubicBezTo>
                <a:lnTo>
                  <a:pt x="0" y="11141"/>
                </a:lnTo>
                <a:lnTo>
                  <a:pt x="0" y="7139"/>
                </a:lnTo>
                <a:lnTo>
                  <a:pt x="52232" y="7139"/>
                </a:lnTo>
                <a:cubicBezTo>
                  <a:pt x="64983" y="7139"/>
                  <a:pt x="75037" y="8490"/>
                  <a:pt x="82393" y="11192"/>
                </a:cubicBezTo>
                <a:cubicBezTo>
                  <a:pt x="89750" y="13891"/>
                  <a:pt x="95951" y="18445"/>
                  <a:pt x="100995" y="24854"/>
                </a:cubicBezTo>
                <a:cubicBezTo>
                  <a:pt x="106040" y="31263"/>
                  <a:pt x="108562" y="38860"/>
                  <a:pt x="108562" y="47646"/>
                </a:cubicBezTo>
                <a:cubicBezTo>
                  <a:pt x="108562" y="59601"/>
                  <a:pt x="104726" y="69323"/>
                  <a:pt x="97054" y="76814"/>
                </a:cubicBezTo>
                <a:cubicBezTo>
                  <a:pt x="89382" y="84302"/>
                  <a:pt x="78540" y="88046"/>
                  <a:pt x="64528" y="88046"/>
                </a:cubicBezTo>
                <a:cubicBezTo>
                  <a:pt x="61094" y="88046"/>
                  <a:pt x="57381" y="87793"/>
                  <a:pt x="53388" y="87289"/>
                </a:cubicBezTo>
                <a:cubicBezTo>
                  <a:pt x="49394" y="86784"/>
                  <a:pt x="45120" y="86027"/>
                  <a:pt x="40566" y="85017"/>
                </a:cubicBezTo>
                <a:moveTo>
                  <a:pt x="40566" y="78744"/>
                </a:moveTo>
                <a:cubicBezTo>
                  <a:pt x="44279" y="79465"/>
                  <a:pt x="47572" y="80006"/>
                  <a:pt x="50445" y="80366"/>
                </a:cubicBezTo>
                <a:cubicBezTo>
                  <a:pt x="53318" y="80727"/>
                  <a:pt x="55770" y="80907"/>
                  <a:pt x="57802" y="80907"/>
                </a:cubicBezTo>
                <a:cubicBezTo>
                  <a:pt x="65088" y="80907"/>
                  <a:pt x="71376" y="78005"/>
                  <a:pt x="76666" y="72200"/>
                </a:cubicBezTo>
                <a:cubicBezTo>
                  <a:pt x="81956" y="66395"/>
                  <a:pt x="84600" y="58878"/>
                  <a:pt x="84600" y="49647"/>
                </a:cubicBezTo>
                <a:cubicBezTo>
                  <a:pt x="84600" y="43302"/>
                  <a:pt x="83339" y="37407"/>
                  <a:pt x="80817" y="31963"/>
                </a:cubicBezTo>
                <a:cubicBezTo>
                  <a:pt x="78295" y="26518"/>
                  <a:pt x="74722" y="22444"/>
                  <a:pt x="70098" y="19740"/>
                </a:cubicBezTo>
                <a:cubicBezTo>
                  <a:pt x="65473" y="17036"/>
                  <a:pt x="60219" y="15684"/>
                  <a:pt x="54333" y="15684"/>
                </a:cubicBezTo>
                <a:cubicBezTo>
                  <a:pt x="50760" y="15684"/>
                  <a:pt x="46171" y="16369"/>
                  <a:pt x="40566" y="17739"/>
                </a:cubicBezTo>
                <a:lnTo>
                  <a:pt x="40566" y="78744"/>
                </a:lnTo>
                <a:close/>
                <a:moveTo>
                  <a:pt x="150253" y="0"/>
                </a:moveTo>
                <a:lnTo>
                  <a:pt x="150253" y="72578"/>
                </a:lnTo>
                <a:cubicBezTo>
                  <a:pt x="158029" y="63781"/>
                  <a:pt x="164195" y="58138"/>
                  <a:pt x="168749" y="55651"/>
                </a:cubicBezTo>
                <a:cubicBezTo>
                  <a:pt x="173303" y="53163"/>
                  <a:pt x="177857" y="51919"/>
                  <a:pt x="182411" y="51919"/>
                </a:cubicBezTo>
                <a:cubicBezTo>
                  <a:pt x="187876" y="51919"/>
                  <a:pt x="192570" y="53466"/>
                  <a:pt x="196494" y="56560"/>
                </a:cubicBezTo>
                <a:cubicBezTo>
                  <a:pt x="200417" y="59654"/>
                  <a:pt x="203325" y="64510"/>
                  <a:pt x="205217" y="71128"/>
                </a:cubicBezTo>
                <a:cubicBezTo>
                  <a:pt x="206548" y="75734"/>
                  <a:pt x="207213" y="84153"/>
                  <a:pt x="207213" y="96385"/>
                </a:cubicBezTo>
                <a:lnTo>
                  <a:pt x="207213" y="131352"/>
                </a:lnTo>
                <a:cubicBezTo>
                  <a:pt x="207213" y="137612"/>
                  <a:pt x="207704" y="141894"/>
                  <a:pt x="208685" y="144197"/>
                </a:cubicBezTo>
                <a:cubicBezTo>
                  <a:pt x="209385" y="145923"/>
                  <a:pt x="210576" y="147290"/>
                  <a:pt x="212258" y="148297"/>
                </a:cubicBezTo>
                <a:cubicBezTo>
                  <a:pt x="213939" y="149304"/>
                  <a:pt x="217022" y="149808"/>
                  <a:pt x="221506" y="149808"/>
                </a:cubicBezTo>
                <a:lnTo>
                  <a:pt x="221506" y="153810"/>
                </a:lnTo>
                <a:lnTo>
                  <a:pt x="174214" y="153810"/>
                </a:lnTo>
                <a:lnTo>
                  <a:pt x="174214" y="149808"/>
                </a:lnTo>
                <a:lnTo>
                  <a:pt x="176421" y="149808"/>
                </a:lnTo>
                <a:cubicBezTo>
                  <a:pt x="180905" y="149808"/>
                  <a:pt x="184023" y="149105"/>
                  <a:pt x="185774" y="147699"/>
                </a:cubicBezTo>
                <a:cubicBezTo>
                  <a:pt x="187526" y="146292"/>
                  <a:pt x="188752" y="144219"/>
                  <a:pt x="189452" y="141479"/>
                </a:cubicBezTo>
                <a:cubicBezTo>
                  <a:pt x="189663" y="140325"/>
                  <a:pt x="189768" y="136936"/>
                  <a:pt x="189768" y="131312"/>
                </a:cubicBezTo>
                <a:lnTo>
                  <a:pt x="189768" y="96266"/>
                </a:lnTo>
                <a:cubicBezTo>
                  <a:pt x="189768" y="85450"/>
                  <a:pt x="189225" y="78347"/>
                  <a:pt x="188139" y="74958"/>
                </a:cubicBezTo>
                <a:cubicBezTo>
                  <a:pt x="187053" y="71569"/>
                  <a:pt x="185319" y="69027"/>
                  <a:pt x="182937" y="67332"/>
                </a:cubicBezTo>
                <a:cubicBezTo>
                  <a:pt x="180555" y="65638"/>
                  <a:pt x="177682" y="64790"/>
                  <a:pt x="174319" y="64790"/>
                </a:cubicBezTo>
                <a:cubicBezTo>
                  <a:pt x="170886" y="64790"/>
                  <a:pt x="167313" y="65728"/>
                  <a:pt x="163599" y="67603"/>
                </a:cubicBezTo>
                <a:cubicBezTo>
                  <a:pt x="159886" y="69478"/>
                  <a:pt x="155437" y="73263"/>
                  <a:pt x="150253" y="78960"/>
                </a:cubicBezTo>
                <a:lnTo>
                  <a:pt x="150253" y="131312"/>
                </a:lnTo>
                <a:cubicBezTo>
                  <a:pt x="150253" y="138090"/>
                  <a:pt x="150620" y="142308"/>
                  <a:pt x="151356" y="143967"/>
                </a:cubicBezTo>
                <a:cubicBezTo>
                  <a:pt x="152092" y="145625"/>
                  <a:pt x="153458" y="147013"/>
                  <a:pt x="155455" y="148131"/>
                </a:cubicBezTo>
                <a:cubicBezTo>
                  <a:pt x="157451" y="149249"/>
                  <a:pt x="160902" y="149808"/>
                  <a:pt x="165806" y="149808"/>
                </a:cubicBezTo>
                <a:lnTo>
                  <a:pt x="165806" y="153810"/>
                </a:lnTo>
                <a:lnTo>
                  <a:pt x="118094" y="153810"/>
                </a:lnTo>
                <a:lnTo>
                  <a:pt x="118094" y="149808"/>
                </a:lnTo>
                <a:cubicBezTo>
                  <a:pt x="122368" y="149808"/>
                  <a:pt x="125731" y="149123"/>
                  <a:pt x="128183" y="147753"/>
                </a:cubicBezTo>
                <a:cubicBezTo>
                  <a:pt x="129584" y="147034"/>
                  <a:pt x="130705" y="145666"/>
                  <a:pt x="131546" y="143649"/>
                </a:cubicBezTo>
                <a:cubicBezTo>
                  <a:pt x="132387" y="141630"/>
                  <a:pt x="132807" y="137522"/>
                  <a:pt x="132807" y="131325"/>
                </a:cubicBezTo>
                <a:lnTo>
                  <a:pt x="132807" y="41721"/>
                </a:lnTo>
                <a:cubicBezTo>
                  <a:pt x="132807" y="30409"/>
                  <a:pt x="132544" y="23456"/>
                  <a:pt x="132019" y="20862"/>
                </a:cubicBezTo>
                <a:cubicBezTo>
                  <a:pt x="131493" y="18266"/>
                  <a:pt x="130688" y="16501"/>
                  <a:pt x="129602" y="15566"/>
                </a:cubicBezTo>
                <a:cubicBezTo>
                  <a:pt x="128516" y="14628"/>
                  <a:pt x="127062" y="14159"/>
                  <a:pt x="125240" y="14159"/>
                </a:cubicBezTo>
                <a:cubicBezTo>
                  <a:pt x="123769" y="14159"/>
                  <a:pt x="121387" y="14736"/>
                  <a:pt x="118094" y="15890"/>
                </a:cubicBezTo>
                <a:lnTo>
                  <a:pt x="116623" y="12104"/>
                </a:lnTo>
                <a:lnTo>
                  <a:pt x="145418" y="0"/>
                </a:lnTo>
                <a:lnTo>
                  <a:pt x="150253" y="0"/>
                </a:lnTo>
                <a:close/>
                <a:moveTo>
                  <a:pt x="284142" y="139532"/>
                </a:moveTo>
                <a:cubicBezTo>
                  <a:pt x="274263" y="147392"/>
                  <a:pt x="268063" y="151935"/>
                  <a:pt x="265540" y="153161"/>
                </a:cubicBezTo>
                <a:cubicBezTo>
                  <a:pt x="261757" y="155036"/>
                  <a:pt x="257728" y="155973"/>
                  <a:pt x="253455" y="155973"/>
                </a:cubicBezTo>
                <a:cubicBezTo>
                  <a:pt x="246799" y="155973"/>
                  <a:pt x="241316" y="153630"/>
                  <a:pt x="237007" y="148942"/>
                </a:cubicBezTo>
                <a:cubicBezTo>
                  <a:pt x="232699" y="144255"/>
                  <a:pt x="230544" y="138090"/>
                  <a:pt x="230544" y="130446"/>
                </a:cubicBezTo>
                <a:cubicBezTo>
                  <a:pt x="230544" y="125615"/>
                  <a:pt x="231595" y="121433"/>
                  <a:pt x="233697" y="117899"/>
                </a:cubicBezTo>
                <a:cubicBezTo>
                  <a:pt x="236570" y="112996"/>
                  <a:pt x="241561" y="108381"/>
                  <a:pt x="248673" y="104054"/>
                </a:cubicBezTo>
                <a:cubicBezTo>
                  <a:pt x="255784" y="99728"/>
                  <a:pt x="267607" y="94464"/>
                  <a:pt x="284142" y="88262"/>
                </a:cubicBezTo>
                <a:lnTo>
                  <a:pt x="284142" y="84368"/>
                </a:lnTo>
                <a:cubicBezTo>
                  <a:pt x="284142" y="74489"/>
                  <a:pt x="282618" y="67711"/>
                  <a:pt x="279570" y="64033"/>
                </a:cubicBezTo>
                <a:cubicBezTo>
                  <a:pt x="276523" y="60356"/>
                  <a:pt x="272091" y="58517"/>
                  <a:pt x="266276" y="58517"/>
                </a:cubicBezTo>
                <a:cubicBezTo>
                  <a:pt x="261862" y="58517"/>
                  <a:pt x="258359" y="59738"/>
                  <a:pt x="255767" y="62181"/>
                </a:cubicBezTo>
                <a:cubicBezTo>
                  <a:pt x="253104" y="64624"/>
                  <a:pt x="251773" y="67426"/>
                  <a:pt x="251773" y="70587"/>
                </a:cubicBezTo>
                <a:lnTo>
                  <a:pt x="251983" y="76837"/>
                </a:lnTo>
                <a:cubicBezTo>
                  <a:pt x="251983" y="80141"/>
                  <a:pt x="251160" y="82691"/>
                  <a:pt x="249514" y="84487"/>
                </a:cubicBezTo>
                <a:cubicBezTo>
                  <a:pt x="247867" y="86283"/>
                  <a:pt x="245713" y="87181"/>
                  <a:pt x="243050" y="87181"/>
                </a:cubicBezTo>
                <a:cubicBezTo>
                  <a:pt x="240458" y="87181"/>
                  <a:pt x="238339" y="86246"/>
                  <a:pt x="236692" y="84378"/>
                </a:cubicBezTo>
                <a:cubicBezTo>
                  <a:pt x="235046" y="82508"/>
                  <a:pt x="234222" y="79955"/>
                  <a:pt x="234222" y="76719"/>
                </a:cubicBezTo>
                <a:cubicBezTo>
                  <a:pt x="234222" y="70538"/>
                  <a:pt x="237305" y="64859"/>
                  <a:pt x="243471" y="59683"/>
                </a:cubicBezTo>
                <a:cubicBezTo>
                  <a:pt x="249636" y="54507"/>
                  <a:pt x="258289" y="51919"/>
                  <a:pt x="269429" y="51919"/>
                </a:cubicBezTo>
                <a:cubicBezTo>
                  <a:pt x="277976" y="51919"/>
                  <a:pt x="284983" y="53395"/>
                  <a:pt x="290448" y="56347"/>
                </a:cubicBezTo>
                <a:cubicBezTo>
                  <a:pt x="294581" y="58580"/>
                  <a:pt x="297629" y="62074"/>
                  <a:pt x="299591" y="66829"/>
                </a:cubicBezTo>
                <a:cubicBezTo>
                  <a:pt x="300852" y="69925"/>
                  <a:pt x="301482" y="76263"/>
                  <a:pt x="301482" y="85842"/>
                </a:cubicBezTo>
                <a:lnTo>
                  <a:pt x="301482" y="119441"/>
                </a:lnTo>
                <a:cubicBezTo>
                  <a:pt x="301482" y="128876"/>
                  <a:pt x="301658" y="134656"/>
                  <a:pt x="302008" y="136781"/>
                </a:cubicBezTo>
                <a:cubicBezTo>
                  <a:pt x="302358" y="138906"/>
                  <a:pt x="302936" y="140329"/>
                  <a:pt x="303742" y="141050"/>
                </a:cubicBezTo>
                <a:cubicBezTo>
                  <a:pt x="304548" y="141769"/>
                  <a:pt x="305476" y="142128"/>
                  <a:pt x="306527" y="142128"/>
                </a:cubicBezTo>
                <a:cubicBezTo>
                  <a:pt x="307648" y="142128"/>
                  <a:pt x="308629" y="141876"/>
                  <a:pt x="309470" y="141371"/>
                </a:cubicBezTo>
                <a:cubicBezTo>
                  <a:pt x="310941" y="140433"/>
                  <a:pt x="313778" y="137801"/>
                  <a:pt x="317982" y="133475"/>
                </a:cubicBezTo>
                <a:lnTo>
                  <a:pt x="317982" y="139532"/>
                </a:lnTo>
                <a:cubicBezTo>
                  <a:pt x="310135" y="150349"/>
                  <a:pt x="302638" y="155757"/>
                  <a:pt x="295492" y="155757"/>
                </a:cubicBezTo>
                <a:cubicBezTo>
                  <a:pt x="292059" y="155757"/>
                  <a:pt x="289327" y="154531"/>
                  <a:pt x="287295" y="152079"/>
                </a:cubicBezTo>
                <a:cubicBezTo>
                  <a:pt x="285263" y="149627"/>
                  <a:pt x="284212" y="145445"/>
                  <a:pt x="284142" y="139532"/>
                </a:cubicBezTo>
                <a:moveTo>
                  <a:pt x="284142" y="132441"/>
                </a:moveTo>
                <a:lnTo>
                  <a:pt x="284142" y="94860"/>
                </a:lnTo>
                <a:cubicBezTo>
                  <a:pt x="273563" y="99167"/>
                  <a:pt x="266731" y="102218"/>
                  <a:pt x="263649" y="104014"/>
                </a:cubicBezTo>
                <a:cubicBezTo>
                  <a:pt x="258114" y="107173"/>
                  <a:pt x="254155" y="110475"/>
                  <a:pt x="251773" y="113921"/>
                </a:cubicBezTo>
                <a:cubicBezTo>
                  <a:pt x="249391" y="117366"/>
                  <a:pt x="248200" y="121135"/>
                  <a:pt x="248200" y="125227"/>
                </a:cubicBezTo>
                <a:cubicBezTo>
                  <a:pt x="248200" y="130397"/>
                  <a:pt x="249706" y="134686"/>
                  <a:pt x="252719" y="138096"/>
                </a:cubicBezTo>
                <a:cubicBezTo>
                  <a:pt x="255732" y="141505"/>
                  <a:pt x="259200" y="143210"/>
                  <a:pt x="263123" y="143210"/>
                </a:cubicBezTo>
                <a:cubicBezTo>
                  <a:pt x="268448" y="143210"/>
                  <a:pt x="275454" y="139620"/>
                  <a:pt x="284142" y="132441"/>
                </a:cubicBezTo>
                <a:close/>
                <a:moveTo>
                  <a:pt x="388216" y="51919"/>
                </a:moveTo>
                <a:lnTo>
                  <a:pt x="388216" y="85450"/>
                </a:lnTo>
                <a:lnTo>
                  <a:pt x="384748" y="85450"/>
                </a:lnTo>
                <a:cubicBezTo>
                  <a:pt x="382086" y="74933"/>
                  <a:pt x="378670" y="67780"/>
                  <a:pt x="374501" y="63989"/>
                </a:cubicBezTo>
                <a:cubicBezTo>
                  <a:pt x="370333" y="60197"/>
                  <a:pt x="365025" y="58301"/>
                  <a:pt x="358580" y="58301"/>
                </a:cubicBezTo>
                <a:cubicBezTo>
                  <a:pt x="353675" y="58301"/>
                  <a:pt x="349717" y="59634"/>
                  <a:pt x="346704" y="62299"/>
                </a:cubicBezTo>
                <a:cubicBezTo>
                  <a:pt x="343691" y="64963"/>
                  <a:pt x="342185" y="67916"/>
                  <a:pt x="342185" y="71159"/>
                </a:cubicBezTo>
                <a:cubicBezTo>
                  <a:pt x="342185" y="75192"/>
                  <a:pt x="343306" y="78649"/>
                  <a:pt x="345548" y="81529"/>
                </a:cubicBezTo>
                <a:cubicBezTo>
                  <a:pt x="347720" y="84483"/>
                  <a:pt x="352134" y="87617"/>
                  <a:pt x="358790" y="90929"/>
                </a:cubicBezTo>
                <a:lnTo>
                  <a:pt x="374134" y="98602"/>
                </a:lnTo>
                <a:cubicBezTo>
                  <a:pt x="388356" y="105732"/>
                  <a:pt x="395468" y="115132"/>
                  <a:pt x="395468" y="126803"/>
                </a:cubicBezTo>
                <a:cubicBezTo>
                  <a:pt x="395468" y="135805"/>
                  <a:pt x="392157" y="143062"/>
                  <a:pt x="385536" y="148574"/>
                </a:cubicBezTo>
                <a:cubicBezTo>
                  <a:pt x="378915" y="154084"/>
                  <a:pt x="371506" y="156838"/>
                  <a:pt x="363309" y="156838"/>
                </a:cubicBezTo>
                <a:cubicBezTo>
                  <a:pt x="357424" y="156838"/>
                  <a:pt x="350698" y="155757"/>
                  <a:pt x="343131" y="153593"/>
                </a:cubicBezTo>
                <a:cubicBezTo>
                  <a:pt x="340819" y="152872"/>
                  <a:pt x="338927" y="152512"/>
                  <a:pt x="337456" y="152512"/>
                </a:cubicBezTo>
                <a:cubicBezTo>
                  <a:pt x="335844" y="152512"/>
                  <a:pt x="334583" y="153449"/>
                  <a:pt x="333672" y="155324"/>
                </a:cubicBezTo>
                <a:lnTo>
                  <a:pt x="330204" y="155324"/>
                </a:lnTo>
                <a:lnTo>
                  <a:pt x="330204" y="119846"/>
                </a:lnTo>
                <a:lnTo>
                  <a:pt x="333672" y="119846"/>
                </a:lnTo>
                <a:cubicBezTo>
                  <a:pt x="335634" y="129978"/>
                  <a:pt x="339383" y="137612"/>
                  <a:pt x="344918" y="142750"/>
                </a:cubicBezTo>
                <a:cubicBezTo>
                  <a:pt x="350452" y="147888"/>
                  <a:pt x="356653" y="150457"/>
                  <a:pt x="363519" y="150457"/>
                </a:cubicBezTo>
                <a:cubicBezTo>
                  <a:pt x="368353" y="150457"/>
                  <a:pt x="372294" y="148999"/>
                  <a:pt x="375342" y="146083"/>
                </a:cubicBezTo>
                <a:cubicBezTo>
                  <a:pt x="378390" y="143165"/>
                  <a:pt x="379914" y="139653"/>
                  <a:pt x="379914" y="135547"/>
                </a:cubicBezTo>
                <a:cubicBezTo>
                  <a:pt x="379914" y="130576"/>
                  <a:pt x="378215" y="126398"/>
                  <a:pt x="374817" y="123013"/>
                </a:cubicBezTo>
                <a:cubicBezTo>
                  <a:pt x="371419" y="119629"/>
                  <a:pt x="364640" y="115344"/>
                  <a:pt x="354481" y="110159"/>
                </a:cubicBezTo>
                <a:cubicBezTo>
                  <a:pt x="344322" y="104971"/>
                  <a:pt x="337666" y="100289"/>
                  <a:pt x="334513" y="96111"/>
                </a:cubicBezTo>
                <a:cubicBezTo>
                  <a:pt x="331360" y="92005"/>
                  <a:pt x="329784" y="86819"/>
                  <a:pt x="329784" y="80552"/>
                </a:cubicBezTo>
                <a:cubicBezTo>
                  <a:pt x="329784" y="72413"/>
                  <a:pt x="332499" y="65606"/>
                  <a:pt x="337929" y="60133"/>
                </a:cubicBezTo>
                <a:cubicBezTo>
                  <a:pt x="343359" y="54657"/>
                  <a:pt x="350382" y="51919"/>
                  <a:pt x="359000" y="51919"/>
                </a:cubicBezTo>
                <a:cubicBezTo>
                  <a:pt x="362783" y="51919"/>
                  <a:pt x="367373" y="52748"/>
                  <a:pt x="372767" y="54407"/>
                </a:cubicBezTo>
                <a:cubicBezTo>
                  <a:pt x="376341" y="55488"/>
                  <a:pt x="378723" y="56029"/>
                  <a:pt x="379914" y="56029"/>
                </a:cubicBezTo>
                <a:cubicBezTo>
                  <a:pt x="381035" y="56029"/>
                  <a:pt x="381911" y="55777"/>
                  <a:pt x="382541" y="55272"/>
                </a:cubicBezTo>
                <a:cubicBezTo>
                  <a:pt x="383172" y="54767"/>
                  <a:pt x="383907" y="53650"/>
                  <a:pt x="384748" y="51919"/>
                </a:cubicBezTo>
                <a:lnTo>
                  <a:pt x="388216" y="51919"/>
                </a:lnTo>
                <a:close/>
                <a:moveTo>
                  <a:pt x="425136" y="92156"/>
                </a:moveTo>
                <a:cubicBezTo>
                  <a:pt x="425066" y="106833"/>
                  <a:pt x="428534" y="118344"/>
                  <a:pt x="435540" y="126691"/>
                </a:cubicBezTo>
                <a:cubicBezTo>
                  <a:pt x="442546" y="135035"/>
                  <a:pt x="450779" y="139208"/>
                  <a:pt x="460237" y="139208"/>
                </a:cubicBezTo>
                <a:cubicBezTo>
                  <a:pt x="466543" y="139208"/>
                  <a:pt x="472025" y="137423"/>
                  <a:pt x="476684" y="133853"/>
                </a:cubicBezTo>
                <a:cubicBezTo>
                  <a:pt x="481343" y="130284"/>
                  <a:pt x="485249" y="124173"/>
                  <a:pt x="488402" y="115520"/>
                </a:cubicBezTo>
                <a:lnTo>
                  <a:pt x="491660" y="117683"/>
                </a:lnTo>
                <a:cubicBezTo>
                  <a:pt x="490189" y="127562"/>
                  <a:pt x="485915" y="136558"/>
                  <a:pt x="478839" y="144670"/>
                </a:cubicBezTo>
                <a:cubicBezTo>
                  <a:pt x="471762" y="152782"/>
                  <a:pt x="462899" y="156838"/>
                  <a:pt x="452250" y="156838"/>
                </a:cubicBezTo>
                <a:cubicBezTo>
                  <a:pt x="440690" y="156838"/>
                  <a:pt x="430793" y="152216"/>
                  <a:pt x="422561" y="142970"/>
                </a:cubicBezTo>
                <a:cubicBezTo>
                  <a:pt x="414329" y="133722"/>
                  <a:pt x="410212" y="121290"/>
                  <a:pt x="410212" y="105673"/>
                </a:cubicBezTo>
                <a:cubicBezTo>
                  <a:pt x="410212" y="88764"/>
                  <a:pt x="414434" y="75578"/>
                  <a:pt x="422876" y="66116"/>
                </a:cubicBezTo>
                <a:cubicBezTo>
                  <a:pt x="431319" y="56651"/>
                  <a:pt x="441916" y="51919"/>
                  <a:pt x="454667" y="51919"/>
                </a:cubicBezTo>
                <a:cubicBezTo>
                  <a:pt x="465457" y="51919"/>
                  <a:pt x="474320" y="55569"/>
                  <a:pt x="481256" y="62871"/>
                </a:cubicBezTo>
                <a:cubicBezTo>
                  <a:pt x="488192" y="70169"/>
                  <a:pt x="491660" y="79931"/>
                  <a:pt x="491660" y="92156"/>
                </a:cubicBezTo>
                <a:lnTo>
                  <a:pt x="425136" y="92156"/>
                </a:lnTo>
                <a:moveTo>
                  <a:pt x="425136" y="85883"/>
                </a:moveTo>
                <a:lnTo>
                  <a:pt x="469695" y="85883"/>
                </a:lnTo>
                <a:cubicBezTo>
                  <a:pt x="469345" y="79537"/>
                  <a:pt x="468610" y="75066"/>
                  <a:pt x="467489" y="72470"/>
                </a:cubicBezTo>
                <a:cubicBezTo>
                  <a:pt x="465737" y="68432"/>
                  <a:pt x="463127" y="65259"/>
                  <a:pt x="459659" y="62952"/>
                </a:cubicBezTo>
                <a:cubicBezTo>
                  <a:pt x="456191" y="60644"/>
                  <a:pt x="452565" y="59490"/>
                  <a:pt x="448782" y="59490"/>
                </a:cubicBezTo>
                <a:cubicBezTo>
                  <a:pt x="442967" y="59490"/>
                  <a:pt x="437764" y="61816"/>
                  <a:pt x="433175" y="66467"/>
                </a:cubicBezTo>
                <a:cubicBezTo>
                  <a:pt x="428586" y="71118"/>
                  <a:pt x="425906" y="77590"/>
                  <a:pt x="425136" y="85883"/>
                </a:cubicBezTo>
                <a:close/>
                <a:moveTo>
                  <a:pt x="561166" y="95834"/>
                </a:moveTo>
                <a:lnTo>
                  <a:pt x="615499" y="95834"/>
                </a:lnTo>
                <a:lnTo>
                  <a:pt x="615499" y="112167"/>
                </a:lnTo>
                <a:lnTo>
                  <a:pt x="561166" y="112167"/>
                </a:lnTo>
                <a:lnTo>
                  <a:pt x="561166" y="95834"/>
                </a:lnTo>
                <a:close/>
                <a:moveTo>
                  <a:pt x="703218" y="21525"/>
                </a:moveTo>
                <a:lnTo>
                  <a:pt x="737899" y="4110"/>
                </a:lnTo>
                <a:lnTo>
                  <a:pt x="741367" y="4110"/>
                </a:lnTo>
                <a:lnTo>
                  <a:pt x="741367" y="127959"/>
                </a:lnTo>
                <a:cubicBezTo>
                  <a:pt x="741367" y="136179"/>
                  <a:pt x="741700" y="141299"/>
                  <a:pt x="742365" y="143318"/>
                </a:cubicBezTo>
                <a:cubicBezTo>
                  <a:pt x="743031" y="145337"/>
                  <a:pt x="744414" y="146887"/>
                  <a:pt x="746516" y="147969"/>
                </a:cubicBezTo>
                <a:cubicBezTo>
                  <a:pt x="748618" y="149051"/>
                  <a:pt x="752892" y="149664"/>
                  <a:pt x="759338" y="149808"/>
                </a:cubicBezTo>
                <a:lnTo>
                  <a:pt x="759338" y="153810"/>
                </a:lnTo>
                <a:lnTo>
                  <a:pt x="705740" y="153810"/>
                </a:lnTo>
                <a:lnTo>
                  <a:pt x="705740" y="149808"/>
                </a:lnTo>
                <a:cubicBezTo>
                  <a:pt x="712466" y="149664"/>
                  <a:pt x="716810" y="149069"/>
                  <a:pt x="718772" y="148023"/>
                </a:cubicBezTo>
                <a:cubicBezTo>
                  <a:pt x="720733" y="146977"/>
                  <a:pt x="722100" y="145571"/>
                  <a:pt x="722870" y="143805"/>
                </a:cubicBezTo>
                <a:cubicBezTo>
                  <a:pt x="723641" y="142038"/>
                  <a:pt x="724026" y="136756"/>
                  <a:pt x="724026" y="127959"/>
                </a:cubicBezTo>
                <a:lnTo>
                  <a:pt x="724026" y="48782"/>
                </a:lnTo>
                <a:cubicBezTo>
                  <a:pt x="724026" y="38110"/>
                  <a:pt x="723676" y="31260"/>
                  <a:pt x="722975" y="28231"/>
                </a:cubicBezTo>
                <a:cubicBezTo>
                  <a:pt x="722485" y="25923"/>
                  <a:pt x="721592" y="24229"/>
                  <a:pt x="720295" y="23147"/>
                </a:cubicBezTo>
                <a:cubicBezTo>
                  <a:pt x="718999" y="22066"/>
                  <a:pt x="717440" y="21525"/>
                  <a:pt x="715619" y="21525"/>
                </a:cubicBezTo>
                <a:cubicBezTo>
                  <a:pt x="713026" y="21525"/>
                  <a:pt x="709418" y="22642"/>
                  <a:pt x="704794" y="24878"/>
                </a:cubicBezTo>
                <a:lnTo>
                  <a:pt x="703218" y="21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5620177e3493e"/>
          <a:stretch xmlns:a="http://schemas.openxmlformats.org/drawingml/2006/main"/>
        </p:blipFill>
        <p:spPr>
          <a:xfrm xmlns:a="http://schemas.openxmlformats.org/drawingml/2006/main">
            <a:off x="5815936" y="539540"/>
            <a:ext cx="2914241" cy="185099"/>
          </a:xfrm>
          <a:prstGeom xmlns:a="http://schemas.openxmlformats.org/drawingml/2006/main" prst="rect">
            <a:avLst/>
          </a:prstGeom>
        </p:spPr>
      </p:pic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C2805E-0980-4F1B-BA67-A56B93AA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040" y="541190"/>
            <a:ext cx="2909957" cy="182382"/>
          </a:xfrm>
          <a:custGeom xmlns:a="http://schemas.openxmlformats.org/drawingml/2006/main">
            <a:pathLst>
              <a:path w="2909957" h="182382" fill="none">
                <a:moveTo>
                  <a:pt x="0" y="0"/>
                </a:moveTo>
                <a:lnTo>
                  <a:pt x="2909957" y="0"/>
                </a:lnTo>
                <a:lnTo>
                  <a:pt x="2909957" y="182382"/>
                </a:lnTo>
                <a:lnTo>
                  <a:pt x="0" y="18238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A6A6A6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867ED-FF64-4167-94ED-36EC8D23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912" y="500951"/>
            <a:ext cx="10" cy="269123"/>
          </a:xfrm>
          <a:custGeom xmlns:a="http://schemas.openxmlformats.org/drawingml/2006/main">
            <a:pathLst>
              <a:path w="1" h="269123" fill="none">
                <a:moveTo>
                  <a:pt x="0" y="0"/>
                </a:moveTo>
                <a:lnTo>
                  <a:pt x="1" y="269123"/>
                </a:lnTo>
              </a:path>
            </a:pathLst>
          </a:custGeom>
          <a:noFill xmlns:a="http://schemas.openxmlformats.org/drawingml/2006/main"/>
          <a:ln xmlns:a="http://schemas.openxmlformats.org/drawingml/2006/main" w="27294" cap="flat">
            <a:solidFill>
              <a:srgbClr val="0000FF"/>
            </a:solidFill>
            <a:miter/>
          </a:ln>
        </p:spPr>
      </p:sp>
      <p:sp>
        <p:nvSpPr>
          <p:cNvPr id="98" name="Text Threshold">
            <a:extLst xmlns:a="http://schemas.openxmlformats.org/drawingml/2006/main">
              <a:ext uri="{FF2B5EF4-FFF2-40B4-BE49-F238E27FC236}">
                <a16:creationId xmlns:a16="http://schemas.microsoft.com/office/drawing/2014/main" id="{831595CE-0D37-49E8-A654-ED389D3C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195" y="382398"/>
            <a:ext cx="431946" cy="78419"/>
          </a:xfrm>
          <a:custGeom xmlns:a="http://schemas.openxmlformats.org/drawingml/2006/main">
            <a:pathLst>
              <a:path w="431946" h="78419">
                <a:moveTo>
                  <a:pt x="59010" y="3569"/>
                </a:moveTo>
                <a:lnTo>
                  <a:pt x="59798" y="20768"/>
                </a:lnTo>
                <a:lnTo>
                  <a:pt x="57802" y="20768"/>
                </a:lnTo>
                <a:cubicBezTo>
                  <a:pt x="57416" y="17739"/>
                  <a:pt x="56891" y="15576"/>
                  <a:pt x="56225" y="14278"/>
                </a:cubicBezTo>
                <a:cubicBezTo>
                  <a:pt x="55139" y="12187"/>
                  <a:pt x="53694" y="10645"/>
                  <a:pt x="51890" y="9654"/>
                </a:cubicBezTo>
                <a:cubicBezTo>
                  <a:pt x="50086" y="8662"/>
                  <a:pt x="47713" y="8166"/>
                  <a:pt x="44770" y="8166"/>
                </a:cubicBezTo>
                <a:lnTo>
                  <a:pt x="34733" y="8166"/>
                </a:lnTo>
                <a:lnTo>
                  <a:pt x="34733" y="64196"/>
                </a:lnTo>
                <a:cubicBezTo>
                  <a:pt x="34733" y="68702"/>
                  <a:pt x="35206" y="71515"/>
                  <a:pt x="36152" y="72632"/>
                </a:cubicBezTo>
                <a:cubicBezTo>
                  <a:pt x="37483" y="74147"/>
                  <a:pt x="39533" y="74904"/>
                  <a:pt x="42300" y="74904"/>
                </a:cubicBezTo>
                <a:lnTo>
                  <a:pt x="44770" y="74904"/>
                </a:lnTo>
                <a:lnTo>
                  <a:pt x="44770" y="76905"/>
                </a:lnTo>
                <a:lnTo>
                  <a:pt x="14555" y="76905"/>
                </a:lnTo>
                <a:lnTo>
                  <a:pt x="14555" y="74904"/>
                </a:lnTo>
                <a:lnTo>
                  <a:pt x="17078" y="74904"/>
                </a:lnTo>
                <a:cubicBezTo>
                  <a:pt x="20090" y="74904"/>
                  <a:pt x="22227" y="73966"/>
                  <a:pt x="23488" y="72092"/>
                </a:cubicBezTo>
                <a:cubicBezTo>
                  <a:pt x="24259" y="70938"/>
                  <a:pt x="24644" y="68306"/>
                  <a:pt x="24644" y="64196"/>
                </a:cubicBezTo>
                <a:lnTo>
                  <a:pt x="24644" y="8166"/>
                </a:lnTo>
                <a:lnTo>
                  <a:pt x="16079" y="8166"/>
                </a:lnTo>
                <a:cubicBezTo>
                  <a:pt x="12751" y="8166"/>
                  <a:pt x="10387" y="8419"/>
                  <a:pt x="8986" y="8924"/>
                </a:cubicBezTo>
                <a:cubicBezTo>
                  <a:pt x="7164" y="9609"/>
                  <a:pt x="5605" y="10925"/>
                  <a:pt x="4309" y="12872"/>
                </a:cubicBezTo>
                <a:cubicBezTo>
                  <a:pt x="3013" y="14819"/>
                  <a:pt x="2242" y="17451"/>
                  <a:pt x="1997" y="20768"/>
                </a:cubicBezTo>
                <a:lnTo>
                  <a:pt x="0" y="20768"/>
                </a:lnTo>
                <a:lnTo>
                  <a:pt x="841" y="3569"/>
                </a:lnTo>
                <a:lnTo>
                  <a:pt x="59010" y="3569"/>
                </a:lnTo>
                <a:close/>
                <a:moveTo>
                  <a:pt x="79262" y="0"/>
                </a:moveTo>
                <a:lnTo>
                  <a:pt x="79262" y="36289"/>
                </a:lnTo>
                <a:cubicBezTo>
                  <a:pt x="83150" y="31890"/>
                  <a:pt x="86233" y="29069"/>
                  <a:pt x="88510" y="27825"/>
                </a:cubicBezTo>
                <a:cubicBezTo>
                  <a:pt x="90787" y="26581"/>
                  <a:pt x="93064" y="25959"/>
                  <a:pt x="95341" y="25959"/>
                </a:cubicBezTo>
                <a:cubicBezTo>
                  <a:pt x="98074" y="25959"/>
                  <a:pt x="100421" y="26733"/>
                  <a:pt x="102382" y="28280"/>
                </a:cubicBezTo>
                <a:cubicBezTo>
                  <a:pt x="104344" y="29827"/>
                  <a:pt x="105798" y="32255"/>
                  <a:pt x="106744" y="35564"/>
                </a:cubicBezTo>
                <a:cubicBezTo>
                  <a:pt x="107409" y="37867"/>
                  <a:pt x="107742" y="42077"/>
                  <a:pt x="107742" y="48192"/>
                </a:cubicBezTo>
                <a:lnTo>
                  <a:pt x="107742" y="65676"/>
                </a:lnTo>
                <a:cubicBezTo>
                  <a:pt x="107742" y="68806"/>
                  <a:pt x="107987" y="70947"/>
                  <a:pt x="108478" y="72098"/>
                </a:cubicBezTo>
                <a:cubicBezTo>
                  <a:pt x="108828" y="72961"/>
                  <a:pt x="109424" y="73645"/>
                  <a:pt x="110264" y="74148"/>
                </a:cubicBezTo>
                <a:cubicBezTo>
                  <a:pt x="111105" y="74652"/>
                  <a:pt x="112647" y="74904"/>
                  <a:pt x="114889" y="74904"/>
                </a:cubicBezTo>
                <a:lnTo>
                  <a:pt x="114889" y="76905"/>
                </a:lnTo>
                <a:lnTo>
                  <a:pt x="91242" y="76905"/>
                </a:lnTo>
                <a:lnTo>
                  <a:pt x="91242" y="74904"/>
                </a:lnTo>
                <a:lnTo>
                  <a:pt x="92346" y="74904"/>
                </a:lnTo>
                <a:cubicBezTo>
                  <a:pt x="94588" y="74904"/>
                  <a:pt x="96147" y="74552"/>
                  <a:pt x="97023" y="73849"/>
                </a:cubicBezTo>
                <a:cubicBezTo>
                  <a:pt x="97898" y="73146"/>
                  <a:pt x="98511" y="72110"/>
                  <a:pt x="98862" y="70740"/>
                </a:cubicBezTo>
                <a:cubicBezTo>
                  <a:pt x="98967" y="70163"/>
                  <a:pt x="99019" y="68468"/>
                  <a:pt x="99019" y="65656"/>
                </a:cubicBezTo>
                <a:lnTo>
                  <a:pt x="99019" y="48133"/>
                </a:lnTo>
                <a:cubicBezTo>
                  <a:pt x="99019" y="42725"/>
                  <a:pt x="98748" y="39174"/>
                  <a:pt x="98205" y="37479"/>
                </a:cubicBezTo>
                <a:cubicBezTo>
                  <a:pt x="97662" y="35784"/>
                  <a:pt x="96795" y="34513"/>
                  <a:pt x="95604" y="33666"/>
                </a:cubicBezTo>
                <a:cubicBezTo>
                  <a:pt x="94413" y="32819"/>
                  <a:pt x="92976" y="32395"/>
                  <a:pt x="91295" y="32395"/>
                </a:cubicBezTo>
                <a:cubicBezTo>
                  <a:pt x="89578" y="32395"/>
                  <a:pt x="87792" y="32864"/>
                  <a:pt x="85935" y="33801"/>
                </a:cubicBezTo>
                <a:cubicBezTo>
                  <a:pt x="84079" y="34739"/>
                  <a:pt x="81854" y="36632"/>
                  <a:pt x="79262" y="39480"/>
                </a:cubicBezTo>
                <a:lnTo>
                  <a:pt x="79262" y="65656"/>
                </a:lnTo>
                <a:cubicBezTo>
                  <a:pt x="79262" y="69045"/>
                  <a:pt x="79446" y="71154"/>
                  <a:pt x="79813" y="71983"/>
                </a:cubicBezTo>
                <a:cubicBezTo>
                  <a:pt x="80181" y="72813"/>
                  <a:pt x="80864" y="73507"/>
                  <a:pt x="81863" y="74066"/>
                </a:cubicBezTo>
                <a:cubicBezTo>
                  <a:pt x="82861" y="74624"/>
                  <a:pt x="84587" y="74904"/>
                  <a:pt x="87039" y="74904"/>
                </a:cubicBezTo>
                <a:lnTo>
                  <a:pt x="87039" y="76905"/>
                </a:lnTo>
                <a:lnTo>
                  <a:pt x="63182" y="76905"/>
                </a:lnTo>
                <a:lnTo>
                  <a:pt x="63182" y="74904"/>
                </a:lnTo>
                <a:cubicBezTo>
                  <a:pt x="65319" y="74904"/>
                  <a:pt x="67001" y="74561"/>
                  <a:pt x="68227" y="73876"/>
                </a:cubicBezTo>
                <a:cubicBezTo>
                  <a:pt x="68928" y="73517"/>
                  <a:pt x="69488" y="72833"/>
                  <a:pt x="69908" y="71825"/>
                </a:cubicBezTo>
                <a:cubicBezTo>
                  <a:pt x="70329" y="70815"/>
                  <a:pt x="70539" y="68761"/>
                  <a:pt x="70539" y="65663"/>
                </a:cubicBezTo>
                <a:lnTo>
                  <a:pt x="70539" y="20861"/>
                </a:lnTo>
                <a:cubicBezTo>
                  <a:pt x="70539" y="15204"/>
                  <a:pt x="70408" y="11728"/>
                  <a:pt x="70145" y="10431"/>
                </a:cubicBezTo>
                <a:cubicBezTo>
                  <a:pt x="69882" y="9133"/>
                  <a:pt x="69479" y="8250"/>
                  <a:pt x="68936" y="7783"/>
                </a:cubicBezTo>
                <a:cubicBezTo>
                  <a:pt x="68393" y="7314"/>
                  <a:pt x="67666" y="7080"/>
                  <a:pt x="66756" y="7080"/>
                </a:cubicBezTo>
                <a:cubicBezTo>
                  <a:pt x="66020" y="7080"/>
                  <a:pt x="64829" y="7368"/>
                  <a:pt x="63182" y="7945"/>
                </a:cubicBezTo>
                <a:lnTo>
                  <a:pt x="62447" y="6052"/>
                </a:lnTo>
                <a:lnTo>
                  <a:pt x="76845" y="0"/>
                </a:lnTo>
                <a:lnTo>
                  <a:pt x="79262" y="0"/>
                </a:lnTo>
                <a:close/>
                <a:moveTo>
                  <a:pt x="133017" y="25959"/>
                </a:moveTo>
                <a:lnTo>
                  <a:pt x="133017" y="37100"/>
                </a:lnTo>
                <a:cubicBezTo>
                  <a:pt x="137046" y="29673"/>
                  <a:pt x="141179" y="25959"/>
                  <a:pt x="145418" y="25959"/>
                </a:cubicBezTo>
                <a:cubicBezTo>
                  <a:pt x="147345" y="25959"/>
                  <a:pt x="148939" y="26563"/>
                  <a:pt x="150200" y="27771"/>
                </a:cubicBezTo>
                <a:cubicBezTo>
                  <a:pt x="151461" y="28979"/>
                  <a:pt x="152092" y="30376"/>
                  <a:pt x="152092" y="31963"/>
                </a:cubicBezTo>
                <a:cubicBezTo>
                  <a:pt x="152092" y="33369"/>
                  <a:pt x="151636" y="34559"/>
                  <a:pt x="150725" y="35532"/>
                </a:cubicBezTo>
                <a:cubicBezTo>
                  <a:pt x="149815" y="36505"/>
                  <a:pt x="148729" y="36992"/>
                  <a:pt x="147467" y="36992"/>
                </a:cubicBezTo>
                <a:cubicBezTo>
                  <a:pt x="146241" y="36992"/>
                  <a:pt x="144866" y="36370"/>
                  <a:pt x="143343" y="35126"/>
                </a:cubicBezTo>
                <a:cubicBezTo>
                  <a:pt x="141819" y="33883"/>
                  <a:pt x="140689" y="33261"/>
                  <a:pt x="139953" y="33261"/>
                </a:cubicBezTo>
                <a:cubicBezTo>
                  <a:pt x="139323" y="33261"/>
                  <a:pt x="138640" y="33620"/>
                  <a:pt x="137904" y="34339"/>
                </a:cubicBezTo>
                <a:cubicBezTo>
                  <a:pt x="136328" y="35814"/>
                  <a:pt x="134699" y="38241"/>
                  <a:pt x="133017" y="41621"/>
                </a:cubicBezTo>
                <a:lnTo>
                  <a:pt x="133017" y="65303"/>
                </a:lnTo>
                <a:cubicBezTo>
                  <a:pt x="133017" y="68035"/>
                  <a:pt x="133350" y="70102"/>
                  <a:pt x="134015" y="71505"/>
                </a:cubicBezTo>
                <a:cubicBezTo>
                  <a:pt x="134471" y="72476"/>
                  <a:pt x="135277" y="73286"/>
                  <a:pt x="136433" y="73934"/>
                </a:cubicBezTo>
                <a:cubicBezTo>
                  <a:pt x="137589" y="74581"/>
                  <a:pt x="139253" y="74904"/>
                  <a:pt x="141425" y="74904"/>
                </a:cubicBezTo>
                <a:lnTo>
                  <a:pt x="141425" y="76905"/>
                </a:lnTo>
                <a:lnTo>
                  <a:pt x="116780" y="76905"/>
                </a:lnTo>
                <a:lnTo>
                  <a:pt x="116780" y="74904"/>
                </a:lnTo>
                <a:cubicBezTo>
                  <a:pt x="119232" y="74904"/>
                  <a:pt x="121054" y="74508"/>
                  <a:pt x="122245" y="73717"/>
                </a:cubicBezTo>
                <a:cubicBezTo>
                  <a:pt x="123121" y="73142"/>
                  <a:pt x="123734" y="72224"/>
                  <a:pt x="124084" y="70964"/>
                </a:cubicBezTo>
                <a:cubicBezTo>
                  <a:pt x="124259" y="70353"/>
                  <a:pt x="124347" y="68608"/>
                  <a:pt x="124347" y="65730"/>
                </a:cubicBezTo>
                <a:lnTo>
                  <a:pt x="124347" y="46573"/>
                </a:lnTo>
                <a:cubicBezTo>
                  <a:pt x="124347" y="40817"/>
                  <a:pt x="124233" y="37391"/>
                  <a:pt x="124005" y="36294"/>
                </a:cubicBezTo>
                <a:cubicBezTo>
                  <a:pt x="123778" y="35197"/>
                  <a:pt x="123357" y="34396"/>
                  <a:pt x="122744" y="33893"/>
                </a:cubicBezTo>
                <a:cubicBezTo>
                  <a:pt x="122131" y="33389"/>
                  <a:pt x="121369" y="33137"/>
                  <a:pt x="120458" y="33137"/>
                </a:cubicBezTo>
                <a:cubicBezTo>
                  <a:pt x="119372" y="33137"/>
                  <a:pt x="118146" y="33407"/>
                  <a:pt x="116780" y="33947"/>
                </a:cubicBezTo>
                <a:lnTo>
                  <a:pt x="116255" y="32003"/>
                </a:lnTo>
                <a:lnTo>
                  <a:pt x="130810" y="25959"/>
                </a:lnTo>
                <a:lnTo>
                  <a:pt x="133017" y="25959"/>
                </a:lnTo>
                <a:close/>
                <a:moveTo>
                  <a:pt x="162895" y="46078"/>
                </a:moveTo>
                <a:cubicBezTo>
                  <a:pt x="162860" y="53416"/>
                  <a:pt x="164594" y="59172"/>
                  <a:pt x="168097" y="63345"/>
                </a:cubicBezTo>
                <a:cubicBezTo>
                  <a:pt x="171600" y="67518"/>
                  <a:pt x="175717" y="69604"/>
                  <a:pt x="180446" y="69604"/>
                </a:cubicBezTo>
                <a:cubicBezTo>
                  <a:pt x="183599" y="69604"/>
                  <a:pt x="186340" y="68711"/>
                  <a:pt x="188669" y="66927"/>
                </a:cubicBezTo>
                <a:cubicBezTo>
                  <a:pt x="190999" y="65142"/>
                  <a:pt x="192952" y="62086"/>
                  <a:pt x="194528" y="57760"/>
                </a:cubicBezTo>
                <a:lnTo>
                  <a:pt x="196157" y="58841"/>
                </a:lnTo>
                <a:cubicBezTo>
                  <a:pt x="195422" y="63781"/>
                  <a:pt x="193285" y="68279"/>
                  <a:pt x="189747" y="72335"/>
                </a:cubicBezTo>
                <a:cubicBezTo>
                  <a:pt x="186209" y="76391"/>
                  <a:pt x="181777" y="78419"/>
                  <a:pt x="176452" y="78419"/>
                </a:cubicBezTo>
                <a:cubicBezTo>
                  <a:pt x="170672" y="78419"/>
                  <a:pt x="165724" y="76108"/>
                  <a:pt x="161608" y="71485"/>
                </a:cubicBezTo>
                <a:cubicBezTo>
                  <a:pt x="157492" y="66861"/>
                  <a:pt x="155434" y="60645"/>
                  <a:pt x="155434" y="52837"/>
                </a:cubicBezTo>
                <a:cubicBezTo>
                  <a:pt x="155434" y="44382"/>
                  <a:pt x="157544" y="37789"/>
                  <a:pt x="161765" y="33058"/>
                </a:cubicBezTo>
                <a:cubicBezTo>
                  <a:pt x="165987" y="28326"/>
                  <a:pt x="171285" y="25959"/>
                  <a:pt x="177661" y="25959"/>
                </a:cubicBezTo>
                <a:cubicBezTo>
                  <a:pt x="183056" y="25959"/>
                  <a:pt x="187487" y="27785"/>
                  <a:pt x="190955" y="31435"/>
                </a:cubicBezTo>
                <a:cubicBezTo>
                  <a:pt x="194423" y="35085"/>
                  <a:pt x="196157" y="39966"/>
                  <a:pt x="196157" y="46078"/>
                </a:cubicBezTo>
                <a:lnTo>
                  <a:pt x="162895" y="46078"/>
                </a:lnTo>
                <a:moveTo>
                  <a:pt x="162895" y="42941"/>
                </a:moveTo>
                <a:lnTo>
                  <a:pt x="185175" y="42941"/>
                </a:lnTo>
                <a:cubicBezTo>
                  <a:pt x="185000" y="39768"/>
                  <a:pt x="184632" y="37533"/>
                  <a:pt x="184072" y="36235"/>
                </a:cubicBezTo>
                <a:cubicBezTo>
                  <a:pt x="183196" y="34216"/>
                  <a:pt x="181891" y="32630"/>
                  <a:pt x="180157" y="31476"/>
                </a:cubicBezTo>
                <a:cubicBezTo>
                  <a:pt x="178423" y="30322"/>
                  <a:pt x="176610" y="29745"/>
                  <a:pt x="174718" y="29745"/>
                </a:cubicBezTo>
                <a:cubicBezTo>
                  <a:pt x="171811" y="29745"/>
                  <a:pt x="169210" y="30908"/>
                  <a:pt x="166915" y="33234"/>
                </a:cubicBezTo>
                <a:cubicBezTo>
                  <a:pt x="164621" y="35559"/>
                  <a:pt x="163281" y="38795"/>
                  <a:pt x="162895" y="42941"/>
                </a:cubicBezTo>
                <a:close/>
                <a:moveTo>
                  <a:pt x="232993" y="25959"/>
                </a:moveTo>
                <a:lnTo>
                  <a:pt x="232993" y="42725"/>
                </a:lnTo>
                <a:lnTo>
                  <a:pt x="231259" y="42725"/>
                </a:lnTo>
                <a:cubicBezTo>
                  <a:pt x="229928" y="37467"/>
                  <a:pt x="228220" y="33890"/>
                  <a:pt x="226136" y="31995"/>
                </a:cubicBezTo>
                <a:cubicBezTo>
                  <a:pt x="224051" y="30098"/>
                  <a:pt x="221398" y="29150"/>
                  <a:pt x="218175" y="29150"/>
                </a:cubicBezTo>
                <a:cubicBezTo>
                  <a:pt x="215723" y="29150"/>
                  <a:pt x="213743" y="29817"/>
                  <a:pt x="212237" y="31150"/>
                </a:cubicBezTo>
                <a:cubicBezTo>
                  <a:pt x="210731" y="32481"/>
                  <a:pt x="209977" y="33958"/>
                  <a:pt x="209977" y="35579"/>
                </a:cubicBezTo>
                <a:cubicBezTo>
                  <a:pt x="209977" y="37596"/>
                  <a:pt x="210538" y="39325"/>
                  <a:pt x="211659" y="40764"/>
                </a:cubicBezTo>
                <a:cubicBezTo>
                  <a:pt x="212745" y="42242"/>
                  <a:pt x="214952" y="43808"/>
                  <a:pt x="218280" y="45465"/>
                </a:cubicBezTo>
                <a:lnTo>
                  <a:pt x="225952" y="49301"/>
                </a:lnTo>
                <a:cubicBezTo>
                  <a:pt x="233063" y="52866"/>
                  <a:pt x="236619" y="57566"/>
                  <a:pt x="236619" y="63401"/>
                </a:cubicBezTo>
                <a:cubicBezTo>
                  <a:pt x="236619" y="67902"/>
                  <a:pt x="234963" y="71531"/>
                  <a:pt x="231653" y="74287"/>
                </a:cubicBezTo>
                <a:cubicBezTo>
                  <a:pt x="228343" y="77042"/>
                  <a:pt x="224638" y="78419"/>
                  <a:pt x="220539" y="78419"/>
                </a:cubicBezTo>
                <a:cubicBezTo>
                  <a:pt x="217597" y="78419"/>
                  <a:pt x="214234" y="77878"/>
                  <a:pt x="210450" y="76797"/>
                </a:cubicBezTo>
                <a:cubicBezTo>
                  <a:pt x="209294" y="76436"/>
                  <a:pt x="208348" y="76256"/>
                  <a:pt x="207613" y="76256"/>
                </a:cubicBezTo>
                <a:cubicBezTo>
                  <a:pt x="206807" y="76256"/>
                  <a:pt x="206176" y="76725"/>
                  <a:pt x="205721" y="77662"/>
                </a:cubicBezTo>
                <a:lnTo>
                  <a:pt x="203987" y="77662"/>
                </a:lnTo>
                <a:lnTo>
                  <a:pt x="203987" y="59923"/>
                </a:lnTo>
                <a:lnTo>
                  <a:pt x="205721" y="59923"/>
                </a:lnTo>
                <a:cubicBezTo>
                  <a:pt x="206702" y="64989"/>
                  <a:pt x="208576" y="68806"/>
                  <a:pt x="211344" y="71375"/>
                </a:cubicBezTo>
                <a:cubicBezTo>
                  <a:pt x="214111" y="73944"/>
                  <a:pt x="217211" y="75228"/>
                  <a:pt x="220644" y="75228"/>
                </a:cubicBezTo>
                <a:cubicBezTo>
                  <a:pt x="223062" y="75228"/>
                  <a:pt x="225032" y="74499"/>
                  <a:pt x="226556" y="73041"/>
                </a:cubicBezTo>
                <a:cubicBezTo>
                  <a:pt x="228080" y="71582"/>
                  <a:pt x="228842" y="69826"/>
                  <a:pt x="228842" y="67773"/>
                </a:cubicBezTo>
                <a:cubicBezTo>
                  <a:pt x="228842" y="65288"/>
                  <a:pt x="227992" y="63199"/>
                  <a:pt x="226293" y="61507"/>
                </a:cubicBezTo>
                <a:cubicBezTo>
                  <a:pt x="224594" y="59814"/>
                  <a:pt x="221205" y="57672"/>
                  <a:pt x="216125" y="55079"/>
                </a:cubicBezTo>
                <a:cubicBezTo>
                  <a:pt x="211046" y="52486"/>
                  <a:pt x="207718" y="50144"/>
                  <a:pt x="206141" y="48055"/>
                </a:cubicBezTo>
                <a:cubicBezTo>
                  <a:pt x="204565" y="46003"/>
                  <a:pt x="203777" y="43409"/>
                  <a:pt x="203777" y="40276"/>
                </a:cubicBezTo>
                <a:cubicBezTo>
                  <a:pt x="203777" y="36206"/>
                  <a:pt x="205134" y="32803"/>
                  <a:pt x="207849" y="30066"/>
                </a:cubicBezTo>
                <a:cubicBezTo>
                  <a:pt x="210564" y="27328"/>
                  <a:pt x="214076" y="25959"/>
                  <a:pt x="218385" y="25959"/>
                </a:cubicBezTo>
                <a:cubicBezTo>
                  <a:pt x="220277" y="25959"/>
                  <a:pt x="222571" y="26374"/>
                  <a:pt x="225269" y="27203"/>
                </a:cubicBezTo>
                <a:cubicBezTo>
                  <a:pt x="227055" y="27744"/>
                  <a:pt x="228246" y="28015"/>
                  <a:pt x="228842" y="28015"/>
                </a:cubicBezTo>
                <a:cubicBezTo>
                  <a:pt x="229402" y="28015"/>
                  <a:pt x="229840" y="27888"/>
                  <a:pt x="230155" y="27636"/>
                </a:cubicBezTo>
                <a:cubicBezTo>
                  <a:pt x="230471" y="27384"/>
                  <a:pt x="230838" y="26825"/>
                  <a:pt x="231259" y="25959"/>
                </a:cubicBezTo>
                <a:lnTo>
                  <a:pt x="232993" y="25959"/>
                </a:lnTo>
                <a:close/>
                <a:moveTo>
                  <a:pt x="258614" y="0"/>
                </a:moveTo>
                <a:lnTo>
                  <a:pt x="258614" y="36289"/>
                </a:lnTo>
                <a:cubicBezTo>
                  <a:pt x="262503" y="31890"/>
                  <a:pt x="265586" y="29069"/>
                  <a:pt x="267863" y="27825"/>
                </a:cubicBezTo>
                <a:cubicBezTo>
                  <a:pt x="270140" y="26581"/>
                  <a:pt x="272417" y="25959"/>
                  <a:pt x="274694" y="25959"/>
                </a:cubicBezTo>
                <a:cubicBezTo>
                  <a:pt x="277426" y="25959"/>
                  <a:pt x="279773" y="26733"/>
                  <a:pt x="281735" y="28280"/>
                </a:cubicBezTo>
                <a:cubicBezTo>
                  <a:pt x="283697" y="29827"/>
                  <a:pt x="285151" y="32255"/>
                  <a:pt x="286096" y="35564"/>
                </a:cubicBezTo>
                <a:cubicBezTo>
                  <a:pt x="286762" y="37867"/>
                  <a:pt x="287095" y="42077"/>
                  <a:pt x="287095" y="48192"/>
                </a:cubicBezTo>
                <a:lnTo>
                  <a:pt x="287095" y="65676"/>
                </a:lnTo>
                <a:cubicBezTo>
                  <a:pt x="287095" y="68806"/>
                  <a:pt x="287340" y="70947"/>
                  <a:pt x="287831" y="72098"/>
                </a:cubicBezTo>
                <a:cubicBezTo>
                  <a:pt x="288181" y="72961"/>
                  <a:pt x="288776" y="73645"/>
                  <a:pt x="289617" y="74148"/>
                </a:cubicBezTo>
                <a:cubicBezTo>
                  <a:pt x="290458" y="74652"/>
                  <a:pt x="291999" y="74904"/>
                  <a:pt x="294241" y="74904"/>
                </a:cubicBezTo>
                <a:lnTo>
                  <a:pt x="294241" y="76905"/>
                </a:lnTo>
                <a:lnTo>
                  <a:pt x="270595" y="76905"/>
                </a:lnTo>
                <a:lnTo>
                  <a:pt x="270595" y="74904"/>
                </a:lnTo>
                <a:lnTo>
                  <a:pt x="271699" y="74904"/>
                </a:lnTo>
                <a:cubicBezTo>
                  <a:pt x="273941" y="74904"/>
                  <a:pt x="275500" y="74552"/>
                  <a:pt x="276375" y="73849"/>
                </a:cubicBezTo>
                <a:cubicBezTo>
                  <a:pt x="277251" y="73146"/>
                  <a:pt x="277864" y="72110"/>
                  <a:pt x="278214" y="70740"/>
                </a:cubicBezTo>
                <a:cubicBezTo>
                  <a:pt x="278320" y="70163"/>
                  <a:pt x="278372" y="68468"/>
                  <a:pt x="278372" y="65656"/>
                </a:cubicBezTo>
                <a:lnTo>
                  <a:pt x="278372" y="48133"/>
                </a:lnTo>
                <a:cubicBezTo>
                  <a:pt x="278372" y="42725"/>
                  <a:pt x="278101" y="39174"/>
                  <a:pt x="277558" y="37479"/>
                </a:cubicBezTo>
                <a:cubicBezTo>
                  <a:pt x="277015" y="35784"/>
                  <a:pt x="276148" y="34513"/>
                  <a:pt x="274957" y="33666"/>
                </a:cubicBezTo>
                <a:cubicBezTo>
                  <a:pt x="273765" y="32819"/>
                  <a:pt x="272329" y="32395"/>
                  <a:pt x="270648" y="32395"/>
                </a:cubicBezTo>
                <a:cubicBezTo>
                  <a:pt x="268931" y="32395"/>
                  <a:pt x="267145" y="32864"/>
                  <a:pt x="265288" y="33801"/>
                </a:cubicBezTo>
                <a:cubicBezTo>
                  <a:pt x="263431" y="34739"/>
                  <a:pt x="261207" y="36632"/>
                  <a:pt x="258614" y="39480"/>
                </a:cubicBezTo>
                <a:lnTo>
                  <a:pt x="258614" y="65656"/>
                </a:lnTo>
                <a:cubicBezTo>
                  <a:pt x="258614" y="69045"/>
                  <a:pt x="258798" y="71154"/>
                  <a:pt x="259166" y="71983"/>
                </a:cubicBezTo>
                <a:cubicBezTo>
                  <a:pt x="259534" y="72813"/>
                  <a:pt x="260217" y="73507"/>
                  <a:pt x="261216" y="74066"/>
                </a:cubicBezTo>
                <a:cubicBezTo>
                  <a:pt x="262214" y="74624"/>
                  <a:pt x="263939" y="74904"/>
                  <a:pt x="266391" y="74904"/>
                </a:cubicBezTo>
                <a:lnTo>
                  <a:pt x="266391" y="76905"/>
                </a:lnTo>
                <a:lnTo>
                  <a:pt x="242535" y="76905"/>
                </a:lnTo>
                <a:lnTo>
                  <a:pt x="242535" y="74904"/>
                </a:lnTo>
                <a:cubicBezTo>
                  <a:pt x="244672" y="74904"/>
                  <a:pt x="246354" y="74561"/>
                  <a:pt x="247580" y="73876"/>
                </a:cubicBezTo>
                <a:cubicBezTo>
                  <a:pt x="248280" y="73517"/>
                  <a:pt x="248841" y="72833"/>
                  <a:pt x="249261" y="71825"/>
                </a:cubicBezTo>
                <a:cubicBezTo>
                  <a:pt x="249681" y="70815"/>
                  <a:pt x="249892" y="68761"/>
                  <a:pt x="249892" y="65663"/>
                </a:cubicBezTo>
                <a:lnTo>
                  <a:pt x="249892" y="20861"/>
                </a:lnTo>
                <a:cubicBezTo>
                  <a:pt x="249892" y="15204"/>
                  <a:pt x="249760" y="11728"/>
                  <a:pt x="249498" y="10431"/>
                </a:cubicBezTo>
                <a:cubicBezTo>
                  <a:pt x="249235" y="9133"/>
                  <a:pt x="248832" y="8250"/>
                  <a:pt x="248289" y="7783"/>
                </a:cubicBezTo>
                <a:cubicBezTo>
                  <a:pt x="247746" y="7314"/>
                  <a:pt x="247019" y="7080"/>
                  <a:pt x="246108" y="7080"/>
                </a:cubicBezTo>
                <a:cubicBezTo>
                  <a:pt x="245373" y="7080"/>
                  <a:pt x="244182" y="7368"/>
                  <a:pt x="242535" y="7945"/>
                </a:cubicBezTo>
                <a:lnTo>
                  <a:pt x="241799" y="6052"/>
                </a:lnTo>
                <a:lnTo>
                  <a:pt x="256197" y="0"/>
                </a:lnTo>
                <a:lnTo>
                  <a:pt x="258614" y="0"/>
                </a:lnTo>
                <a:close/>
                <a:moveTo>
                  <a:pt x="321829" y="25959"/>
                </a:moveTo>
                <a:cubicBezTo>
                  <a:pt x="329115" y="25959"/>
                  <a:pt x="334965" y="28805"/>
                  <a:pt x="339379" y="34496"/>
                </a:cubicBezTo>
                <a:cubicBezTo>
                  <a:pt x="343127" y="39358"/>
                  <a:pt x="345002" y="44941"/>
                  <a:pt x="345002" y="51245"/>
                </a:cubicBezTo>
                <a:cubicBezTo>
                  <a:pt x="345002" y="55675"/>
                  <a:pt x="343968" y="60159"/>
                  <a:pt x="341901" y="64698"/>
                </a:cubicBezTo>
                <a:cubicBezTo>
                  <a:pt x="339835" y="69235"/>
                  <a:pt x="336988" y="72656"/>
                  <a:pt x="333363" y="74961"/>
                </a:cubicBezTo>
                <a:cubicBezTo>
                  <a:pt x="329737" y="77267"/>
                  <a:pt x="325699" y="78419"/>
                  <a:pt x="321250" y="78419"/>
                </a:cubicBezTo>
                <a:cubicBezTo>
                  <a:pt x="313999" y="78419"/>
                  <a:pt x="308236" y="75448"/>
                  <a:pt x="303963" y="69504"/>
                </a:cubicBezTo>
                <a:cubicBezTo>
                  <a:pt x="300354" y="64498"/>
                  <a:pt x="298550" y="58880"/>
                  <a:pt x="298550" y="52649"/>
                </a:cubicBezTo>
                <a:cubicBezTo>
                  <a:pt x="298550" y="48111"/>
                  <a:pt x="299645" y="43599"/>
                  <a:pt x="301834" y="39115"/>
                </a:cubicBezTo>
                <a:cubicBezTo>
                  <a:pt x="304024" y="34631"/>
                  <a:pt x="306905" y="31317"/>
                  <a:pt x="310478" y="29174"/>
                </a:cubicBezTo>
                <a:cubicBezTo>
                  <a:pt x="314052" y="27031"/>
                  <a:pt x="317835" y="25959"/>
                  <a:pt x="321829" y="25959"/>
                </a:cubicBezTo>
                <a:moveTo>
                  <a:pt x="320200" y="29529"/>
                </a:moveTo>
                <a:cubicBezTo>
                  <a:pt x="318343" y="29529"/>
                  <a:pt x="316477" y="30096"/>
                  <a:pt x="314603" y="31231"/>
                </a:cubicBezTo>
                <a:cubicBezTo>
                  <a:pt x="312729" y="32365"/>
                  <a:pt x="311214" y="34355"/>
                  <a:pt x="310058" y="37200"/>
                </a:cubicBezTo>
                <a:cubicBezTo>
                  <a:pt x="308902" y="40045"/>
                  <a:pt x="308324" y="43700"/>
                  <a:pt x="308324" y="48165"/>
                </a:cubicBezTo>
                <a:cubicBezTo>
                  <a:pt x="308324" y="55367"/>
                  <a:pt x="309716" y="61579"/>
                  <a:pt x="312501" y="66802"/>
                </a:cubicBezTo>
                <a:cubicBezTo>
                  <a:pt x="315286" y="72023"/>
                  <a:pt x="318956" y="74633"/>
                  <a:pt x="323510" y="74633"/>
                </a:cubicBezTo>
                <a:cubicBezTo>
                  <a:pt x="326908" y="74633"/>
                  <a:pt x="329711" y="73193"/>
                  <a:pt x="331917" y="70312"/>
                </a:cubicBezTo>
                <a:cubicBezTo>
                  <a:pt x="334124" y="67431"/>
                  <a:pt x="335228" y="62480"/>
                  <a:pt x="335228" y="55458"/>
                </a:cubicBezTo>
                <a:cubicBezTo>
                  <a:pt x="335228" y="46671"/>
                  <a:pt x="333389" y="39756"/>
                  <a:pt x="329711" y="34714"/>
                </a:cubicBezTo>
                <a:cubicBezTo>
                  <a:pt x="327223" y="31257"/>
                  <a:pt x="324053" y="29529"/>
                  <a:pt x="320200" y="29529"/>
                </a:cubicBezTo>
                <a:close/>
                <a:moveTo>
                  <a:pt x="368648" y="0"/>
                </a:moveTo>
                <a:lnTo>
                  <a:pt x="368648" y="65663"/>
                </a:lnTo>
                <a:cubicBezTo>
                  <a:pt x="368648" y="68761"/>
                  <a:pt x="368867" y="70815"/>
                  <a:pt x="369304" y="71825"/>
                </a:cubicBezTo>
                <a:cubicBezTo>
                  <a:pt x="369742" y="72833"/>
                  <a:pt x="370417" y="73599"/>
                  <a:pt x="371328" y="74121"/>
                </a:cubicBezTo>
                <a:cubicBezTo>
                  <a:pt x="372238" y="74643"/>
                  <a:pt x="373937" y="74904"/>
                  <a:pt x="376425" y="74904"/>
                </a:cubicBezTo>
                <a:lnTo>
                  <a:pt x="376425" y="76905"/>
                </a:lnTo>
                <a:lnTo>
                  <a:pt x="352831" y="76905"/>
                </a:lnTo>
                <a:lnTo>
                  <a:pt x="352831" y="74904"/>
                </a:lnTo>
                <a:cubicBezTo>
                  <a:pt x="355038" y="74904"/>
                  <a:pt x="356544" y="74670"/>
                  <a:pt x="357350" y="74202"/>
                </a:cubicBezTo>
                <a:cubicBezTo>
                  <a:pt x="358156" y="73734"/>
                  <a:pt x="358786" y="72959"/>
                  <a:pt x="359242" y="71879"/>
                </a:cubicBezTo>
                <a:cubicBezTo>
                  <a:pt x="359697" y="70797"/>
                  <a:pt x="359925" y="68725"/>
                  <a:pt x="359925" y="65663"/>
                </a:cubicBezTo>
                <a:lnTo>
                  <a:pt x="359925" y="20698"/>
                </a:lnTo>
                <a:cubicBezTo>
                  <a:pt x="359925" y="15114"/>
                  <a:pt x="359802" y="11683"/>
                  <a:pt x="359557" y="10404"/>
                </a:cubicBezTo>
                <a:cubicBezTo>
                  <a:pt x="359312" y="9124"/>
                  <a:pt x="358918" y="8250"/>
                  <a:pt x="358375" y="7783"/>
                </a:cubicBezTo>
                <a:cubicBezTo>
                  <a:pt x="357832" y="7314"/>
                  <a:pt x="357140" y="7080"/>
                  <a:pt x="356299" y="7080"/>
                </a:cubicBezTo>
                <a:cubicBezTo>
                  <a:pt x="355388" y="7080"/>
                  <a:pt x="354232" y="7368"/>
                  <a:pt x="352831" y="7945"/>
                </a:cubicBezTo>
                <a:lnTo>
                  <a:pt x="351938" y="6052"/>
                </a:lnTo>
                <a:lnTo>
                  <a:pt x="366283" y="0"/>
                </a:lnTo>
                <a:lnTo>
                  <a:pt x="368648" y="0"/>
                </a:lnTo>
                <a:close/>
                <a:moveTo>
                  <a:pt x="415236" y="71334"/>
                </a:moveTo>
                <a:cubicBezTo>
                  <a:pt x="412889" y="73858"/>
                  <a:pt x="410594" y="75670"/>
                  <a:pt x="408352" y="76770"/>
                </a:cubicBezTo>
                <a:cubicBezTo>
                  <a:pt x="406110" y="77869"/>
                  <a:pt x="403693" y="78419"/>
                  <a:pt x="401101" y="78419"/>
                </a:cubicBezTo>
                <a:cubicBezTo>
                  <a:pt x="395846" y="78419"/>
                  <a:pt x="391257" y="76162"/>
                  <a:pt x="387333" y="71647"/>
                </a:cubicBezTo>
                <a:cubicBezTo>
                  <a:pt x="383410" y="67131"/>
                  <a:pt x="381448" y="61329"/>
                  <a:pt x="381448" y="54239"/>
                </a:cubicBezTo>
                <a:cubicBezTo>
                  <a:pt x="381448" y="47151"/>
                  <a:pt x="383620" y="40666"/>
                  <a:pt x="387964" y="34783"/>
                </a:cubicBezTo>
                <a:cubicBezTo>
                  <a:pt x="392308" y="28901"/>
                  <a:pt x="397895" y="25959"/>
                  <a:pt x="404726" y="25959"/>
                </a:cubicBezTo>
                <a:cubicBezTo>
                  <a:pt x="408965" y="25959"/>
                  <a:pt x="412468" y="27348"/>
                  <a:pt x="415236" y="30124"/>
                </a:cubicBezTo>
                <a:lnTo>
                  <a:pt x="415236" y="20964"/>
                </a:lnTo>
                <a:cubicBezTo>
                  <a:pt x="415236" y="15279"/>
                  <a:pt x="415104" y="11785"/>
                  <a:pt x="414842" y="10482"/>
                </a:cubicBezTo>
                <a:cubicBezTo>
                  <a:pt x="414579" y="9178"/>
                  <a:pt x="414167" y="8291"/>
                  <a:pt x="413607" y="7822"/>
                </a:cubicBezTo>
                <a:cubicBezTo>
                  <a:pt x="413046" y="7351"/>
                  <a:pt x="412346" y="7115"/>
                  <a:pt x="411505" y="7115"/>
                </a:cubicBezTo>
                <a:cubicBezTo>
                  <a:pt x="410594" y="7115"/>
                  <a:pt x="409385" y="7405"/>
                  <a:pt x="407879" y="7984"/>
                </a:cubicBezTo>
                <a:lnTo>
                  <a:pt x="407196" y="6083"/>
                </a:lnTo>
                <a:lnTo>
                  <a:pt x="421541" y="0"/>
                </a:lnTo>
                <a:lnTo>
                  <a:pt x="423906" y="0"/>
                </a:lnTo>
                <a:lnTo>
                  <a:pt x="423906" y="57273"/>
                </a:lnTo>
                <a:cubicBezTo>
                  <a:pt x="423906" y="63078"/>
                  <a:pt x="424037" y="66620"/>
                  <a:pt x="424300" y="67900"/>
                </a:cubicBezTo>
                <a:cubicBezTo>
                  <a:pt x="424563" y="69180"/>
                  <a:pt x="424983" y="70073"/>
                  <a:pt x="425561" y="70577"/>
                </a:cubicBezTo>
                <a:cubicBezTo>
                  <a:pt x="426139" y="71082"/>
                  <a:pt x="426814" y="71334"/>
                  <a:pt x="427584" y="71334"/>
                </a:cubicBezTo>
                <a:cubicBezTo>
                  <a:pt x="428530" y="71334"/>
                  <a:pt x="429791" y="71028"/>
                  <a:pt x="431368" y="70415"/>
                </a:cubicBezTo>
                <a:lnTo>
                  <a:pt x="431946" y="72308"/>
                </a:lnTo>
                <a:lnTo>
                  <a:pt x="417653" y="78419"/>
                </a:lnTo>
                <a:lnTo>
                  <a:pt x="415236" y="78419"/>
                </a:lnTo>
                <a:lnTo>
                  <a:pt x="415236" y="71334"/>
                </a:lnTo>
                <a:moveTo>
                  <a:pt x="415236" y="67561"/>
                </a:moveTo>
                <a:lnTo>
                  <a:pt x="415236" y="42098"/>
                </a:lnTo>
                <a:cubicBezTo>
                  <a:pt x="415026" y="39652"/>
                  <a:pt x="414395" y="37422"/>
                  <a:pt x="413344" y="35409"/>
                </a:cubicBezTo>
                <a:cubicBezTo>
                  <a:pt x="412293" y="33394"/>
                  <a:pt x="410901" y="31875"/>
                  <a:pt x="409167" y="30851"/>
                </a:cubicBezTo>
                <a:cubicBezTo>
                  <a:pt x="407432" y="29825"/>
                  <a:pt x="405742" y="29313"/>
                  <a:pt x="404096" y="29313"/>
                </a:cubicBezTo>
                <a:cubicBezTo>
                  <a:pt x="401013" y="29313"/>
                  <a:pt x="398263" y="30733"/>
                  <a:pt x="395846" y="33575"/>
                </a:cubicBezTo>
                <a:cubicBezTo>
                  <a:pt x="392658" y="37314"/>
                  <a:pt x="391064" y="42781"/>
                  <a:pt x="391064" y="49974"/>
                </a:cubicBezTo>
                <a:cubicBezTo>
                  <a:pt x="391064" y="57239"/>
                  <a:pt x="392606" y="62805"/>
                  <a:pt x="395688" y="66672"/>
                </a:cubicBezTo>
                <a:cubicBezTo>
                  <a:pt x="398771" y="70537"/>
                  <a:pt x="402204" y="72470"/>
                  <a:pt x="405987" y="72470"/>
                </a:cubicBezTo>
                <a:cubicBezTo>
                  <a:pt x="409175" y="72470"/>
                  <a:pt x="412258" y="70834"/>
                  <a:pt x="415236" y="67561"/>
                </a:cubicBezTo>
                <a:close/>
              </a:path>
            </a:pathLst>
          </a:custGeom>
          <a:solidFill xmlns:a="http://schemas.openxmlformats.org/drawingml/2006/main">
            <a:srgbClr val="000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InitialRankingofCodeCommits">
            <a:extLst xmlns:a="http://schemas.openxmlformats.org/drawingml/2006/main">
              <a:ext uri="{FF2B5EF4-FFF2-40B4-BE49-F238E27FC236}">
                <a16:creationId xmlns:a16="http://schemas.microsoft.com/office/drawing/2014/main" id="{B3D0CD73-3853-44EC-81A3-D6E35411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427" y="188882"/>
            <a:ext cx="2151656" cy="151214"/>
          </a:xfrm>
          <a:custGeom xmlns:a="http://schemas.openxmlformats.org/drawingml/2006/main">
            <a:pathLst>
              <a:path w="2151656" h="151214">
                <a:moveTo>
                  <a:pt x="45795" y="112356"/>
                </a:moveTo>
                <a:lnTo>
                  <a:pt x="45795" y="115357"/>
                </a:lnTo>
                <a:lnTo>
                  <a:pt x="0" y="115357"/>
                </a:lnTo>
                <a:lnTo>
                  <a:pt x="0" y="112356"/>
                </a:lnTo>
                <a:lnTo>
                  <a:pt x="3783" y="112356"/>
                </a:lnTo>
                <a:cubicBezTo>
                  <a:pt x="8197" y="112356"/>
                  <a:pt x="11403" y="111031"/>
                  <a:pt x="13399" y="108381"/>
                </a:cubicBezTo>
                <a:cubicBezTo>
                  <a:pt x="14661" y="106650"/>
                  <a:pt x="15291" y="102486"/>
                  <a:pt x="15291" y="95888"/>
                </a:cubicBezTo>
                <a:lnTo>
                  <a:pt x="15291" y="24824"/>
                </a:lnTo>
                <a:cubicBezTo>
                  <a:pt x="15291" y="19253"/>
                  <a:pt x="14950" y="15576"/>
                  <a:pt x="14266" y="13791"/>
                </a:cubicBezTo>
                <a:cubicBezTo>
                  <a:pt x="13741" y="12439"/>
                  <a:pt x="12664" y="11276"/>
                  <a:pt x="11035" y="10303"/>
                </a:cubicBezTo>
                <a:cubicBezTo>
                  <a:pt x="8723" y="9005"/>
                  <a:pt x="6306" y="8356"/>
                  <a:pt x="3783" y="8356"/>
                </a:cubicBezTo>
                <a:lnTo>
                  <a:pt x="0" y="8356"/>
                </a:lnTo>
                <a:lnTo>
                  <a:pt x="0" y="5354"/>
                </a:lnTo>
                <a:lnTo>
                  <a:pt x="45795" y="5354"/>
                </a:lnTo>
                <a:lnTo>
                  <a:pt x="45795" y="8356"/>
                </a:lnTo>
                <a:lnTo>
                  <a:pt x="41932" y="8356"/>
                </a:lnTo>
                <a:cubicBezTo>
                  <a:pt x="37571" y="8356"/>
                  <a:pt x="34392" y="9681"/>
                  <a:pt x="32395" y="12331"/>
                </a:cubicBezTo>
                <a:cubicBezTo>
                  <a:pt x="31081" y="14061"/>
                  <a:pt x="30425" y="18226"/>
                  <a:pt x="30425" y="24824"/>
                </a:cubicBezTo>
                <a:lnTo>
                  <a:pt x="30425" y="95888"/>
                </a:lnTo>
                <a:cubicBezTo>
                  <a:pt x="30425" y="101458"/>
                  <a:pt x="30766" y="105136"/>
                  <a:pt x="31449" y="106921"/>
                </a:cubicBezTo>
                <a:cubicBezTo>
                  <a:pt x="31975" y="108273"/>
                  <a:pt x="33078" y="109435"/>
                  <a:pt x="34760" y="110409"/>
                </a:cubicBezTo>
                <a:cubicBezTo>
                  <a:pt x="37019" y="111707"/>
                  <a:pt x="39410" y="112356"/>
                  <a:pt x="41932" y="112356"/>
                </a:cubicBezTo>
                <a:lnTo>
                  <a:pt x="45795" y="112356"/>
                </a:lnTo>
                <a:close/>
                <a:moveTo>
                  <a:pt x="75872" y="54677"/>
                </a:moveTo>
                <a:cubicBezTo>
                  <a:pt x="84332" y="44185"/>
                  <a:pt x="92398" y="38939"/>
                  <a:pt x="100070" y="38939"/>
                </a:cubicBezTo>
                <a:cubicBezTo>
                  <a:pt x="104011" y="38939"/>
                  <a:pt x="107400" y="39952"/>
                  <a:pt x="110238" y="41976"/>
                </a:cubicBezTo>
                <a:cubicBezTo>
                  <a:pt x="113075" y="43999"/>
                  <a:pt x="115335" y="47331"/>
                  <a:pt x="117016" y="51972"/>
                </a:cubicBezTo>
                <a:cubicBezTo>
                  <a:pt x="118172" y="55209"/>
                  <a:pt x="118750" y="60173"/>
                  <a:pt x="118750" y="66866"/>
                </a:cubicBezTo>
                <a:lnTo>
                  <a:pt x="118750" y="98514"/>
                </a:lnTo>
                <a:cubicBezTo>
                  <a:pt x="118750" y="103209"/>
                  <a:pt x="119118" y="106393"/>
                  <a:pt x="119854" y="108066"/>
                </a:cubicBezTo>
                <a:cubicBezTo>
                  <a:pt x="120432" y="109415"/>
                  <a:pt x="121365" y="110467"/>
                  <a:pt x="122652" y="111223"/>
                </a:cubicBezTo>
                <a:cubicBezTo>
                  <a:pt x="123939" y="111978"/>
                  <a:pt x="126317" y="112356"/>
                  <a:pt x="129785" y="112356"/>
                </a:cubicBezTo>
                <a:lnTo>
                  <a:pt x="129785" y="115357"/>
                </a:lnTo>
                <a:lnTo>
                  <a:pt x="94080" y="115357"/>
                </a:lnTo>
                <a:lnTo>
                  <a:pt x="94080" y="112356"/>
                </a:lnTo>
                <a:lnTo>
                  <a:pt x="95577" y="112356"/>
                </a:lnTo>
                <a:cubicBezTo>
                  <a:pt x="98940" y="112356"/>
                  <a:pt x="101292" y="111831"/>
                  <a:pt x="102632" y="110782"/>
                </a:cubicBezTo>
                <a:cubicBezTo>
                  <a:pt x="103972" y="109732"/>
                  <a:pt x="104904" y="108186"/>
                  <a:pt x="105430" y="106142"/>
                </a:cubicBezTo>
                <a:cubicBezTo>
                  <a:pt x="105640" y="105334"/>
                  <a:pt x="105745" y="102805"/>
                  <a:pt x="105745" y="98555"/>
                </a:cubicBezTo>
                <a:lnTo>
                  <a:pt x="105745" y="68288"/>
                </a:lnTo>
                <a:cubicBezTo>
                  <a:pt x="105745" y="61563"/>
                  <a:pt x="104891" y="56681"/>
                  <a:pt x="103183" y="53640"/>
                </a:cubicBezTo>
                <a:cubicBezTo>
                  <a:pt x="101476" y="50600"/>
                  <a:pt x="98599" y="49080"/>
                  <a:pt x="94553" y="49080"/>
                </a:cubicBezTo>
                <a:cubicBezTo>
                  <a:pt x="88299" y="49080"/>
                  <a:pt x="82073" y="52577"/>
                  <a:pt x="75872" y="59572"/>
                </a:cubicBezTo>
                <a:lnTo>
                  <a:pt x="75872" y="98555"/>
                </a:lnTo>
                <a:cubicBezTo>
                  <a:pt x="75872" y="103559"/>
                  <a:pt x="76161" y="106653"/>
                  <a:pt x="76739" y="107836"/>
                </a:cubicBezTo>
                <a:cubicBezTo>
                  <a:pt x="77475" y="109396"/>
                  <a:pt x="78486" y="110539"/>
                  <a:pt x="79774" y="111266"/>
                </a:cubicBezTo>
                <a:cubicBezTo>
                  <a:pt x="81061" y="111992"/>
                  <a:pt x="83675" y="112356"/>
                  <a:pt x="87616" y="112356"/>
                </a:cubicBezTo>
                <a:lnTo>
                  <a:pt x="87616" y="115357"/>
                </a:lnTo>
                <a:lnTo>
                  <a:pt x="51911" y="115357"/>
                </a:lnTo>
                <a:lnTo>
                  <a:pt x="51911" y="112356"/>
                </a:lnTo>
                <a:lnTo>
                  <a:pt x="53487" y="112356"/>
                </a:lnTo>
                <a:cubicBezTo>
                  <a:pt x="57165" y="112356"/>
                  <a:pt x="59648" y="111398"/>
                  <a:pt x="60936" y="109484"/>
                </a:cubicBezTo>
                <a:cubicBezTo>
                  <a:pt x="62223" y="107567"/>
                  <a:pt x="62867" y="103911"/>
                  <a:pt x="62867" y="98514"/>
                </a:cubicBezTo>
                <a:lnTo>
                  <a:pt x="62867" y="70993"/>
                </a:lnTo>
                <a:cubicBezTo>
                  <a:pt x="62867" y="62090"/>
                  <a:pt x="62670" y="56667"/>
                  <a:pt x="62276" y="54725"/>
                </a:cubicBezTo>
                <a:cubicBezTo>
                  <a:pt x="61882" y="52782"/>
                  <a:pt x="61277" y="51459"/>
                  <a:pt x="60463" y="50758"/>
                </a:cubicBezTo>
                <a:cubicBezTo>
                  <a:pt x="59648" y="50056"/>
                  <a:pt x="58558" y="49706"/>
                  <a:pt x="57192" y="49706"/>
                </a:cubicBezTo>
                <a:cubicBezTo>
                  <a:pt x="55720" y="49706"/>
                  <a:pt x="53960" y="50111"/>
                  <a:pt x="51911" y="50920"/>
                </a:cubicBezTo>
                <a:lnTo>
                  <a:pt x="50728" y="48005"/>
                </a:lnTo>
                <a:lnTo>
                  <a:pt x="72483" y="38939"/>
                </a:lnTo>
                <a:lnTo>
                  <a:pt x="75872" y="38939"/>
                </a:lnTo>
                <a:lnTo>
                  <a:pt x="75872" y="54677"/>
                </a:lnTo>
                <a:close/>
                <a:moveTo>
                  <a:pt x="153904" y="0"/>
                </a:moveTo>
                <a:cubicBezTo>
                  <a:pt x="156111" y="0"/>
                  <a:pt x="157990" y="802"/>
                  <a:pt x="159540" y="2406"/>
                </a:cubicBezTo>
                <a:cubicBezTo>
                  <a:pt x="161090" y="4008"/>
                  <a:pt x="161865" y="5951"/>
                  <a:pt x="161865" y="8234"/>
                </a:cubicBezTo>
                <a:cubicBezTo>
                  <a:pt x="161865" y="10517"/>
                  <a:pt x="161090" y="12474"/>
                  <a:pt x="159540" y="14105"/>
                </a:cubicBezTo>
                <a:cubicBezTo>
                  <a:pt x="157990" y="15735"/>
                  <a:pt x="156111" y="16549"/>
                  <a:pt x="153904" y="16549"/>
                </a:cubicBezTo>
                <a:cubicBezTo>
                  <a:pt x="151697" y="16549"/>
                  <a:pt x="149806" y="15735"/>
                  <a:pt x="148229" y="14105"/>
                </a:cubicBezTo>
                <a:cubicBezTo>
                  <a:pt x="146653" y="12474"/>
                  <a:pt x="145865" y="10517"/>
                  <a:pt x="145865" y="8234"/>
                </a:cubicBezTo>
                <a:cubicBezTo>
                  <a:pt x="145865" y="5951"/>
                  <a:pt x="146640" y="4008"/>
                  <a:pt x="148190" y="2406"/>
                </a:cubicBezTo>
                <a:cubicBezTo>
                  <a:pt x="149740" y="802"/>
                  <a:pt x="151645" y="0"/>
                  <a:pt x="153904" y="0"/>
                </a:cubicBezTo>
                <a:moveTo>
                  <a:pt x="160446" y="38939"/>
                </a:moveTo>
                <a:lnTo>
                  <a:pt x="160446" y="98514"/>
                </a:lnTo>
                <a:cubicBezTo>
                  <a:pt x="160446" y="103155"/>
                  <a:pt x="160775" y="106245"/>
                  <a:pt x="161432" y="107782"/>
                </a:cubicBezTo>
                <a:cubicBezTo>
                  <a:pt x="162088" y="109320"/>
                  <a:pt x="163061" y="110467"/>
                  <a:pt x="164348" y="111223"/>
                </a:cubicBezTo>
                <a:cubicBezTo>
                  <a:pt x="165635" y="111978"/>
                  <a:pt x="167987" y="112356"/>
                  <a:pt x="171402" y="112356"/>
                </a:cubicBezTo>
                <a:lnTo>
                  <a:pt x="171402" y="115357"/>
                </a:lnTo>
                <a:lnTo>
                  <a:pt x="136327" y="115357"/>
                </a:lnTo>
                <a:lnTo>
                  <a:pt x="136327" y="112356"/>
                </a:lnTo>
                <a:cubicBezTo>
                  <a:pt x="139848" y="112356"/>
                  <a:pt x="142213" y="112005"/>
                  <a:pt x="143421" y="111304"/>
                </a:cubicBezTo>
                <a:cubicBezTo>
                  <a:pt x="144630" y="110602"/>
                  <a:pt x="145589" y="109442"/>
                  <a:pt x="146298" y="107823"/>
                </a:cubicBezTo>
                <a:cubicBezTo>
                  <a:pt x="147008" y="106204"/>
                  <a:pt x="147362" y="103101"/>
                  <a:pt x="147362" y="98514"/>
                </a:cubicBezTo>
                <a:lnTo>
                  <a:pt x="147362" y="69941"/>
                </a:lnTo>
                <a:cubicBezTo>
                  <a:pt x="147362" y="61900"/>
                  <a:pt x="147126" y="56693"/>
                  <a:pt x="146653" y="54320"/>
                </a:cubicBezTo>
                <a:cubicBezTo>
                  <a:pt x="146285" y="52592"/>
                  <a:pt x="145707" y="51392"/>
                  <a:pt x="144919" y="50717"/>
                </a:cubicBezTo>
                <a:cubicBezTo>
                  <a:pt x="144131" y="50043"/>
                  <a:pt x="143053" y="49706"/>
                  <a:pt x="141687" y="49706"/>
                </a:cubicBezTo>
                <a:cubicBezTo>
                  <a:pt x="140216" y="49706"/>
                  <a:pt x="138429" y="50111"/>
                  <a:pt x="136327" y="50920"/>
                </a:cubicBezTo>
                <a:lnTo>
                  <a:pt x="135224" y="48005"/>
                </a:lnTo>
                <a:lnTo>
                  <a:pt x="156978" y="38939"/>
                </a:lnTo>
                <a:lnTo>
                  <a:pt x="160446" y="38939"/>
                </a:lnTo>
                <a:close/>
                <a:moveTo>
                  <a:pt x="201349" y="16549"/>
                </a:moveTo>
                <a:lnTo>
                  <a:pt x="201349" y="41048"/>
                </a:lnTo>
                <a:lnTo>
                  <a:pt x="218216" y="41048"/>
                </a:lnTo>
                <a:lnTo>
                  <a:pt x="218216" y="46727"/>
                </a:lnTo>
                <a:lnTo>
                  <a:pt x="201349" y="46727"/>
                </a:lnTo>
                <a:lnTo>
                  <a:pt x="201349" y="94848"/>
                </a:lnTo>
                <a:cubicBezTo>
                  <a:pt x="201349" y="99657"/>
                  <a:pt x="202019" y="102898"/>
                  <a:pt x="203359" y="104573"/>
                </a:cubicBezTo>
                <a:cubicBezTo>
                  <a:pt x="204699" y="106246"/>
                  <a:pt x="206419" y="107083"/>
                  <a:pt x="208521" y="107083"/>
                </a:cubicBezTo>
                <a:cubicBezTo>
                  <a:pt x="210255" y="107083"/>
                  <a:pt x="211937" y="106528"/>
                  <a:pt x="213566" y="105420"/>
                </a:cubicBezTo>
                <a:cubicBezTo>
                  <a:pt x="215195" y="104311"/>
                  <a:pt x="216456" y="102675"/>
                  <a:pt x="217349" y="100512"/>
                </a:cubicBezTo>
                <a:lnTo>
                  <a:pt x="220423" y="100512"/>
                </a:lnTo>
                <a:cubicBezTo>
                  <a:pt x="218584" y="105827"/>
                  <a:pt x="215983" y="109847"/>
                  <a:pt x="212620" y="112571"/>
                </a:cubicBezTo>
                <a:cubicBezTo>
                  <a:pt x="209257" y="115294"/>
                  <a:pt x="205789" y="116655"/>
                  <a:pt x="202216" y="116655"/>
                </a:cubicBezTo>
                <a:cubicBezTo>
                  <a:pt x="199799" y="116655"/>
                  <a:pt x="197434" y="115965"/>
                  <a:pt x="195122" y="114584"/>
                </a:cubicBezTo>
                <a:cubicBezTo>
                  <a:pt x="192810" y="113203"/>
                  <a:pt x="191102" y="111228"/>
                  <a:pt x="189999" y="108657"/>
                </a:cubicBezTo>
                <a:cubicBezTo>
                  <a:pt x="188895" y="106085"/>
                  <a:pt x="188343" y="102118"/>
                  <a:pt x="188343" y="96757"/>
                </a:cubicBezTo>
                <a:lnTo>
                  <a:pt x="188343" y="46727"/>
                </a:lnTo>
                <a:lnTo>
                  <a:pt x="176914" y="46727"/>
                </a:lnTo>
                <a:lnTo>
                  <a:pt x="176914" y="44050"/>
                </a:lnTo>
                <a:cubicBezTo>
                  <a:pt x="179804" y="42857"/>
                  <a:pt x="182760" y="40836"/>
                  <a:pt x="185782" y="37989"/>
                </a:cubicBezTo>
                <a:cubicBezTo>
                  <a:pt x="188803" y="35141"/>
                  <a:pt x="191496" y="31764"/>
                  <a:pt x="193861" y="27858"/>
                </a:cubicBezTo>
                <a:cubicBezTo>
                  <a:pt x="195069" y="25798"/>
                  <a:pt x="196751" y="22028"/>
                  <a:pt x="198905" y="16549"/>
                </a:cubicBezTo>
                <a:lnTo>
                  <a:pt x="201349" y="16549"/>
                </a:lnTo>
                <a:close/>
                <a:moveTo>
                  <a:pt x="243592" y="0"/>
                </a:moveTo>
                <a:cubicBezTo>
                  <a:pt x="245798" y="0"/>
                  <a:pt x="247677" y="802"/>
                  <a:pt x="249227" y="2406"/>
                </a:cubicBezTo>
                <a:cubicBezTo>
                  <a:pt x="250777" y="4008"/>
                  <a:pt x="251552" y="5951"/>
                  <a:pt x="251552" y="8234"/>
                </a:cubicBezTo>
                <a:cubicBezTo>
                  <a:pt x="251552" y="10517"/>
                  <a:pt x="250777" y="12474"/>
                  <a:pt x="249227" y="14105"/>
                </a:cubicBezTo>
                <a:cubicBezTo>
                  <a:pt x="247677" y="15735"/>
                  <a:pt x="245798" y="16549"/>
                  <a:pt x="243592" y="16549"/>
                </a:cubicBezTo>
                <a:cubicBezTo>
                  <a:pt x="241385" y="16549"/>
                  <a:pt x="239493" y="15735"/>
                  <a:pt x="237916" y="14105"/>
                </a:cubicBezTo>
                <a:cubicBezTo>
                  <a:pt x="236340" y="12474"/>
                  <a:pt x="235552" y="10517"/>
                  <a:pt x="235552" y="8234"/>
                </a:cubicBezTo>
                <a:cubicBezTo>
                  <a:pt x="235552" y="5951"/>
                  <a:pt x="236327" y="4008"/>
                  <a:pt x="237877" y="2406"/>
                </a:cubicBezTo>
                <a:cubicBezTo>
                  <a:pt x="239427" y="802"/>
                  <a:pt x="241332" y="0"/>
                  <a:pt x="243592" y="0"/>
                </a:cubicBezTo>
                <a:moveTo>
                  <a:pt x="250134" y="38939"/>
                </a:moveTo>
                <a:lnTo>
                  <a:pt x="250134" y="98514"/>
                </a:lnTo>
                <a:cubicBezTo>
                  <a:pt x="250134" y="103155"/>
                  <a:pt x="250462" y="106245"/>
                  <a:pt x="251119" y="107782"/>
                </a:cubicBezTo>
                <a:cubicBezTo>
                  <a:pt x="251776" y="109320"/>
                  <a:pt x="252748" y="110467"/>
                  <a:pt x="254035" y="111223"/>
                </a:cubicBezTo>
                <a:cubicBezTo>
                  <a:pt x="255323" y="111978"/>
                  <a:pt x="257674" y="112356"/>
                  <a:pt x="261090" y="112356"/>
                </a:cubicBezTo>
                <a:lnTo>
                  <a:pt x="261090" y="115357"/>
                </a:lnTo>
                <a:lnTo>
                  <a:pt x="226015" y="115357"/>
                </a:lnTo>
                <a:lnTo>
                  <a:pt x="226015" y="112356"/>
                </a:lnTo>
                <a:cubicBezTo>
                  <a:pt x="229535" y="112356"/>
                  <a:pt x="231900" y="112005"/>
                  <a:pt x="233108" y="111304"/>
                </a:cubicBezTo>
                <a:cubicBezTo>
                  <a:pt x="234317" y="110602"/>
                  <a:pt x="235276" y="109442"/>
                  <a:pt x="235985" y="107823"/>
                </a:cubicBezTo>
                <a:cubicBezTo>
                  <a:pt x="236695" y="106204"/>
                  <a:pt x="237049" y="103101"/>
                  <a:pt x="237049" y="98514"/>
                </a:cubicBezTo>
                <a:lnTo>
                  <a:pt x="237049" y="69941"/>
                </a:lnTo>
                <a:cubicBezTo>
                  <a:pt x="237049" y="61900"/>
                  <a:pt x="236813" y="56693"/>
                  <a:pt x="236340" y="54320"/>
                </a:cubicBezTo>
                <a:cubicBezTo>
                  <a:pt x="235972" y="52592"/>
                  <a:pt x="235394" y="51392"/>
                  <a:pt x="234606" y="50717"/>
                </a:cubicBezTo>
                <a:cubicBezTo>
                  <a:pt x="233818" y="50043"/>
                  <a:pt x="232741" y="49706"/>
                  <a:pt x="231374" y="49706"/>
                </a:cubicBezTo>
                <a:cubicBezTo>
                  <a:pt x="229903" y="49706"/>
                  <a:pt x="228116" y="50111"/>
                  <a:pt x="226015" y="50920"/>
                </a:cubicBezTo>
                <a:lnTo>
                  <a:pt x="224911" y="48005"/>
                </a:lnTo>
                <a:lnTo>
                  <a:pt x="246666" y="38939"/>
                </a:lnTo>
                <a:lnTo>
                  <a:pt x="250134" y="38939"/>
                </a:lnTo>
                <a:close/>
                <a:moveTo>
                  <a:pt x="310977" y="104649"/>
                </a:moveTo>
                <a:cubicBezTo>
                  <a:pt x="303568" y="110544"/>
                  <a:pt x="298918" y="113951"/>
                  <a:pt x="297026" y="114871"/>
                </a:cubicBezTo>
                <a:cubicBezTo>
                  <a:pt x="294189" y="116277"/>
                  <a:pt x="291167" y="116980"/>
                  <a:pt x="287962" y="116980"/>
                </a:cubicBezTo>
                <a:cubicBezTo>
                  <a:pt x="282970" y="116980"/>
                  <a:pt x="278858" y="115222"/>
                  <a:pt x="275627" y="111707"/>
                </a:cubicBezTo>
                <a:cubicBezTo>
                  <a:pt x="272395" y="108191"/>
                  <a:pt x="270779" y="103567"/>
                  <a:pt x="270779" y="97835"/>
                </a:cubicBezTo>
                <a:cubicBezTo>
                  <a:pt x="270779" y="94211"/>
                  <a:pt x="271567" y="91074"/>
                  <a:pt x="273144" y="88424"/>
                </a:cubicBezTo>
                <a:cubicBezTo>
                  <a:pt x="275298" y="84747"/>
                  <a:pt x="279042" y="81286"/>
                  <a:pt x="284376" y="78041"/>
                </a:cubicBezTo>
                <a:cubicBezTo>
                  <a:pt x="289709" y="74796"/>
                  <a:pt x="298576" y="70848"/>
                  <a:pt x="310977" y="66197"/>
                </a:cubicBezTo>
                <a:lnTo>
                  <a:pt x="310977" y="63276"/>
                </a:lnTo>
                <a:cubicBezTo>
                  <a:pt x="310977" y="55867"/>
                  <a:pt x="309835" y="50783"/>
                  <a:pt x="307549" y="48025"/>
                </a:cubicBezTo>
                <a:cubicBezTo>
                  <a:pt x="305263" y="45267"/>
                  <a:pt x="301939" y="43888"/>
                  <a:pt x="297578" y="43888"/>
                </a:cubicBezTo>
                <a:cubicBezTo>
                  <a:pt x="294268" y="43888"/>
                  <a:pt x="291640" y="44804"/>
                  <a:pt x="289696" y="46636"/>
                </a:cubicBezTo>
                <a:cubicBezTo>
                  <a:pt x="287699" y="48468"/>
                  <a:pt x="286701" y="50569"/>
                  <a:pt x="286701" y="52941"/>
                </a:cubicBezTo>
                <a:lnTo>
                  <a:pt x="286858" y="57628"/>
                </a:lnTo>
                <a:cubicBezTo>
                  <a:pt x="286858" y="60106"/>
                  <a:pt x="286241" y="62018"/>
                  <a:pt x="285006" y="63365"/>
                </a:cubicBezTo>
                <a:cubicBezTo>
                  <a:pt x="283771" y="64712"/>
                  <a:pt x="282155" y="65385"/>
                  <a:pt x="280159" y="65385"/>
                </a:cubicBezTo>
                <a:cubicBezTo>
                  <a:pt x="278214" y="65385"/>
                  <a:pt x="276625" y="64685"/>
                  <a:pt x="275390" y="63284"/>
                </a:cubicBezTo>
                <a:cubicBezTo>
                  <a:pt x="274155" y="61881"/>
                  <a:pt x="273538" y="59966"/>
                  <a:pt x="273538" y="57539"/>
                </a:cubicBezTo>
                <a:cubicBezTo>
                  <a:pt x="273538" y="52903"/>
                  <a:pt x="275850" y="48644"/>
                  <a:pt x="280474" y="44762"/>
                </a:cubicBezTo>
                <a:cubicBezTo>
                  <a:pt x="285098" y="40880"/>
                  <a:pt x="291588" y="38939"/>
                  <a:pt x="299943" y="38939"/>
                </a:cubicBezTo>
                <a:cubicBezTo>
                  <a:pt x="306353" y="38939"/>
                  <a:pt x="311608" y="40046"/>
                  <a:pt x="315707" y="42260"/>
                </a:cubicBezTo>
                <a:cubicBezTo>
                  <a:pt x="318807" y="43935"/>
                  <a:pt x="321093" y="46555"/>
                  <a:pt x="322564" y="50122"/>
                </a:cubicBezTo>
                <a:cubicBezTo>
                  <a:pt x="323510" y="52444"/>
                  <a:pt x="323983" y="57197"/>
                  <a:pt x="323983" y="64381"/>
                </a:cubicBezTo>
                <a:lnTo>
                  <a:pt x="323983" y="89580"/>
                </a:lnTo>
                <a:cubicBezTo>
                  <a:pt x="323983" y="96657"/>
                  <a:pt x="324114" y="100992"/>
                  <a:pt x="324377" y="102586"/>
                </a:cubicBezTo>
                <a:cubicBezTo>
                  <a:pt x="324640" y="104179"/>
                  <a:pt x="325073" y="105247"/>
                  <a:pt x="325677" y="105787"/>
                </a:cubicBezTo>
                <a:cubicBezTo>
                  <a:pt x="326282" y="106326"/>
                  <a:pt x="326978" y="106596"/>
                  <a:pt x="327766" y="106596"/>
                </a:cubicBezTo>
                <a:cubicBezTo>
                  <a:pt x="328607" y="106596"/>
                  <a:pt x="329343" y="106407"/>
                  <a:pt x="329973" y="106028"/>
                </a:cubicBezTo>
                <a:cubicBezTo>
                  <a:pt x="331077" y="105325"/>
                  <a:pt x="333205" y="103351"/>
                  <a:pt x="336358" y="100106"/>
                </a:cubicBezTo>
                <a:lnTo>
                  <a:pt x="336358" y="104649"/>
                </a:lnTo>
                <a:cubicBezTo>
                  <a:pt x="330472" y="112761"/>
                  <a:pt x="324850" y="116818"/>
                  <a:pt x="319490" y="116818"/>
                </a:cubicBezTo>
                <a:cubicBezTo>
                  <a:pt x="316915" y="116818"/>
                  <a:pt x="314866" y="115898"/>
                  <a:pt x="313342" y="114059"/>
                </a:cubicBezTo>
                <a:cubicBezTo>
                  <a:pt x="311818" y="112221"/>
                  <a:pt x="311030" y="109084"/>
                  <a:pt x="310977" y="104649"/>
                </a:cubicBezTo>
                <a:moveTo>
                  <a:pt x="310977" y="99330"/>
                </a:moveTo>
                <a:lnTo>
                  <a:pt x="310977" y="71145"/>
                </a:lnTo>
                <a:cubicBezTo>
                  <a:pt x="303043" y="74375"/>
                  <a:pt x="297920" y="76663"/>
                  <a:pt x="295607" y="78010"/>
                </a:cubicBezTo>
                <a:cubicBezTo>
                  <a:pt x="291456" y="80380"/>
                  <a:pt x="288487" y="82856"/>
                  <a:pt x="286701" y="85441"/>
                </a:cubicBezTo>
                <a:cubicBezTo>
                  <a:pt x="284914" y="88025"/>
                  <a:pt x="284021" y="90851"/>
                  <a:pt x="284021" y="93921"/>
                </a:cubicBezTo>
                <a:cubicBezTo>
                  <a:pt x="284021" y="97798"/>
                  <a:pt x="285151" y="101015"/>
                  <a:pt x="287410" y="103572"/>
                </a:cubicBezTo>
                <a:cubicBezTo>
                  <a:pt x="289670" y="106129"/>
                  <a:pt x="292271" y="107407"/>
                  <a:pt x="295213" y="107407"/>
                </a:cubicBezTo>
                <a:cubicBezTo>
                  <a:pt x="299207" y="107407"/>
                  <a:pt x="304462" y="104715"/>
                  <a:pt x="310977" y="99330"/>
                </a:cubicBezTo>
                <a:close/>
                <a:moveTo>
                  <a:pt x="366635" y="0"/>
                </a:moveTo>
                <a:lnTo>
                  <a:pt x="366635" y="98494"/>
                </a:lnTo>
                <a:cubicBezTo>
                  <a:pt x="366635" y="103142"/>
                  <a:pt x="366963" y="106223"/>
                  <a:pt x="367620" y="107737"/>
                </a:cubicBezTo>
                <a:cubicBezTo>
                  <a:pt x="368277" y="109249"/>
                  <a:pt x="369289" y="110398"/>
                  <a:pt x="370655" y="111182"/>
                </a:cubicBezTo>
                <a:cubicBezTo>
                  <a:pt x="372021" y="111965"/>
                  <a:pt x="374570" y="112356"/>
                  <a:pt x="378300" y="112356"/>
                </a:cubicBezTo>
                <a:lnTo>
                  <a:pt x="378300" y="115357"/>
                </a:lnTo>
                <a:lnTo>
                  <a:pt x="342910" y="115357"/>
                </a:lnTo>
                <a:lnTo>
                  <a:pt x="342910" y="112356"/>
                </a:lnTo>
                <a:cubicBezTo>
                  <a:pt x="346221" y="112356"/>
                  <a:pt x="348480" y="112005"/>
                  <a:pt x="349689" y="111304"/>
                </a:cubicBezTo>
                <a:cubicBezTo>
                  <a:pt x="350897" y="110601"/>
                  <a:pt x="351843" y="109439"/>
                  <a:pt x="352526" y="107818"/>
                </a:cubicBezTo>
                <a:cubicBezTo>
                  <a:pt x="353209" y="106196"/>
                  <a:pt x="353551" y="103087"/>
                  <a:pt x="353551" y="98494"/>
                </a:cubicBezTo>
                <a:lnTo>
                  <a:pt x="353551" y="31047"/>
                </a:lnTo>
                <a:cubicBezTo>
                  <a:pt x="353551" y="22671"/>
                  <a:pt x="353367" y="17524"/>
                  <a:pt x="352999" y="15606"/>
                </a:cubicBezTo>
                <a:cubicBezTo>
                  <a:pt x="352631" y="13686"/>
                  <a:pt x="352040" y="12376"/>
                  <a:pt x="351226" y="11674"/>
                </a:cubicBezTo>
                <a:cubicBezTo>
                  <a:pt x="350411" y="10971"/>
                  <a:pt x="349373" y="10620"/>
                  <a:pt x="348112" y="10620"/>
                </a:cubicBezTo>
                <a:cubicBezTo>
                  <a:pt x="346746" y="10620"/>
                  <a:pt x="345012" y="11052"/>
                  <a:pt x="342910" y="11918"/>
                </a:cubicBezTo>
                <a:lnTo>
                  <a:pt x="341570" y="9078"/>
                </a:lnTo>
                <a:lnTo>
                  <a:pt x="363088" y="0"/>
                </a:lnTo>
                <a:lnTo>
                  <a:pt x="366635" y="0"/>
                </a:lnTo>
                <a:close/>
                <a:moveTo>
                  <a:pt x="531047" y="115357"/>
                </a:moveTo>
                <a:lnTo>
                  <a:pt x="502514" y="115357"/>
                </a:lnTo>
                <a:lnTo>
                  <a:pt x="466335" y="63763"/>
                </a:lnTo>
                <a:cubicBezTo>
                  <a:pt x="463655" y="63871"/>
                  <a:pt x="461475" y="63925"/>
                  <a:pt x="459793" y="63925"/>
                </a:cubicBezTo>
                <a:cubicBezTo>
                  <a:pt x="459110" y="63925"/>
                  <a:pt x="458374" y="63912"/>
                  <a:pt x="457586" y="63885"/>
                </a:cubicBezTo>
                <a:cubicBezTo>
                  <a:pt x="456798" y="63858"/>
                  <a:pt x="455984" y="63817"/>
                  <a:pt x="455143" y="63763"/>
                </a:cubicBezTo>
                <a:lnTo>
                  <a:pt x="455143" y="95832"/>
                </a:lnTo>
                <a:cubicBezTo>
                  <a:pt x="455143" y="102778"/>
                  <a:pt x="455878" y="107092"/>
                  <a:pt x="457350" y="108774"/>
                </a:cubicBezTo>
                <a:cubicBezTo>
                  <a:pt x="459347" y="111162"/>
                  <a:pt x="462342" y="112356"/>
                  <a:pt x="466335" y="112356"/>
                </a:cubicBezTo>
                <a:lnTo>
                  <a:pt x="470513" y="112356"/>
                </a:lnTo>
                <a:lnTo>
                  <a:pt x="470513" y="115357"/>
                </a:lnTo>
                <a:lnTo>
                  <a:pt x="424718" y="115357"/>
                </a:lnTo>
                <a:lnTo>
                  <a:pt x="424718" y="112356"/>
                </a:lnTo>
                <a:lnTo>
                  <a:pt x="428738" y="112356"/>
                </a:lnTo>
                <a:cubicBezTo>
                  <a:pt x="433257" y="112356"/>
                  <a:pt x="436489" y="110842"/>
                  <a:pt x="438433" y="107813"/>
                </a:cubicBezTo>
                <a:cubicBezTo>
                  <a:pt x="439536" y="106136"/>
                  <a:pt x="440088" y="102161"/>
                  <a:pt x="440088" y="95888"/>
                </a:cubicBezTo>
                <a:lnTo>
                  <a:pt x="440088" y="24824"/>
                </a:lnTo>
                <a:cubicBezTo>
                  <a:pt x="440088" y="17901"/>
                  <a:pt x="439352" y="13602"/>
                  <a:pt x="437881" y="11925"/>
                </a:cubicBezTo>
                <a:cubicBezTo>
                  <a:pt x="435832" y="9546"/>
                  <a:pt x="432784" y="8356"/>
                  <a:pt x="428738" y="8356"/>
                </a:cubicBezTo>
                <a:lnTo>
                  <a:pt x="424718" y="8356"/>
                </a:lnTo>
                <a:lnTo>
                  <a:pt x="424718" y="5354"/>
                </a:lnTo>
                <a:lnTo>
                  <a:pt x="463655" y="5354"/>
                </a:lnTo>
                <a:cubicBezTo>
                  <a:pt x="475005" y="5354"/>
                  <a:pt x="483374" y="6203"/>
                  <a:pt x="488760" y="7902"/>
                </a:cubicBezTo>
                <a:cubicBezTo>
                  <a:pt x="494146" y="9600"/>
                  <a:pt x="498717" y="12729"/>
                  <a:pt x="502474" y="17287"/>
                </a:cubicBezTo>
                <a:cubicBezTo>
                  <a:pt x="506231" y="21843"/>
                  <a:pt x="508110" y="27276"/>
                  <a:pt x="508110" y="33585"/>
                </a:cubicBezTo>
                <a:cubicBezTo>
                  <a:pt x="508110" y="40325"/>
                  <a:pt x="505969" y="46176"/>
                  <a:pt x="501686" y="51138"/>
                </a:cubicBezTo>
                <a:cubicBezTo>
                  <a:pt x="497404" y="56098"/>
                  <a:pt x="490770" y="59604"/>
                  <a:pt x="481784" y="61654"/>
                </a:cubicBezTo>
                <a:lnTo>
                  <a:pt x="503854" y="93312"/>
                </a:lnTo>
                <a:cubicBezTo>
                  <a:pt x="508898" y="100583"/>
                  <a:pt x="513233" y="105412"/>
                  <a:pt x="516859" y="107800"/>
                </a:cubicBezTo>
                <a:cubicBezTo>
                  <a:pt x="520485" y="110187"/>
                  <a:pt x="525214" y="111705"/>
                  <a:pt x="531047" y="112356"/>
                </a:cubicBezTo>
                <a:lnTo>
                  <a:pt x="531047" y="115357"/>
                </a:lnTo>
                <a:moveTo>
                  <a:pt x="455143" y="58814"/>
                </a:moveTo>
                <a:cubicBezTo>
                  <a:pt x="456141" y="58814"/>
                  <a:pt x="457008" y="58828"/>
                  <a:pt x="457744" y="58855"/>
                </a:cubicBezTo>
                <a:cubicBezTo>
                  <a:pt x="458479" y="58882"/>
                  <a:pt x="459084" y="58896"/>
                  <a:pt x="459557" y="58896"/>
                </a:cubicBezTo>
                <a:cubicBezTo>
                  <a:pt x="469751" y="58896"/>
                  <a:pt x="477436" y="56624"/>
                  <a:pt x="482612" y="52081"/>
                </a:cubicBezTo>
                <a:cubicBezTo>
                  <a:pt x="487787" y="47538"/>
                  <a:pt x="490375" y="41751"/>
                  <a:pt x="490375" y="34721"/>
                </a:cubicBezTo>
                <a:cubicBezTo>
                  <a:pt x="490375" y="27852"/>
                  <a:pt x="488287" y="22268"/>
                  <a:pt x="484109" y="17969"/>
                </a:cubicBezTo>
                <a:cubicBezTo>
                  <a:pt x="479932" y="13669"/>
                  <a:pt x="474401" y="11520"/>
                  <a:pt x="467518" y="11520"/>
                </a:cubicBezTo>
                <a:cubicBezTo>
                  <a:pt x="464470" y="11520"/>
                  <a:pt x="460345" y="12033"/>
                  <a:pt x="455143" y="13061"/>
                </a:cubicBezTo>
                <a:lnTo>
                  <a:pt x="455143" y="58814"/>
                </a:lnTo>
                <a:close/>
                <a:moveTo>
                  <a:pt x="575533" y="104649"/>
                </a:moveTo>
                <a:cubicBezTo>
                  <a:pt x="568124" y="110544"/>
                  <a:pt x="563474" y="113951"/>
                  <a:pt x="561582" y="114871"/>
                </a:cubicBezTo>
                <a:cubicBezTo>
                  <a:pt x="558744" y="116277"/>
                  <a:pt x="555723" y="116980"/>
                  <a:pt x="552518" y="116980"/>
                </a:cubicBezTo>
                <a:cubicBezTo>
                  <a:pt x="547526" y="116980"/>
                  <a:pt x="543414" y="115222"/>
                  <a:pt x="540182" y="111707"/>
                </a:cubicBezTo>
                <a:cubicBezTo>
                  <a:pt x="536951" y="108191"/>
                  <a:pt x="535335" y="103567"/>
                  <a:pt x="535335" y="97835"/>
                </a:cubicBezTo>
                <a:cubicBezTo>
                  <a:pt x="535335" y="94211"/>
                  <a:pt x="536123" y="91074"/>
                  <a:pt x="537699" y="88424"/>
                </a:cubicBezTo>
                <a:cubicBezTo>
                  <a:pt x="539854" y="84747"/>
                  <a:pt x="543598" y="81286"/>
                  <a:pt x="548931" y="78041"/>
                </a:cubicBezTo>
                <a:cubicBezTo>
                  <a:pt x="554265" y="74796"/>
                  <a:pt x="563132" y="70848"/>
                  <a:pt x="575533" y="66197"/>
                </a:cubicBezTo>
                <a:lnTo>
                  <a:pt x="575533" y="63276"/>
                </a:lnTo>
                <a:cubicBezTo>
                  <a:pt x="575533" y="55867"/>
                  <a:pt x="574390" y="50783"/>
                  <a:pt x="572104" y="48025"/>
                </a:cubicBezTo>
                <a:cubicBezTo>
                  <a:pt x="569819" y="45267"/>
                  <a:pt x="566495" y="43888"/>
                  <a:pt x="562134" y="43888"/>
                </a:cubicBezTo>
                <a:cubicBezTo>
                  <a:pt x="558823" y="43888"/>
                  <a:pt x="556196" y="44804"/>
                  <a:pt x="554252" y="46636"/>
                </a:cubicBezTo>
                <a:cubicBezTo>
                  <a:pt x="552255" y="48468"/>
                  <a:pt x="551256" y="50569"/>
                  <a:pt x="551256" y="52941"/>
                </a:cubicBezTo>
                <a:lnTo>
                  <a:pt x="551414" y="57628"/>
                </a:lnTo>
                <a:cubicBezTo>
                  <a:pt x="551414" y="60106"/>
                  <a:pt x="550797" y="62018"/>
                  <a:pt x="549562" y="63365"/>
                </a:cubicBezTo>
                <a:cubicBezTo>
                  <a:pt x="548327" y="64712"/>
                  <a:pt x="546711" y="65385"/>
                  <a:pt x="544714" y="65385"/>
                </a:cubicBezTo>
                <a:cubicBezTo>
                  <a:pt x="542770" y="65385"/>
                  <a:pt x="541181" y="64685"/>
                  <a:pt x="539946" y="63284"/>
                </a:cubicBezTo>
                <a:cubicBezTo>
                  <a:pt x="538711" y="61881"/>
                  <a:pt x="538093" y="59966"/>
                  <a:pt x="538093" y="57539"/>
                </a:cubicBezTo>
                <a:cubicBezTo>
                  <a:pt x="538093" y="52903"/>
                  <a:pt x="540406" y="48644"/>
                  <a:pt x="545030" y="44762"/>
                </a:cubicBezTo>
                <a:cubicBezTo>
                  <a:pt x="549654" y="40880"/>
                  <a:pt x="556143" y="38939"/>
                  <a:pt x="564498" y="38939"/>
                </a:cubicBezTo>
                <a:cubicBezTo>
                  <a:pt x="570909" y="38939"/>
                  <a:pt x="576164" y="40046"/>
                  <a:pt x="580262" y="42260"/>
                </a:cubicBezTo>
                <a:cubicBezTo>
                  <a:pt x="583363" y="43935"/>
                  <a:pt x="585648" y="46555"/>
                  <a:pt x="587120" y="50122"/>
                </a:cubicBezTo>
                <a:cubicBezTo>
                  <a:pt x="588066" y="52444"/>
                  <a:pt x="588538" y="57197"/>
                  <a:pt x="588538" y="64381"/>
                </a:cubicBezTo>
                <a:lnTo>
                  <a:pt x="588538" y="89580"/>
                </a:lnTo>
                <a:cubicBezTo>
                  <a:pt x="588538" y="96657"/>
                  <a:pt x="588670" y="100992"/>
                  <a:pt x="588933" y="102586"/>
                </a:cubicBezTo>
                <a:cubicBezTo>
                  <a:pt x="589195" y="104179"/>
                  <a:pt x="589629" y="105247"/>
                  <a:pt x="590233" y="105787"/>
                </a:cubicBezTo>
                <a:cubicBezTo>
                  <a:pt x="590837" y="106326"/>
                  <a:pt x="591534" y="106596"/>
                  <a:pt x="592322" y="106596"/>
                </a:cubicBezTo>
                <a:cubicBezTo>
                  <a:pt x="593163" y="106596"/>
                  <a:pt x="593898" y="106407"/>
                  <a:pt x="594529" y="106028"/>
                </a:cubicBezTo>
                <a:cubicBezTo>
                  <a:pt x="595632" y="105325"/>
                  <a:pt x="597760" y="103351"/>
                  <a:pt x="600913" y="100106"/>
                </a:cubicBezTo>
                <a:lnTo>
                  <a:pt x="600913" y="104649"/>
                </a:lnTo>
                <a:cubicBezTo>
                  <a:pt x="595028" y="112761"/>
                  <a:pt x="589405" y="116818"/>
                  <a:pt x="584046" y="116818"/>
                </a:cubicBezTo>
                <a:cubicBezTo>
                  <a:pt x="581471" y="116818"/>
                  <a:pt x="579422" y="115898"/>
                  <a:pt x="577898" y="114059"/>
                </a:cubicBezTo>
                <a:cubicBezTo>
                  <a:pt x="576374" y="112221"/>
                  <a:pt x="575586" y="109084"/>
                  <a:pt x="575533" y="104649"/>
                </a:cubicBezTo>
                <a:moveTo>
                  <a:pt x="575533" y="99330"/>
                </a:moveTo>
                <a:lnTo>
                  <a:pt x="575533" y="71145"/>
                </a:lnTo>
                <a:cubicBezTo>
                  <a:pt x="567599" y="74375"/>
                  <a:pt x="562475" y="76663"/>
                  <a:pt x="560163" y="78010"/>
                </a:cubicBezTo>
                <a:cubicBezTo>
                  <a:pt x="556012" y="80380"/>
                  <a:pt x="553043" y="82856"/>
                  <a:pt x="551256" y="85441"/>
                </a:cubicBezTo>
                <a:cubicBezTo>
                  <a:pt x="549470" y="88025"/>
                  <a:pt x="548577" y="90851"/>
                  <a:pt x="548577" y="93921"/>
                </a:cubicBezTo>
                <a:cubicBezTo>
                  <a:pt x="548577" y="97798"/>
                  <a:pt x="549706" y="101015"/>
                  <a:pt x="551966" y="103572"/>
                </a:cubicBezTo>
                <a:cubicBezTo>
                  <a:pt x="554225" y="106129"/>
                  <a:pt x="556826" y="107407"/>
                  <a:pt x="559769" y="107407"/>
                </a:cubicBezTo>
                <a:cubicBezTo>
                  <a:pt x="563763" y="107407"/>
                  <a:pt x="569017" y="104715"/>
                  <a:pt x="575533" y="99330"/>
                </a:cubicBezTo>
                <a:close/>
                <a:moveTo>
                  <a:pt x="627407" y="54677"/>
                </a:moveTo>
                <a:cubicBezTo>
                  <a:pt x="635867" y="44185"/>
                  <a:pt x="643933" y="38939"/>
                  <a:pt x="651605" y="38939"/>
                </a:cubicBezTo>
                <a:cubicBezTo>
                  <a:pt x="655546" y="38939"/>
                  <a:pt x="658935" y="39952"/>
                  <a:pt x="661772" y="41976"/>
                </a:cubicBezTo>
                <a:cubicBezTo>
                  <a:pt x="664610" y="43999"/>
                  <a:pt x="666869" y="47331"/>
                  <a:pt x="668551" y="51972"/>
                </a:cubicBezTo>
                <a:cubicBezTo>
                  <a:pt x="669707" y="55209"/>
                  <a:pt x="670285" y="60173"/>
                  <a:pt x="670285" y="66866"/>
                </a:cubicBezTo>
                <a:lnTo>
                  <a:pt x="670285" y="98514"/>
                </a:lnTo>
                <a:cubicBezTo>
                  <a:pt x="670285" y="103209"/>
                  <a:pt x="670653" y="106393"/>
                  <a:pt x="671388" y="108066"/>
                </a:cubicBezTo>
                <a:cubicBezTo>
                  <a:pt x="671967" y="109415"/>
                  <a:pt x="672899" y="110467"/>
                  <a:pt x="674187" y="111223"/>
                </a:cubicBezTo>
                <a:cubicBezTo>
                  <a:pt x="675474" y="111978"/>
                  <a:pt x="677852" y="112356"/>
                  <a:pt x="681320" y="112356"/>
                </a:cubicBezTo>
                <a:lnTo>
                  <a:pt x="681320" y="115357"/>
                </a:lnTo>
                <a:lnTo>
                  <a:pt x="645614" y="115357"/>
                </a:lnTo>
                <a:lnTo>
                  <a:pt x="645614" y="112356"/>
                </a:lnTo>
                <a:lnTo>
                  <a:pt x="647112" y="112356"/>
                </a:lnTo>
                <a:cubicBezTo>
                  <a:pt x="650475" y="112356"/>
                  <a:pt x="652826" y="111831"/>
                  <a:pt x="654166" y="110782"/>
                </a:cubicBezTo>
                <a:cubicBezTo>
                  <a:pt x="655506" y="109732"/>
                  <a:pt x="656439" y="108186"/>
                  <a:pt x="656964" y="106142"/>
                </a:cubicBezTo>
                <a:cubicBezTo>
                  <a:pt x="657175" y="105334"/>
                  <a:pt x="657280" y="102805"/>
                  <a:pt x="657280" y="98555"/>
                </a:cubicBezTo>
                <a:lnTo>
                  <a:pt x="657280" y="68288"/>
                </a:lnTo>
                <a:cubicBezTo>
                  <a:pt x="657280" y="61563"/>
                  <a:pt x="656426" y="56681"/>
                  <a:pt x="654718" y="53640"/>
                </a:cubicBezTo>
                <a:cubicBezTo>
                  <a:pt x="653010" y="50600"/>
                  <a:pt x="650133" y="49080"/>
                  <a:pt x="646087" y="49080"/>
                </a:cubicBezTo>
                <a:cubicBezTo>
                  <a:pt x="639834" y="49080"/>
                  <a:pt x="633607" y="52577"/>
                  <a:pt x="627407" y="59572"/>
                </a:cubicBezTo>
                <a:lnTo>
                  <a:pt x="627407" y="98555"/>
                </a:lnTo>
                <a:cubicBezTo>
                  <a:pt x="627407" y="103559"/>
                  <a:pt x="627696" y="106653"/>
                  <a:pt x="628274" y="107836"/>
                </a:cubicBezTo>
                <a:cubicBezTo>
                  <a:pt x="629009" y="109396"/>
                  <a:pt x="630021" y="110539"/>
                  <a:pt x="631308" y="111266"/>
                </a:cubicBezTo>
                <a:cubicBezTo>
                  <a:pt x="632596" y="111992"/>
                  <a:pt x="635210" y="112356"/>
                  <a:pt x="639151" y="112356"/>
                </a:cubicBezTo>
                <a:lnTo>
                  <a:pt x="639151" y="115357"/>
                </a:lnTo>
                <a:lnTo>
                  <a:pt x="603445" y="115357"/>
                </a:lnTo>
                <a:lnTo>
                  <a:pt x="603445" y="112356"/>
                </a:lnTo>
                <a:lnTo>
                  <a:pt x="605022" y="112356"/>
                </a:lnTo>
                <a:cubicBezTo>
                  <a:pt x="608700" y="112356"/>
                  <a:pt x="611183" y="111398"/>
                  <a:pt x="612470" y="109484"/>
                </a:cubicBezTo>
                <a:cubicBezTo>
                  <a:pt x="613758" y="107567"/>
                  <a:pt x="614401" y="103911"/>
                  <a:pt x="614401" y="98514"/>
                </a:cubicBezTo>
                <a:lnTo>
                  <a:pt x="614401" y="70993"/>
                </a:lnTo>
                <a:cubicBezTo>
                  <a:pt x="614401" y="62090"/>
                  <a:pt x="614204" y="56667"/>
                  <a:pt x="613810" y="54725"/>
                </a:cubicBezTo>
                <a:cubicBezTo>
                  <a:pt x="613416" y="52782"/>
                  <a:pt x="612812" y="51459"/>
                  <a:pt x="611997" y="50758"/>
                </a:cubicBezTo>
                <a:cubicBezTo>
                  <a:pt x="611183" y="50056"/>
                  <a:pt x="610093" y="49706"/>
                  <a:pt x="608726" y="49706"/>
                </a:cubicBezTo>
                <a:cubicBezTo>
                  <a:pt x="607255" y="49706"/>
                  <a:pt x="605495" y="50111"/>
                  <a:pt x="603445" y="50920"/>
                </a:cubicBezTo>
                <a:lnTo>
                  <a:pt x="602263" y="48005"/>
                </a:lnTo>
                <a:lnTo>
                  <a:pt x="624017" y="38939"/>
                </a:lnTo>
                <a:lnTo>
                  <a:pt x="627407" y="38939"/>
                </a:lnTo>
                <a:lnTo>
                  <a:pt x="627407" y="54677"/>
                </a:lnTo>
                <a:close/>
                <a:moveTo>
                  <a:pt x="708434" y="0"/>
                </a:moveTo>
                <a:lnTo>
                  <a:pt x="708434" y="73903"/>
                </a:lnTo>
                <a:lnTo>
                  <a:pt x="726799" y="56705"/>
                </a:lnTo>
                <a:cubicBezTo>
                  <a:pt x="730688" y="53028"/>
                  <a:pt x="732947" y="50702"/>
                  <a:pt x="733578" y="49729"/>
                </a:cubicBezTo>
                <a:cubicBezTo>
                  <a:pt x="733998" y="49080"/>
                  <a:pt x="734208" y="48431"/>
                  <a:pt x="734208" y="47782"/>
                </a:cubicBezTo>
                <a:cubicBezTo>
                  <a:pt x="734208" y="46700"/>
                  <a:pt x="733775" y="45767"/>
                  <a:pt x="732908" y="44983"/>
                </a:cubicBezTo>
                <a:cubicBezTo>
                  <a:pt x="732041" y="44199"/>
                  <a:pt x="730609" y="43753"/>
                  <a:pt x="728612" y="43644"/>
                </a:cubicBezTo>
                <a:lnTo>
                  <a:pt x="728612" y="41048"/>
                </a:lnTo>
                <a:lnTo>
                  <a:pt x="759983" y="41048"/>
                </a:lnTo>
                <a:lnTo>
                  <a:pt x="759983" y="43644"/>
                </a:lnTo>
                <a:cubicBezTo>
                  <a:pt x="755674" y="43753"/>
                  <a:pt x="752087" y="44429"/>
                  <a:pt x="749224" y="45672"/>
                </a:cubicBezTo>
                <a:cubicBezTo>
                  <a:pt x="746360" y="46916"/>
                  <a:pt x="743220" y="49134"/>
                  <a:pt x="739805" y="52325"/>
                </a:cubicBezTo>
                <a:lnTo>
                  <a:pt x="721282" y="69928"/>
                </a:lnTo>
                <a:lnTo>
                  <a:pt x="739805" y="93976"/>
                </a:lnTo>
                <a:cubicBezTo>
                  <a:pt x="744954" y="100615"/>
                  <a:pt x="748422" y="104825"/>
                  <a:pt x="750209" y="106606"/>
                </a:cubicBezTo>
                <a:cubicBezTo>
                  <a:pt x="752731" y="109143"/>
                  <a:pt x="754938" y="110790"/>
                  <a:pt x="756830" y="111547"/>
                </a:cubicBezTo>
                <a:cubicBezTo>
                  <a:pt x="758143" y="112086"/>
                  <a:pt x="760429" y="112356"/>
                  <a:pt x="763687" y="112356"/>
                </a:cubicBezTo>
                <a:lnTo>
                  <a:pt x="763687" y="115357"/>
                </a:lnTo>
                <a:lnTo>
                  <a:pt x="728612" y="115357"/>
                </a:lnTo>
                <a:lnTo>
                  <a:pt x="728612" y="112356"/>
                </a:lnTo>
                <a:cubicBezTo>
                  <a:pt x="730609" y="112302"/>
                  <a:pt x="731962" y="111992"/>
                  <a:pt x="732671" y="111425"/>
                </a:cubicBezTo>
                <a:cubicBezTo>
                  <a:pt x="733381" y="110858"/>
                  <a:pt x="733735" y="110062"/>
                  <a:pt x="733735" y="109037"/>
                </a:cubicBezTo>
                <a:cubicBezTo>
                  <a:pt x="733735" y="107795"/>
                  <a:pt x="732685" y="105798"/>
                  <a:pt x="730583" y="103047"/>
                </a:cubicBezTo>
                <a:lnTo>
                  <a:pt x="708434" y="73984"/>
                </a:lnTo>
                <a:lnTo>
                  <a:pt x="708434" y="98593"/>
                </a:lnTo>
                <a:cubicBezTo>
                  <a:pt x="708434" y="103396"/>
                  <a:pt x="708763" y="106554"/>
                  <a:pt x="709419" y="108066"/>
                </a:cubicBezTo>
                <a:cubicBezTo>
                  <a:pt x="710076" y="109577"/>
                  <a:pt x="711009" y="110656"/>
                  <a:pt x="712218" y="111304"/>
                </a:cubicBezTo>
                <a:cubicBezTo>
                  <a:pt x="713426" y="111951"/>
                  <a:pt x="716053" y="112302"/>
                  <a:pt x="720100" y="112356"/>
                </a:cubicBezTo>
                <a:lnTo>
                  <a:pt x="720100" y="115357"/>
                </a:lnTo>
                <a:lnTo>
                  <a:pt x="683369" y="115357"/>
                </a:lnTo>
                <a:lnTo>
                  <a:pt x="683369" y="112356"/>
                </a:lnTo>
                <a:cubicBezTo>
                  <a:pt x="687048" y="112356"/>
                  <a:pt x="689806" y="111896"/>
                  <a:pt x="691645" y="110977"/>
                </a:cubicBezTo>
                <a:cubicBezTo>
                  <a:pt x="692749" y="110383"/>
                  <a:pt x="693590" y="109465"/>
                  <a:pt x="694168" y="108221"/>
                </a:cubicBezTo>
                <a:cubicBezTo>
                  <a:pt x="694956" y="106438"/>
                  <a:pt x="695350" y="103358"/>
                  <a:pt x="695350" y="98981"/>
                </a:cubicBezTo>
                <a:lnTo>
                  <a:pt x="695350" y="31372"/>
                </a:lnTo>
                <a:cubicBezTo>
                  <a:pt x="695350" y="22780"/>
                  <a:pt x="695166" y="17524"/>
                  <a:pt x="694798" y="15606"/>
                </a:cubicBezTo>
                <a:cubicBezTo>
                  <a:pt x="694430" y="13686"/>
                  <a:pt x="693826" y="12362"/>
                  <a:pt x="692985" y="11634"/>
                </a:cubicBezTo>
                <a:cubicBezTo>
                  <a:pt x="692145" y="10903"/>
                  <a:pt x="691041" y="10538"/>
                  <a:pt x="689675" y="10538"/>
                </a:cubicBezTo>
                <a:cubicBezTo>
                  <a:pt x="688571" y="10538"/>
                  <a:pt x="686916" y="10998"/>
                  <a:pt x="684709" y="11918"/>
                </a:cubicBezTo>
                <a:lnTo>
                  <a:pt x="683369" y="9078"/>
                </a:lnTo>
                <a:lnTo>
                  <a:pt x="704808" y="0"/>
                </a:lnTo>
                <a:lnTo>
                  <a:pt x="708434" y="0"/>
                </a:lnTo>
                <a:close/>
                <a:moveTo>
                  <a:pt x="786151" y="0"/>
                </a:moveTo>
                <a:cubicBezTo>
                  <a:pt x="788358" y="0"/>
                  <a:pt x="790237" y="802"/>
                  <a:pt x="791787" y="2406"/>
                </a:cubicBezTo>
                <a:cubicBezTo>
                  <a:pt x="793337" y="4008"/>
                  <a:pt x="794112" y="5951"/>
                  <a:pt x="794112" y="8234"/>
                </a:cubicBezTo>
                <a:cubicBezTo>
                  <a:pt x="794112" y="10517"/>
                  <a:pt x="793337" y="12474"/>
                  <a:pt x="791787" y="14105"/>
                </a:cubicBezTo>
                <a:cubicBezTo>
                  <a:pt x="790237" y="15735"/>
                  <a:pt x="788358" y="16549"/>
                  <a:pt x="786151" y="16549"/>
                </a:cubicBezTo>
                <a:cubicBezTo>
                  <a:pt x="783944" y="16549"/>
                  <a:pt x="782052" y="15735"/>
                  <a:pt x="780476" y="14105"/>
                </a:cubicBezTo>
                <a:cubicBezTo>
                  <a:pt x="778900" y="12474"/>
                  <a:pt x="778111" y="10517"/>
                  <a:pt x="778111" y="8234"/>
                </a:cubicBezTo>
                <a:cubicBezTo>
                  <a:pt x="778111" y="5951"/>
                  <a:pt x="778886" y="4008"/>
                  <a:pt x="780437" y="2406"/>
                </a:cubicBezTo>
                <a:cubicBezTo>
                  <a:pt x="781987" y="802"/>
                  <a:pt x="783892" y="0"/>
                  <a:pt x="786151" y="0"/>
                </a:cubicBezTo>
                <a:moveTo>
                  <a:pt x="792693" y="38939"/>
                </a:moveTo>
                <a:lnTo>
                  <a:pt x="792693" y="98514"/>
                </a:lnTo>
                <a:cubicBezTo>
                  <a:pt x="792693" y="103155"/>
                  <a:pt x="793022" y="106245"/>
                  <a:pt x="793678" y="107782"/>
                </a:cubicBezTo>
                <a:cubicBezTo>
                  <a:pt x="794335" y="109320"/>
                  <a:pt x="795307" y="110467"/>
                  <a:pt x="796595" y="111223"/>
                </a:cubicBezTo>
                <a:cubicBezTo>
                  <a:pt x="797882" y="111978"/>
                  <a:pt x="800234" y="112356"/>
                  <a:pt x="803649" y="112356"/>
                </a:cubicBezTo>
                <a:lnTo>
                  <a:pt x="803649" y="115357"/>
                </a:lnTo>
                <a:lnTo>
                  <a:pt x="768574" y="115357"/>
                </a:lnTo>
                <a:lnTo>
                  <a:pt x="768574" y="112356"/>
                </a:lnTo>
                <a:cubicBezTo>
                  <a:pt x="772095" y="112356"/>
                  <a:pt x="774459" y="112005"/>
                  <a:pt x="775668" y="111304"/>
                </a:cubicBezTo>
                <a:cubicBezTo>
                  <a:pt x="776877" y="110602"/>
                  <a:pt x="777836" y="109442"/>
                  <a:pt x="778545" y="107823"/>
                </a:cubicBezTo>
                <a:cubicBezTo>
                  <a:pt x="779254" y="106204"/>
                  <a:pt x="779609" y="103101"/>
                  <a:pt x="779609" y="98514"/>
                </a:cubicBezTo>
                <a:lnTo>
                  <a:pt x="779609" y="69941"/>
                </a:lnTo>
                <a:cubicBezTo>
                  <a:pt x="779609" y="61900"/>
                  <a:pt x="779373" y="56693"/>
                  <a:pt x="778900" y="54320"/>
                </a:cubicBezTo>
                <a:cubicBezTo>
                  <a:pt x="778532" y="52592"/>
                  <a:pt x="777954" y="51392"/>
                  <a:pt x="777166" y="50717"/>
                </a:cubicBezTo>
                <a:cubicBezTo>
                  <a:pt x="776377" y="50043"/>
                  <a:pt x="775300" y="49706"/>
                  <a:pt x="773934" y="49706"/>
                </a:cubicBezTo>
                <a:cubicBezTo>
                  <a:pt x="772463" y="49706"/>
                  <a:pt x="770676" y="50111"/>
                  <a:pt x="768574" y="50920"/>
                </a:cubicBezTo>
                <a:lnTo>
                  <a:pt x="767471" y="48005"/>
                </a:lnTo>
                <a:lnTo>
                  <a:pt x="789225" y="38939"/>
                </a:lnTo>
                <a:lnTo>
                  <a:pt x="792693" y="38939"/>
                </a:lnTo>
                <a:close/>
                <a:moveTo>
                  <a:pt x="833674" y="54677"/>
                </a:moveTo>
                <a:cubicBezTo>
                  <a:pt x="842134" y="44185"/>
                  <a:pt x="850200" y="38939"/>
                  <a:pt x="857872" y="38939"/>
                </a:cubicBezTo>
                <a:cubicBezTo>
                  <a:pt x="861813" y="38939"/>
                  <a:pt x="865202" y="39952"/>
                  <a:pt x="868040" y="41976"/>
                </a:cubicBezTo>
                <a:cubicBezTo>
                  <a:pt x="870877" y="43999"/>
                  <a:pt x="873137" y="47331"/>
                  <a:pt x="874818" y="51972"/>
                </a:cubicBezTo>
                <a:cubicBezTo>
                  <a:pt x="875974" y="55209"/>
                  <a:pt x="876553" y="60173"/>
                  <a:pt x="876553" y="66866"/>
                </a:cubicBezTo>
                <a:lnTo>
                  <a:pt x="876553" y="98514"/>
                </a:lnTo>
                <a:cubicBezTo>
                  <a:pt x="876553" y="103209"/>
                  <a:pt x="876920" y="106393"/>
                  <a:pt x="877656" y="108066"/>
                </a:cubicBezTo>
                <a:cubicBezTo>
                  <a:pt x="878234" y="109415"/>
                  <a:pt x="879167" y="110467"/>
                  <a:pt x="880454" y="111223"/>
                </a:cubicBezTo>
                <a:cubicBezTo>
                  <a:pt x="881742" y="111978"/>
                  <a:pt x="884119" y="112356"/>
                  <a:pt x="887587" y="112356"/>
                </a:cubicBezTo>
                <a:lnTo>
                  <a:pt x="887587" y="115357"/>
                </a:lnTo>
                <a:lnTo>
                  <a:pt x="851882" y="115357"/>
                </a:lnTo>
                <a:lnTo>
                  <a:pt x="851882" y="112356"/>
                </a:lnTo>
                <a:lnTo>
                  <a:pt x="853379" y="112356"/>
                </a:lnTo>
                <a:cubicBezTo>
                  <a:pt x="856742" y="112356"/>
                  <a:pt x="859094" y="111831"/>
                  <a:pt x="860434" y="110782"/>
                </a:cubicBezTo>
                <a:cubicBezTo>
                  <a:pt x="861774" y="109732"/>
                  <a:pt x="862706" y="108186"/>
                  <a:pt x="863232" y="106142"/>
                </a:cubicBezTo>
                <a:cubicBezTo>
                  <a:pt x="863442" y="105334"/>
                  <a:pt x="863547" y="102805"/>
                  <a:pt x="863547" y="98555"/>
                </a:cubicBezTo>
                <a:lnTo>
                  <a:pt x="863547" y="68288"/>
                </a:lnTo>
                <a:cubicBezTo>
                  <a:pt x="863547" y="61563"/>
                  <a:pt x="862693" y="56681"/>
                  <a:pt x="860986" y="53640"/>
                </a:cubicBezTo>
                <a:cubicBezTo>
                  <a:pt x="859278" y="50600"/>
                  <a:pt x="856401" y="49080"/>
                  <a:pt x="852355" y="49080"/>
                </a:cubicBezTo>
                <a:cubicBezTo>
                  <a:pt x="846102" y="49080"/>
                  <a:pt x="839875" y="52577"/>
                  <a:pt x="833674" y="59572"/>
                </a:cubicBezTo>
                <a:lnTo>
                  <a:pt x="833674" y="98555"/>
                </a:lnTo>
                <a:cubicBezTo>
                  <a:pt x="833674" y="103559"/>
                  <a:pt x="833963" y="106653"/>
                  <a:pt x="834541" y="107836"/>
                </a:cubicBezTo>
                <a:cubicBezTo>
                  <a:pt x="835277" y="109396"/>
                  <a:pt x="836288" y="110539"/>
                  <a:pt x="837576" y="111266"/>
                </a:cubicBezTo>
                <a:cubicBezTo>
                  <a:pt x="838863" y="111992"/>
                  <a:pt x="841477" y="112356"/>
                  <a:pt x="845418" y="112356"/>
                </a:cubicBezTo>
                <a:lnTo>
                  <a:pt x="845418" y="115357"/>
                </a:lnTo>
                <a:lnTo>
                  <a:pt x="809713" y="115357"/>
                </a:lnTo>
                <a:lnTo>
                  <a:pt x="809713" y="112356"/>
                </a:lnTo>
                <a:lnTo>
                  <a:pt x="811289" y="112356"/>
                </a:lnTo>
                <a:cubicBezTo>
                  <a:pt x="814968" y="112356"/>
                  <a:pt x="817450" y="111398"/>
                  <a:pt x="818738" y="109484"/>
                </a:cubicBezTo>
                <a:cubicBezTo>
                  <a:pt x="820025" y="107567"/>
                  <a:pt x="820669" y="103911"/>
                  <a:pt x="820669" y="98514"/>
                </a:cubicBezTo>
                <a:lnTo>
                  <a:pt x="820669" y="70993"/>
                </a:lnTo>
                <a:cubicBezTo>
                  <a:pt x="820669" y="62090"/>
                  <a:pt x="820472" y="56667"/>
                  <a:pt x="820078" y="54725"/>
                </a:cubicBezTo>
                <a:cubicBezTo>
                  <a:pt x="819684" y="52782"/>
                  <a:pt x="819079" y="51459"/>
                  <a:pt x="818265" y="50758"/>
                </a:cubicBezTo>
                <a:cubicBezTo>
                  <a:pt x="817450" y="50056"/>
                  <a:pt x="816360" y="49706"/>
                  <a:pt x="814994" y="49706"/>
                </a:cubicBezTo>
                <a:cubicBezTo>
                  <a:pt x="813523" y="49706"/>
                  <a:pt x="811762" y="50111"/>
                  <a:pt x="809713" y="50920"/>
                </a:cubicBezTo>
                <a:lnTo>
                  <a:pt x="808531" y="48005"/>
                </a:lnTo>
                <a:lnTo>
                  <a:pt x="830285" y="38939"/>
                </a:lnTo>
                <a:lnTo>
                  <a:pt x="833674" y="38939"/>
                </a:lnTo>
                <a:lnTo>
                  <a:pt x="833674" y="54677"/>
                </a:lnTo>
                <a:close/>
                <a:moveTo>
                  <a:pt x="912652" y="88280"/>
                </a:moveTo>
                <a:cubicBezTo>
                  <a:pt x="908238" y="86066"/>
                  <a:pt x="904849" y="82974"/>
                  <a:pt x="902484" y="79004"/>
                </a:cubicBezTo>
                <a:cubicBezTo>
                  <a:pt x="900120" y="75034"/>
                  <a:pt x="898938" y="70645"/>
                  <a:pt x="898938" y="65837"/>
                </a:cubicBezTo>
                <a:cubicBezTo>
                  <a:pt x="898938" y="58492"/>
                  <a:pt x="901631" y="52172"/>
                  <a:pt x="907017" y="46879"/>
                </a:cubicBezTo>
                <a:cubicBezTo>
                  <a:pt x="912403" y="41586"/>
                  <a:pt x="919299" y="38939"/>
                  <a:pt x="927707" y="38939"/>
                </a:cubicBezTo>
                <a:cubicBezTo>
                  <a:pt x="934591" y="38939"/>
                  <a:pt x="940555" y="40670"/>
                  <a:pt x="945599" y="44131"/>
                </a:cubicBezTo>
                <a:lnTo>
                  <a:pt x="960890" y="44131"/>
                </a:lnTo>
                <a:cubicBezTo>
                  <a:pt x="963150" y="44131"/>
                  <a:pt x="964464" y="44198"/>
                  <a:pt x="964831" y="44331"/>
                </a:cubicBezTo>
                <a:cubicBezTo>
                  <a:pt x="965199" y="44465"/>
                  <a:pt x="965462" y="44692"/>
                  <a:pt x="965620" y="45013"/>
                </a:cubicBezTo>
                <a:cubicBezTo>
                  <a:pt x="965935" y="45495"/>
                  <a:pt x="966092" y="46351"/>
                  <a:pt x="966092" y="47581"/>
                </a:cubicBezTo>
                <a:cubicBezTo>
                  <a:pt x="966092" y="48971"/>
                  <a:pt x="965961" y="49933"/>
                  <a:pt x="965698" y="50469"/>
                </a:cubicBezTo>
                <a:cubicBezTo>
                  <a:pt x="965541" y="50736"/>
                  <a:pt x="965265" y="50950"/>
                  <a:pt x="964871" y="51110"/>
                </a:cubicBezTo>
                <a:cubicBezTo>
                  <a:pt x="964477" y="51271"/>
                  <a:pt x="963150" y="51351"/>
                  <a:pt x="960890" y="51351"/>
                </a:cubicBezTo>
                <a:lnTo>
                  <a:pt x="951511" y="51351"/>
                </a:lnTo>
                <a:cubicBezTo>
                  <a:pt x="954453" y="55253"/>
                  <a:pt x="955925" y="60239"/>
                  <a:pt x="955925" y="66308"/>
                </a:cubicBezTo>
                <a:cubicBezTo>
                  <a:pt x="955925" y="73244"/>
                  <a:pt x="953350" y="79178"/>
                  <a:pt x="948200" y="84110"/>
                </a:cubicBezTo>
                <a:cubicBezTo>
                  <a:pt x="943051" y="89041"/>
                  <a:pt x="936141" y="91507"/>
                  <a:pt x="927471" y="91507"/>
                </a:cubicBezTo>
                <a:cubicBezTo>
                  <a:pt x="923897" y="91507"/>
                  <a:pt x="920245" y="90955"/>
                  <a:pt x="916515" y="89852"/>
                </a:cubicBezTo>
                <a:cubicBezTo>
                  <a:pt x="914202" y="91905"/>
                  <a:pt x="912639" y="93703"/>
                  <a:pt x="911825" y="95244"/>
                </a:cubicBezTo>
                <a:cubicBezTo>
                  <a:pt x="911010" y="96784"/>
                  <a:pt x="910603" y="98093"/>
                  <a:pt x="910603" y="99173"/>
                </a:cubicBezTo>
                <a:cubicBezTo>
                  <a:pt x="910603" y="100093"/>
                  <a:pt x="911036" y="100985"/>
                  <a:pt x="911904" y="101850"/>
                </a:cubicBezTo>
                <a:cubicBezTo>
                  <a:pt x="912771" y="102714"/>
                  <a:pt x="914465" y="103335"/>
                  <a:pt x="916987" y="103714"/>
                </a:cubicBezTo>
                <a:cubicBezTo>
                  <a:pt x="918459" y="103930"/>
                  <a:pt x="922137" y="104119"/>
                  <a:pt x="928022" y="104281"/>
                </a:cubicBezTo>
                <a:cubicBezTo>
                  <a:pt x="938847" y="104550"/>
                  <a:pt x="945862" y="104928"/>
                  <a:pt x="949067" y="105415"/>
                </a:cubicBezTo>
                <a:cubicBezTo>
                  <a:pt x="953954" y="106118"/>
                  <a:pt x="957856" y="107983"/>
                  <a:pt x="960772" y="111010"/>
                </a:cubicBezTo>
                <a:cubicBezTo>
                  <a:pt x="963688" y="114035"/>
                  <a:pt x="965147" y="117763"/>
                  <a:pt x="965147" y="122195"/>
                </a:cubicBezTo>
                <a:cubicBezTo>
                  <a:pt x="965147" y="128301"/>
                  <a:pt x="962362" y="134029"/>
                  <a:pt x="956792" y="139380"/>
                </a:cubicBezTo>
                <a:cubicBezTo>
                  <a:pt x="948594" y="147269"/>
                  <a:pt x="937901" y="151214"/>
                  <a:pt x="924712" y="151214"/>
                </a:cubicBezTo>
                <a:cubicBezTo>
                  <a:pt x="914570" y="151214"/>
                  <a:pt x="906005" y="148865"/>
                  <a:pt x="899016" y="144166"/>
                </a:cubicBezTo>
                <a:cubicBezTo>
                  <a:pt x="895075" y="141466"/>
                  <a:pt x="893105" y="138657"/>
                  <a:pt x="893105" y="135740"/>
                </a:cubicBezTo>
                <a:cubicBezTo>
                  <a:pt x="893105" y="134445"/>
                  <a:pt x="893394" y="133150"/>
                  <a:pt x="893972" y="131853"/>
                </a:cubicBezTo>
                <a:cubicBezTo>
                  <a:pt x="894865" y="129854"/>
                  <a:pt x="896704" y="127072"/>
                  <a:pt x="899489" y="123508"/>
                </a:cubicBezTo>
                <a:cubicBezTo>
                  <a:pt x="899857" y="123023"/>
                  <a:pt x="902537" y="120106"/>
                  <a:pt x="907529" y="114759"/>
                </a:cubicBezTo>
                <a:cubicBezTo>
                  <a:pt x="904797" y="113081"/>
                  <a:pt x="902865" y="111578"/>
                  <a:pt x="901736" y="110252"/>
                </a:cubicBezTo>
                <a:cubicBezTo>
                  <a:pt x="900606" y="108925"/>
                  <a:pt x="900041" y="107422"/>
                  <a:pt x="900041" y="105744"/>
                </a:cubicBezTo>
                <a:cubicBezTo>
                  <a:pt x="900041" y="103848"/>
                  <a:pt x="900790" y="101627"/>
                  <a:pt x="902287" y="99082"/>
                </a:cubicBezTo>
                <a:cubicBezTo>
                  <a:pt x="903785" y="96537"/>
                  <a:pt x="907240" y="92936"/>
                  <a:pt x="912652" y="88280"/>
                </a:cubicBezTo>
                <a:moveTo>
                  <a:pt x="926367" y="42995"/>
                </a:moveTo>
                <a:cubicBezTo>
                  <a:pt x="922479" y="42995"/>
                  <a:pt x="919221" y="44582"/>
                  <a:pt x="916593" y="47756"/>
                </a:cubicBezTo>
                <a:cubicBezTo>
                  <a:pt x="913966" y="50929"/>
                  <a:pt x="912652" y="55796"/>
                  <a:pt x="912652" y="62358"/>
                </a:cubicBezTo>
                <a:cubicBezTo>
                  <a:pt x="912652" y="70858"/>
                  <a:pt x="914439" y="77447"/>
                  <a:pt x="918012" y="82125"/>
                </a:cubicBezTo>
                <a:cubicBezTo>
                  <a:pt x="920745" y="85676"/>
                  <a:pt x="924213" y="87451"/>
                  <a:pt x="928416" y="87451"/>
                </a:cubicBezTo>
                <a:cubicBezTo>
                  <a:pt x="932410" y="87451"/>
                  <a:pt x="935694" y="85918"/>
                  <a:pt x="938269" y="82852"/>
                </a:cubicBezTo>
                <a:cubicBezTo>
                  <a:pt x="940844" y="79786"/>
                  <a:pt x="942131" y="74972"/>
                  <a:pt x="942131" y="68410"/>
                </a:cubicBezTo>
                <a:cubicBezTo>
                  <a:pt x="942131" y="59858"/>
                  <a:pt x="940318" y="53161"/>
                  <a:pt x="936692" y="48319"/>
                </a:cubicBezTo>
                <a:cubicBezTo>
                  <a:pt x="934013" y="44770"/>
                  <a:pt x="930571" y="42995"/>
                  <a:pt x="926367" y="42995"/>
                </a:cubicBezTo>
                <a:moveTo>
                  <a:pt x="911864" y="115406"/>
                </a:moveTo>
                <a:cubicBezTo>
                  <a:pt x="909394" y="118159"/>
                  <a:pt x="907529" y="120722"/>
                  <a:pt x="906268" y="123097"/>
                </a:cubicBezTo>
                <a:cubicBezTo>
                  <a:pt x="905007" y="125473"/>
                  <a:pt x="904376" y="127660"/>
                  <a:pt x="904376" y="129658"/>
                </a:cubicBezTo>
                <a:cubicBezTo>
                  <a:pt x="904376" y="132249"/>
                  <a:pt x="905900" y="134516"/>
                  <a:pt x="908948" y="136460"/>
                </a:cubicBezTo>
                <a:cubicBezTo>
                  <a:pt x="914202" y="139806"/>
                  <a:pt x="921795" y="141479"/>
                  <a:pt x="931727" y="141479"/>
                </a:cubicBezTo>
                <a:cubicBezTo>
                  <a:pt x="941185" y="141479"/>
                  <a:pt x="948161" y="139765"/>
                  <a:pt x="952654" y="136335"/>
                </a:cubicBezTo>
                <a:cubicBezTo>
                  <a:pt x="957146" y="132908"/>
                  <a:pt x="959393" y="129251"/>
                  <a:pt x="959393" y="125366"/>
                </a:cubicBezTo>
                <a:cubicBezTo>
                  <a:pt x="959393" y="122559"/>
                  <a:pt x="958053" y="120561"/>
                  <a:pt x="955373" y="119373"/>
                </a:cubicBezTo>
                <a:cubicBezTo>
                  <a:pt x="952640" y="118185"/>
                  <a:pt x="947228" y="117483"/>
                  <a:pt x="939136" y="117269"/>
                </a:cubicBezTo>
                <a:cubicBezTo>
                  <a:pt x="927313" y="116944"/>
                  <a:pt x="918222" y="116323"/>
                  <a:pt x="911864" y="115406"/>
                </a:cubicBezTo>
                <a:close/>
                <a:moveTo>
                  <a:pt x="1049719" y="38939"/>
                </a:moveTo>
                <a:cubicBezTo>
                  <a:pt x="1060649" y="38939"/>
                  <a:pt x="1069424" y="43207"/>
                  <a:pt x="1076045" y="51744"/>
                </a:cubicBezTo>
                <a:cubicBezTo>
                  <a:pt x="1081668" y="59037"/>
                  <a:pt x="1084479" y="67411"/>
                  <a:pt x="1084479" y="76867"/>
                </a:cubicBezTo>
                <a:cubicBezTo>
                  <a:pt x="1084479" y="83512"/>
                  <a:pt x="1082929" y="90239"/>
                  <a:pt x="1079829" y="97046"/>
                </a:cubicBezTo>
                <a:cubicBezTo>
                  <a:pt x="1076728" y="103852"/>
                  <a:pt x="1072459" y="108984"/>
                  <a:pt x="1067020" y="112442"/>
                </a:cubicBezTo>
                <a:cubicBezTo>
                  <a:pt x="1061582" y="115900"/>
                  <a:pt x="1055526" y="117629"/>
                  <a:pt x="1048852" y="117629"/>
                </a:cubicBezTo>
                <a:cubicBezTo>
                  <a:pt x="1037975" y="117629"/>
                  <a:pt x="1029331" y="113171"/>
                  <a:pt x="1022920" y="104256"/>
                </a:cubicBezTo>
                <a:cubicBezTo>
                  <a:pt x="1017508" y="96747"/>
                  <a:pt x="1014802" y="88320"/>
                  <a:pt x="1014802" y="78974"/>
                </a:cubicBezTo>
                <a:cubicBezTo>
                  <a:pt x="1014802" y="72166"/>
                  <a:pt x="1016444" y="65399"/>
                  <a:pt x="1019728" y="58672"/>
                </a:cubicBezTo>
                <a:cubicBezTo>
                  <a:pt x="1023012" y="51946"/>
                  <a:pt x="1027334" y="46975"/>
                  <a:pt x="1032694" y="43761"/>
                </a:cubicBezTo>
                <a:cubicBezTo>
                  <a:pt x="1038054" y="40546"/>
                  <a:pt x="1043729" y="38939"/>
                  <a:pt x="1049719" y="38939"/>
                </a:cubicBezTo>
                <a:moveTo>
                  <a:pt x="1047276" y="44293"/>
                </a:moveTo>
                <a:cubicBezTo>
                  <a:pt x="1044491" y="44293"/>
                  <a:pt x="1041693" y="45144"/>
                  <a:pt x="1038882" y="46846"/>
                </a:cubicBezTo>
                <a:cubicBezTo>
                  <a:pt x="1036070" y="48548"/>
                  <a:pt x="1033798" y="51533"/>
                  <a:pt x="1032064" y="55800"/>
                </a:cubicBezTo>
                <a:cubicBezTo>
                  <a:pt x="1030330" y="60068"/>
                  <a:pt x="1029463" y="65550"/>
                  <a:pt x="1029463" y="72248"/>
                </a:cubicBezTo>
                <a:cubicBezTo>
                  <a:pt x="1029463" y="83051"/>
                  <a:pt x="1031551" y="92369"/>
                  <a:pt x="1035729" y="100203"/>
                </a:cubicBezTo>
                <a:cubicBezTo>
                  <a:pt x="1039906" y="108034"/>
                  <a:pt x="1045411" y="111950"/>
                  <a:pt x="1052242" y="111950"/>
                </a:cubicBezTo>
                <a:cubicBezTo>
                  <a:pt x="1057339" y="111950"/>
                  <a:pt x="1061542" y="109789"/>
                  <a:pt x="1064853" y="105468"/>
                </a:cubicBezTo>
                <a:cubicBezTo>
                  <a:pt x="1068163" y="101146"/>
                  <a:pt x="1069819" y="93719"/>
                  <a:pt x="1069819" y="83187"/>
                </a:cubicBezTo>
                <a:cubicBezTo>
                  <a:pt x="1069819" y="70006"/>
                  <a:pt x="1067060" y="59634"/>
                  <a:pt x="1061542" y="52071"/>
                </a:cubicBezTo>
                <a:cubicBezTo>
                  <a:pt x="1057812" y="46886"/>
                  <a:pt x="1053056" y="44293"/>
                  <a:pt x="1047276" y="44293"/>
                </a:cubicBezTo>
                <a:close/>
                <a:moveTo>
                  <a:pt x="1123338" y="46727"/>
                </a:moveTo>
                <a:lnTo>
                  <a:pt x="1123338" y="95624"/>
                </a:lnTo>
                <a:cubicBezTo>
                  <a:pt x="1123338" y="102555"/>
                  <a:pt x="1124073" y="106941"/>
                  <a:pt x="1125545" y="108781"/>
                </a:cubicBezTo>
                <a:cubicBezTo>
                  <a:pt x="1127489" y="111164"/>
                  <a:pt x="1130090" y="112356"/>
                  <a:pt x="1133348" y="112356"/>
                </a:cubicBezTo>
                <a:lnTo>
                  <a:pt x="1139890" y="112356"/>
                </a:lnTo>
                <a:lnTo>
                  <a:pt x="1139890" y="115357"/>
                </a:lnTo>
                <a:lnTo>
                  <a:pt x="1096775" y="115357"/>
                </a:lnTo>
                <a:lnTo>
                  <a:pt x="1096775" y="112356"/>
                </a:lnTo>
                <a:lnTo>
                  <a:pt x="1100007" y="112356"/>
                </a:lnTo>
                <a:cubicBezTo>
                  <a:pt x="1102109" y="112356"/>
                  <a:pt x="1104027" y="111814"/>
                  <a:pt x="1105761" y="110731"/>
                </a:cubicBezTo>
                <a:cubicBezTo>
                  <a:pt x="1107495" y="109647"/>
                  <a:pt x="1108690" y="108186"/>
                  <a:pt x="1109347" y="106345"/>
                </a:cubicBezTo>
                <a:cubicBezTo>
                  <a:pt x="1110004" y="104505"/>
                  <a:pt x="1110332" y="100931"/>
                  <a:pt x="1110332" y="95624"/>
                </a:cubicBezTo>
                <a:lnTo>
                  <a:pt x="1110332" y="46727"/>
                </a:lnTo>
                <a:lnTo>
                  <a:pt x="1096302" y="46727"/>
                </a:lnTo>
                <a:lnTo>
                  <a:pt x="1096302" y="41048"/>
                </a:lnTo>
                <a:lnTo>
                  <a:pt x="1110332" y="41048"/>
                </a:lnTo>
                <a:lnTo>
                  <a:pt x="1110332" y="36161"/>
                </a:lnTo>
                <a:cubicBezTo>
                  <a:pt x="1110332" y="28723"/>
                  <a:pt x="1111488" y="22425"/>
                  <a:pt x="1113800" y="17267"/>
                </a:cubicBezTo>
                <a:cubicBezTo>
                  <a:pt x="1116112" y="12109"/>
                  <a:pt x="1119646" y="7942"/>
                  <a:pt x="1124402" y="4766"/>
                </a:cubicBezTo>
                <a:cubicBezTo>
                  <a:pt x="1129157" y="1589"/>
                  <a:pt x="1134504" y="0"/>
                  <a:pt x="1140442" y="0"/>
                </a:cubicBezTo>
                <a:cubicBezTo>
                  <a:pt x="1145959" y="0"/>
                  <a:pt x="1151030" y="1839"/>
                  <a:pt x="1155654" y="5516"/>
                </a:cubicBezTo>
                <a:cubicBezTo>
                  <a:pt x="1158702" y="7950"/>
                  <a:pt x="1160226" y="10681"/>
                  <a:pt x="1160226" y="13710"/>
                </a:cubicBezTo>
                <a:cubicBezTo>
                  <a:pt x="1160226" y="15332"/>
                  <a:pt x="1159542" y="16860"/>
                  <a:pt x="1158176" y="18293"/>
                </a:cubicBezTo>
                <a:cubicBezTo>
                  <a:pt x="1156810" y="19726"/>
                  <a:pt x="1155339" y="20443"/>
                  <a:pt x="1153762" y="20443"/>
                </a:cubicBezTo>
                <a:cubicBezTo>
                  <a:pt x="1152554" y="20443"/>
                  <a:pt x="1151279" y="19992"/>
                  <a:pt x="1149939" y="19089"/>
                </a:cubicBezTo>
                <a:cubicBezTo>
                  <a:pt x="1148600" y="18187"/>
                  <a:pt x="1146957" y="16246"/>
                  <a:pt x="1145013" y="13266"/>
                </a:cubicBezTo>
                <a:cubicBezTo>
                  <a:pt x="1143069" y="10287"/>
                  <a:pt x="1141282" y="8277"/>
                  <a:pt x="1139653" y="7238"/>
                </a:cubicBezTo>
                <a:cubicBezTo>
                  <a:pt x="1138024" y="6198"/>
                  <a:pt x="1136212" y="5679"/>
                  <a:pt x="1134215" y="5679"/>
                </a:cubicBezTo>
                <a:cubicBezTo>
                  <a:pt x="1131798" y="5679"/>
                  <a:pt x="1129748" y="6348"/>
                  <a:pt x="1128067" y="7686"/>
                </a:cubicBezTo>
                <a:cubicBezTo>
                  <a:pt x="1126385" y="9023"/>
                  <a:pt x="1125177" y="11097"/>
                  <a:pt x="1124441" y="13908"/>
                </a:cubicBezTo>
                <a:cubicBezTo>
                  <a:pt x="1123705" y="16718"/>
                  <a:pt x="1123338" y="23963"/>
                  <a:pt x="1123338" y="35644"/>
                </a:cubicBezTo>
                <a:lnTo>
                  <a:pt x="1123338" y="41048"/>
                </a:lnTo>
                <a:lnTo>
                  <a:pt x="1141939" y="41048"/>
                </a:lnTo>
                <a:lnTo>
                  <a:pt x="1141939" y="46727"/>
                </a:lnTo>
                <a:lnTo>
                  <a:pt x="1123338" y="46727"/>
                </a:lnTo>
                <a:close/>
                <a:moveTo>
                  <a:pt x="1281426" y="2920"/>
                </a:moveTo>
                <a:lnTo>
                  <a:pt x="1283869" y="40237"/>
                </a:lnTo>
                <a:lnTo>
                  <a:pt x="1281426" y="40237"/>
                </a:lnTo>
                <a:cubicBezTo>
                  <a:pt x="1278168" y="29013"/>
                  <a:pt x="1273517" y="20935"/>
                  <a:pt x="1267474" y="16002"/>
                </a:cubicBezTo>
                <a:cubicBezTo>
                  <a:pt x="1261431" y="11067"/>
                  <a:pt x="1254180" y="8599"/>
                  <a:pt x="1245720" y="8599"/>
                </a:cubicBezTo>
                <a:cubicBezTo>
                  <a:pt x="1238626" y="8599"/>
                  <a:pt x="1232215" y="10453"/>
                  <a:pt x="1226488" y="14161"/>
                </a:cubicBezTo>
                <a:cubicBezTo>
                  <a:pt x="1220760" y="17867"/>
                  <a:pt x="1216254" y="23780"/>
                  <a:pt x="1212970" y="31899"/>
                </a:cubicBezTo>
                <a:cubicBezTo>
                  <a:pt x="1209686" y="40018"/>
                  <a:pt x="1208044" y="50113"/>
                  <a:pt x="1208044" y="62184"/>
                </a:cubicBezTo>
                <a:cubicBezTo>
                  <a:pt x="1208044" y="72141"/>
                  <a:pt x="1209594" y="80774"/>
                  <a:pt x="1212694" y="88082"/>
                </a:cubicBezTo>
                <a:cubicBezTo>
                  <a:pt x="1215795" y="95388"/>
                  <a:pt x="1220458" y="100990"/>
                  <a:pt x="1226685" y="104887"/>
                </a:cubicBezTo>
                <a:cubicBezTo>
                  <a:pt x="1232912" y="108785"/>
                  <a:pt x="1240019" y="110733"/>
                  <a:pt x="1248006" y="110733"/>
                </a:cubicBezTo>
                <a:cubicBezTo>
                  <a:pt x="1254942" y="110733"/>
                  <a:pt x="1261064" y="109206"/>
                  <a:pt x="1266371" y="106150"/>
                </a:cubicBezTo>
                <a:cubicBezTo>
                  <a:pt x="1271678" y="103094"/>
                  <a:pt x="1277511" y="97023"/>
                  <a:pt x="1283869" y="87938"/>
                </a:cubicBezTo>
                <a:lnTo>
                  <a:pt x="1286312" y="89555"/>
                </a:lnTo>
                <a:cubicBezTo>
                  <a:pt x="1280953" y="99319"/>
                  <a:pt x="1274700" y="106466"/>
                  <a:pt x="1267553" y="110997"/>
                </a:cubicBezTo>
                <a:cubicBezTo>
                  <a:pt x="1260407" y="115526"/>
                  <a:pt x="1251920" y="117791"/>
                  <a:pt x="1242094" y="117791"/>
                </a:cubicBezTo>
                <a:cubicBezTo>
                  <a:pt x="1224386" y="117791"/>
                  <a:pt x="1210671" y="111040"/>
                  <a:pt x="1200950" y="97538"/>
                </a:cubicBezTo>
                <a:cubicBezTo>
                  <a:pt x="1193699" y="87494"/>
                  <a:pt x="1190073" y="75667"/>
                  <a:pt x="1190073" y="62057"/>
                </a:cubicBezTo>
                <a:cubicBezTo>
                  <a:pt x="1190073" y="51093"/>
                  <a:pt x="1192464" y="41021"/>
                  <a:pt x="1197245" y="31841"/>
                </a:cubicBezTo>
                <a:cubicBezTo>
                  <a:pt x="1202027" y="22660"/>
                  <a:pt x="1208609" y="15545"/>
                  <a:pt x="1216990" y="10495"/>
                </a:cubicBezTo>
                <a:cubicBezTo>
                  <a:pt x="1225371" y="5445"/>
                  <a:pt x="1234527" y="2920"/>
                  <a:pt x="1244459" y="2920"/>
                </a:cubicBezTo>
                <a:cubicBezTo>
                  <a:pt x="1252183" y="2920"/>
                  <a:pt x="1259803" y="4867"/>
                  <a:pt x="1267317" y="8761"/>
                </a:cubicBezTo>
                <a:cubicBezTo>
                  <a:pt x="1269524" y="9951"/>
                  <a:pt x="1271100" y="10546"/>
                  <a:pt x="1272046" y="10546"/>
                </a:cubicBezTo>
                <a:cubicBezTo>
                  <a:pt x="1273465" y="10546"/>
                  <a:pt x="1274700" y="10032"/>
                  <a:pt x="1275750" y="9005"/>
                </a:cubicBezTo>
                <a:cubicBezTo>
                  <a:pt x="1277117" y="7544"/>
                  <a:pt x="1278089" y="5516"/>
                  <a:pt x="1278667" y="2920"/>
                </a:cubicBezTo>
                <a:lnTo>
                  <a:pt x="1281426" y="2920"/>
                </a:lnTo>
                <a:close/>
                <a:moveTo>
                  <a:pt x="1332217" y="38939"/>
                </a:moveTo>
                <a:cubicBezTo>
                  <a:pt x="1343147" y="38939"/>
                  <a:pt x="1351922" y="43207"/>
                  <a:pt x="1358543" y="51744"/>
                </a:cubicBezTo>
                <a:cubicBezTo>
                  <a:pt x="1364165" y="59037"/>
                  <a:pt x="1366977" y="67411"/>
                  <a:pt x="1366977" y="76867"/>
                </a:cubicBezTo>
                <a:cubicBezTo>
                  <a:pt x="1366977" y="83512"/>
                  <a:pt x="1365427" y="90239"/>
                  <a:pt x="1362326" y="97046"/>
                </a:cubicBezTo>
                <a:cubicBezTo>
                  <a:pt x="1359226" y="103852"/>
                  <a:pt x="1354957" y="108984"/>
                  <a:pt x="1349518" y="112442"/>
                </a:cubicBezTo>
                <a:cubicBezTo>
                  <a:pt x="1344079" y="115900"/>
                  <a:pt x="1338023" y="117629"/>
                  <a:pt x="1331350" y="117629"/>
                </a:cubicBezTo>
                <a:cubicBezTo>
                  <a:pt x="1320473" y="117629"/>
                  <a:pt x="1311829" y="113171"/>
                  <a:pt x="1305418" y="104256"/>
                </a:cubicBezTo>
                <a:cubicBezTo>
                  <a:pt x="1300006" y="96747"/>
                  <a:pt x="1297300" y="88320"/>
                  <a:pt x="1297300" y="78974"/>
                </a:cubicBezTo>
                <a:cubicBezTo>
                  <a:pt x="1297300" y="72166"/>
                  <a:pt x="1298942" y="65399"/>
                  <a:pt x="1302226" y="58672"/>
                </a:cubicBezTo>
                <a:cubicBezTo>
                  <a:pt x="1305510" y="51946"/>
                  <a:pt x="1309832" y="46975"/>
                  <a:pt x="1315192" y="43761"/>
                </a:cubicBezTo>
                <a:cubicBezTo>
                  <a:pt x="1320552" y="40546"/>
                  <a:pt x="1326227" y="38939"/>
                  <a:pt x="1332217" y="38939"/>
                </a:cubicBezTo>
                <a:moveTo>
                  <a:pt x="1329774" y="44293"/>
                </a:moveTo>
                <a:cubicBezTo>
                  <a:pt x="1326989" y="44293"/>
                  <a:pt x="1324190" y="45144"/>
                  <a:pt x="1321379" y="46846"/>
                </a:cubicBezTo>
                <a:cubicBezTo>
                  <a:pt x="1318568" y="48548"/>
                  <a:pt x="1316295" y="51533"/>
                  <a:pt x="1314561" y="55800"/>
                </a:cubicBezTo>
                <a:cubicBezTo>
                  <a:pt x="1312827" y="60068"/>
                  <a:pt x="1311960" y="65550"/>
                  <a:pt x="1311960" y="72248"/>
                </a:cubicBezTo>
                <a:cubicBezTo>
                  <a:pt x="1311960" y="83051"/>
                  <a:pt x="1314049" y="92369"/>
                  <a:pt x="1318226" y="100203"/>
                </a:cubicBezTo>
                <a:cubicBezTo>
                  <a:pt x="1322404" y="108034"/>
                  <a:pt x="1327908" y="111950"/>
                  <a:pt x="1334739" y="111950"/>
                </a:cubicBezTo>
                <a:cubicBezTo>
                  <a:pt x="1339836" y="111950"/>
                  <a:pt x="1344040" y="109789"/>
                  <a:pt x="1347350" y="105468"/>
                </a:cubicBezTo>
                <a:cubicBezTo>
                  <a:pt x="1350661" y="101146"/>
                  <a:pt x="1352316" y="93719"/>
                  <a:pt x="1352316" y="83187"/>
                </a:cubicBezTo>
                <a:cubicBezTo>
                  <a:pt x="1352316" y="70006"/>
                  <a:pt x="1349557" y="59634"/>
                  <a:pt x="1344040" y="52071"/>
                </a:cubicBezTo>
                <a:cubicBezTo>
                  <a:pt x="1340309" y="46886"/>
                  <a:pt x="1335554" y="44293"/>
                  <a:pt x="1329774" y="44293"/>
                </a:cubicBezTo>
                <a:close/>
                <a:moveTo>
                  <a:pt x="1428615" y="107002"/>
                </a:moveTo>
                <a:cubicBezTo>
                  <a:pt x="1425094" y="110787"/>
                  <a:pt x="1421652" y="113505"/>
                  <a:pt x="1418289" y="115155"/>
                </a:cubicBezTo>
                <a:cubicBezTo>
                  <a:pt x="1414926" y="116804"/>
                  <a:pt x="1411301" y="117629"/>
                  <a:pt x="1407412" y="117629"/>
                </a:cubicBezTo>
                <a:cubicBezTo>
                  <a:pt x="1399530" y="117629"/>
                  <a:pt x="1392647" y="114243"/>
                  <a:pt x="1386761" y="107471"/>
                </a:cubicBezTo>
                <a:cubicBezTo>
                  <a:pt x="1380876" y="100697"/>
                  <a:pt x="1377933" y="91993"/>
                  <a:pt x="1377933" y="81359"/>
                </a:cubicBezTo>
                <a:cubicBezTo>
                  <a:pt x="1377933" y="70727"/>
                  <a:pt x="1381191" y="60999"/>
                  <a:pt x="1387707" y="52175"/>
                </a:cubicBezTo>
                <a:cubicBezTo>
                  <a:pt x="1394223" y="43351"/>
                  <a:pt x="1402604" y="38939"/>
                  <a:pt x="1412851" y="38939"/>
                </a:cubicBezTo>
                <a:cubicBezTo>
                  <a:pt x="1419209" y="38939"/>
                  <a:pt x="1424464" y="41021"/>
                  <a:pt x="1428615" y="45186"/>
                </a:cubicBezTo>
                <a:lnTo>
                  <a:pt x="1428615" y="31445"/>
                </a:lnTo>
                <a:cubicBezTo>
                  <a:pt x="1428615" y="22919"/>
                  <a:pt x="1428418" y="17678"/>
                  <a:pt x="1428024" y="15723"/>
                </a:cubicBezTo>
                <a:cubicBezTo>
                  <a:pt x="1427630" y="13767"/>
                  <a:pt x="1427012" y="12437"/>
                  <a:pt x="1426171" y="11732"/>
                </a:cubicBezTo>
                <a:cubicBezTo>
                  <a:pt x="1425331" y="11026"/>
                  <a:pt x="1424280" y="10673"/>
                  <a:pt x="1423019" y="10673"/>
                </a:cubicBezTo>
                <a:cubicBezTo>
                  <a:pt x="1421652" y="10673"/>
                  <a:pt x="1419840" y="11107"/>
                  <a:pt x="1417580" y="11976"/>
                </a:cubicBezTo>
                <a:lnTo>
                  <a:pt x="1416555" y="9124"/>
                </a:lnTo>
                <a:lnTo>
                  <a:pt x="1438073" y="0"/>
                </a:lnTo>
                <a:lnTo>
                  <a:pt x="1441620" y="0"/>
                </a:lnTo>
                <a:lnTo>
                  <a:pt x="1441620" y="85910"/>
                </a:lnTo>
                <a:cubicBezTo>
                  <a:pt x="1441620" y="94617"/>
                  <a:pt x="1441817" y="99930"/>
                  <a:pt x="1442211" y="101850"/>
                </a:cubicBezTo>
                <a:cubicBezTo>
                  <a:pt x="1442605" y="103770"/>
                  <a:pt x="1443236" y="105109"/>
                  <a:pt x="1444103" y="105866"/>
                </a:cubicBezTo>
                <a:cubicBezTo>
                  <a:pt x="1444970" y="106623"/>
                  <a:pt x="1445982" y="107002"/>
                  <a:pt x="1447138" y="107002"/>
                </a:cubicBezTo>
                <a:cubicBezTo>
                  <a:pt x="1448556" y="107002"/>
                  <a:pt x="1450448" y="106542"/>
                  <a:pt x="1452813" y="105623"/>
                </a:cubicBezTo>
                <a:lnTo>
                  <a:pt x="1453680" y="108462"/>
                </a:lnTo>
                <a:lnTo>
                  <a:pt x="1432241" y="117629"/>
                </a:lnTo>
                <a:lnTo>
                  <a:pt x="1428615" y="117629"/>
                </a:lnTo>
                <a:lnTo>
                  <a:pt x="1428615" y="107002"/>
                </a:lnTo>
                <a:moveTo>
                  <a:pt x="1428615" y="101341"/>
                </a:moveTo>
                <a:lnTo>
                  <a:pt x="1428615" y="63147"/>
                </a:lnTo>
                <a:cubicBezTo>
                  <a:pt x="1428300" y="59478"/>
                  <a:pt x="1427354" y="56133"/>
                  <a:pt x="1425777" y="53113"/>
                </a:cubicBezTo>
                <a:cubicBezTo>
                  <a:pt x="1424201" y="50091"/>
                  <a:pt x="1422112" y="47812"/>
                  <a:pt x="1419511" y="46276"/>
                </a:cubicBezTo>
                <a:cubicBezTo>
                  <a:pt x="1416910" y="44738"/>
                  <a:pt x="1414375" y="43969"/>
                  <a:pt x="1411905" y="43969"/>
                </a:cubicBezTo>
                <a:cubicBezTo>
                  <a:pt x="1407281" y="43969"/>
                  <a:pt x="1403156" y="46100"/>
                  <a:pt x="1399530" y="50362"/>
                </a:cubicBezTo>
                <a:cubicBezTo>
                  <a:pt x="1394748" y="55972"/>
                  <a:pt x="1392358" y="64171"/>
                  <a:pt x="1392358" y="74960"/>
                </a:cubicBezTo>
                <a:cubicBezTo>
                  <a:pt x="1392358" y="85858"/>
                  <a:pt x="1394670" y="94207"/>
                  <a:pt x="1399294" y="100007"/>
                </a:cubicBezTo>
                <a:cubicBezTo>
                  <a:pt x="1403918" y="105806"/>
                  <a:pt x="1409067" y="108705"/>
                  <a:pt x="1414743" y="108705"/>
                </a:cubicBezTo>
                <a:cubicBezTo>
                  <a:pt x="1419524" y="108705"/>
                  <a:pt x="1424148" y="106250"/>
                  <a:pt x="1428615" y="101341"/>
                </a:cubicBezTo>
                <a:close/>
                <a:moveTo>
                  <a:pt x="1470468" y="69117"/>
                </a:moveTo>
                <a:cubicBezTo>
                  <a:pt x="1470415" y="80124"/>
                  <a:pt x="1473017" y="88758"/>
                  <a:pt x="1478271" y="95018"/>
                </a:cubicBezTo>
                <a:cubicBezTo>
                  <a:pt x="1483526" y="101277"/>
                  <a:pt x="1489700" y="104406"/>
                  <a:pt x="1496794" y="104406"/>
                </a:cubicBezTo>
                <a:cubicBezTo>
                  <a:pt x="1501523" y="104406"/>
                  <a:pt x="1505635" y="103067"/>
                  <a:pt x="1509129" y="100390"/>
                </a:cubicBezTo>
                <a:cubicBezTo>
                  <a:pt x="1512624" y="97713"/>
                  <a:pt x="1515553" y="93130"/>
                  <a:pt x="1517918" y="86640"/>
                </a:cubicBezTo>
                <a:lnTo>
                  <a:pt x="1520361" y="88262"/>
                </a:lnTo>
                <a:cubicBezTo>
                  <a:pt x="1519258" y="95671"/>
                  <a:pt x="1516052" y="102418"/>
                  <a:pt x="1510745" y="108502"/>
                </a:cubicBezTo>
                <a:cubicBezTo>
                  <a:pt x="1505438" y="114587"/>
                  <a:pt x="1498791" y="117629"/>
                  <a:pt x="1490804" y="117629"/>
                </a:cubicBezTo>
                <a:cubicBezTo>
                  <a:pt x="1482133" y="117629"/>
                  <a:pt x="1474711" y="114162"/>
                  <a:pt x="1468537" y="107227"/>
                </a:cubicBezTo>
                <a:cubicBezTo>
                  <a:pt x="1462363" y="100291"/>
                  <a:pt x="1459276" y="90967"/>
                  <a:pt x="1459276" y="79255"/>
                </a:cubicBezTo>
                <a:cubicBezTo>
                  <a:pt x="1459276" y="66573"/>
                  <a:pt x="1462441" y="56683"/>
                  <a:pt x="1468773" y="49587"/>
                </a:cubicBezTo>
                <a:cubicBezTo>
                  <a:pt x="1475105" y="42488"/>
                  <a:pt x="1483053" y="38939"/>
                  <a:pt x="1492616" y="38939"/>
                </a:cubicBezTo>
                <a:cubicBezTo>
                  <a:pt x="1500709" y="38939"/>
                  <a:pt x="1507356" y="41677"/>
                  <a:pt x="1512558" y="47153"/>
                </a:cubicBezTo>
                <a:cubicBezTo>
                  <a:pt x="1517760" y="52627"/>
                  <a:pt x="1520361" y="59948"/>
                  <a:pt x="1520361" y="69117"/>
                </a:cubicBezTo>
                <a:lnTo>
                  <a:pt x="1470468" y="69117"/>
                </a:lnTo>
                <a:moveTo>
                  <a:pt x="1470468" y="64412"/>
                </a:moveTo>
                <a:lnTo>
                  <a:pt x="1503888" y="64412"/>
                </a:lnTo>
                <a:cubicBezTo>
                  <a:pt x="1503625" y="59653"/>
                  <a:pt x="1503073" y="56300"/>
                  <a:pt x="1502233" y="54353"/>
                </a:cubicBezTo>
                <a:cubicBezTo>
                  <a:pt x="1500919" y="51324"/>
                  <a:pt x="1498962" y="48944"/>
                  <a:pt x="1496360" y="47214"/>
                </a:cubicBezTo>
                <a:cubicBezTo>
                  <a:pt x="1493759" y="45483"/>
                  <a:pt x="1491040" y="44618"/>
                  <a:pt x="1488203" y="44618"/>
                </a:cubicBezTo>
                <a:cubicBezTo>
                  <a:pt x="1483841" y="44618"/>
                  <a:pt x="1479940" y="46362"/>
                  <a:pt x="1476498" y="49850"/>
                </a:cubicBezTo>
                <a:cubicBezTo>
                  <a:pt x="1473056" y="53339"/>
                  <a:pt x="1471046" y="58192"/>
                  <a:pt x="1470468" y="64412"/>
                </a:cubicBezTo>
                <a:close/>
                <a:moveTo>
                  <a:pt x="1662565" y="2920"/>
                </a:moveTo>
                <a:lnTo>
                  <a:pt x="1665009" y="40237"/>
                </a:lnTo>
                <a:lnTo>
                  <a:pt x="1662565" y="40237"/>
                </a:lnTo>
                <a:cubicBezTo>
                  <a:pt x="1659307" y="29013"/>
                  <a:pt x="1654657" y="20935"/>
                  <a:pt x="1648614" y="16002"/>
                </a:cubicBezTo>
                <a:cubicBezTo>
                  <a:pt x="1642571" y="11067"/>
                  <a:pt x="1635320" y="8599"/>
                  <a:pt x="1626860" y="8599"/>
                </a:cubicBezTo>
                <a:cubicBezTo>
                  <a:pt x="1619766" y="8599"/>
                  <a:pt x="1613355" y="10453"/>
                  <a:pt x="1607627" y="14161"/>
                </a:cubicBezTo>
                <a:cubicBezTo>
                  <a:pt x="1601900" y="17867"/>
                  <a:pt x="1597394" y="23780"/>
                  <a:pt x="1594110" y="31899"/>
                </a:cubicBezTo>
                <a:cubicBezTo>
                  <a:pt x="1590826" y="40018"/>
                  <a:pt x="1589183" y="50113"/>
                  <a:pt x="1589183" y="62184"/>
                </a:cubicBezTo>
                <a:cubicBezTo>
                  <a:pt x="1589183" y="72141"/>
                  <a:pt x="1590734" y="80774"/>
                  <a:pt x="1593834" y="88082"/>
                </a:cubicBezTo>
                <a:cubicBezTo>
                  <a:pt x="1596934" y="95388"/>
                  <a:pt x="1601598" y="100990"/>
                  <a:pt x="1607824" y="104887"/>
                </a:cubicBezTo>
                <a:cubicBezTo>
                  <a:pt x="1614051" y="108785"/>
                  <a:pt x="1621158" y="110733"/>
                  <a:pt x="1629145" y="110733"/>
                </a:cubicBezTo>
                <a:cubicBezTo>
                  <a:pt x="1636082" y="110733"/>
                  <a:pt x="1642203" y="109206"/>
                  <a:pt x="1647510" y="106150"/>
                </a:cubicBezTo>
                <a:cubicBezTo>
                  <a:pt x="1652818" y="103094"/>
                  <a:pt x="1658650" y="97023"/>
                  <a:pt x="1665009" y="87938"/>
                </a:cubicBezTo>
                <a:lnTo>
                  <a:pt x="1667452" y="89555"/>
                </a:lnTo>
                <a:cubicBezTo>
                  <a:pt x="1662092" y="99319"/>
                  <a:pt x="1655839" y="106466"/>
                  <a:pt x="1648693" y="110997"/>
                </a:cubicBezTo>
                <a:cubicBezTo>
                  <a:pt x="1641546" y="115526"/>
                  <a:pt x="1633060" y="117791"/>
                  <a:pt x="1623234" y="117791"/>
                </a:cubicBezTo>
                <a:cubicBezTo>
                  <a:pt x="1605526" y="117791"/>
                  <a:pt x="1591811" y="111040"/>
                  <a:pt x="1582090" y="97538"/>
                </a:cubicBezTo>
                <a:cubicBezTo>
                  <a:pt x="1574838" y="87494"/>
                  <a:pt x="1571212" y="75667"/>
                  <a:pt x="1571212" y="62057"/>
                </a:cubicBezTo>
                <a:cubicBezTo>
                  <a:pt x="1571212" y="51093"/>
                  <a:pt x="1573603" y="41021"/>
                  <a:pt x="1578385" y="31841"/>
                </a:cubicBezTo>
                <a:cubicBezTo>
                  <a:pt x="1583167" y="22660"/>
                  <a:pt x="1589748" y="15545"/>
                  <a:pt x="1598130" y="10495"/>
                </a:cubicBezTo>
                <a:cubicBezTo>
                  <a:pt x="1606511" y="5445"/>
                  <a:pt x="1615667" y="2920"/>
                  <a:pt x="1625598" y="2920"/>
                </a:cubicBezTo>
                <a:cubicBezTo>
                  <a:pt x="1633323" y="2920"/>
                  <a:pt x="1640942" y="4867"/>
                  <a:pt x="1648456" y="8761"/>
                </a:cubicBezTo>
                <a:cubicBezTo>
                  <a:pt x="1650663" y="9951"/>
                  <a:pt x="1652240" y="10546"/>
                  <a:pt x="1653186" y="10546"/>
                </a:cubicBezTo>
                <a:cubicBezTo>
                  <a:pt x="1654604" y="10546"/>
                  <a:pt x="1655839" y="10032"/>
                  <a:pt x="1656890" y="9005"/>
                </a:cubicBezTo>
                <a:cubicBezTo>
                  <a:pt x="1658256" y="7544"/>
                  <a:pt x="1659228" y="5516"/>
                  <a:pt x="1659806" y="2920"/>
                </a:cubicBezTo>
                <a:lnTo>
                  <a:pt x="1662565" y="2920"/>
                </a:lnTo>
                <a:close/>
                <a:moveTo>
                  <a:pt x="1713357" y="38939"/>
                </a:moveTo>
                <a:cubicBezTo>
                  <a:pt x="1724287" y="38939"/>
                  <a:pt x="1733062" y="43207"/>
                  <a:pt x="1739683" y="51744"/>
                </a:cubicBezTo>
                <a:cubicBezTo>
                  <a:pt x="1745305" y="59037"/>
                  <a:pt x="1748117" y="67411"/>
                  <a:pt x="1748117" y="76867"/>
                </a:cubicBezTo>
                <a:cubicBezTo>
                  <a:pt x="1748117" y="83512"/>
                  <a:pt x="1746567" y="90239"/>
                  <a:pt x="1743466" y="97046"/>
                </a:cubicBezTo>
                <a:cubicBezTo>
                  <a:pt x="1740366" y="103852"/>
                  <a:pt x="1736097" y="108984"/>
                  <a:pt x="1730658" y="112442"/>
                </a:cubicBezTo>
                <a:cubicBezTo>
                  <a:pt x="1725219" y="115900"/>
                  <a:pt x="1719163" y="117629"/>
                  <a:pt x="1712490" y="117629"/>
                </a:cubicBezTo>
                <a:cubicBezTo>
                  <a:pt x="1701613" y="117629"/>
                  <a:pt x="1692969" y="113171"/>
                  <a:pt x="1686558" y="104256"/>
                </a:cubicBezTo>
                <a:cubicBezTo>
                  <a:pt x="1681146" y="96747"/>
                  <a:pt x="1678440" y="88320"/>
                  <a:pt x="1678440" y="78974"/>
                </a:cubicBezTo>
                <a:cubicBezTo>
                  <a:pt x="1678440" y="72166"/>
                  <a:pt x="1680082" y="65399"/>
                  <a:pt x="1683366" y="58672"/>
                </a:cubicBezTo>
                <a:cubicBezTo>
                  <a:pt x="1686650" y="51946"/>
                  <a:pt x="1690972" y="46975"/>
                  <a:pt x="1696332" y="43761"/>
                </a:cubicBezTo>
                <a:cubicBezTo>
                  <a:pt x="1701691" y="40546"/>
                  <a:pt x="1707367" y="38939"/>
                  <a:pt x="1713357" y="38939"/>
                </a:cubicBezTo>
                <a:moveTo>
                  <a:pt x="1710913" y="44293"/>
                </a:moveTo>
                <a:cubicBezTo>
                  <a:pt x="1708128" y="44293"/>
                  <a:pt x="1705330" y="45144"/>
                  <a:pt x="1702519" y="46846"/>
                </a:cubicBezTo>
                <a:cubicBezTo>
                  <a:pt x="1699708" y="48548"/>
                  <a:pt x="1697435" y="51533"/>
                  <a:pt x="1695701" y="55800"/>
                </a:cubicBezTo>
                <a:cubicBezTo>
                  <a:pt x="1693967" y="60068"/>
                  <a:pt x="1693100" y="65550"/>
                  <a:pt x="1693100" y="72248"/>
                </a:cubicBezTo>
                <a:cubicBezTo>
                  <a:pt x="1693100" y="83051"/>
                  <a:pt x="1695189" y="92369"/>
                  <a:pt x="1699366" y="100203"/>
                </a:cubicBezTo>
                <a:cubicBezTo>
                  <a:pt x="1703544" y="108034"/>
                  <a:pt x="1709048" y="111950"/>
                  <a:pt x="1715879" y="111950"/>
                </a:cubicBezTo>
                <a:cubicBezTo>
                  <a:pt x="1720976" y="111950"/>
                  <a:pt x="1725180" y="109789"/>
                  <a:pt x="1728490" y="105468"/>
                </a:cubicBezTo>
                <a:cubicBezTo>
                  <a:pt x="1731801" y="101146"/>
                  <a:pt x="1733456" y="93719"/>
                  <a:pt x="1733456" y="83187"/>
                </a:cubicBezTo>
                <a:cubicBezTo>
                  <a:pt x="1733456" y="70006"/>
                  <a:pt x="1730697" y="59634"/>
                  <a:pt x="1725180" y="52071"/>
                </a:cubicBezTo>
                <a:cubicBezTo>
                  <a:pt x="1721449" y="46886"/>
                  <a:pt x="1716694" y="44293"/>
                  <a:pt x="1710913" y="44293"/>
                </a:cubicBezTo>
                <a:close/>
                <a:moveTo>
                  <a:pt x="1780197" y="54758"/>
                </a:moveTo>
                <a:cubicBezTo>
                  <a:pt x="1785452" y="49350"/>
                  <a:pt x="1788552" y="46240"/>
                  <a:pt x="1789498" y="45429"/>
                </a:cubicBezTo>
                <a:cubicBezTo>
                  <a:pt x="1791862" y="43374"/>
                  <a:pt x="1794411" y="41779"/>
                  <a:pt x="1797143" y="40643"/>
                </a:cubicBezTo>
                <a:cubicBezTo>
                  <a:pt x="1799876" y="39507"/>
                  <a:pt x="1802582" y="38939"/>
                  <a:pt x="1805262" y="38939"/>
                </a:cubicBezTo>
                <a:cubicBezTo>
                  <a:pt x="1809781" y="38939"/>
                  <a:pt x="1813669" y="40291"/>
                  <a:pt x="1816927" y="42995"/>
                </a:cubicBezTo>
                <a:cubicBezTo>
                  <a:pt x="1820185" y="45699"/>
                  <a:pt x="1822366" y="49620"/>
                  <a:pt x="1823469" y="54758"/>
                </a:cubicBezTo>
                <a:cubicBezTo>
                  <a:pt x="1828882" y="48268"/>
                  <a:pt x="1833453" y="44009"/>
                  <a:pt x="1837184" y="41981"/>
                </a:cubicBezTo>
                <a:cubicBezTo>
                  <a:pt x="1840915" y="39953"/>
                  <a:pt x="1844751" y="38939"/>
                  <a:pt x="1848692" y="38939"/>
                </a:cubicBezTo>
                <a:cubicBezTo>
                  <a:pt x="1852528" y="38939"/>
                  <a:pt x="1855930" y="39952"/>
                  <a:pt x="1858899" y="41976"/>
                </a:cubicBezTo>
                <a:cubicBezTo>
                  <a:pt x="1861868" y="43999"/>
                  <a:pt x="1864219" y="47304"/>
                  <a:pt x="1865953" y="51891"/>
                </a:cubicBezTo>
                <a:cubicBezTo>
                  <a:pt x="1867109" y="55021"/>
                  <a:pt x="1867687" y="59932"/>
                  <a:pt x="1867687" y="66623"/>
                </a:cubicBezTo>
                <a:lnTo>
                  <a:pt x="1867687" y="98514"/>
                </a:lnTo>
                <a:cubicBezTo>
                  <a:pt x="1867687" y="103155"/>
                  <a:pt x="1868029" y="106339"/>
                  <a:pt x="1868712" y="108066"/>
                </a:cubicBezTo>
                <a:cubicBezTo>
                  <a:pt x="1869238" y="109253"/>
                  <a:pt x="1870210" y="110264"/>
                  <a:pt x="1871628" y="111101"/>
                </a:cubicBezTo>
                <a:cubicBezTo>
                  <a:pt x="1873047" y="111938"/>
                  <a:pt x="1875359" y="112356"/>
                  <a:pt x="1878565" y="112356"/>
                </a:cubicBezTo>
                <a:lnTo>
                  <a:pt x="1878565" y="115357"/>
                </a:lnTo>
                <a:lnTo>
                  <a:pt x="1842938" y="115357"/>
                </a:lnTo>
                <a:lnTo>
                  <a:pt x="1842938" y="112356"/>
                </a:lnTo>
                <a:lnTo>
                  <a:pt x="1844435" y="112356"/>
                </a:lnTo>
                <a:cubicBezTo>
                  <a:pt x="1847536" y="112356"/>
                  <a:pt x="1849953" y="111737"/>
                  <a:pt x="1851687" y="110500"/>
                </a:cubicBezTo>
                <a:cubicBezTo>
                  <a:pt x="1852895" y="109638"/>
                  <a:pt x="1853763" y="108266"/>
                  <a:pt x="1854288" y="106383"/>
                </a:cubicBezTo>
                <a:cubicBezTo>
                  <a:pt x="1854498" y="105469"/>
                  <a:pt x="1854603" y="102859"/>
                  <a:pt x="1854603" y="98555"/>
                </a:cubicBezTo>
                <a:lnTo>
                  <a:pt x="1854603" y="66754"/>
                </a:lnTo>
                <a:cubicBezTo>
                  <a:pt x="1854603" y="60728"/>
                  <a:pt x="1853894" y="56477"/>
                  <a:pt x="1852475" y="54003"/>
                </a:cubicBezTo>
                <a:cubicBezTo>
                  <a:pt x="1850426" y="50558"/>
                  <a:pt x="1847142" y="48836"/>
                  <a:pt x="1842623" y="48836"/>
                </a:cubicBezTo>
                <a:cubicBezTo>
                  <a:pt x="1839838" y="48836"/>
                  <a:pt x="1837039" y="49549"/>
                  <a:pt x="1834228" y="50976"/>
                </a:cubicBezTo>
                <a:cubicBezTo>
                  <a:pt x="1831417" y="52401"/>
                  <a:pt x="1828015" y="55051"/>
                  <a:pt x="1824021" y="58926"/>
                </a:cubicBezTo>
                <a:lnTo>
                  <a:pt x="1823863" y="59813"/>
                </a:lnTo>
                <a:lnTo>
                  <a:pt x="1824021" y="63284"/>
                </a:lnTo>
                <a:lnTo>
                  <a:pt x="1824021" y="98555"/>
                </a:lnTo>
                <a:cubicBezTo>
                  <a:pt x="1824021" y="103613"/>
                  <a:pt x="1824297" y="106761"/>
                  <a:pt x="1824849" y="107998"/>
                </a:cubicBezTo>
                <a:cubicBezTo>
                  <a:pt x="1825400" y="109235"/>
                  <a:pt x="1826438" y="110271"/>
                  <a:pt x="1827962" y="111106"/>
                </a:cubicBezTo>
                <a:cubicBezTo>
                  <a:pt x="1829486" y="111939"/>
                  <a:pt x="1832087" y="112356"/>
                  <a:pt x="1835765" y="112356"/>
                </a:cubicBezTo>
                <a:lnTo>
                  <a:pt x="1835765" y="115357"/>
                </a:lnTo>
                <a:lnTo>
                  <a:pt x="1799271" y="115357"/>
                </a:lnTo>
                <a:lnTo>
                  <a:pt x="1799271" y="112356"/>
                </a:lnTo>
                <a:cubicBezTo>
                  <a:pt x="1803265" y="112356"/>
                  <a:pt x="1806011" y="111872"/>
                  <a:pt x="1807508" y="110903"/>
                </a:cubicBezTo>
                <a:cubicBezTo>
                  <a:pt x="1809006" y="109935"/>
                  <a:pt x="1810044" y="108482"/>
                  <a:pt x="1810622" y="106545"/>
                </a:cubicBezTo>
                <a:cubicBezTo>
                  <a:pt x="1810884" y="105629"/>
                  <a:pt x="1811016" y="102966"/>
                  <a:pt x="1811016" y="98555"/>
                </a:cubicBezTo>
                <a:lnTo>
                  <a:pt x="1811016" y="66754"/>
                </a:lnTo>
                <a:cubicBezTo>
                  <a:pt x="1811016" y="60728"/>
                  <a:pt x="1810149" y="56396"/>
                  <a:pt x="1808415" y="53759"/>
                </a:cubicBezTo>
                <a:cubicBezTo>
                  <a:pt x="1806103" y="50315"/>
                  <a:pt x="1802871" y="48593"/>
                  <a:pt x="1798720" y="48593"/>
                </a:cubicBezTo>
                <a:cubicBezTo>
                  <a:pt x="1795882" y="48593"/>
                  <a:pt x="1793071" y="49373"/>
                  <a:pt x="1790286" y="50933"/>
                </a:cubicBezTo>
                <a:cubicBezTo>
                  <a:pt x="1785925" y="53301"/>
                  <a:pt x="1782562" y="55964"/>
                  <a:pt x="1780197" y="58923"/>
                </a:cubicBezTo>
                <a:lnTo>
                  <a:pt x="1780197" y="98555"/>
                </a:lnTo>
                <a:cubicBezTo>
                  <a:pt x="1780197" y="103397"/>
                  <a:pt x="1780525" y="106545"/>
                  <a:pt x="1781182" y="107998"/>
                </a:cubicBezTo>
                <a:cubicBezTo>
                  <a:pt x="1781839" y="109450"/>
                  <a:pt x="1782811" y="110539"/>
                  <a:pt x="1784099" y="111266"/>
                </a:cubicBezTo>
                <a:cubicBezTo>
                  <a:pt x="1785386" y="111992"/>
                  <a:pt x="1788000" y="112356"/>
                  <a:pt x="1791941" y="112356"/>
                </a:cubicBezTo>
                <a:lnTo>
                  <a:pt x="1791941" y="115357"/>
                </a:lnTo>
                <a:lnTo>
                  <a:pt x="1756236" y="115357"/>
                </a:lnTo>
                <a:lnTo>
                  <a:pt x="1756236" y="112356"/>
                </a:lnTo>
                <a:cubicBezTo>
                  <a:pt x="1759546" y="112356"/>
                  <a:pt x="1761858" y="111992"/>
                  <a:pt x="1763172" y="111263"/>
                </a:cubicBezTo>
                <a:cubicBezTo>
                  <a:pt x="1764485" y="110535"/>
                  <a:pt x="1765484" y="109375"/>
                  <a:pt x="1766167" y="107782"/>
                </a:cubicBezTo>
                <a:cubicBezTo>
                  <a:pt x="1766850" y="106190"/>
                  <a:pt x="1767192" y="103101"/>
                  <a:pt x="1767192" y="98514"/>
                </a:cubicBezTo>
                <a:lnTo>
                  <a:pt x="1767192" y="70184"/>
                </a:lnTo>
                <a:cubicBezTo>
                  <a:pt x="1767192" y="62035"/>
                  <a:pt x="1766955" y="56774"/>
                  <a:pt x="1766482" y="54401"/>
                </a:cubicBezTo>
                <a:cubicBezTo>
                  <a:pt x="1766114" y="52619"/>
                  <a:pt x="1765536" y="51392"/>
                  <a:pt x="1764748" y="50717"/>
                </a:cubicBezTo>
                <a:cubicBezTo>
                  <a:pt x="1763960" y="50043"/>
                  <a:pt x="1762883" y="49706"/>
                  <a:pt x="1761516" y="49706"/>
                </a:cubicBezTo>
                <a:cubicBezTo>
                  <a:pt x="1760045" y="49706"/>
                  <a:pt x="1758285" y="50111"/>
                  <a:pt x="1756236" y="50920"/>
                </a:cubicBezTo>
                <a:lnTo>
                  <a:pt x="1755053" y="48005"/>
                </a:lnTo>
                <a:lnTo>
                  <a:pt x="1776808" y="38939"/>
                </a:lnTo>
                <a:lnTo>
                  <a:pt x="1780197" y="38939"/>
                </a:lnTo>
                <a:lnTo>
                  <a:pt x="1780197" y="54758"/>
                </a:lnTo>
                <a:close/>
                <a:moveTo>
                  <a:pt x="1905752" y="54758"/>
                </a:moveTo>
                <a:cubicBezTo>
                  <a:pt x="1911007" y="49350"/>
                  <a:pt x="1914107" y="46240"/>
                  <a:pt x="1915053" y="45429"/>
                </a:cubicBezTo>
                <a:cubicBezTo>
                  <a:pt x="1917418" y="43374"/>
                  <a:pt x="1919966" y="41779"/>
                  <a:pt x="1922699" y="40643"/>
                </a:cubicBezTo>
                <a:cubicBezTo>
                  <a:pt x="1925431" y="39507"/>
                  <a:pt x="1928137" y="38939"/>
                  <a:pt x="1930817" y="38939"/>
                </a:cubicBezTo>
                <a:cubicBezTo>
                  <a:pt x="1935336" y="38939"/>
                  <a:pt x="1939225" y="40291"/>
                  <a:pt x="1942483" y="42995"/>
                </a:cubicBezTo>
                <a:cubicBezTo>
                  <a:pt x="1945740" y="45699"/>
                  <a:pt x="1947921" y="49620"/>
                  <a:pt x="1949025" y="54758"/>
                </a:cubicBezTo>
                <a:cubicBezTo>
                  <a:pt x="1954437" y="48268"/>
                  <a:pt x="1959009" y="44009"/>
                  <a:pt x="1962739" y="41981"/>
                </a:cubicBezTo>
                <a:cubicBezTo>
                  <a:pt x="1966470" y="39953"/>
                  <a:pt x="1970306" y="38939"/>
                  <a:pt x="1974247" y="38939"/>
                </a:cubicBezTo>
                <a:cubicBezTo>
                  <a:pt x="1978083" y="38939"/>
                  <a:pt x="1981485" y="39952"/>
                  <a:pt x="1984454" y="41976"/>
                </a:cubicBezTo>
                <a:cubicBezTo>
                  <a:pt x="1987423" y="43999"/>
                  <a:pt x="1989775" y="47304"/>
                  <a:pt x="1991509" y="51891"/>
                </a:cubicBezTo>
                <a:cubicBezTo>
                  <a:pt x="1992665" y="55021"/>
                  <a:pt x="1993243" y="59932"/>
                  <a:pt x="1993243" y="66623"/>
                </a:cubicBezTo>
                <a:lnTo>
                  <a:pt x="1993243" y="98514"/>
                </a:lnTo>
                <a:cubicBezTo>
                  <a:pt x="1993243" y="103155"/>
                  <a:pt x="1993584" y="106339"/>
                  <a:pt x="1994268" y="108066"/>
                </a:cubicBezTo>
                <a:cubicBezTo>
                  <a:pt x="1994793" y="109253"/>
                  <a:pt x="1995765" y="110264"/>
                  <a:pt x="1997184" y="111101"/>
                </a:cubicBezTo>
                <a:cubicBezTo>
                  <a:pt x="1998603" y="111938"/>
                  <a:pt x="2000915" y="112356"/>
                  <a:pt x="2004120" y="112356"/>
                </a:cubicBezTo>
                <a:lnTo>
                  <a:pt x="2004120" y="115357"/>
                </a:lnTo>
                <a:lnTo>
                  <a:pt x="1968493" y="115357"/>
                </a:lnTo>
                <a:lnTo>
                  <a:pt x="1968493" y="112356"/>
                </a:lnTo>
                <a:lnTo>
                  <a:pt x="1969991" y="112356"/>
                </a:lnTo>
                <a:cubicBezTo>
                  <a:pt x="1973091" y="112356"/>
                  <a:pt x="1975508" y="111737"/>
                  <a:pt x="1977242" y="110500"/>
                </a:cubicBezTo>
                <a:cubicBezTo>
                  <a:pt x="1978451" y="109638"/>
                  <a:pt x="1979318" y="108266"/>
                  <a:pt x="1979843" y="106383"/>
                </a:cubicBezTo>
                <a:cubicBezTo>
                  <a:pt x="1980054" y="105469"/>
                  <a:pt x="1980159" y="102859"/>
                  <a:pt x="1980159" y="98555"/>
                </a:cubicBezTo>
                <a:lnTo>
                  <a:pt x="1980159" y="66754"/>
                </a:lnTo>
                <a:cubicBezTo>
                  <a:pt x="1980159" y="60728"/>
                  <a:pt x="1979449" y="56477"/>
                  <a:pt x="1978031" y="54003"/>
                </a:cubicBezTo>
                <a:cubicBezTo>
                  <a:pt x="1975981" y="50558"/>
                  <a:pt x="1972697" y="48836"/>
                  <a:pt x="1968178" y="48836"/>
                </a:cubicBezTo>
                <a:cubicBezTo>
                  <a:pt x="1965393" y="48836"/>
                  <a:pt x="1962595" y="49549"/>
                  <a:pt x="1959784" y="50976"/>
                </a:cubicBezTo>
                <a:cubicBezTo>
                  <a:pt x="1956972" y="52401"/>
                  <a:pt x="1953570" y="55051"/>
                  <a:pt x="1949576" y="58926"/>
                </a:cubicBezTo>
                <a:lnTo>
                  <a:pt x="1949419" y="59813"/>
                </a:lnTo>
                <a:lnTo>
                  <a:pt x="1949576" y="63284"/>
                </a:lnTo>
                <a:lnTo>
                  <a:pt x="1949576" y="98555"/>
                </a:lnTo>
                <a:cubicBezTo>
                  <a:pt x="1949576" y="103613"/>
                  <a:pt x="1949852" y="106761"/>
                  <a:pt x="1950404" y="107998"/>
                </a:cubicBezTo>
                <a:cubicBezTo>
                  <a:pt x="1950956" y="109235"/>
                  <a:pt x="1951994" y="110271"/>
                  <a:pt x="1953517" y="111106"/>
                </a:cubicBezTo>
                <a:cubicBezTo>
                  <a:pt x="1955041" y="111939"/>
                  <a:pt x="1957642" y="112356"/>
                  <a:pt x="1961321" y="112356"/>
                </a:cubicBezTo>
                <a:lnTo>
                  <a:pt x="1961321" y="115357"/>
                </a:lnTo>
                <a:lnTo>
                  <a:pt x="1924827" y="115357"/>
                </a:lnTo>
                <a:lnTo>
                  <a:pt x="1924827" y="112356"/>
                </a:lnTo>
                <a:cubicBezTo>
                  <a:pt x="1928820" y="112356"/>
                  <a:pt x="1931566" y="111872"/>
                  <a:pt x="1933064" y="110903"/>
                </a:cubicBezTo>
                <a:cubicBezTo>
                  <a:pt x="1934561" y="109935"/>
                  <a:pt x="1935599" y="108482"/>
                  <a:pt x="1936177" y="106545"/>
                </a:cubicBezTo>
                <a:cubicBezTo>
                  <a:pt x="1936440" y="105629"/>
                  <a:pt x="1936571" y="102966"/>
                  <a:pt x="1936571" y="98555"/>
                </a:cubicBezTo>
                <a:lnTo>
                  <a:pt x="1936571" y="66754"/>
                </a:lnTo>
                <a:cubicBezTo>
                  <a:pt x="1936571" y="60728"/>
                  <a:pt x="1935704" y="56396"/>
                  <a:pt x="1933970" y="53759"/>
                </a:cubicBezTo>
                <a:cubicBezTo>
                  <a:pt x="1931658" y="50315"/>
                  <a:pt x="1928426" y="48593"/>
                  <a:pt x="1924275" y="48593"/>
                </a:cubicBezTo>
                <a:cubicBezTo>
                  <a:pt x="1921438" y="48593"/>
                  <a:pt x="1918626" y="49373"/>
                  <a:pt x="1915841" y="50933"/>
                </a:cubicBezTo>
                <a:cubicBezTo>
                  <a:pt x="1911480" y="53301"/>
                  <a:pt x="1908117" y="55964"/>
                  <a:pt x="1905752" y="58923"/>
                </a:cubicBezTo>
                <a:lnTo>
                  <a:pt x="1905752" y="98555"/>
                </a:lnTo>
                <a:cubicBezTo>
                  <a:pt x="1905752" y="103397"/>
                  <a:pt x="1906081" y="106545"/>
                  <a:pt x="1906738" y="107998"/>
                </a:cubicBezTo>
                <a:cubicBezTo>
                  <a:pt x="1907394" y="109450"/>
                  <a:pt x="1908367" y="110539"/>
                  <a:pt x="1909654" y="111266"/>
                </a:cubicBezTo>
                <a:cubicBezTo>
                  <a:pt x="1910941" y="111992"/>
                  <a:pt x="1913556" y="112356"/>
                  <a:pt x="1917497" y="112356"/>
                </a:cubicBezTo>
                <a:lnTo>
                  <a:pt x="1917497" y="115357"/>
                </a:lnTo>
                <a:lnTo>
                  <a:pt x="1881791" y="115357"/>
                </a:lnTo>
                <a:lnTo>
                  <a:pt x="1881791" y="112356"/>
                </a:lnTo>
                <a:cubicBezTo>
                  <a:pt x="1885101" y="112356"/>
                  <a:pt x="1887413" y="111992"/>
                  <a:pt x="1888727" y="111263"/>
                </a:cubicBezTo>
                <a:cubicBezTo>
                  <a:pt x="1890041" y="110535"/>
                  <a:pt x="1891039" y="109375"/>
                  <a:pt x="1891722" y="107782"/>
                </a:cubicBezTo>
                <a:cubicBezTo>
                  <a:pt x="1892405" y="106190"/>
                  <a:pt x="1892747" y="103101"/>
                  <a:pt x="1892747" y="98514"/>
                </a:cubicBezTo>
                <a:lnTo>
                  <a:pt x="1892747" y="70184"/>
                </a:lnTo>
                <a:cubicBezTo>
                  <a:pt x="1892747" y="62035"/>
                  <a:pt x="1892510" y="56774"/>
                  <a:pt x="1892038" y="54401"/>
                </a:cubicBezTo>
                <a:cubicBezTo>
                  <a:pt x="1891670" y="52619"/>
                  <a:pt x="1891092" y="51392"/>
                  <a:pt x="1890304" y="50717"/>
                </a:cubicBezTo>
                <a:cubicBezTo>
                  <a:pt x="1889515" y="50043"/>
                  <a:pt x="1888438" y="49706"/>
                  <a:pt x="1887072" y="49706"/>
                </a:cubicBezTo>
                <a:cubicBezTo>
                  <a:pt x="1885601" y="49706"/>
                  <a:pt x="1883840" y="50111"/>
                  <a:pt x="1881791" y="50920"/>
                </a:cubicBezTo>
                <a:lnTo>
                  <a:pt x="1880609" y="48005"/>
                </a:lnTo>
                <a:lnTo>
                  <a:pt x="1902363" y="38939"/>
                </a:lnTo>
                <a:lnTo>
                  <a:pt x="1905752" y="38939"/>
                </a:lnTo>
                <a:lnTo>
                  <a:pt x="1905752" y="54758"/>
                </a:lnTo>
                <a:close/>
                <a:moveTo>
                  <a:pt x="2028234" y="0"/>
                </a:moveTo>
                <a:cubicBezTo>
                  <a:pt x="2030441" y="0"/>
                  <a:pt x="2032319" y="802"/>
                  <a:pt x="2033869" y="2406"/>
                </a:cubicBezTo>
                <a:cubicBezTo>
                  <a:pt x="2035420" y="4008"/>
                  <a:pt x="2036195" y="5951"/>
                  <a:pt x="2036195" y="8234"/>
                </a:cubicBezTo>
                <a:cubicBezTo>
                  <a:pt x="2036195" y="10517"/>
                  <a:pt x="2035420" y="12474"/>
                  <a:pt x="2033869" y="14105"/>
                </a:cubicBezTo>
                <a:cubicBezTo>
                  <a:pt x="2032319" y="15735"/>
                  <a:pt x="2030441" y="16549"/>
                  <a:pt x="2028234" y="16549"/>
                </a:cubicBezTo>
                <a:cubicBezTo>
                  <a:pt x="2026027" y="16549"/>
                  <a:pt x="2024135" y="15735"/>
                  <a:pt x="2022559" y="14105"/>
                </a:cubicBezTo>
                <a:cubicBezTo>
                  <a:pt x="2020982" y="12474"/>
                  <a:pt x="2020194" y="10517"/>
                  <a:pt x="2020194" y="8234"/>
                </a:cubicBezTo>
                <a:cubicBezTo>
                  <a:pt x="2020194" y="5951"/>
                  <a:pt x="2020969" y="4008"/>
                  <a:pt x="2022519" y="2406"/>
                </a:cubicBezTo>
                <a:cubicBezTo>
                  <a:pt x="2024069" y="802"/>
                  <a:pt x="2025974" y="0"/>
                  <a:pt x="2028234" y="0"/>
                </a:cubicBezTo>
                <a:moveTo>
                  <a:pt x="2034776" y="38939"/>
                </a:moveTo>
                <a:lnTo>
                  <a:pt x="2034776" y="98514"/>
                </a:lnTo>
                <a:cubicBezTo>
                  <a:pt x="2034776" y="103155"/>
                  <a:pt x="2035104" y="106245"/>
                  <a:pt x="2035761" y="107782"/>
                </a:cubicBezTo>
                <a:cubicBezTo>
                  <a:pt x="2036418" y="109320"/>
                  <a:pt x="2037390" y="110467"/>
                  <a:pt x="2038677" y="111223"/>
                </a:cubicBezTo>
                <a:cubicBezTo>
                  <a:pt x="2039965" y="111978"/>
                  <a:pt x="2042316" y="112356"/>
                  <a:pt x="2045732" y="112356"/>
                </a:cubicBezTo>
                <a:lnTo>
                  <a:pt x="2045732" y="115357"/>
                </a:lnTo>
                <a:lnTo>
                  <a:pt x="2010657" y="115357"/>
                </a:lnTo>
                <a:lnTo>
                  <a:pt x="2010657" y="112356"/>
                </a:lnTo>
                <a:cubicBezTo>
                  <a:pt x="2014177" y="112356"/>
                  <a:pt x="2016542" y="112005"/>
                  <a:pt x="2017751" y="111304"/>
                </a:cubicBezTo>
                <a:cubicBezTo>
                  <a:pt x="2018959" y="110602"/>
                  <a:pt x="2019918" y="109442"/>
                  <a:pt x="2020628" y="107823"/>
                </a:cubicBezTo>
                <a:cubicBezTo>
                  <a:pt x="2021337" y="106204"/>
                  <a:pt x="2021692" y="103101"/>
                  <a:pt x="2021692" y="98514"/>
                </a:cubicBezTo>
                <a:lnTo>
                  <a:pt x="2021692" y="69941"/>
                </a:lnTo>
                <a:cubicBezTo>
                  <a:pt x="2021692" y="61900"/>
                  <a:pt x="2021455" y="56693"/>
                  <a:pt x="2020982" y="54320"/>
                </a:cubicBezTo>
                <a:cubicBezTo>
                  <a:pt x="2020614" y="52592"/>
                  <a:pt x="2020036" y="51392"/>
                  <a:pt x="2019248" y="50717"/>
                </a:cubicBezTo>
                <a:cubicBezTo>
                  <a:pt x="2018460" y="50043"/>
                  <a:pt x="2017383" y="49706"/>
                  <a:pt x="2016017" y="49706"/>
                </a:cubicBezTo>
                <a:cubicBezTo>
                  <a:pt x="2014545" y="49706"/>
                  <a:pt x="2012759" y="50111"/>
                  <a:pt x="2010657" y="50920"/>
                </a:cubicBezTo>
                <a:lnTo>
                  <a:pt x="2009553" y="48005"/>
                </a:lnTo>
                <a:lnTo>
                  <a:pt x="2031308" y="38939"/>
                </a:lnTo>
                <a:lnTo>
                  <a:pt x="2034776" y="38939"/>
                </a:lnTo>
                <a:close/>
                <a:moveTo>
                  <a:pt x="2075679" y="16549"/>
                </a:moveTo>
                <a:lnTo>
                  <a:pt x="2075679" y="41048"/>
                </a:lnTo>
                <a:lnTo>
                  <a:pt x="2092546" y="41048"/>
                </a:lnTo>
                <a:lnTo>
                  <a:pt x="2092546" y="46727"/>
                </a:lnTo>
                <a:lnTo>
                  <a:pt x="2075679" y="46727"/>
                </a:lnTo>
                <a:lnTo>
                  <a:pt x="2075679" y="94848"/>
                </a:lnTo>
                <a:cubicBezTo>
                  <a:pt x="2075679" y="99657"/>
                  <a:pt x="2076349" y="102898"/>
                  <a:pt x="2077689" y="104573"/>
                </a:cubicBezTo>
                <a:cubicBezTo>
                  <a:pt x="2079029" y="106246"/>
                  <a:pt x="2080749" y="107083"/>
                  <a:pt x="2082851" y="107083"/>
                </a:cubicBezTo>
                <a:cubicBezTo>
                  <a:pt x="2084585" y="107083"/>
                  <a:pt x="2086267" y="106528"/>
                  <a:pt x="2087896" y="105420"/>
                </a:cubicBezTo>
                <a:cubicBezTo>
                  <a:pt x="2089525" y="104311"/>
                  <a:pt x="2090786" y="102675"/>
                  <a:pt x="2091679" y="100512"/>
                </a:cubicBezTo>
                <a:lnTo>
                  <a:pt x="2094753" y="100512"/>
                </a:lnTo>
                <a:cubicBezTo>
                  <a:pt x="2092914" y="105827"/>
                  <a:pt x="2090313" y="109847"/>
                  <a:pt x="2086950" y="112571"/>
                </a:cubicBezTo>
                <a:cubicBezTo>
                  <a:pt x="2083587" y="115294"/>
                  <a:pt x="2080119" y="116655"/>
                  <a:pt x="2076546" y="116655"/>
                </a:cubicBezTo>
                <a:cubicBezTo>
                  <a:pt x="2074129" y="116655"/>
                  <a:pt x="2071764" y="115965"/>
                  <a:pt x="2069452" y="114584"/>
                </a:cubicBezTo>
                <a:cubicBezTo>
                  <a:pt x="2067140" y="113203"/>
                  <a:pt x="2065432" y="111228"/>
                  <a:pt x="2064329" y="108657"/>
                </a:cubicBezTo>
                <a:cubicBezTo>
                  <a:pt x="2063225" y="106085"/>
                  <a:pt x="2062673" y="102118"/>
                  <a:pt x="2062673" y="96757"/>
                </a:cubicBezTo>
                <a:lnTo>
                  <a:pt x="2062673" y="46727"/>
                </a:lnTo>
                <a:lnTo>
                  <a:pt x="2051244" y="46727"/>
                </a:lnTo>
                <a:lnTo>
                  <a:pt x="2051244" y="44050"/>
                </a:lnTo>
                <a:cubicBezTo>
                  <a:pt x="2054134" y="42857"/>
                  <a:pt x="2057090" y="40836"/>
                  <a:pt x="2060112" y="37989"/>
                </a:cubicBezTo>
                <a:cubicBezTo>
                  <a:pt x="2063133" y="35141"/>
                  <a:pt x="2065826" y="31764"/>
                  <a:pt x="2068191" y="27858"/>
                </a:cubicBezTo>
                <a:cubicBezTo>
                  <a:pt x="2069399" y="25798"/>
                  <a:pt x="2071081" y="22028"/>
                  <a:pt x="2073235" y="16549"/>
                </a:cubicBezTo>
                <a:lnTo>
                  <a:pt x="2075679" y="16549"/>
                </a:lnTo>
                <a:close/>
                <a:moveTo>
                  <a:pt x="2146218" y="38939"/>
                </a:moveTo>
                <a:lnTo>
                  <a:pt x="2146218" y="64087"/>
                </a:lnTo>
                <a:lnTo>
                  <a:pt x="2143617" y="64087"/>
                </a:lnTo>
                <a:cubicBezTo>
                  <a:pt x="2141620" y="56200"/>
                  <a:pt x="2139058" y="50835"/>
                  <a:pt x="2135932" y="47992"/>
                </a:cubicBezTo>
                <a:cubicBezTo>
                  <a:pt x="2132805" y="45148"/>
                  <a:pt x="2128825" y="43725"/>
                  <a:pt x="2123990" y="43725"/>
                </a:cubicBezTo>
                <a:cubicBezTo>
                  <a:pt x="2120312" y="43725"/>
                  <a:pt x="2117343" y="44725"/>
                  <a:pt x="2115084" y="46725"/>
                </a:cubicBezTo>
                <a:cubicBezTo>
                  <a:pt x="2112824" y="48722"/>
                  <a:pt x="2111694" y="50937"/>
                  <a:pt x="2111694" y="53369"/>
                </a:cubicBezTo>
                <a:cubicBezTo>
                  <a:pt x="2111694" y="56394"/>
                  <a:pt x="2112535" y="58987"/>
                  <a:pt x="2114217" y="61147"/>
                </a:cubicBezTo>
                <a:cubicBezTo>
                  <a:pt x="2115846" y="63362"/>
                  <a:pt x="2119156" y="65712"/>
                  <a:pt x="2124148" y="68197"/>
                </a:cubicBezTo>
                <a:lnTo>
                  <a:pt x="2135656" y="73952"/>
                </a:lnTo>
                <a:cubicBezTo>
                  <a:pt x="2146323" y="79299"/>
                  <a:pt x="2151656" y="86349"/>
                  <a:pt x="2151656" y="95102"/>
                </a:cubicBezTo>
                <a:cubicBezTo>
                  <a:pt x="2151656" y="101854"/>
                  <a:pt x="2149173" y="107297"/>
                  <a:pt x="2144208" y="111430"/>
                </a:cubicBezTo>
                <a:cubicBezTo>
                  <a:pt x="2139242" y="115563"/>
                  <a:pt x="2133685" y="117629"/>
                  <a:pt x="2127537" y="117629"/>
                </a:cubicBezTo>
                <a:cubicBezTo>
                  <a:pt x="2123123" y="117629"/>
                  <a:pt x="2118079" y="116818"/>
                  <a:pt x="2112404" y="115195"/>
                </a:cubicBezTo>
                <a:cubicBezTo>
                  <a:pt x="2110670" y="114654"/>
                  <a:pt x="2109251" y="114384"/>
                  <a:pt x="2108148" y="114384"/>
                </a:cubicBezTo>
                <a:cubicBezTo>
                  <a:pt x="2106939" y="114384"/>
                  <a:pt x="2105993" y="115087"/>
                  <a:pt x="2105310" y="116493"/>
                </a:cubicBezTo>
                <a:lnTo>
                  <a:pt x="2102709" y="116493"/>
                </a:lnTo>
                <a:lnTo>
                  <a:pt x="2102709" y="89885"/>
                </a:lnTo>
                <a:lnTo>
                  <a:pt x="2105310" y="89885"/>
                </a:lnTo>
                <a:cubicBezTo>
                  <a:pt x="2106781" y="97483"/>
                  <a:pt x="2109593" y="103209"/>
                  <a:pt x="2113744" y="107063"/>
                </a:cubicBezTo>
                <a:cubicBezTo>
                  <a:pt x="2117895" y="110916"/>
                  <a:pt x="2122545" y="112843"/>
                  <a:pt x="2127695" y="112843"/>
                </a:cubicBezTo>
                <a:cubicBezTo>
                  <a:pt x="2131321" y="112843"/>
                  <a:pt x="2134276" y="111749"/>
                  <a:pt x="2136562" y="109562"/>
                </a:cubicBezTo>
                <a:cubicBezTo>
                  <a:pt x="2138848" y="107373"/>
                  <a:pt x="2139991" y="104740"/>
                  <a:pt x="2139991" y="101660"/>
                </a:cubicBezTo>
                <a:cubicBezTo>
                  <a:pt x="2139991" y="97932"/>
                  <a:pt x="2138717" y="94799"/>
                  <a:pt x="2136168" y="92260"/>
                </a:cubicBezTo>
                <a:cubicBezTo>
                  <a:pt x="2133620" y="89722"/>
                  <a:pt x="2128536" y="86508"/>
                  <a:pt x="2120916" y="82619"/>
                </a:cubicBezTo>
                <a:cubicBezTo>
                  <a:pt x="2113297" y="78728"/>
                  <a:pt x="2108305" y="75217"/>
                  <a:pt x="2105941" y="72083"/>
                </a:cubicBezTo>
                <a:cubicBezTo>
                  <a:pt x="2103576" y="69004"/>
                  <a:pt x="2102394" y="65114"/>
                  <a:pt x="2102394" y="60414"/>
                </a:cubicBezTo>
                <a:cubicBezTo>
                  <a:pt x="2102394" y="54310"/>
                  <a:pt x="2104430" y="49205"/>
                  <a:pt x="2108502" y="45099"/>
                </a:cubicBezTo>
                <a:cubicBezTo>
                  <a:pt x="2112575" y="40993"/>
                  <a:pt x="2117842" y="38939"/>
                  <a:pt x="2124306" y="38939"/>
                </a:cubicBezTo>
                <a:cubicBezTo>
                  <a:pt x="2127143" y="38939"/>
                  <a:pt x="2130585" y="39561"/>
                  <a:pt x="2134631" y="40805"/>
                </a:cubicBezTo>
                <a:cubicBezTo>
                  <a:pt x="2137311" y="41616"/>
                  <a:pt x="2139098" y="42022"/>
                  <a:pt x="2139991" y="42022"/>
                </a:cubicBezTo>
                <a:cubicBezTo>
                  <a:pt x="2140832" y="42022"/>
                  <a:pt x="2141488" y="41833"/>
                  <a:pt x="2141961" y="41454"/>
                </a:cubicBezTo>
                <a:cubicBezTo>
                  <a:pt x="2142434" y="41075"/>
                  <a:pt x="2142986" y="40237"/>
                  <a:pt x="2143617" y="38939"/>
                </a:cubicBezTo>
                <a:lnTo>
                  <a:pt x="2146218" y="389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Top-k">
            <a:extLst xmlns:a="http://schemas.openxmlformats.org/drawingml/2006/main">
              <a:ext uri="{FF2B5EF4-FFF2-40B4-BE49-F238E27FC236}">
                <a16:creationId xmlns:a16="http://schemas.microsoft.com/office/drawing/2014/main" id="{121039BA-AC9F-49B3-8DEB-D88DBC37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241" y="585310"/>
            <a:ext cx="364395" cy="131528"/>
          </a:xfrm>
          <a:custGeom xmlns:a="http://schemas.openxmlformats.org/drawingml/2006/main">
            <a:pathLst>
              <a:path w="364395" h="131528">
                <a:moveTo>
                  <a:pt x="85336" y="2163"/>
                </a:moveTo>
                <a:lnTo>
                  <a:pt x="85336" y="28700"/>
                </a:lnTo>
                <a:lnTo>
                  <a:pt x="82814" y="28700"/>
                </a:lnTo>
                <a:cubicBezTo>
                  <a:pt x="81319" y="22573"/>
                  <a:pt x="79661" y="18172"/>
                  <a:pt x="77839" y="15495"/>
                </a:cubicBezTo>
                <a:cubicBezTo>
                  <a:pt x="76018" y="12817"/>
                  <a:pt x="73519" y="10683"/>
                  <a:pt x="70343" y="9090"/>
                </a:cubicBezTo>
                <a:cubicBezTo>
                  <a:pt x="68568" y="8222"/>
                  <a:pt x="65462" y="7788"/>
                  <a:pt x="61024" y="7788"/>
                </a:cubicBezTo>
                <a:lnTo>
                  <a:pt x="53948" y="7788"/>
                </a:lnTo>
                <a:lnTo>
                  <a:pt x="53948" y="83214"/>
                </a:lnTo>
                <a:cubicBezTo>
                  <a:pt x="53948" y="88240"/>
                  <a:pt x="54217" y="91381"/>
                  <a:pt x="54754" y="92638"/>
                </a:cubicBezTo>
                <a:cubicBezTo>
                  <a:pt x="55291" y="93894"/>
                  <a:pt x="56342" y="94993"/>
                  <a:pt x="57907" y="95935"/>
                </a:cubicBezTo>
                <a:cubicBezTo>
                  <a:pt x="59471" y="96877"/>
                  <a:pt x="61608" y="97348"/>
                  <a:pt x="64317" y="97348"/>
                </a:cubicBezTo>
                <a:lnTo>
                  <a:pt x="67470" y="97348"/>
                </a:lnTo>
                <a:lnTo>
                  <a:pt x="67470" y="99944"/>
                </a:lnTo>
                <a:lnTo>
                  <a:pt x="17726" y="99944"/>
                </a:lnTo>
                <a:lnTo>
                  <a:pt x="17726" y="97348"/>
                </a:lnTo>
                <a:lnTo>
                  <a:pt x="20879" y="97348"/>
                </a:lnTo>
                <a:cubicBezTo>
                  <a:pt x="23634" y="97348"/>
                  <a:pt x="25853" y="96841"/>
                  <a:pt x="27535" y="95827"/>
                </a:cubicBezTo>
                <a:cubicBezTo>
                  <a:pt x="28749" y="95149"/>
                  <a:pt x="29706" y="93990"/>
                  <a:pt x="30407" y="92348"/>
                </a:cubicBezTo>
                <a:cubicBezTo>
                  <a:pt x="30921" y="91188"/>
                  <a:pt x="31178" y="88143"/>
                  <a:pt x="31178" y="83214"/>
                </a:cubicBezTo>
                <a:lnTo>
                  <a:pt x="31178" y="7788"/>
                </a:lnTo>
                <a:lnTo>
                  <a:pt x="24312" y="7788"/>
                </a:lnTo>
                <a:cubicBezTo>
                  <a:pt x="17913" y="7788"/>
                  <a:pt x="13265" y="9186"/>
                  <a:pt x="10369" y="11984"/>
                </a:cubicBezTo>
                <a:cubicBezTo>
                  <a:pt x="6306" y="15891"/>
                  <a:pt x="3737" y="21463"/>
                  <a:pt x="2662" y="28700"/>
                </a:cubicBezTo>
                <a:lnTo>
                  <a:pt x="0" y="28700"/>
                </a:lnTo>
                <a:lnTo>
                  <a:pt x="0" y="2163"/>
                </a:lnTo>
                <a:lnTo>
                  <a:pt x="85336" y="2163"/>
                </a:lnTo>
                <a:close/>
                <a:moveTo>
                  <a:pt x="126957" y="30430"/>
                </a:moveTo>
                <a:cubicBezTo>
                  <a:pt x="132655" y="30430"/>
                  <a:pt x="137957" y="31946"/>
                  <a:pt x="142861" y="34978"/>
                </a:cubicBezTo>
                <a:cubicBezTo>
                  <a:pt x="147766" y="38009"/>
                  <a:pt x="151491" y="42316"/>
                  <a:pt x="154036" y="47899"/>
                </a:cubicBezTo>
                <a:cubicBezTo>
                  <a:pt x="156582" y="53481"/>
                  <a:pt x="157855" y="59593"/>
                  <a:pt x="157855" y="66233"/>
                </a:cubicBezTo>
                <a:cubicBezTo>
                  <a:pt x="157855" y="75808"/>
                  <a:pt x="155496" y="83821"/>
                  <a:pt x="150778" y="90270"/>
                </a:cubicBezTo>
                <a:cubicBezTo>
                  <a:pt x="145080" y="98065"/>
                  <a:pt x="137209" y="101963"/>
                  <a:pt x="127167" y="101963"/>
                </a:cubicBezTo>
                <a:cubicBezTo>
                  <a:pt x="117312" y="101963"/>
                  <a:pt x="109722" y="98402"/>
                  <a:pt x="104397" y="91279"/>
                </a:cubicBezTo>
                <a:cubicBezTo>
                  <a:pt x="99072" y="84157"/>
                  <a:pt x="96410" y="75904"/>
                  <a:pt x="96410" y="66521"/>
                </a:cubicBezTo>
                <a:cubicBezTo>
                  <a:pt x="96410" y="56849"/>
                  <a:pt x="99131" y="48416"/>
                  <a:pt x="104572" y="41222"/>
                </a:cubicBezTo>
                <a:cubicBezTo>
                  <a:pt x="110014" y="34027"/>
                  <a:pt x="117475" y="30430"/>
                  <a:pt x="126957" y="30430"/>
                </a:cubicBezTo>
                <a:moveTo>
                  <a:pt x="127237" y="35478"/>
                </a:moveTo>
                <a:cubicBezTo>
                  <a:pt x="124855" y="35478"/>
                  <a:pt x="122812" y="36405"/>
                  <a:pt x="121107" y="38259"/>
                </a:cubicBezTo>
                <a:cubicBezTo>
                  <a:pt x="119402" y="40111"/>
                  <a:pt x="118281" y="43768"/>
                  <a:pt x="117744" y="49231"/>
                </a:cubicBezTo>
                <a:cubicBezTo>
                  <a:pt x="117207" y="54693"/>
                  <a:pt x="116938" y="62285"/>
                  <a:pt x="116938" y="72008"/>
                </a:cubicBezTo>
                <a:cubicBezTo>
                  <a:pt x="116938" y="77158"/>
                  <a:pt x="117265" y="81971"/>
                  <a:pt x="117919" y="86448"/>
                </a:cubicBezTo>
                <a:cubicBezTo>
                  <a:pt x="118433" y="89864"/>
                  <a:pt x="119530" y="92463"/>
                  <a:pt x="121212" y="94245"/>
                </a:cubicBezTo>
                <a:cubicBezTo>
                  <a:pt x="122893" y="96025"/>
                  <a:pt x="124808" y="96915"/>
                  <a:pt x="126957" y="96915"/>
                </a:cubicBezTo>
                <a:cubicBezTo>
                  <a:pt x="129059" y="96915"/>
                  <a:pt x="130810" y="96314"/>
                  <a:pt x="132212" y="95110"/>
                </a:cubicBezTo>
                <a:cubicBezTo>
                  <a:pt x="134033" y="93474"/>
                  <a:pt x="135248" y="91188"/>
                  <a:pt x="135855" y="88251"/>
                </a:cubicBezTo>
                <a:cubicBezTo>
                  <a:pt x="136789" y="83679"/>
                  <a:pt x="137256" y="74439"/>
                  <a:pt x="137256" y="60529"/>
                </a:cubicBezTo>
                <a:cubicBezTo>
                  <a:pt x="137256" y="52348"/>
                  <a:pt x="136812" y="46729"/>
                  <a:pt x="135925" y="43674"/>
                </a:cubicBezTo>
                <a:cubicBezTo>
                  <a:pt x="135038" y="40616"/>
                  <a:pt x="133730" y="38390"/>
                  <a:pt x="132002" y="36994"/>
                </a:cubicBezTo>
                <a:cubicBezTo>
                  <a:pt x="130787" y="35983"/>
                  <a:pt x="129199" y="35478"/>
                  <a:pt x="127237" y="35478"/>
                </a:cubicBezTo>
                <a:close/>
                <a:moveTo>
                  <a:pt x="193166" y="93094"/>
                </a:moveTo>
                <a:lnTo>
                  <a:pt x="193166" y="118116"/>
                </a:lnTo>
                <a:cubicBezTo>
                  <a:pt x="193166" y="121623"/>
                  <a:pt x="193434" y="124010"/>
                  <a:pt x="193972" y="125277"/>
                </a:cubicBezTo>
                <a:cubicBezTo>
                  <a:pt x="194509" y="126545"/>
                  <a:pt x="195338" y="127471"/>
                  <a:pt x="196459" y="128055"/>
                </a:cubicBezTo>
                <a:cubicBezTo>
                  <a:pt x="197580" y="128640"/>
                  <a:pt x="199775" y="128932"/>
                  <a:pt x="203045" y="128932"/>
                </a:cubicBezTo>
                <a:lnTo>
                  <a:pt x="203045" y="131528"/>
                </a:lnTo>
                <a:lnTo>
                  <a:pt x="165701" y="131528"/>
                </a:lnTo>
                <a:lnTo>
                  <a:pt x="165701" y="128932"/>
                </a:lnTo>
                <a:cubicBezTo>
                  <a:pt x="168597" y="128834"/>
                  <a:pt x="170746" y="127982"/>
                  <a:pt x="172147" y="126374"/>
                </a:cubicBezTo>
                <a:cubicBezTo>
                  <a:pt x="173081" y="125255"/>
                  <a:pt x="173548" y="122358"/>
                  <a:pt x="173548" y="117683"/>
                </a:cubicBezTo>
                <a:lnTo>
                  <a:pt x="173548" y="46583"/>
                </a:lnTo>
                <a:cubicBezTo>
                  <a:pt x="173548" y="41763"/>
                  <a:pt x="173011" y="38685"/>
                  <a:pt x="171937" y="37346"/>
                </a:cubicBezTo>
                <a:cubicBezTo>
                  <a:pt x="170863" y="36007"/>
                  <a:pt x="168784" y="35241"/>
                  <a:pt x="165701" y="35045"/>
                </a:cubicBezTo>
                <a:lnTo>
                  <a:pt x="165701" y="32449"/>
                </a:lnTo>
                <a:lnTo>
                  <a:pt x="193166" y="32449"/>
                </a:lnTo>
                <a:lnTo>
                  <a:pt x="193166" y="41319"/>
                </a:lnTo>
                <a:cubicBezTo>
                  <a:pt x="195455" y="37858"/>
                  <a:pt x="197790" y="35358"/>
                  <a:pt x="200172" y="33819"/>
                </a:cubicBezTo>
                <a:cubicBezTo>
                  <a:pt x="203582" y="31560"/>
                  <a:pt x="207295" y="30430"/>
                  <a:pt x="211312" y="30430"/>
                </a:cubicBezTo>
                <a:cubicBezTo>
                  <a:pt x="216123" y="30430"/>
                  <a:pt x="220502" y="31994"/>
                  <a:pt x="224449" y="35122"/>
                </a:cubicBezTo>
                <a:cubicBezTo>
                  <a:pt x="228396" y="38250"/>
                  <a:pt x="231397" y="42569"/>
                  <a:pt x="233452" y="48079"/>
                </a:cubicBezTo>
                <a:cubicBezTo>
                  <a:pt x="235507" y="53589"/>
                  <a:pt x="236535" y="59520"/>
                  <a:pt x="236535" y="65872"/>
                </a:cubicBezTo>
                <a:cubicBezTo>
                  <a:pt x="236535" y="72705"/>
                  <a:pt x="235472" y="78948"/>
                  <a:pt x="233347" y="84603"/>
                </a:cubicBezTo>
                <a:cubicBezTo>
                  <a:pt x="231221" y="90257"/>
                  <a:pt x="228139" y="94564"/>
                  <a:pt x="224098" y="97524"/>
                </a:cubicBezTo>
                <a:cubicBezTo>
                  <a:pt x="220058" y="100483"/>
                  <a:pt x="215563" y="101963"/>
                  <a:pt x="210611" y="101963"/>
                </a:cubicBezTo>
                <a:cubicBezTo>
                  <a:pt x="207015" y="101963"/>
                  <a:pt x="203652" y="101146"/>
                  <a:pt x="200522" y="99511"/>
                </a:cubicBezTo>
                <a:cubicBezTo>
                  <a:pt x="198187" y="98261"/>
                  <a:pt x="195735" y="96122"/>
                  <a:pt x="193166" y="93094"/>
                </a:cubicBezTo>
                <a:moveTo>
                  <a:pt x="193166" y="85799"/>
                </a:moveTo>
                <a:cubicBezTo>
                  <a:pt x="197183" y="91672"/>
                  <a:pt x="201480" y="94608"/>
                  <a:pt x="206057" y="94608"/>
                </a:cubicBezTo>
                <a:cubicBezTo>
                  <a:pt x="208580" y="94608"/>
                  <a:pt x="210658" y="93236"/>
                  <a:pt x="212293" y="90493"/>
                </a:cubicBezTo>
                <a:cubicBezTo>
                  <a:pt x="214722" y="86449"/>
                  <a:pt x="215936" y="78747"/>
                  <a:pt x="215936" y="67386"/>
                </a:cubicBezTo>
                <a:cubicBezTo>
                  <a:pt x="215936" y="55738"/>
                  <a:pt x="214605" y="47771"/>
                  <a:pt x="211943" y="43487"/>
                </a:cubicBezTo>
                <a:cubicBezTo>
                  <a:pt x="210168" y="40647"/>
                  <a:pt x="207786" y="39228"/>
                  <a:pt x="204796" y="39228"/>
                </a:cubicBezTo>
                <a:cubicBezTo>
                  <a:pt x="200079" y="39228"/>
                  <a:pt x="196202" y="42741"/>
                  <a:pt x="193166" y="49769"/>
                </a:cubicBezTo>
                <a:lnTo>
                  <a:pt x="193166" y="85799"/>
                </a:lnTo>
                <a:close/>
                <a:moveTo>
                  <a:pt x="288028" y="73408"/>
                </a:moveTo>
                <a:lnTo>
                  <a:pt x="247181" y="73408"/>
                </a:lnTo>
                <a:lnTo>
                  <a:pt x="247181" y="58409"/>
                </a:lnTo>
                <a:lnTo>
                  <a:pt x="288028" y="58409"/>
                </a:lnTo>
                <a:lnTo>
                  <a:pt x="288028" y="73408"/>
                </a:lnTo>
                <a:close/>
                <a:moveTo>
                  <a:pt x="337491" y="0"/>
                </a:moveTo>
                <a:lnTo>
                  <a:pt x="318154" y="68002"/>
                </a:lnTo>
                <a:lnTo>
                  <a:pt x="334198" y="52865"/>
                </a:lnTo>
                <a:lnTo>
                  <a:pt x="339523" y="47971"/>
                </a:lnTo>
                <a:cubicBezTo>
                  <a:pt x="341064" y="46321"/>
                  <a:pt x="342139" y="44915"/>
                  <a:pt x="342746" y="43750"/>
                </a:cubicBezTo>
                <a:cubicBezTo>
                  <a:pt x="343120" y="43023"/>
                  <a:pt x="343306" y="42344"/>
                  <a:pt x="343306" y="41713"/>
                </a:cubicBezTo>
                <a:cubicBezTo>
                  <a:pt x="343306" y="40695"/>
                  <a:pt x="342839" y="39846"/>
                  <a:pt x="341905" y="39167"/>
                </a:cubicBezTo>
                <a:cubicBezTo>
                  <a:pt x="340971" y="38488"/>
                  <a:pt x="338706" y="38027"/>
                  <a:pt x="335109" y="37785"/>
                </a:cubicBezTo>
                <a:lnTo>
                  <a:pt x="335880" y="35045"/>
                </a:lnTo>
                <a:lnTo>
                  <a:pt x="364395" y="35045"/>
                </a:lnTo>
                <a:lnTo>
                  <a:pt x="363695" y="37785"/>
                </a:lnTo>
                <a:cubicBezTo>
                  <a:pt x="360332" y="38604"/>
                  <a:pt x="357599" y="39542"/>
                  <a:pt x="355497" y="40600"/>
                </a:cubicBezTo>
                <a:cubicBezTo>
                  <a:pt x="353862" y="41419"/>
                  <a:pt x="351854" y="42766"/>
                  <a:pt x="349472" y="44643"/>
                </a:cubicBezTo>
                <a:cubicBezTo>
                  <a:pt x="345922" y="47489"/>
                  <a:pt x="343376" y="49684"/>
                  <a:pt x="341835" y="51227"/>
                </a:cubicBezTo>
                <a:lnTo>
                  <a:pt x="338752" y="54195"/>
                </a:lnTo>
                <a:lnTo>
                  <a:pt x="343026" y="73737"/>
                </a:lnTo>
                <a:cubicBezTo>
                  <a:pt x="344661" y="81289"/>
                  <a:pt x="345875" y="85655"/>
                  <a:pt x="346669" y="86836"/>
                </a:cubicBezTo>
                <a:cubicBezTo>
                  <a:pt x="347183" y="87543"/>
                  <a:pt x="347790" y="87897"/>
                  <a:pt x="348491" y="87897"/>
                </a:cubicBezTo>
                <a:cubicBezTo>
                  <a:pt x="350126" y="87897"/>
                  <a:pt x="352064" y="85822"/>
                  <a:pt x="354306" y="81673"/>
                </a:cubicBezTo>
                <a:cubicBezTo>
                  <a:pt x="354633" y="81117"/>
                  <a:pt x="355077" y="80333"/>
                  <a:pt x="355637" y="79321"/>
                </a:cubicBezTo>
                <a:lnTo>
                  <a:pt x="358230" y="81067"/>
                </a:lnTo>
                <a:cubicBezTo>
                  <a:pt x="354727" y="88152"/>
                  <a:pt x="350780" y="93541"/>
                  <a:pt x="346389" y="97235"/>
                </a:cubicBezTo>
                <a:cubicBezTo>
                  <a:pt x="343446" y="99714"/>
                  <a:pt x="340784" y="100953"/>
                  <a:pt x="338402" y="100953"/>
                </a:cubicBezTo>
                <a:cubicBezTo>
                  <a:pt x="336020" y="100953"/>
                  <a:pt x="334035" y="100075"/>
                  <a:pt x="332447" y="98319"/>
                </a:cubicBezTo>
                <a:cubicBezTo>
                  <a:pt x="330859" y="96563"/>
                  <a:pt x="329271" y="91956"/>
                  <a:pt x="327682" y="84497"/>
                </a:cubicBezTo>
                <a:lnTo>
                  <a:pt x="324179" y="68112"/>
                </a:lnTo>
                <a:lnTo>
                  <a:pt x="316472" y="75258"/>
                </a:lnTo>
                <a:lnTo>
                  <a:pt x="309466" y="99944"/>
                </a:lnTo>
                <a:lnTo>
                  <a:pt x="291600" y="99944"/>
                </a:lnTo>
                <a:lnTo>
                  <a:pt x="314861" y="18514"/>
                </a:lnTo>
                <a:cubicBezTo>
                  <a:pt x="315842" y="15143"/>
                  <a:pt x="316332" y="12872"/>
                  <a:pt x="316332" y="11702"/>
                </a:cubicBezTo>
                <a:cubicBezTo>
                  <a:pt x="316332" y="10625"/>
                  <a:pt x="316099" y="9747"/>
                  <a:pt x="315632" y="9068"/>
                </a:cubicBezTo>
                <a:cubicBezTo>
                  <a:pt x="315165" y="8389"/>
                  <a:pt x="314522" y="7885"/>
                  <a:pt x="313705" y="7558"/>
                </a:cubicBezTo>
                <a:cubicBezTo>
                  <a:pt x="312888" y="7230"/>
                  <a:pt x="311264" y="7067"/>
                  <a:pt x="308836" y="7067"/>
                </a:cubicBezTo>
                <a:lnTo>
                  <a:pt x="309466" y="4327"/>
                </a:lnTo>
                <a:lnTo>
                  <a:pt x="333287" y="0"/>
                </a:lnTo>
                <a:lnTo>
                  <a:pt x="33749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c0b7cc5944b79"/>
          <a:stretch xmlns:a="http://schemas.openxmlformats.org/drawingml/2006/main"/>
        </p:blipFill>
        <p:spPr>
          <a:xfrm xmlns:a="http://schemas.openxmlformats.org/drawingml/2006/main">
            <a:off x="5548739" y="1103643"/>
            <a:ext cx="406351" cy="418827"/>
          </a:xfrm>
          <a:prstGeom xmlns:a="http://schemas.openxmlformats.org/drawingml/2006/main" prst="rect">
            <a:avLst/>
          </a:prstGeom>
        </p:spPr>
      </p:pic>
      <p:sp>
        <p:nvSpPr>
          <p:cNvPr id="102" name="Text Code">
            <a:extLst xmlns:a="http://schemas.openxmlformats.org/drawingml/2006/main">
              <a:ext uri="{FF2B5EF4-FFF2-40B4-BE49-F238E27FC236}">
                <a16:creationId xmlns:a16="http://schemas.microsoft.com/office/drawing/2014/main" id="{A8572EE7-2857-448B-9ABB-688C7077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386" y="1149808"/>
            <a:ext cx="294336" cy="104703"/>
          </a:xfrm>
          <a:custGeom xmlns:a="http://schemas.openxmlformats.org/drawingml/2006/main">
            <a:pathLst>
              <a:path w="294336" h="104703">
                <a:moveTo>
                  <a:pt x="81202" y="2596"/>
                </a:moveTo>
                <a:lnTo>
                  <a:pt x="83374" y="35766"/>
                </a:lnTo>
                <a:lnTo>
                  <a:pt x="81202" y="35766"/>
                </a:lnTo>
                <a:cubicBezTo>
                  <a:pt x="78306" y="25790"/>
                  <a:pt x="74173" y="18609"/>
                  <a:pt x="68801" y="14224"/>
                </a:cubicBezTo>
                <a:cubicBezTo>
                  <a:pt x="63430" y="9837"/>
                  <a:pt x="56984" y="7644"/>
                  <a:pt x="49464" y="7644"/>
                </a:cubicBezTo>
                <a:cubicBezTo>
                  <a:pt x="43158" y="7644"/>
                  <a:pt x="37460" y="9292"/>
                  <a:pt x="32369" y="12588"/>
                </a:cubicBezTo>
                <a:cubicBezTo>
                  <a:pt x="27278" y="15882"/>
                  <a:pt x="23272" y="21138"/>
                  <a:pt x="20353" y="28355"/>
                </a:cubicBezTo>
                <a:cubicBezTo>
                  <a:pt x="17434" y="35572"/>
                  <a:pt x="15974" y="44545"/>
                  <a:pt x="15974" y="55274"/>
                </a:cubicBezTo>
                <a:cubicBezTo>
                  <a:pt x="15974" y="64126"/>
                  <a:pt x="17352" y="71799"/>
                  <a:pt x="20108" y="78295"/>
                </a:cubicBezTo>
                <a:cubicBezTo>
                  <a:pt x="22864" y="84790"/>
                  <a:pt x="27009" y="89769"/>
                  <a:pt x="32544" y="93233"/>
                </a:cubicBezTo>
                <a:cubicBezTo>
                  <a:pt x="38079" y="96697"/>
                  <a:pt x="44396" y="98430"/>
                  <a:pt x="51496" y="98430"/>
                </a:cubicBezTo>
                <a:cubicBezTo>
                  <a:pt x="57661" y="98430"/>
                  <a:pt x="63103" y="97072"/>
                  <a:pt x="67820" y="94355"/>
                </a:cubicBezTo>
                <a:cubicBezTo>
                  <a:pt x="72538" y="91639"/>
                  <a:pt x="77723" y="86243"/>
                  <a:pt x="83374" y="78167"/>
                </a:cubicBezTo>
                <a:lnTo>
                  <a:pt x="85546" y="79605"/>
                </a:lnTo>
                <a:cubicBezTo>
                  <a:pt x="80782" y="88283"/>
                  <a:pt x="75224" y="94636"/>
                  <a:pt x="68871" y="98664"/>
                </a:cubicBezTo>
                <a:cubicBezTo>
                  <a:pt x="62519" y="102690"/>
                  <a:pt x="54976" y="104703"/>
                  <a:pt x="46241" y="104703"/>
                </a:cubicBezTo>
                <a:cubicBezTo>
                  <a:pt x="30501" y="104703"/>
                  <a:pt x="18310" y="98702"/>
                  <a:pt x="9669" y="86701"/>
                </a:cubicBezTo>
                <a:cubicBezTo>
                  <a:pt x="3223" y="77772"/>
                  <a:pt x="0" y="67259"/>
                  <a:pt x="0" y="55162"/>
                </a:cubicBezTo>
                <a:cubicBezTo>
                  <a:pt x="0" y="45416"/>
                  <a:pt x="2125" y="36463"/>
                  <a:pt x="6376" y="28303"/>
                </a:cubicBezTo>
                <a:cubicBezTo>
                  <a:pt x="10626" y="20143"/>
                  <a:pt x="16476" y="13818"/>
                  <a:pt x="23926" y="9329"/>
                </a:cubicBezTo>
                <a:cubicBezTo>
                  <a:pt x="31376" y="4840"/>
                  <a:pt x="39515" y="2596"/>
                  <a:pt x="48343" y="2596"/>
                </a:cubicBezTo>
                <a:cubicBezTo>
                  <a:pt x="55209" y="2596"/>
                  <a:pt x="61982" y="4327"/>
                  <a:pt x="68661" y="7788"/>
                </a:cubicBezTo>
                <a:cubicBezTo>
                  <a:pt x="70623" y="8845"/>
                  <a:pt x="72024" y="9374"/>
                  <a:pt x="72865" y="9374"/>
                </a:cubicBezTo>
                <a:cubicBezTo>
                  <a:pt x="74126" y="9374"/>
                  <a:pt x="75224" y="8918"/>
                  <a:pt x="76158" y="8004"/>
                </a:cubicBezTo>
                <a:cubicBezTo>
                  <a:pt x="77372" y="6706"/>
                  <a:pt x="78236" y="4903"/>
                  <a:pt x="78750" y="2596"/>
                </a:cubicBezTo>
                <a:lnTo>
                  <a:pt x="81202" y="2596"/>
                </a:lnTo>
                <a:close/>
                <a:moveTo>
                  <a:pt x="127097" y="34613"/>
                </a:moveTo>
                <a:cubicBezTo>
                  <a:pt x="136812" y="34613"/>
                  <a:pt x="144613" y="38407"/>
                  <a:pt x="150498" y="45995"/>
                </a:cubicBezTo>
                <a:cubicBezTo>
                  <a:pt x="155496" y="52477"/>
                  <a:pt x="157995" y="59921"/>
                  <a:pt x="157995" y="68326"/>
                </a:cubicBezTo>
                <a:cubicBezTo>
                  <a:pt x="157995" y="74233"/>
                  <a:pt x="156617" y="80212"/>
                  <a:pt x="153861" y="86263"/>
                </a:cubicBezTo>
                <a:cubicBezTo>
                  <a:pt x="151105" y="92313"/>
                  <a:pt x="147310" y="96875"/>
                  <a:pt x="142476" y="99948"/>
                </a:cubicBezTo>
                <a:cubicBezTo>
                  <a:pt x="137642" y="103022"/>
                  <a:pt x="132258" y="104559"/>
                  <a:pt x="126326" y="104559"/>
                </a:cubicBezTo>
                <a:cubicBezTo>
                  <a:pt x="116658" y="104559"/>
                  <a:pt x="108974" y="100597"/>
                  <a:pt x="103276" y="92672"/>
                </a:cubicBezTo>
                <a:cubicBezTo>
                  <a:pt x="98465" y="85997"/>
                  <a:pt x="96059" y="78506"/>
                  <a:pt x="96059" y="70199"/>
                </a:cubicBezTo>
                <a:cubicBezTo>
                  <a:pt x="96059" y="64148"/>
                  <a:pt x="97519" y="58132"/>
                  <a:pt x="100438" y="52153"/>
                </a:cubicBezTo>
                <a:cubicBezTo>
                  <a:pt x="103358" y="46174"/>
                  <a:pt x="107199" y="41756"/>
                  <a:pt x="111964" y="38899"/>
                </a:cubicBezTo>
                <a:cubicBezTo>
                  <a:pt x="116728" y="36041"/>
                  <a:pt x="121772" y="34613"/>
                  <a:pt x="127097" y="34613"/>
                </a:cubicBezTo>
                <a:moveTo>
                  <a:pt x="124925" y="39372"/>
                </a:moveTo>
                <a:cubicBezTo>
                  <a:pt x="122450" y="39372"/>
                  <a:pt x="119962" y="40128"/>
                  <a:pt x="117464" y="41641"/>
                </a:cubicBezTo>
                <a:cubicBezTo>
                  <a:pt x="114965" y="43154"/>
                  <a:pt x="112945" y="45807"/>
                  <a:pt x="111403" y="49600"/>
                </a:cubicBezTo>
                <a:cubicBezTo>
                  <a:pt x="109862" y="53393"/>
                  <a:pt x="109091" y="58267"/>
                  <a:pt x="109091" y="64220"/>
                </a:cubicBezTo>
                <a:cubicBezTo>
                  <a:pt x="109091" y="73823"/>
                  <a:pt x="110948" y="82106"/>
                  <a:pt x="114661" y="89069"/>
                </a:cubicBezTo>
                <a:cubicBezTo>
                  <a:pt x="118374" y="96030"/>
                  <a:pt x="123267" y="99511"/>
                  <a:pt x="129339" y="99511"/>
                </a:cubicBezTo>
                <a:cubicBezTo>
                  <a:pt x="133870" y="99511"/>
                  <a:pt x="137607" y="97591"/>
                  <a:pt x="140549" y="93749"/>
                </a:cubicBezTo>
                <a:cubicBezTo>
                  <a:pt x="143492" y="89908"/>
                  <a:pt x="144963" y="83306"/>
                  <a:pt x="144963" y="73944"/>
                </a:cubicBezTo>
                <a:cubicBezTo>
                  <a:pt x="144963" y="62228"/>
                  <a:pt x="142511" y="53008"/>
                  <a:pt x="137607" y="46285"/>
                </a:cubicBezTo>
                <a:cubicBezTo>
                  <a:pt x="134290" y="41676"/>
                  <a:pt x="130063" y="39372"/>
                  <a:pt x="124925" y="39372"/>
                </a:cubicBezTo>
                <a:close/>
                <a:moveTo>
                  <a:pt x="212783" y="95113"/>
                </a:moveTo>
                <a:cubicBezTo>
                  <a:pt x="209654" y="98478"/>
                  <a:pt x="206595" y="100893"/>
                  <a:pt x="203605" y="102360"/>
                </a:cubicBezTo>
                <a:cubicBezTo>
                  <a:pt x="200616" y="103826"/>
                  <a:pt x="197393" y="104559"/>
                  <a:pt x="193937" y="104559"/>
                </a:cubicBezTo>
                <a:cubicBezTo>
                  <a:pt x="186930" y="104559"/>
                  <a:pt x="180812" y="101549"/>
                  <a:pt x="175580" y="95529"/>
                </a:cubicBezTo>
                <a:cubicBezTo>
                  <a:pt x="170349" y="89508"/>
                  <a:pt x="167733" y="81772"/>
                  <a:pt x="167733" y="72319"/>
                </a:cubicBezTo>
                <a:cubicBezTo>
                  <a:pt x="167733" y="62868"/>
                  <a:pt x="170629" y="54221"/>
                  <a:pt x="176421" y="46378"/>
                </a:cubicBezTo>
                <a:cubicBezTo>
                  <a:pt x="182213" y="38534"/>
                  <a:pt x="189663" y="34613"/>
                  <a:pt x="198771" y="34613"/>
                </a:cubicBezTo>
                <a:cubicBezTo>
                  <a:pt x="204423" y="34613"/>
                  <a:pt x="209093" y="36463"/>
                  <a:pt x="212783" y="40165"/>
                </a:cubicBezTo>
                <a:lnTo>
                  <a:pt x="212783" y="27951"/>
                </a:lnTo>
                <a:cubicBezTo>
                  <a:pt x="212783" y="20372"/>
                  <a:pt x="212608" y="15714"/>
                  <a:pt x="212258" y="13976"/>
                </a:cubicBezTo>
                <a:cubicBezTo>
                  <a:pt x="211908" y="12238"/>
                  <a:pt x="211359" y="11055"/>
                  <a:pt x="210611" y="10429"/>
                </a:cubicBezTo>
                <a:cubicBezTo>
                  <a:pt x="209864" y="9801"/>
                  <a:pt x="208930" y="9487"/>
                  <a:pt x="207809" y="9487"/>
                </a:cubicBezTo>
                <a:cubicBezTo>
                  <a:pt x="206595" y="9487"/>
                  <a:pt x="204983" y="9873"/>
                  <a:pt x="202975" y="10645"/>
                </a:cubicBezTo>
                <a:lnTo>
                  <a:pt x="202064" y="8110"/>
                </a:lnTo>
                <a:lnTo>
                  <a:pt x="221191" y="0"/>
                </a:lnTo>
                <a:lnTo>
                  <a:pt x="224344" y="0"/>
                </a:lnTo>
                <a:lnTo>
                  <a:pt x="224344" y="76364"/>
                </a:lnTo>
                <a:cubicBezTo>
                  <a:pt x="224344" y="84104"/>
                  <a:pt x="224519" y="88827"/>
                  <a:pt x="224869" y="90534"/>
                </a:cubicBezTo>
                <a:cubicBezTo>
                  <a:pt x="225219" y="92240"/>
                  <a:pt x="225780" y="93430"/>
                  <a:pt x="226551" y="94103"/>
                </a:cubicBezTo>
                <a:cubicBezTo>
                  <a:pt x="227321" y="94776"/>
                  <a:pt x="228220" y="95113"/>
                  <a:pt x="229248" y="95113"/>
                </a:cubicBezTo>
                <a:cubicBezTo>
                  <a:pt x="230509" y="95113"/>
                  <a:pt x="232191" y="94704"/>
                  <a:pt x="234293" y="93887"/>
                </a:cubicBezTo>
                <a:lnTo>
                  <a:pt x="235063" y="96411"/>
                </a:lnTo>
                <a:lnTo>
                  <a:pt x="216006" y="104559"/>
                </a:lnTo>
                <a:lnTo>
                  <a:pt x="212783" y="104559"/>
                </a:lnTo>
                <a:lnTo>
                  <a:pt x="212783" y="95113"/>
                </a:lnTo>
                <a:moveTo>
                  <a:pt x="212783" y="90081"/>
                </a:moveTo>
                <a:lnTo>
                  <a:pt x="212783" y="56131"/>
                </a:lnTo>
                <a:cubicBezTo>
                  <a:pt x="212503" y="52869"/>
                  <a:pt x="211662" y="49896"/>
                  <a:pt x="210261" y="47212"/>
                </a:cubicBezTo>
                <a:cubicBezTo>
                  <a:pt x="208860" y="44525"/>
                  <a:pt x="207003" y="42500"/>
                  <a:pt x="204691" y="41134"/>
                </a:cubicBezTo>
                <a:cubicBezTo>
                  <a:pt x="202379" y="39767"/>
                  <a:pt x="200125" y="39083"/>
                  <a:pt x="197930" y="39083"/>
                </a:cubicBezTo>
                <a:cubicBezTo>
                  <a:pt x="193820" y="39083"/>
                  <a:pt x="190153" y="40978"/>
                  <a:pt x="186930" y="44767"/>
                </a:cubicBezTo>
                <a:cubicBezTo>
                  <a:pt x="182680" y="49753"/>
                  <a:pt x="180555" y="57041"/>
                  <a:pt x="180555" y="66632"/>
                </a:cubicBezTo>
                <a:cubicBezTo>
                  <a:pt x="180555" y="76318"/>
                  <a:pt x="182610" y="83740"/>
                  <a:pt x="186720" y="88895"/>
                </a:cubicBezTo>
                <a:cubicBezTo>
                  <a:pt x="190830" y="94050"/>
                  <a:pt x="195408" y="96627"/>
                  <a:pt x="200452" y="96627"/>
                </a:cubicBezTo>
                <a:cubicBezTo>
                  <a:pt x="204703" y="96627"/>
                  <a:pt x="208813" y="94445"/>
                  <a:pt x="212783" y="90081"/>
                </a:cubicBezTo>
                <a:close/>
                <a:moveTo>
                  <a:pt x="249987" y="61437"/>
                </a:moveTo>
                <a:cubicBezTo>
                  <a:pt x="249940" y="71222"/>
                  <a:pt x="252252" y="78896"/>
                  <a:pt x="256923" y="84461"/>
                </a:cubicBezTo>
                <a:cubicBezTo>
                  <a:pt x="261594" y="90024"/>
                  <a:pt x="267082" y="92805"/>
                  <a:pt x="273388" y="92805"/>
                </a:cubicBezTo>
                <a:cubicBezTo>
                  <a:pt x="277591" y="92805"/>
                  <a:pt x="281246" y="91615"/>
                  <a:pt x="284352" y="89236"/>
                </a:cubicBezTo>
                <a:cubicBezTo>
                  <a:pt x="287458" y="86856"/>
                  <a:pt x="290062" y="82782"/>
                  <a:pt x="292164" y="77013"/>
                </a:cubicBezTo>
                <a:lnTo>
                  <a:pt x="294336" y="78455"/>
                </a:lnTo>
                <a:cubicBezTo>
                  <a:pt x="293355" y="85041"/>
                  <a:pt x="290506" y="91038"/>
                  <a:pt x="285789" y="96447"/>
                </a:cubicBezTo>
                <a:cubicBezTo>
                  <a:pt x="281071" y="101855"/>
                  <a:pt x="275162" y="104559"/>
                  <a:pt x="268063" y="104559"/>
                </a:cubicBezTo>
                <a:cubicBezTo>
                  <a:pt x="260356" y="104559"/>
                  <a:pt x="253758" y="101477"/>
                  <a:pt x="248270" y="95313"/>
                </a:cubicBezTo>
                <a:cubicBezTo>
                  <a:pt x="242782" y="89148"/>
                  <a:pt x="240038" y="80860"/>
                  <a:pt x="240038" y="70449"/>
                </a:cubicBezTo>
                <a:cubicBezTo>
                  <a:pt x="240038" y="59176"/>
                  <a:pt x="242852" y="50385"/>
                  <a:pt x="248480" y="44077"/>
                </a:cubicBezTo>
                <a:cubicBezTo>
                  <a:pt x="254109" y="37767"/>
                  <a:pt x="261173" y="34613"/>
                  <a:pt x="269674" y="34613"/>
                </a:cubicBezTo>
                <a:cubicBezTo>
                  <a:pt x="276867" y="34613"/>
                  <a:pt x="282776" y="37046"/>
                  <a:pt x="287400" y="41914"/>
                </a:cubicBezTo>
                <a:cubicBezTo>
                  <a:pt x="292024" y="46780"/>
                  <a:pt x="294336" y="53287"/>
                  <a:pt x="294336" y="61437"/>
                </a:cubicBezTo>
                <a:lnTo>
                  <a:pt x="249987" y="61437"/>
                </a:lnTo>
                <a:moveTo>
                  <a:pt x="249987" y="57255"/>
                </a:moveTo>
                <a:lnTo>
                  <a:pt x="279693" y="57255"/>
                </a:lnTo>
                <a:cubicBezTo>
                  <a:pt x="279460" y="53025"/>
                  <a:pt x="278969" y="50044"/>
                  <a:pt x="278222" y="48313"/>
                </a:cubicBezTo>
                <a:cubicBezTo>
                  <a:pt x="277054" y="45621"/>
                  <a:pt x="275314" y="43506"/>
                  <a:pt x="273002" y="41968"/>
                </a:cubicBezTo>
                <a:cubicBezTo>
                  <a:pt x="270690" y="40429"/>
                  <a:pt x="268273" y="39660"/>
                  <a:pt x="265751" y="39660"/>
                </a:cubicBezTo>
                <a:cubicBezTo>
                  <a:pt x="261874" y="39660"/>
                  <a:pt x="258406" y="41211"/>
                  <a:pt x="255346" y="44311"/>
                </a:cubicBezTo>
                <a:cubicBezTo>
                  <a:pt x="252287" y="47412"/>
                  <a:pt x="250500" y="51727"/>
                  <a:pt x="249987" y="572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Commit">
            <a:extLst xmlns:a="http://schemas.openxmlformats.org/drawingml/2006/main">
              <a:ext uri="{FF2B5EF4-FFF2-40B4-BE49-F238E27FC236}">
                <a16:creationId xmlns:a16="http://schemas.microsoft.com/office/drawing/2014/main" id="{A8D3036D-CCB4-46DD-9496-85F043CE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386" y="1353607"/>
            <a:ext cx="467593" cy="104703"/>
          </a:xfrm>
          <a:custGeom xmlns:a="http://schemas.openxmlformats.org/drawingml/2006/main">
            <a:pathLst>
              <a:path w="467593" h="104703">
                <a:moveTo>
                  <a:pt x="81202" y="2596"/>
                </a:moveTo>
                <a:lnTo>
                  <a:pt x="83374" y="35766"/>
                </a:lnTo>
                <a:lnTo>
                  <a:pt x="81202" y="35766"/>
                </a:lnTo>
                <a:cubicBezTo>
                  <a:pt x="78306" y="25790"/>
                  <a:pt x="74173" y="18609"/>
                  <a:pt x="68801" y="14224"/>
                </a:cubicBezTo>
                <a:cubicBezTo>
                  <a:pt x="63430" y="9837"/>
                  <a:pt x="56984" y="7644"/>
                  <a:pt x="49464" y="7644"/>
                </a:cubicBezTo>
                <a:cubicBezTo>
                  <a:pt x="43158" y="7644"/>
                  <a:pt x="37460" y="9292"/>
                  <a:pt x="32369" y="12588"/>
                </a:cubicBezTo>
                <a:cubicBezTo>
                  <a:pt x="27278" y="15882"/>
                  <a:pt x="23272" y="21138"/>
                  <a:pt x="20353" y="28355"/>
                </a:cubicBezTo>
                <a:cubicBezTo>
                  <a:pt x="17434" y="35572"/>
                  <a:pt x="15974" y="44545"/>
                  <a:pt x="15974" y="55274"/>
                </a:cubicBezTo>
                <a:cubicBezTo>
                  <a:pt x="15974" y="64126"/>
                  <a:pt x="17352" y="71799"/>
                  <a:pt x="20108" y="78295"/>
                </a:cubicBezTo>
                <a:cubicBezTo>
                  <a:pt x="22864" y="84790"/>
                  <a:pt x="27009" y="89769"/>
                  <a:pt x="32544" y="93233"/>
                </a:cubicBezTo>
                <a:cubicBezTo>
                  <a:pt x="38079" y="96697"/>
                  <a:pt x="44396" y="98430"/>
                  <a:pt x="51496" y="98430"/>
                </a:cubicBezTo>
                <a:cubicBezTo>
                  <a:pt x="57661" y="98430"/>
                  <a:pt x="63103" y="97072"/>
                  <a:pt x="67820" y="94355"/>
                </a:cubicBezTo>
                <a:cubicBezTo>
                  <a:pt x="72538" y="91639"/>
                  <a:pt x="77723" y="86243"/>
                  <a:pt x="83374" y="78167"/>
                </a:cubicBezTo>
                <a:lnTo>
                  <a:pt x="85546" y="79605"/>
                </a:lnTo>
                <a:cubicBezTo>
                  <a:pt x="80782" y="88283"/>
                  <a:pt x="75224" y="94636"/>
                  <a:pt x="68871" y="98664"/>
                </a:cubicBezTo>
                <a:cubicBezTo>
                  <a:pt x="62519" y="102690"/>
                  <a:pt x="54976" y="104703"/>
                  <a:pt x="46241" y="104703"/>
                </a:cubicBezTo>
                <a:cubicBezTo>
                  <a:pt x="30501" y="104703"/>
                  <a:pt x="18310" y="98702"/>
                  <a:pt x="9669" y="86701"/>
                </a:cubicBezTo>
                <a:cubicBezTo>
                  <a:pt x="3223" y="77772"/>
                  <a:pt x="0" y="67259"/>
                  <a:pt x="0" y="55162"/>
                </a:cubicBezTo>
                <a:cubicBezTo>
                  <a:pt x="0" y="45416"/>
                  <a:pt x="2125" y="36463"/>
                  <a:pt x="6376" y="28303"/>
                </a:cubicBezTo>
                <a:cubicBezTo>
                  <a:pt x="10626" y="20143"/>
                  <a:pt x="16476" y="13818"/>
                  <a:pt x="23926" y="9329"/>
                </a:cubicBezTo>
                <a:cubicBezTo>
                  <a:pt x="31376" y="4840"/>
                  <a:pt x="39515" y="2596"/>
                  <a:pt x="48343" y="2596"/>
                </a:cubicBezTo>
                <a:cubicBezTo>
                  <a:pt x="55209" y="2596"/>
                  <a:pt x="61982" y="4327"/>
                  <a:pt x="68661" y="7788"/>
                </a:cubicBezTo>
                <a:cubicBezTo>
                  <a:pt x="70623" y="8845"/>
                  <a:pt x="72024" y="9374"/>
                  <a:pt x="72865" y="9374"/>
                </a:cubicBezTo>
                <a:cubicBezTo>
                  <a:pt x="74126" y="9374"/>
                  <a:pt x="75224" y="8918"/>
                  <a:pt x="76158" y="8004"/>
                </a:cubicBezTo>
                <a:cubicBezTo>
                  <a:pt x="77372" y="6706"/>
                  <a:pt x="78236" y="4903"/>
                  <a:pt x="78750" y="2596"/>
                </a:cubicBezTo>
                <a:lnTo>
                  <a:pt x="81202" y="2596"/>
                </a:lnTo>
                <a:close/>
                <a:moveTo>
                  <a:pt x="127097" y="34613"/>
                </a:moveTo>
                <a:cubicBezTo>
                  <a:pt x="136812" y="34613"/>
                  <a:pt x="144613" y="38407"/>
                  <a:pt x="150498" y="45995"/>
                </a:cubicBezTo>
                <a:cubicBezTo>
                  <a:pt x="155496" y="52477"/>
                  <a:pt x="157995" y="59921"/>
                  <a:pt x="157995" y="68326"/>
                </a:cubicBezTo>
                <a:cubicBezTo>
                  <a:pt x="157995" y="74233"/>
                  <a:pt x="156617" y="80212"/>
                  <a:pt x="153861" y="86263"/>
                </a:cubicBezTo>
                <a:cubicBezTo>
                  <a:pt x="151105" y="92313"/>
                  <a:pt x="147310" y="96875"/>
                  <a:pt x="142476" y="99948"/>
                </a:cubicBezTo>
                <a:cubicBezTo>
                  <a:pt x="137642" y="103022"/>
                  <a:pt x="132258" y="104559"/>
                  <a:pt x="126326" y="104559"/>
                </a:cubicBezTo>
                <a:cubicBezTo>
                  <a:pt x="116658" y="104559"/>
                  <a:pt x="108974" y="100597"/>
                  <a:pt x="103276" y="92672"/>
                </a:cubicBezTo>
                <a:cubicBezTo>
                  <a:pt x="98465" y="85997"/>
                  <a:pt x="96059" y="78506"/>
                  <a:pt x="96059" y="70199"/>
                </a:cubicBezTo>
                <a:cubicBezTo>
                  <a:pt x="96059" y="64148"/>
                  <a:pt x="97519" y="58132"/>
                  <a:pt x="100438" y="52153"/>
                </a:cubicBezTo>
                <a:cubicBezTo>
                  <a:pt x="103358" y="46174"/>
                  <a:pt x="107199" y="41756"/>
                  <a:pt x="111964" y="38899"/>
                </a:cubicBezTo>
                <a:cubicBezTo>
                  <a:pt x="116728" y="36041"/>
                  <a:pt x="121772" y="34613"/>
                  <a:pt x="127097" y="34613"/>
                </a:cubicBezTo>
                <a:moveTo>
                  <a:pt x="124925" y="39372"/>
                </a:moveTo>
                <a:cubicBezTo>
                  <a:pt x="122450" y="39372"/>
                  <a:pt x="119962" y="40128"/>
                  <a:pt x="117464" y="41641"/>
                </a:cubicBezTo>
                <a:cubicBezTo>
                  <a:pt x="114965" y="43154"/>
                  <a:pt x="112945" y="45807"/>
                  <a:pt x="111403" y="49600"/>
                </a:cubicBezTo>
                <a:cubicBezTo>
                  <a:pt x="109862" y="53393"/>
                  <a:pt x="109091" y="58267"/>
                  <a:pt x="109091" y="64220"/>
                </a:cubicBezTo>
                <a:cubicBezTo>
                  <a:pt x="109091" y="73823"/>
                  <a:pt x="110948" y="82106"/>
                  <a:pt x="114661" y="89069"/>
                </a:cubicBezTo>
                <a:cubicBezTo>
                  <a:pt x="118374" y="96030"/>
                  <a:pt x="123267" y="99511"/>
                  <a:pt x="129339" y="99511"/>
                </a:cubicBezTo>
                <a:cubicBezTo>
                  <a:pt x="133870" y="99511"/>
                  <a:pt x="137607" y="97591"/>
                  <a:pt x="140549" y="93749"/>
                </a:cubicBezTo>
                <a:cubicBezTo>
                  <a:pt x="143492" y="89908"/>
                  <a:pt x="144963" y="83306"/>
                  <a:pt x="144963" y="73944"/>
                </a:cubicBezTo>
                <a:cubicBezTo>
                  <a:pt x="144963" y="62228"/>
                  <a:pt x="142511" y="53008"/>
                  <a:pt x="137607" y="46285"/>
                </a:cubicBezTo>
                <a:cubicBezTo>
                  <a:pt x="134290" y="41676"/>
                  <a:pt x="130063" y="39372"/>
                  <a:pt x="124925" y="39372"/>
                </a:cubicBezTo>
                <a:close/>
                <a:moveTo>
                  <a:pt x="186510" y="48674"/>
                </a:moveTo>
                <a:cubicBezTo>
                  <a:pt x="191181" y="43867"/>
                  <a:pt x="193937" y="41102"/>
                  <a:pt x="194777" y="40381"/>
                </a:cubicBezTo>
                <a:cubicBezTo>
                  <a:pt x="196879" y="38555"/>
                  <a:pt x="199145" y="37136"/>
                  <a:pt x="201573" y="36127"/>
                </a:cubicBezTo>
                <a:cubicBezTo>
                  <a:pt x="204002" y="35117"/>
                  <a:pt x="206408" y="34613"/>
                  <a:pt x="208790" y="34613"/>
                </a:cubicBezTo>
                <a:cubicBezTo>
                  <a:pt x="212807" y="34613"/>
                  <a:pt x="216263" y="35814"/>
                  <a:pt x="219159" y="38218"/>
                </a:cubicBezTo>
                <a:cubicBezTo>
                  <a:pt x="222055" y="40622"/>
                  <a:pt x="223993" y="44107"/>
                  <a:pt x="224974" y="48674"/>
                </a:cubicBezTo>
                <a:cubicBezTo>
                  <a:pt x="229785" y="42905"/>
                  <a:pt x="233849" y="39119"/>
                  <a:pt x="237165" y="37317"/>
                </a:cubicBezTo>
                <a:cubicBezTo>
                  <a:pt x="240481" y="35514"/>
                  <a:pt x="243891" y="34613"/>
                  <a:pt x="247394" y="34613"/>
                </a:cubicBezTo>
                <a:cubicBezTo>
                  <a:pt x="250804" y="34613"/>
                  <a:pt x="253828" y="35512"/>
                  <a:pt x="256467" y="37312"/>
                </a:cubicBezTo>
                <a:cubicBezTo>
                  <a:pt x="259106" y="39110"/>
                  <a:pt x="261197" y="42048"/>
                  <a:pt x="262738" y="46125"/>
                </a:cubicBezTo>
                <a:cubicBezTo>
                  <a:pt x="263766" y="48908"/>
                  <a:pt x="264279" y="53272"/>
                  <a:pt x="264279" y="59220"/>
                </a:cubicBezTo>
                <a:lnTo>
                  <a:pt x="264279" y="87568"/>
                </a:lnTo>
                <a:cubicBezTo>
                  <a:pt x="264279" y="91693"/>
                  <a:pt x="264583" y="94524"/>
                  <a:pt x="265190" y="96059"/>
                </a:cubicBezTo>
                <a:cubicBezTo>
                  <a:pt x="265657" y="97114"/>
                  <a:pt x="266521" y="98013"/>
                  <a:pt x="267782" y="98756"/>
                </a:cubicBezTo>
                <a:cubicBezTo>
                  <a:pt x="269044" y="99500"/>
                  <a:pt x="271099" y="99872"/>
                  <a:pt x="273948" y="99872"/>
                </a:cubicBezTo>
                <a:lnTo>
                  <a:pt x="273948" y="102540"/>
                </a:lnTo>
                <a:lnTo>
                  <a:pt x="242280" y="102540"/>
                </a:lnTo>
                <a:lnTo>
                  <a:pt x="242280" y="99872"/>
                </a:lnTo>
                <a:lnTo>
                  <a:pt x="243611" y="99872"/>
                </a:lnTo>
                <a:cubicBezTo>
                  <a:pt x="246367" y="99872"/>
                  <a:pt x="248515" y="99322"/>
                  <a:pt x="250057" y="98222"/>
                </a:cubicBezTo>
                <a:cubicBezTo>
                  <a:pt x="251131" y="97456"/>
                  <a:pt x="251902" y="96236"/>
                  <a:pt x="252369" y="94563"/>
                </a:cubicBezTo>
                <a:cubicBezTo>
                  <a:pt x="252556" y="93750"/>
                  <a:pt x="252649" y="91430"/>
                  <a:pt x="252649" y="87604"/>
                </a:cubicBezTo>
                <a:lnTo>
                  <a:pt x="252649" y="59337"/>
                </a:lnTo>
                <a:cubicBezTo>
                  <a:pt x="252649" y="53980"/>
                  <a:pt x="252018" y="50202"/>
                  <a:pt x="250757" y="48002"/>
                </a:cubicBezTo>
                <a:cubicBezTo>
                  <a:pt x="248936" y="44941"/>
                  <a:pt x="246016" y="43410"/>
                  <a:pt x="241999" y="43410"/>
                </a:cubicBezTo>
                <a:cubicBezTo>
                  <a:pt x="239524" y="43410"/>
                  <a:pt x="237037" y="44044"/>
                  <a:pt x="234538" y="45312"/>
                </a:cubicBezTo>
                <a:cubicBezTo>
                  <a:pt x="232039" y="46578"/>
                  <a:pt x="229015" y="48934"/>
                  <a:pt x="225465" y="52379"/>
                </a:cubicBezTo>
                <a:lnTo>
                  <a:pt x="225325" y="53167"/>
                </a:lnTo>
                <a:lnTo>
                  <a:pt x="225465" y="56252"/>
                </a:lnTo>
                <a:lnTo>
                  <a:pt x="225465" y="87604"/>
                </a:lnTo>
                <a:cubicBezTo>
                  <a:pt x="225465" y="92100"/>
                  <a:pt x="225710" y="94898"/>
                  <a:pt x="226200" y="95998"/>
                </a:cubicBezTo>
                <a:cubicBezTo>
                  <a:pt x="226691" y="97098"/>
                  <a:pt x="227613" y="98019"/>
                  <a:pt x="228968" y="98761"/>
                </a:cubicBezTo>
                <a:cubicBezTo>
                  <a:pt x="230322" y="99501"/>
                  <a:pt x="232634" y="99872"/>
                  <a:pt x="235904" y="99872"/>
                </a:cubicBezTo>
                <a:lnTo>
                  <a:pt x="235904" y="102540"/>
                </a:lnTo>
                <a:lnTo>
                  <a:pt x="203465" y="102540"/>
                </a:lnTo>
                <a:lnTo>
                  <a:pt x="203465" y="99872"/>
                </a:lnTo>
                <a:cubicBezTo>
                  <a:pt x="207015" y="99872"/>
                  <a:pt x="209455" y="99441"/>
                  <a:pt x="210787" y="98581"/>
                </a:cubicBezTo>
                <a:cubicBezTo>
                  <a:pt x="212118" y="97720"/>
                  <a:pt x="213040" y="96429"/>
                  <a:pt x="213554" y="94707"/>
                </a:cubicBezTo>
                <a:cubicBezTo>
                  <a:pt x="213788" y="93893"/>
                  <a:pt x="213904" y="91525"/>
                  <a:pt x="213904" y="87604"/>
                </a:cubicBezTo>
                <a:lnTo>
                  <a:pt x="213904" y="59337"/>
                </a:lnTo>
                <a:cubicBezTo>
                  <a:pt x="213904" y="53980"/>
                  <a:pt x="213134" y="50130"/>
                  <a:pt x="211592" y="47786"/>
                </a:cubicBezTo>
                <a:cubicBezTo>
                  <a:pt x="209537" y="44724"/>
                  <a:pt x="206665" y="43194"/>
                  <a:pt x="202975" y="43194"/>
                </a:cubicBezTo>
                <a:cubicBezTo>
                  <a:pt x="200452" y="43194"/>
                  <a:pt x="197953" y="43887"/>
                  <a:pt x="195478" y="45274"/>
                </a:cubicBezTo>
                <a:cubicBezTo>
                  <a:pt x="191601" y="47378"/>
                  <a:pt x="188612" y="49746"/>
                  <a:pt x="186510" y="52376"/>
                </a:cubicBezTo>
                <a:lnTo>
                  <a:pt x="186510" y="87604"/>
                </a:lnTo>
                <a:cubicBezTo>
                  <a:pt x="186510" y="91908"/>
                  <a:pt x="186802" y="94706"/>
                  <a:pt x="187386" y="95998"/>
                </a:cubicBezTo>
                <a:cubicBezTo>
                  <a:pt x="187970" y="97289"/>
                  <a:pt x="188834" y="98257"/>
                  <a:pt x="189978" y="98903"/>
                </a:cubicBezTo>
                <a:cubicBezTo>
                  <a:pt x="191122" y="99549"/>
                  <a:pt x="193446" y="99872"/>
                  <a:pt x="196949" y="99872"/>
                </a:cubicBezTo>
                <a:lnTo>
                  <a:pt x="196949" y="102540"/>
                </a:lnTo>
                <a:lnTo>
                  <a:pt x="165211" y="102540"/>
                </a:lnTo>
                <a:lnTo>
                  <a:pt x="165211" y="99872"/>
                </a:lnTo>
                <a:cubicBezTo>
                  <a:pt x="168154" y="99872"/>
                  <a:pt x="170209" y="99548"/>
                  <a:pt x="171376" y="98901"/>
                </a:cubicBezTo>
                <a:cubicBezTo>
                  <a:pt x="172544" y="98253"/>
                  <a:pt x="173432" y="97222"/>
                  <a:pt x="174039" y="95807"/>
                </a:cubicBezTo>
                <a:cubicBezTo>
                  <a:pt x="174646" y="94391"/>
                  <a:pt x="174950" y="91645"/>
                  <a:pt x="174950" y="87568"/>
                </a:cubicBezTo>
                <a:lnTo>
                  <a:pt x="174950" y="62386"/>
                </a:lnTo>
                <a:cubicBezTo>
                  <a:pt x="174950" y="55142"/>
                  <a:pt x="174739" y="50465"/>
                  <a:pt x="174319" y="48356"/>
                </a:cubicBezTo>
                <a:cubicBezTo>
                  <a:pt x="173992" y="46773"/>
                  <a:pt x="173478" y="45681"/>
                  <a:pt x="172778" y="45082"/>
                </a:cubicBezTo>
                <a:cubicBezTo>
                  <a:pt x="172077" y="44483"/>
                  <a:pt x="171120" y="44183"/>
                  <a:pt x="169905" y="44183"/>
                </a:cubicBezTo>
                <a:cubicBezTo>
                  <a:pt x="168597" y="44183"/>
                  <a:pt x="167033" y="44543"/>
                  <a:pt x="165211" y="45262"/>
                </a:cubicBezTo>
                <a:lnTo>
                  <a:pt x="164160" y="42671"/>
                </a:lnTo>
                <a:lnTo>
                  <a:pt x="183497" y="34613"/>
                </a:lnTo>
                <a:lnTo>
                  <a:pt x="186510" y="34613"/>
                </a:lnTo>
                <a:lnTo>
                  <a:pt x="186510" y="48674"/>
                </a:lnTo>
                <a:close/>
                <a:moveTo>
                  <a:pt x="298603" y="48674"/>
                </a:moveTo>
                <a:cubicBezTo>
                  <a:pt x="303274" y="43867"/>
                  <a:pt x="306029" y="41102"/>
                  <a:pt x="306870" y="40381"/>
                </a:cubicBezTo>
                <a:cubicBezTo>
                  <a:pt x="308972" y="38555"/>
                  <a:pt x="311237" y="37136"/>
                  <a:pt x="313666" y="36127"/>
                </a:cubicBezTo>
                <a:cubicBezTo>
                  <a:pt x="316095" y="35117"/>
                  <a:pt x="318501" y="34613"/>
                  <a:pt x="320883" y="34613"/>
                </a:cubicBezTo>
                <a:cubicBezTo>
                  <a:pt x="324900" y="34613"/>
                  <a:pt x="328356" y="35814"/>
                  <a:pt x="331252" y="38218"/>
                </a:cubicBezTo>
                <a:cubicBezTo>
                  <a:pt x="334148" y="40622"/>
                  <a:pt x="336086" y="44107"/>
                  <a:pt x="337067" y="48674"/>
                </a:cubicBezTo>
                <a:cubicBezTo>
                  <a:pt x="341878" y="42905"/>
                  <a:pt x="345942" y="39119"/>
                  <a:pt x="349258" y="37317"/>
                </a:cubicBezTo>
                <a:cubicBezTo>
                  <a:pt x="352574" y="35514"/>
                  <a:pt x="355984" y="34613"/>
                  <a:pt x="359487" y="34613"/>
                </a:cubicBezTo>
                <a:cubicBezTo>
                  <a:pt x="362897" y="34613"/>
                  <a:pt x="365921" y="35512"/>
                  <a:pt x="368560" y="37312"/>
                </a:cubicBezTo>
                <a:cubicBezTo>
                  <a:pt x="371199" y="39110"/>
                  <a:pt x="373289" y="42048"/>
                  <a:pt x="374831" y="46125"/>
                </a:cubicBezTo>
                <a:cubicBezTo>
                  <a:pt x="375858" y="48908"/>
                  <a:pt x="376372" y="53272"/>
                  <a:pt x="376372" y="59220"/>
                </a:cubicBezTo>
                <a:lnTo>
                  <a:pt x="376372" y="87568"/>
                </a:lnTo>
                <a:cubicBezTo>
                  <a:pt x="376372" y="91693"/>
                  <a:pt x="376676" y="94524"/>
                  <a:pt x="377283" y="96059"/>
                </a:cubicBezTo>
                <a:cubicBezTo>
                  <a:pt x="377750" y="97114"/>
                  <a:pt x="378614" y="98013"/>
                  <a:pt x="379875" y="98756"/>
                </a:cubicBezTo>
                <a:cubicBezTo>
                  <a:pt x="381136" y="99500"/>
                  <a:pt x="383192" y="99872"/>
                  <a:pt x="386041" y="99872"/>
                </a:cubicBezTo>
                <a:lnTo>
                  <a:pt x="386041" y="102540"/>
                </a:lnTo>
                <a:lnTo>
                  <a:pt x="354373" y="102540"/>
                </a:lnTo>
                <a:lnTo>
                  <a:pt x="354373" y="99872"/>
                </a:lnTo>
                <a:lnTo>
                  <a:pt x="355704" y="99872"/>
                </a:lnTo>
                <a:cubicBezTo>
                  <a:pt x="358460" y="99872"/>
                  <a:pt x="360608" y="99322"/>
                  <a:pt x="362149" y="98222"/>
                </a:cubicBezTo>
                <a:cubicBezTo>
                  <a:pt x="363224" y="97456"/>
                  <a:pt x="363994" y="96236"/>
                  <a:pt x="364462" y="94563"/>
                </a:cubicBezTo>
                <a:cubicBezTo>
                  <a:pt x="364648" y="93750"/>
                  <a:pt x="364742" y="91430"/>
                  <a:pt x="364742" y="87604"/>
                </a:cubicBezTo>
                <a:lnTo>
                  <a:pt x="364742" y="59337"/>
                </a:lnTo>
                <a:cubicBezTo>
                  <a:pt x="364742" y="53980"/>
                  <a:pt x="364111" y="50202"/>
                  <a:pt x="362850" y="48002"/>
                </a:cubicBezTo>
                <a:cubicBezTo>
                  <a:pt x="361028" y="44941"/>
                  <a:pt x="358109" y="43410"/>
                  <a:pt x="354092" y="43410"/>
                </a:cubicBezTo>
                <a:cubicBezTo>
                  <a:pt x="351617" y="43410"/>
                  <a:pt x="349130" y="44044"/>
                  <a:pt x="346631" y="45312"/>
                </a:cubicBezTo>
                <a:cubicBezTo>
                  <a:pt x="344132" y="46578"/>
                  <a:pt x="341107" y="48934"/>
                  <a:pt x="337558" y="52379"/>
                </a:cubicBezTo>
                <a:lnTo>
                  <a:pt x="337417" y="53167"/>
                </a:lnTo>
                <a:lnTo>
                  <a:pt x="337558" y="56252"/>
                </a:lnTo>
                <a:lnTo>
                  <a:pt x="337558" y="87604"/>
                </a:lnTo>
                <a:cubicBezTo>
                  <a:pt x="337558" y="92100"/>
                  <a:pt x="337803" y="94898"/>
                  <a:pt x="338293" y="95998"/>
                </a:cubicBezTo>
                <a:cubicBezTo>
                  <a:pt x="338784" y="97098"/>
                  <a:pt x="339706" y="98019"/>
                  <a:pt x="341061" y="98761"/>
                </a:cubicBezTo>
                <a:cubicBezTo>
                  <a:pt x="342415" y="99501"/>
                  <a:pt x="344727" y="99872"/>
                  <a:pt x="347997" y="99872"/>
                </a:cubicBezTo>
                <a:lnTo>
                  <a:pt x="347997" y="102540"/>
                </a:lnTo>
                <a:lnTo>
                  <a:pt x="315558" y="102540"/>
                </a:lnTo>
                <a:lnTo>
                  <a:pt x="315558" y="99872"/>
                </a:lnTo>
                <a:cubicBezTo>
                  <a:pt x="319108" y="99872"/>
                  <a:pt x="321548" y="99441"/>
                  <a:pt x="322879" y="98581"/>
                </a:cubicBezTo>
                <a:cubicBezTo>
                  <a:pt x="324211" y="97720"/>
                  <a:pt x="325133" y="96429"/>
                  <a:pt x="325647" y="94707"/>
                </a:cubicBezTo>
                <a:cubicBezTo>
                  <a:pt x="325880" y="93893"/>
                  <a:pt x="325997" y="91525"/>
                  <a:pt x="325997" y="87604"/>
                </a:cubicBezTo>
                <a:lnTo>
                  <a:pt x="325997" y="59337"/>
                </a:lnTo>
                <a:cubicBezTo>
                  <a:pt x="325997" y="53980"/>
                  <a:pt x="325227" y="50130"/>
                  <a:pt x="323685" y="47786"/>
                </a:cubicBezTo>
                <a:cubicBezTo>
                  <a:pt x="321630" y="44724"/>
                  <a:pt x="318757" y="43194"/>
                  <a:pt x="315068" y="43194"/>
                </a:cubicBezTo>
                <a:cubicBezTo>
                  <a:pt x="312545" y="43194"/>
                  <a:pt x="310046" y="43887"/>
                  <a:pt x="307571" y="45274"/>
                </a:cubicBezTo>
                <a:cubicBezTo>
                  <a:pt x="303694" y="47378"/>
                  <a:pt x="300705" y="49746"/>
                  <a:pt x="298603" y="52376"/>
                </a:cubicBezTo>
                <a:lnTo>
                  <a:pt x="298603" y="87604"/>
                </a:lnTo>
                <a:cubicBezTo>
                  <a:pt x="298603" y="91908"/>
                  <a:pt x="298895" y="94706"/>
                  <a:pt x="299479" y="95998"/>
                </a:cubicBezTo>
                <a:cubicBezTo>
                  <a:pt x="300062" y="97289"/>
                  <a:pt x="300927" y="98257"/>
                  <a:pt x="302071" y="98903"/>
                </a:cubicBezTo>
                <a:cubicBezTo>
                  <a:pt x="303215" y="99549"/>
                  <a:pt x="305539" y="99872"/>
                  <a:pt x="309042" y="99872"/>
                </a:cubicBezTo>
                <a:lnTo>
                  <a:pt x="309042" y="102540"/>
                </a:lnTo>
                <a:lnTo>
                  <a:pt x="277304" y="102540"/>
                </a:lnTo>
                <a:lnTo>
                  <a:pt x="277304" y="99872"/>
                </a:lnTo>
                <a:cubicBezTo>
                  <a:pt x="280246" y="99872"/>
                  <a:pt x="282302" y="99548"/>
                  <a:pt x="283469" y="98901"/>
                </a:cubicBezTo>
                <a:cubicBezTo>
                  <a:pt x="284637" y="98253"/>
                  <a:pt x="285524" y="97222"/>
                  <a:pt x="286132" y="95807"/>
                </a:cubicBezTo>
                <a:cubicBezTo>
                  <a:pt x="286739" y="94391"/>
                  <a:pt x="287043" y="91645"/>
                  <a:pt x="287043" y="87568"/>
                </a:cubicBezTo>
                <a:lnTo>
                  <a:pt x="287043" y="62386"/>
                </a:lnTo>
                <a:cubicBezTo>
                  <a:pt x="287043" y="55142"/>
                  <a:pt x="286832" y="50465"/>
                  <a:pt x="286412" y="48356"/>
                </a:cubicBezTo>
                <a:cubicBezTo>
                  <a:pt x="286085" y="46773"/>
                  <a:pt x="285571" y="45681"/>
                  <a:pt x="284871" y="45082"/>
                </a:cubicBezTo>
                <a:cubicBezTo>
                  <a:pt x="284170" y="44483"/>
                  <a:pt x="283212" y="44183"/>
                  <a:pt x="281998" y="44183"/>
                </a:cubicBezTo>
                <a:cubicBezTo>
                  <a:pt x="280690" y="44183"/>
                  <a:pt x="279125" y="44543"/>
                  <a:pt x="277304" y="45262"/>
                </a:cubicBezTo>
                <a:lnTo>
                  <a:pt x="276253" y="42671"/>
                </a:lnTo>
                <a:lnTo>
                  <a:pt x="295590" y="34613"/>
                </a:lnTo>
                <a:lnTo>
                  <a:pt x="298603" y="34613"/>
                </a:lnTo>
                <a:lnTo>
                  <a:pt x="298603" y="48674"/>
                </a:lnTo>
                <a:close/>
                <a:moveTo>
                  <a:pt x="407963" y="0"/>
                </a:moveTo>
                <a:cubicBezTo>
                  <a:pt x="409925" y="0"/>
                  <a:pt x="411595" y="713"/>
                  <a:pt x="412972" y="2139"/>
                </a:cubicBezTo>
                <a:cubicBezTo>
                  <a:pt x="414350" y="3563"/>
                  <a:pt x="415039" y="5290"/>
                  <a:pt x="415039" y="7319"/>
                </a:cubicBezTo>
                <a:cubicBezTo>
                  <a:pt x="415039" y="9349"/>
                  <a:pt x="414350" y="11088"/>
                  <a:pt x="412972" y="12538"/>
                </a:cubicBezTo>
                <a:cubicBezTo>
                  <a:pt x="411595" y="13986"/>
                  <a:pt x="409925" y="14710"/>
                  <a:pt x="407963" y="14710"/>
                </a:cubicBezTo>
                <a:cubicBezTo>
                  <a:pt x="406001" y="14710"/>
                  <a:pt x="404320" y="13986"/>
                  <a:pt x="402918" y="12538"/>
                </a:cubicBezTo>
                <a:cubicBezTo>
                  <a:pt x="401517" y="11088"/>
                  <a:pt x="400817" y="9349"/>
                  <a:pt x="400817" y="7319"/>
                </a:cubicBezTo>
                <a:cubicBezTo>
                  <a:pt x="400817" y="5290"/>
                  <a:pt x="401506" y="3563"/>
                  <a:pt x="402883" y="2139"/>
                </a:cubicBezTo>
                <a:cubicBezTo>
                  <a:pt x="404261" y="713"/>
                  <a:pt x="405955" y="0"/>
                  <a:pt x="407963" y="0"/>
                </a:cubicBezTo>
                <a:moveTo>
                  <a:pt x="413778" y="34613"/>
                </a:moveTo>
                <a:lnTo>
                  <a:pt x="413778" y="87568"/>
                </a:lnTo>
                <a:cubicBezTo>
                  <a:pt x="413778" y="91693"/>
                  <a:pt x="414070" y="94440"/>
                  <a:pt x="414654" y="95807"/>
                </a:cubicBezTo>
                <a:cubicBezTo>
                  <a:pt x="415238" y="97174"/>
                  <a:pt x="416102" y="98193"/>
                  <a:pt x="417246" y="98865"/>
                </a:cubicBezTo>
                <a:cubicBezTo>
                  <a:pt x="418391" y="99536"/>
                  <a:pt x="420481" y="99872"/>
                  <a:pt x="423517" y="99872"/>
                </a:cubicBezTo>
                <a:lnTo>
                  <a:pt x="423517" y="102540"/>
                </a:lnTo>
                <a:lnTo>
                  <a:pt x="392339" y="102540"/>
                </a:lnTo>
                <a:lnTo>
                  <a:pt x="392339" y="99872"/>
                </a:lnTo>
                <a:cubicBezTo>
                  <a:pt x="395468" y="99872"/>
                  <a:pt x="397570" y="99560"/>
                  <a:pt x="398645" y="98937"/>
                </a:cubicBezTo>
                <a:cubicBezTo>
                  <a:pt x="399719" y="98313"/>
                  <a:pt x="400571" y="97282"/>
                  <a:pt x="401202" y="95843"/>
                </a:cubicBezTo>
                <a:cubicBezTo>
                  <a:pt x="401833" y="94403"/>
                  <a:pt x="402148" y="91645"/>
                  <a:pt x="402148" y="87568"/>
                </a:cubicBezTo>
                <a:lnTo>
                  <a:pt x="402148" y="62170"/>
                </a:lnTo>
                <a:cubicBezTo>
                  <a:pt x="402148" y="55022"/>
                  <a:pt x="401938" y="50393"/>
                  <a:pt x="401517" y="48284"/>
                </a:cubicBezTo>
                <a:cubicBezTo>
                  <a:pt x="401190" y="46749"/>
                  <a:pt x="400676" y="45681"/>
                  <a:pt x="399976" y="45082"/>
                </a:cubicBezTo>
                <a:cubicBezTo>
                  <a:pt x="399275" y="44483"/>
                  <a:pt x="398318" y="44183"/>
                  <a:pt x="397103" y="44183"/>
                </a:cubicBezTo>
                <a:cubicBezTo>
                  <a:pt x="395795" y="44183"/>
                  <a:pt x="394207" y="44543"/>
                  <a:pt x="392339" y="45262"/>
                </a:cubicBezTo>
                <a:lnTo>
                  <a:pt x="391358" y="42671"/>
                </a:lnTo>
                <a:lnTo>
                  <a:pt x="410695" y="34613"/>
                </a:lnTo>
                <a:lnTo>
                  <a:pt x="413778" y="34613"/>
                </a:lnTo>
                <a:close/>
                <a:moveTo>
                  <a:pt x="450638" y="14710"/>
                </a:moveTo>
                <a:lnTo>
                  <a:pt x="450638" y="36487"/>
                </a:lnTo>
                <a:lnTo>
                  <a:pt x="465631" y="36487"/>
                </a:lnTo>
                <a:lnTo>
                  <a:pt x="465631" y="41535"/>
                </a:lnTo>
                <a:lnTo>
                  <a:pt x="450638" y="41535"/>
                </a:lnTo>
                <a:lnTo>
                  <a:pt x="450638" y="84310"/>
                </a:lnTo>
                <a:cubicBezTo>
                  <a:pt x="450638" y="88584"/>
                  <a:pt x="451234" y="91465"/>
                  <a:pt x="452425" y="92954"/>
                </a:cubicBezTo>
                <a:cubicBezTo>
                  <a:pt x="453616" y="94441"/>
                  <a:pt x="455145" y="95185"/>
                  <a:pt x="457014" y="95185"/>
                </a:cubicBezTo>
                <a:cubicBezTo>
                  <a:pt x="458555" y="95185"/>
                  <a:pt x="460050" y="94692"/>
                  <a:pt x="461498" y="93706"/>
                </a:cubicBezTo>
                <a:cubicBezTo>
                  <a:pt x="462946" y="92721"/>
                  <a:pt x="464067" y="91267"/>
                  <a:pt x="464861" y="89344"/>
                </a:cubicBezTo>
                <a:lnTo>
                  <a:pt x="467593" y="89344"/>
                </a:lnTo>
                <a:cubicBezTo>
                  <a:pt x="465958" y="94068"/>
                  <a:pt x="463646" y="97642"/>
                  <a:pt x="460657" y="100063"/>
                </a:cubicBezTo>
                <a:cubicBezTo>
                  <a:pt x="457668" y="102484"/>
                  <a:pt x="454585" y="103694"/>
                  <a:pt x="451409" y="103694"/>
                </a:cubicBezTo>
                <a:cubicBezTo>
                  <a:pt x="449260" y="103694"/>
                  <a:pt x="447158" y="103080"/>
                  <a:pt x="445103" y="101853"/>
                </a:cubicBezTo>
                <a:cubicBezTo>
                  <a:pt x="443048" y="100625"/>
                  <a:pt x="441530" y="98869"/>
                  <a:pt x="440549" y="96584"/>
                </a:cubicBezTo>
                <a:cubicBezTo>
                  <a:pt x="439568" y="94298"/>
                  <a:pt x="439078" y="90772"/>
                  <a:pt x="439078" y="86006"/>
                </a:cubicBezTo>
                <a:lnTo>
                  <a:pt x="439078" y="41535"/>
                </a:lnTo>
                <a:lnTo>
                  <a:pt x="428919" y="41535"/>
                </a:lnTo>
                <a:lnTo>
                  <a:pt x="428919" y="39156"/>
                </a:lnTo>
                <a:cubicBezTo>
                  <a:pt x="431488" y="38095"/>
                  <a:pt x="434115" y="36299"/>
                  <a:pt x="436801" y="33768"/>
                </a:cubicBezTo>
                <a:cubicBezTo>
                  <a:pt x="439486" y="31236"/>
                  <a:pt x="441880" y="28235"/>
                  <a:pt x="443982" y="24763"/>
                </a:cubicBezTo>
                <a:cubicBezTo>
                  <a:pt x="445056" y="22932"/>
                  <a:pt x="446551" y="19581"/>
                  <a:pt x="448466" y="14710"/>
                </a:cubicBezTo>
                <a:lnTo>
                  <a:pt x="450638" y="14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Low-similaritycodecommits">
            <a:extLst xmlns:a="http://schemas.openxmlformats.org/drawingml/2006/main">
              <a:ext uri="{FF2B5EF4-FFF2-40B4-BE49-F238E27FC236}">
                <a16:creationId xmlns:a16="http://schemas.microsoft.com/office/drawing/2014/main" id="{1A760740-2E30-4DA2-BEB9-FE291C40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868" y="582715"/>
            <a:ext cx="1689088" cy="134412"/>
          </a:xfrm>
          <a:custGeom xmlns:a="http://schemas.openxmlformats.org/drawingml/2006/main">
            <a:pathLst>
              <a:path w="1689088" h="134412">
                <a:moveTo>
                  <a:pt x="79381" y="75427"/>
                </a:moveTo>
                <a:lnTo>
                  <a:pt x="81693" y="75934"/>
                </a:lnTo>
                <a:lnTo>
                  <a:pt x="73566" y="102540"/>
                </a:lnTo>
                <a:lnTo>
                  <a:pt x="0" y="102540"/>
                </a:lnTo>
                <a:lnTo>
                  <a:pt x="0" y="99872"/>
                </a:lnTo>
                <a:lnTo>
                  <a:pt x="3573" y="99872"/>
                </a:lnTo>
                <a:cubicBezTo>
                  <a:pt x="7590" y="99872"/>
                  <a:pt x="10463" y="98526"/>
                  <a:pt x="12191" y="95834"/>
                </a:cubicBezTo>
                <a:cubicBezTo>
                  <a:pt x="13172" y="94295"/>
                  <a:pt x="13662" y="90738"/>
                  <a:pt x="13662" y="85161"/>
                </a:cubicBezTo>
                <a:lnTo>
                  <a:pt x="13662" y="22066"/>
                </a:lnTo>
                <a:cubicBezTo>
                  <a:pt x="13662" y="15960"/>
                  <a:pt x="13008" y="12138"/>
                  <a:pt x="11700" y="10600"/>
                </a:cubicBezTo>
                <a:cubicBezTo>
                  <a:pt x="9879" y="8485"/>
                  <a:pt x="7170" y="7427"/>
                  <a:pt x="3573" y="7427"/>
                </a:cubicBezTo>
                <a:lnTo>
                  <a:pt x="0" y="7427"/>
                </a:lnTo>
                <a:lnTo>
                  <a:pt x="0" y="4759"/>
                </a:lnTo>
                <a:lnTo>
                  <a:pt x="43018" y="4759"/>
                </a:lnTo>
                <a:lnTo>
                  <a:pt x="43018" y="7427"/>
                </a:lnTo>
                <a:cubicBezTo>
                  <a:pt x="37974" y="7379"/>
                  <a:pt x="34436" y="7861"/>
                  <a:pt x="32404" y="8872"/>
                </a:cubicBezTo>
                <a:cubicBezTo>
                  <a:pt x="30372" y="9881"/>
                  <a:pt x="28983" y="11156"/>
                  <a:pt x="28235" y="12696"/>
                </a:cubicBezTo>
                <a:cubicBezTo>
                  <a:pt x="27488" y="14236"/>
                  <a:pt x="27114" y="17916"/>
                  <a:pt x="27114" y="23738"/>
                </a:cubicBezTo>
                <a:lnTo>
                  <a:pt x="27114" y="85225"/>
                </a:lnTo>
                <a:cubicBezTo>
                  <a:pt x="27114" y="89218"/>
                  <a:pt x="27488" y="91960"/>
                  <a:pt x="28235" y="93452"/>
                </a:cubicBezTo>
                <a:cubicBezTo>
                  <a:pt x="28796" y="94461"/>
                  <a:pt x="29660" y="95207"/>
                  <a:pt x="30827" y="95689"/>
                </a:cubicBezTo>
                <a:cubicBezTo>
                  <a:pt x="31995" y="96170"/>
                  <a:pt x="35638" y="96411"/>
                  <a:pt x="41757" y="96411"/>
                </a:cubicBezTo>
                <a:lnTo>
                  <a:pt x="48693" y="96411"/>
                </a:lnTo>
                <a:cubicBezTo>
                  <a:pt x="55980" y="96411"/>
                  <a:pt x="61094" y="95854"/>
                  <a:pt x="64037" y="94741"/>
                </a:cubicBezTo>
                <a:cubicBezTo>
                  <a:pt x="66980" y="93628"/>
                  <a:pt x="69665" y="91655"/>
                  <a:pt x="72094" y="88823"/>
                </a:cubicBezTo>
                <a:cubicBezTo>
                  <a:pt x="74523" y="85991"/>
                  <a:pt x="76952" y="81526"/>
                  <a:pt x="79381" y="75427"/>
                </a:cubicBezTo>
                <a:close/>
                <a:moveTo>
                  <a:pt x="120441" y="34613"/>
                </a:moveTo>
                <a:cubicBezTo>
                  <a:pt x="130156" y="34613"/>
                  <a:pt x="137957" y="38407"/>
                  <a:pt x="143842" y="45995"/>
                </a:cubicBezTo>
                <a:cubicBezTo>
                  <a:pt x="148840" y="52477"/>
                  <a:pt x="151338" y="59921"/>
                  <a:pt x="151338" y="68326"/>
                </a:cubicBezTo>
                <a:cubicBezTo>
                  <a:pt x="151338" y="74233"/>
                  <a:pt x="149961" y="80212"/>
                  <a:pt x="147205" y="86263"/>
                </a:cubicBezTo>
                <a:cubicBezTo>
                  <a:pt x="144449" y="92313"/>
                  <a:pt x="140654" y="96875"/>
                  <a:pt x="135820" y="99948"/>
                </a:cubicBezTo>
                <a:cubicBezTo>
                  <a:pt x="130985" y="103022"/>
                  <a:pt x="125602" y="104559"/>
                  <a:pt x="119670" y="104559"/>
                </a:cubicBezTo>
                <a:cubicBezTo>
                  <a:pt x="110002" y="104559"/>
                  <a:pt x="102318" y="100597"/>
                  <a:pt x="96620" y="92672"/>
                </a:cubicBezTo>
                <a:cubicBezTo>
                  <a:pt x="91809" y="85997"/>
                  <a:pt x="89403" y="78506"/>
                  <a:pt x="89403" y="70199"/>
                </a:cubicBezTo>
                <a:cubicBezTo>
                  <a:pt x="89403" y="64148"/>
                  <a:pt x="90863" y="58132"/>
                  <a:pt x="93782" y="52153"/>
                </a:cubicBezTo>
                <a:cubicBezTo>
                  <a:pt x="96701" y="46174"/>
                  <a:pt x="100543" y="41756"/>
                  <a:pt x="105307" y="38899"/>
                </a:cubicBezTo>
                <a:cubicBezTo>
                  <a:pt x="110072" y="36041"/>
                  <a:pt x="115116" y="34613"/>
                  <a:pt x="120441" y="34613"/>
                </a:cubicBezTo>
                <a:moveTo>
                  <a:pt x="118269" y="39372"/>
                </a:moveTo>
                <a:cubicBezTo>
                  <a:pt x="115793" y="39372"/>
                  <a:pt x="113306" y="40128"/>
                  <a:pt x="110807" y="41641"/>
                </a:cubicBezTo>
                <a:cubicBezTo>
                  <a:pt x="108308" y="43154"/>
                  <a:pt x="106288" y="45807"/>
                  <a:pt x="104747" y="49600"/>
                </a:cubicBezTo>
                <a:cubicBezTo>
                  <a:pt x="103206" y="53393"/>
                  <a:pt x="102435" y="58267"/>
                  <a:pt x="102435" y="64220"/>
                </a:cubicBezTo>
                <a:cubicBezTo>
                  <a:pt x="102435" y="73823"/>
                  <a:pt x="104292" y="82106"/>
                  <a:pt x="108005" y="89069"/>
                </a:cubicBezTo>
                <a:cubicBezTo>
                  <a:pt x="111718" y="96030"/>
                  <a:pt x="116611" y="99511"/>
                  <a:pt x="122683" y="99511"/>
                </a:cubicBezTo>
                <a:cubicBezTo>
                  <a:pt x="127214" y="99511"/>
                  <a:pt x="130950" y="97591"/>
                  <a:pt x="133893" y="93749"/>
                </a:cubicBezTo>
                <a:cubicBezTo>
                  <a:pt x="136836" y="89908"/>
                  <a:pt x="138307" y="83306"/>
                  <a:pt x="138307" y="73944"/>
                </a:cubicBezTo>
                <a:cubicBezTo>
                  <a:pt x="138307" y="62228"/>
                  <a:pt x="135855" y="53008"/>
                  <a:pt x="130950" y="46285"/>
                </a:cubicBezTo>
                <a:cubicBezTo>
                  <a:pt x="127634" y="41676"/>
                  <a:pt x="123407" y="39372"/>
                  <a:pt x="118269" y="39372"/>
                </a:cubicBezTo>
                <a:close/>
                <a:moveTo>
                  <a:pt x="157224" y="36487"/>
                </a:moveTo>
                <a:lnTo>
                  <a:pt x="184128" y="36487"/>
                </a:lnTo>
                <a:lnTo>
                  <a:pt x="184128" y="39156"/>
                </a:lnTo>
                <a:cubicBezTo>
                  <a:pt x="181652" y="39348"/>
                  <a:pt x="180029" y="39805"/>
                  <a:pt x="179259" y="40526"/>
                </a:cubicBezTo>
                <a:cubicBezTo>
                  <a:pt x="178488" y="41247"/>
                  <a:pt x="178102" y="42280"/>
                  <a:pt x="178102" y="43626"/>
                </a:cubicBezTo>
                <a:cubicBezTo>
                  <a:pt x="178102" y="45117"/>
                  <a:pt x="178499" y="46919"/>
                  <a:pt x="179294" y="49035"/>
                </a:cubicBezTo>
                <a:lnTo>
                  <a:pt x="193026" y="87036"/>
                </a:lnTo>
                <a:lnTo>
                  <a:pt x="206828" y="56101"/>
                </a:lnTo>
                <a:lnTo>
                  <a:pt x="203185" y="46366"/>
                </a:lnTo>
                <a:cubicBezTo>
                  <a:pt x="202064" y="43482"/>
                  <a:pt x="200593" y="41487"/>
                  <a:pt x="198771" y="40381"/>
                </a:cubicBezTo>
                <a:cubicBezTo>
                  <a:pt x="197743" y="39708"/>
                  <a:pt x="195828" y="39300"/>
                  <a:pt x="193026" y="39156"/>
                </a:cubicBezTo>
                <a:lnTo>
                  <a:pt x="193026" y="36487"/>
                </a:lnTo>
                <a:lnTo>
                  <a:pt x="223573" y="36487"/>
                </a:lnTo>
                <a:lnTo>
                  <a:pt x="223573" y="39156"/>
                </a:lnTo>
                <a:cubicBezTo>
                  <a:pt x="220210" y="39300"/>
                  <a:pt x="217828" y="39925"/>
                  <a:pt x="216427" y="41030"/>
                </a:cubicBezTo>
                <a:cubicBezTo>
                  <a:pt x="215492" y="41800"/>
                  <a:pt x="215025" y="43025"/>
                  <a:pt x="215025" y="44708"/>
                </a:cubicBezTo>
                <a:cubicBezTo>
                  <a:pt x="215025" y="45669"/>
                  <a:pt x="215212" y="46655"/>
                  <a:pt x="215586" y="47664"/>
                </a:cubicBezTo>
                <a:lnTo>
                  <a:pt x="230159" y="85594"/>
                </a:lnTo>
                <a:lnTo>
                  <a:pt x="243681" y="49035"/>
                </a:lnTo>
                <a:cubicBezTo>
                  <a:pt x="244615" y="46439"/>
                  <a:pt x="245082" y="44371"/>
                  <a:pt x="245082" y="42833"/>
                </a:cubicBezTo>
                <a:cubicBezTo>
                  <a:pt x="245082" y="41920"/>
                  <a:pt x="244627" y="41102"/>
                  <a:pt x="243716" y="40381"/>
                </a:cubicBezTo>
                <a:cubicBezTo>
                  <a:pt x="242805" y="39660"/>
                  <a:pt x="241019" y="39252"/>
                  <a:pt x="238356" y="39156"/>
                </a:cubicBezTo>
                <a:lnTo>
                  <a:pt x="238356" y="36487"/>
                </a:lnTo>
                <a:lnTo>
                  <a:pt x="258604" y="36487"/>
                </a:lnTo>
                <a:lnTo>
                  <a:pt x="258604" y="39156"/>
                </a:lnTo>
                <a:cubicBezTo>
                  <a:pt x="254541" y="39780"/>
                  <a:pt x="251551" y="42617"/>
                  <a:pt x="249636" y="47664"/>
                </a:cubicBezTo>
                <a:lnTo>
                  <a:pt x="228197" y="104559"/>
                </a:lnTo>
                <a:lnTo>
                  <a:pt x="225325" y="104559"/>
                </a:lnTo>
                <a:lnTo>
                  <a:pt x="209280" y="62375"/>
                </a:lnTo>
                <a:lnTo>
                  <a:pt x="190574" y="104559"/>
                </a:lnTo>
                <a:lnTo>
                  <a:pt x="187981" y="104559"/>
                </a:lnTo>
                <a:lnTo>
                  <a:pt x="167383" y="49035"/>
                </a:lnTo>
                <a:cubicBezTo>
                  <a:pt x="166028" y="45525"/>
                  <a:pt x="164697" y="43158"/>
                  <a:pt x="163389" y="41932"/>
                </a:cubicBezTo>
                <a:cubicBezTo>
                  <a:pt x="162082" y="40706"/>
                  <a:pt x="160026" y="39780"/>
                  <a:pt x="157224" y="39156"/>
                </a:cubicBezTo>
                <a:lnTo>
                  <a:pt x="157224" y="36487"/>
                </a:lnTo>
                <a:close/>
                <a:moveTo>
                  <a:pt x="265257" y="63889"/>
                </a:moveTo>
                <a:lnTo>
                  <a:pt x="301479" y="63889"/>
                </a:lnTo>
                <a:lnTo>
                  <a:pt x="301479" y="74778"/>
                </a:lnTo>
                <a:lnTo>
                  <a:pt x="265257" y="74778"/>
                </a:lnTo>
                <a:lnTo>
                  <a:pt x="265257" y="63889"/>
                </a:lnTo>
                <a:close/>
                <a:moveTo>
                  <a:pt x="352484" y="34613"/>
                </a:moveTo>
                <a:lnTo>
                  <a:pt x="352484" y="56967"/>
                </a:lnTo>
                <a:lnTo>
                  <a:pt x="350172" y="56967"/>
                </a:lnTo>
                <a:cubicBezTo>
                  <a:pt x="348397" y="49955"/>
                  <a:pt x="346120" y="45186"/>
                  <a:pt x="343341" y="42660"/>
                </a:cubicBezTo>
                <a:cubicBezTo>
                  <a:pt x="340562" y="40131"/>
                  <a:pt x="337024" y="38867"/>
                  <a:pt x="332727" y="38867"/>
                </a:cubicBezTo>
                <a:cubicBezTo>
                  <a:pt x="329457" y="38867"/>
                  <a:pt x="326818" y="39756"/>
                  <a:pt x="324810" y="41533"/>
                </a:cubicBezTo>
                <a:cubicBezTo>
                  <a:pt x="322801" y="43309"/>
                  <a:pt x="321797" y="45277"/>
                  <a:pt x="321797" y="47439"/>
                </a:cubicBezTo>
                <a:cubicBezTo>
                  <a:pt x="321797" y="50128"/>
                  <a:pt x="322544" y="52433"/>
                  <a:pt x="324039" y="54353"/>
                </a:cubicBezTo>
                <a:cubicBezTo>
                  <a:pt x="325487" y="56322"/>
                  <a:pt x="328429" y="58411"/>
                  <a:pt x="332867" y="60619"/>
                </a:cubicBezTo>
                <a:lnTo>
                  <a:pt x="343096" y="65735"/>
                </a:lnTo>
                <a:cubicBezTo>
                  <a:pt x="352578" y="70488"/>
                  <a:pt x="357319" y="76755"/>
                  <a:pt x="357319" y="84535"/>
                </a:cubicBezTo>
                <a:cubicBezTo>
                  <a:pt x="357319" y="90537"/>
                  <a:pt x="355112" y="95375"/>
                  <a:pt x="350698" y="99049"/>
                </a:cubicBezTo>
                <a:cubicBezTo>
                  <a:pt x="346284" y="102722"/>
                  <a:pt x="341344" y="104559"/>
                  <a:pt x="335879" y="104559"/>
                </a:cubicBezTo>
                <a:cubicBezTo>
                  <a:pt x="331956" y="104559"/>
                  <a:pt x="327472" y="103838"/>
                  <a:pt x="322427" y="102396"/>
                </a:cubicBezTo>
                <a:cubicBezTo>
                  <a:pt x="320886" y="101915"/>
                  <a:pt x="319625" y="101675"/>
                  <a:pt x="318644" y="101675"/>
                </a:cubicBezTo>
                <a:cubicBezTo>
                  <a:pt x="317570" y="101675"/>
                  <a:pt x="316729" y="102299"/>
                  <a:pt x="316122" y="103549"/>
                </a:cubicBezTo>
                <a:lnTo>
                  <a:pt x="313810" y="103549"/>
                </a:lnTo>
                <a:lnTo>
                  <a:pt x="313810" y="79897"/>
                </a:lnTo>
                <a:lnTo>
                  <a:pt x="316122" y="79897"/>
                </a:lnTo>
                <a:cubicBezTo>
                  <a:pt x="317430" y="86652"/>
                  <a:pt x="319929" y="91741"/>
                  <a:pt x="323618" y="95167"/>
                </a:cubicBezTo>
                <a:cubicBezTo>
                  <a:pt x="327308" y="98592"/>
                  <a:pt x="331442" y="100304"/>
                  <a:pt x="336020" y="100304"/>
                </a:cubicBezTo>
                <a:cubicBezTo>
                  <a:pt x="339242" y="100304"/>
                  <a:pt x="341870" y="99332"/>
                  <a:pt x="343902" y="97389"/>
                </a:cubicBezTo>
                <a:cubicBezTo>
                  <a:pt x="345933" y="95443"/>
                  <a:pt x="346949" y="93102"/>
                  <a:pt x="346949" y="90365"/>
                </a:cubicBezTo>
                <a:cubicBezTo>
                  <a:pt x="346949" y="87051"/>
                  <a:pt x="345817" y="84265"/>
                  <a:pt x="343551" y="82009"/>
                </a:cubicBezTo>
                <a:cubicBezTo>
                  <a:pt x="341286" y="79752"/>
                  <a:pt x="336767" y="76896"/>
                  <a:pt x="329994" y="73439"/>
                </a:cubicBezTo>
                <a:cubicBezTo>
                  <a:pt x="323221" y="69981"/>
                  <a:pt x="318784" y="66859"/>
                  <a:pt x="316682" y="64074"/>
                </a:cubicBezTo>
                <a:cubicBezTo>
                  <a:pt x="314580" y="61337"/>
                  <a:pt x="313529" y="57879"/>
                  <a:pt x="313529" y="53701"/>
                </a:cubicBezTo>
                <a:cubicBezTo>
                  <a:pt x="313529" y="48275"/>
                  <a:pt x="315339" y="43737"/>
                  <a:pt x="318959" y="40088"/>
                </a:cubicBezTo>
                <a:cubicBezTo>
                  <a:pt x="322579" y="36438"/>
                  <a:pt x="327262" y="34613"/>
                  <a:pt x="333007" y="34613"/>
                </a:cubicBezTo>
                <a:cubicBezTo>
                  <a:pt x="335529" y="34613"/>
                  <a:pt x="338589" y="35165"/>
                  <a:pt x="342185" y="36271"/>
                </a:cubicBezTo>
                <a:cubicBezTo>
                  <a:pt x="344567" y="36992"/>
                  <a:pt x="346155" y="37353"/>
                  <a:pt x="346949" y="37353"/>
                </a:cubicBezTo>
                <a:cubicBezTo>
                  <a:pt x="347697" y="37353"/>
                  <a:pt x="348280" y="37185"/>
                  <a:pt x="348701" y="36848"/>
                </a:cubicBezTo>
                <a:cubicBezTo>
                  <a:pt x="349121" y="36511"/>
                  <a:pt x="349612" y="35766"/>
                  <a:pt x="350172" y="34613"/>
                </a:cubicBezTo>
                <a:lnTo>
                  <a:pt x="352484" y="34613"/>
                </a:lnTo>
                <a:close/>
                <a:moveTo>
                  <a:pt x="383378" y="0"/>
                </a:moveTo>
                <a:cubicBezTo>
                  <a:pt x="385340" y="0"/>
                  <a:pt x="387010" y="713"/>
                  <a:pt x="388388" y="2139"/>
                </a:cubicBezTo>
                <a:cubicBezTo>
                  <a:pt x="389766" y="3563"/>
                  <a:pt x="390455" y="5290"/>
                  <a:pt x="390455" y="7319"/>
                </a:cubicBezTo>
                <a:cubicBezTo>
                  <a:pt x="390455" y="9349"/>
                  <a:pt x="389766" y="11088"/>
                  <a:pt x="388388" y="12538"/>
                </a:cubicBezTo>
                <a:cubicBezTo>
                  <a:pt x="387010" y="13986"/>
                  <a:pt x="385340" y="14710"/>
                  <a:pt x="383378" y="14710"/>
                </a:cubicBezTo>
                <a:cubicBezTo>
                  <a:pt x="381416" y="14710"/>
                  <a:pt x="379735" y="13986"/>
                  <a:pt x="378334" y="12538"/>
                </a:cubicBezTo>
                <a:cubicBezTo>
                  <a:pt x="376932" y="11088"/>
                  <a:pt x="376232" y="9349"/>
                  <a:pt x="376232" y="7319"/>
                </a:cubicBezTo>
                <a:cubicBezTo>
                  <a:pt x="376232" y="5290"/>
                  <a:pt x="376921" y="3563"/>
                  <a:pt x="378299" y="2139"/>
                </a:cubicBezTo>
                <a:cubicBezTo>
                  <a:pt x="379677" y="713"/>
                  <a:pt x="381370" y="0"/>
                  <a:pt x="383378" y="0"/>
                </a:cubicBezTo>
                <a:moveTo>
                  <a:pt x="389193" y="34613"/>
                </a:moveTo>
                <a:lnTo>
                  <a:pt x="389193" y="87568"/>
                </a:lnTo>
                <a:cubicBezTo>
                  <a:pt x="389193" y="91693"/>
                  <a:pt x="389485" y="94440"/>
                  <a:pt x="390069" y="95807"/>
                </a:cubicBezTo>
                <a:cubicBezTo>
                  <a:pt x="390653" y="97174"/>
                  <a:pt x="391517" y="98193"/>
                  <a:pt x="392662" y="98865"/>
                </a:cubicBezTo>
                <a:cubicBezTo>
                  <a:pt x="393806" y="99536"/>
                  <a:pt x="395896" y="99872"/>
                  <a:pt x="398932" y="99872"/>
                </a:cubicBezTo>
                <a:lnTo>
                  <a:pt x="398932" y="102540"/>
                </a:lnTo>
                <a:lnTo>
                  <a:pt x="367754" y="102540"/>
                </a:lnTo>
                <a:lnTo>
                  <a:pt x="367754" y="99872"/>
                </a:lnTo>
                <a:cubicBezTo>
                  <a:pt x="370884" y="99872"/>
                  <a:pt x="372986" y="99560"/>
                  <a:pt x="374060" y="98937"/>
                </a:cubicBezTo>
                <a:cubicBezTo>
                  <a:pt x="375134" y="98313"/>
                  <a:pt x="375987" y="97282"/>
                  <a:pt x="376617" y="95843"/>
                </a:cubicBezTo>
                <a:cubicBezTo>
                  <a:pt x="377248" y="94403"/>
                  <a:pt x="377563" y="91645"/>
                  <a:pt x="377563" y="87568"/>
                </a:cubicBezTo>
                <a:lnTo>
                  <a:pt x="377563" y="62170"/>
                </a:lnTo>
                <a:cubicBezTo>
                  <a:pt x="377563" y="55022"/>
                  <a:pt x="377353" y="50393"/>
                  <a:pt x="376932" y="48284"/>
                </a:cubicBezTo>
                <a:cubicBezTo>
                  <a:pt x="376606" y="46749"/>
                  <a:pt x="376092" y="45681"/>
                  <a:pt x="375391" y="45082"/>
                </a:cubicBezTo>
                <a:cubicBezTo>
                  <a:pt x="374690" y="44483"/>
                  <a:pt x="373733" y="44183"/>
                  <a:pt x="372519" y="44183"/>
                </a:cubicBezTo>
                <a:cubicBezTo>
                  <a:pt x="371211" y="44183"/>
                  <a:pt x="369623" y="44543"/>
                  <a:pt x="367754" y="45262"/>
                </a:cubicBezTo>
                <a:lnTo>
                  <a:pt x="366773" y="42671"/>
                </a:lnTo>
                <a:lnTo>
                  <a:pt x="386111" y="34613"/>
                </a:lnTo>
                <a:lnTo>
                  <a:pt x="389193" y="34613"/>
                </a:lnTo>
                <a:close/>
                <a:moveTo>
                  <a:pt x="426459" y="48674"/>
                </a:moveTo>
                <a:cubicBezTo>
                  <a:pt x="431130" y="43867"/>
                  <a:pt x="433886" y="41102"/>
                  <a:pt x="434727" y="40381"/>
                </a:cubicBezTo>
                <a:cubicBezTo>
                  <a:pt x="436829" y="38555"/>
                  <a:pt x="439094" y="37136"/>
                  <a:pt x="441523" y="36127"/>
                </a:cubicBezTo>
                <a:cubicBezTo>
                  <a:pt x="443952" y="35117"/>
                  <a:pt x="446357" y="34613"/>
                  <a:pt x="448739" y="34613"/>
                </a:cubicBezTo>
                <a:cubicBezTo>
                  <a:pt x="452756" y="34613"/>
                  <a:pt x="456213" y="35814"/>
                  <a:pt x="459109" y="38218"/>
                </a:cubicBezTo>
                <a:cubicBezTo>
                  <a:pt x="462004" y="40622"/>
                  <a:pt x="463943" y="44107"/>
                  <a:pt x="464924" y="48674"/>
                </a:cubicBezTo>
                <a:cubicBezTo>
                  <a:pt x="469735" y="42905"/>
                  <a:pt x="473798" y="39119"/>
                  <a:pt x="477115" y="37317"/>
                </a:cubicBezTo>
                <a:cubicBezTo>
                  <a:pt x="480431" y="35514"/>
                  <a:pt x="483841" y="34613"/>
                  <a:pt x="487344" y="34613"/>
                </a:cubicBezTo>
                <a:cubicBezTo>
                  <a:pt x="490753" y="34613"/>
                  <a:pt x="493778" y="35512"/>
                  <a:pt x="496417" y="37312"/>
                </a:cubicBezTo>
                <a:cubicBezTo>
                  <a:pt x="499056" y="39110"/>
                  <a:pt x="501146" y="42048"/>
                  <a:pt x="502687" y="46125"/>
                </a:cubicBezTo>
                <a:cubicBezTo>
                  <a:pt x="503715" y="48908"/>
                  <a:pt x="504229" y="53272"/>
                  <a:pt x="504229" y="59220"/>
                </a:cubicBezTo>
                <a:lnTo>
                  <a:pt x="504229" y="87568"/>
                </a:lnTo>
                <a:cubicBezTo>
                  <a:pt x="504229" y="91693"/>
                  <a:pt x="504532" y="94524"/>
                  <a:pt x="505140" y="96059"/>
                </a:cubicBezTo>
                <a:cubicBezTo>
                  <a:pt x="505607" y="97114"/>
                  <a:pt x="506471" y="98013"/>
                  <a:pt x="507732" y="98756"/>
                </a:cubicBezTo>
                <a:cubicBezTo>
                  <a:pt x="508993" y="99500"/>
                  <a:pt x="511048" y="99872"/>
                  <a:pt x="513897" y="99872"/>
                </a:cubicBezTo>
                <a:lnTo>
                  <a:pt x="513897" y="102540"/>
                </a:lnTo>
                <a:lnTo>
                  <a:pt x="482229" y="102540"/>
                </a:lnTo>
                <a:lnTo>
                  <a:pt x="482229" y="99872"/>
                </a:lnTo>
                <a:lnTo>
                  <a:pt x="483560" y="99872"/>
                </a:lnTo>
                <a:cubicBezTo>
                  <a:pt x="486316" y="99872"/>
                  <a:pt x="488465" y="99322"/>
                  <a:pt x="490006" y="98222"/>
                </a:cubicBezTo>
                <a:cubicBezTo>
                  <a:pt x="491080" y="97456"/>
                  <a:pt x="491851" y="96236"/>
                  <a:pt x="492318" y="94563"/>
                </a:cubicBezTo>
                <a:cubicBezTo>
                  <a:pt x="492505" y="93750"/>
                  <a:pt x="492598" y="91430"/>
                  <a:pt x="492598" y="87604"/>
                </a:cubicBezTo>
                <a:lnTo>
                  <a:pt x="492598" y="59337"/>
                </a:lnTo>
                <a:cubicBezTo>
                  <a:pt x="492598" y="53980"/>
                  <a:pt x="491968" y="50202"/>
                  <a:pt x="490707" y="48002"/>
                </a:cubicBezTo>
                <a:cubicBezTo>
                  <a:pt x="488885" y="44941"/>
                  <a:pt x="485966" y="43410"/>
                  <a:pt x="481949" y="43410"/>
                </a:cubicBezTo>
                <a:cubicBezTo>
                  <a:pt x="479473" y="43410"/>
                  <a:pt x="476986" y="44044"/>
                  <a:pt x="474487" y="45312"/>
                </a:cubicBezTo>
                <a:cubicBezTo>
                  <a:pt x="471988" y="46578"/>
                  <a:pt x="468964" y="48934"/>
                  <a:pt x="465414" y="52379"/>
                </a:cubicBezTo>
                <a:lnTo>
                  <a:pt x="465274" y="53167"/>
                </a:lnTo>
                <a:lnTo>
                  <a:pt x="465414" y="56252"/>
                </a:lnTo>
                <a:lnTo>
                  <a:pt x="465414" y="87604"/>
                </a:lnTo>
                <a:cubicBezTo>
                  <a:pt x="465414" y="92100"/>
                  <a:pt x="465659" y="94898"/>
                  <a:pt x="466150" y="95998"/>
                </a:cubicBezTo>
                <a:cubicBezTo>
                  <a:pt x="466640" y="97098"/>
                  <a:pt x="467563" y="98019"/>
                  <a:pt x="468917" y="98761"/>
                </a:cubicBezTo>
                <a:cubicBezTo>
                  <a:pt x="470272" y="99501"/>
                  <a:pt x="472584" y="99872"/>
                  <a:pt x="475853" y="99872"/>
                </a:cubicBezTo>
                <a:lnTo>
                  <a:pt x="475853" y="102540"/>
                </a:lnTo>
                <a:lnTo>
                  <a:pt x="443415" y="102540"/>
                </a:lnTo>
                <a:lnTo>
                  <a:pt x="443415" y="99872"/>
                </a:lnTo>
                <a:cubicBezTo>
                  <a:pt x="446964" y="99872"/>
                  <a:pt x="449405" y="99441"/>
                  <a:pt x="450736" y="98581"/>
                </a:cubicBezTo>
                <a:cubicBezTo>
                  <a:pt x="452067" y="97720"/>
                  <a:pt x="452990" y="96429"/>
                  <a:pt x="453504" y="94707"/>
                </a:cubicBezTo>
                <a:cubicBezTo>
                  <a:pt x="453737" y="93893"/>
                  <a:pt x="453854" y="91525"/>
                  <a:pt x="453854" y="87604"/>
                </a:cubicBezTo>
                <a:lnTo>
                  <a:pt x="453854" y="59337"/>
                </a:lnTo>
                <a:cubicBezTo>
                  <a:pt x="453854" y="53980"/>
                  <a:pt x="453083" y="50130"/>
                  <a:pt x="451542" y="47786"/>
                </a:cubicBezTo>
                <a:cubicBezTo>
                  <a:pt x="449487" y="44724"/>
                  <a:pt x="446614" y="43194"/>
                  <a:pt x="442924" y="43194"/>
                </a:cubicBezTo>
                <a:cubicBezTo>
                  <a:pt x="440402" y="43194"/>
                  <a:pt x="437903" y="43887"/>
                  <a:pt x="435427" y="45274"/>
                </a:cubicBezTo>
                <a:cubicBezTo>
                  <a:pt x="431551" y="47378"/>
                  <a:pt x="428561" y="49746"/>
                  <a:pt x="426459" y="52376"/>
                </a:cubicBezTo>
                <a:lnTo>
                  <a:pt x="426459" y="87604"/>
                </a:lnTo>
                <a:cubicBezTo>
                  <a:pt x="426459" y="91908"/>
                  <a:pt x="426751" y="94706"/>
                  <a:pt x="427335" y="95998"/>
                </a:cubicBezTo>
                <a:cubicBezTo>
                  <a:pt x="427919" y="97289"/>
                  <a:pt x="428783" y="98257"/>
                  <a:pt x="429928" y="98903"/>
                </a:cubicBezTo>
                <a:cubicBezTo>
                  <a:pt x="431072" y="99549"/>
                  <a:pt x="433396" y="99872"/>
                  <a:pt x="436899" y="99872"/>
                </a:cubicBezTo>
                <a:lnTo>
                  <a:pt x="436899" y="102540"/>
                </a:lnTo>
                <a:lnTo>
                  <a:pt x="405160" y="102540"/>
                </a:lnTo>
                <a:lnTo>
                  <a:pt x="405160" y="99872"/>
                </a:lnTo>
                <a:cubicBezTo>
                  <a:pt x="408103" y="99872"/>
                  <a:pt x="410158" y="99548"/>
                  <a:pt x="411326" y="98901"/>
                </a:cubicBezTo>
                <a:cubicBezTo>
                  <a:pt x="412494" y="98253"/>
                  <a:pt x="413381" y="97222"/>
                  <a:pt x="413988" y="95807"/>
                </a:cubicBezTo>
                <a:cubicBezTo>
                  <a:pt x="414596" y="94391"/>
                  <a:pt x="414899" y="91645"/>
                  <a:pt x="414899" y="87568"/>
                </a:cubicBezTo>
                <a:lnTo>
                  <a:pt x="414899" y="62386"/>
                </a:lnTo>
                <a:cubicBezTo>
                  <a:pt x="414899" y="55142"/>
                  <a:pt x="414689" y="50465"/>
                  <a:pt x="414269" y="48356"/>
                </a:cubicBezTo>
                <a:cubicBezTo>
                  <a:pt x="413942" y="46773"/>
                  <a:pt x="413428" y="45681"/>
                  <a:pt x="412727" y="45082"/>
                </a:cubicBezTo>
                <a:cubicBezTo>
                  <a:pt x="412027" y="44483"/>
                  <a:pt x="411069" y="44183"/>
                  <a:pt x="409855" y="44183"/>
                </a:cubicBezTo>
                <a:cubicBezTo>
                  <a:pt x="408547" y="44183"/>
                  <a:pt x="406982" y="44543"/>
                  <a:pt x="405160" y="45262"/>
                </a:cubicBezTo>
                <a:lnTo>
                  <a:pt x="404110" y="42671"/>
                </a:lnTo>
                <a:lnTo>
                  <a:pt x="423447" y="34613"/>
                </a:lnTo>
                <a:lnTo>
                  <a:pt x="426459" y="34613"/>
                </a:lnTo>
                <a:lnTo>
                  <a:pt x="426459" y="48674"/>
                </a:lnTo>
                <a:close/>
                <a:moveTo>
                  <a:pt x="535834" y="0"/>
                </a:moveTo>
                <a:cubicBezTo>
                  <a:pt x="537796" y="0"/>
                  <a:pt x="539465" y="713"/>
                  <a:pt x="540843" y="2139"/>
                </a:cubicBezTo>
                <a:cubicBezTo>
                  <a:pt x="542221" y="3563"/>
                  <a:pt x="542910" y="5290"/>
                  <a:pt x="542910" y="7319"/>
                </a:cubicBezTo>
                <a:cubicBezTo>
                  <a:pt x="542910" y="9349"/>
                  <a:pt x="542221" y="11088"/>
                  <a:pt x="540843" y="12538"/>
                </a:cubicBezTo>
                <a:cubicBezTo>
                  <a:pt x="539465" y="13986"/>
                  <a:pt x="537796" y="14710"/>
                  <a:pt x="535834" y="14710"/>
                </a:cubicBezTo>
                <a:cubicBezTo>
                  <a:pt x="533872" y="14710"/>
                  <a:pt x="532191" y="13986"/>
                  <a:pt x="530789" y="12538"/>
                </a:cubicBezTo>
                <a:cubicBezTo>
                  <a:pt x="529388" y="11088"/>
                  <a:pt x="528687" y="9349"/>
                  <a:pt x="528687" y="7319"/>
                </a:cubicBezTo>
                <a:cubicBezTo>
                  <a:pt x="528687" y="5290"/>
                  <a:pt x="529376" y="3563"/>
                  <a:pt x="530754" y="2139"/>
                </a:cubicBezTo>
                <a:cubicBezTo>
                  <a:pt x="532132" y="713"/>
                  <a:pt x="533825" y="0"/>
                  <a:pt x="535834" y="0"/>
                </a:cubicBezTo>
                <a:moveTo>
                  <a:pt x="541649" y="34613"/>
                </a:moveTo>
                <a:lnTo>
                  <a:pt x="541649" y="87568"/>
                </a:lnTo>
                <a:cubicBezTo>
                  <a:pt x="541649" y="91693"/>
                  <a:pt x="541941" y="94440"/>
                  <a:pt x="542525" y="95807"/>
                </a:cubicBezTo>
                <a:cubicBezTo>
                  <a:pt x="543109" y="97174"/>
                  <a:pt x="543973" y="98193"/>
                  <a:pt x="545117" y="98865"/>
                </a:cubicBezTo>
                <a:cubicBezTo>
                  <a:pt x="546261" y="99536"/>
                  <a:pt x="548352" y="99872"/>
                  <a:pt x="551388" y="99872"/>
                </a:cubicBezTo>
                <a:lnTo>
                  <a:pt x="551388" y="102540"/>
                </a:lnTo>
                <a:lnTo>
                  <a:pt x="520210" y="102540"/>
                </a:lnTo>
                <a:lnTo>
                  <a:pt x="520210" y="99872"/>
                </a:lnTo>
                <a:cubicBezTo>
                  <a:pt x="523339" y="99872"/>
                  <a:pt x="525441" y="99560"/>
                  <a:pt x="526516" y="98937"/>
                </a:cubicBezTo>
                <a:cubicBezTo>
                  <a:pt x="527590" y="98313"/>
                  <a:pt x="528442" y="97282"/>
                  <a:pt x="529073" y="95843"/>
                </a:cubicBezTo>
                <a:cubicBezTo>
                  <a:pt x="529703" y="94403"/>
                  <a:pt x="530019" y="91645"/>
                  <a:pt x="530019" y="87568"/>
                </a:cubicBezTo>
                <a:lnTo>
                  <a:pt x="530019" y="62170"/>
                </a:lnTo>
                <a:cubicBezTo>
                  <a:pt x="530019" y="55022"/>
                  <a:pt x="529808" y="50393"/>
                  <a:pt x="529388" y="48284"/>
                </a:cubicBezTo>
                <a:cubicBezTo>
                  <a:pt x="529061" y="46749"/>
                  <a:pt x="528547" y="45681"/>
                  <a:pt x="527847" y="45082"/>
                </a:cubicBezTo>
                <a:cubicBezTo>
                  <a:pt x="527146" y="44483"/>
                  <a:pt x="526189" y="44183"/>
                  <a:pt x="524974" y="44183"/>
                </a:cubicBezTo>
                <a:cubicBezTo>
                  <a:pt x="523666" y="44183"/>
                  <a:pt x="522078" y="44543"/>
                  <a:pt x="520210" y="45262"/>
                </a:cubicBezTo>
                <a:lnTo>
                  <a:pt x="519229" y="42671"/>
                </a:lnTo>
                <a:lnTo>
                  <a:pt x="538566" y="34613"/>
                </a:lnTo>
                <a:lnTo>
                  <a:pt x="541649" y="34613"/>
                </a:lnTo>
                <a:close/>
                <a:moveTo>
                  <a:pt x="581943" y="0"/>
                </a:moveTo>
                <a:lnTo>
                  <a:pt x="581943" y="87550"/>
                </a:lnTo>
                <a:cubicBezTo>
                  <a:pt x="581943" y="91681"/>
                  <a:pt x="582235" y="94420"/>
                  <a:pt x="582819" y="95766"/>
                </a:cubicBezTo>
                <a:cubicBezTo>
                  <a:pt x="583403" y="97111"/>
                  <a:pt x="584302" y="98131"/>
                  <a:pt x="585516" y="98828"/>
                </a:cubicBezTo>
                <a:cubicBezTo>
                  <a:pt x="586730" y="99524"/>
                  <a:pt x="588996" y="99872"/>
                  <a:pt x="592312" y="99872"/>
                </a:cubicBezTo>
                <a:lnTo>
                  <a:pt x="592312" y="102540"/>
                </a:lnTo>
                <a:lnTo>
                  <a:pt x="560854" y="102540"/>
                </a:lnTo>
                <a:lnTo>
                  <a:pt x="560854" y="99872"/>
                </a:lnTo>
                <a:cubicBezTo>
                  <a:pt x="563797" y="99872"/>
                  <a:pt x="565805" y="99560"/>
                  <a:pt x="566879" y="98937"/>
                </a:cubicBezTo>
                <a:cubicBezTo>
                  <a:pt x="567954" y="98312"/>
                  <a:pt x="568794" y="97279"/>
                  <a:pt x="569402" y="95838"/>
                </a:cubicBezTo>
                <a:cubicBezTo>
                  <a:pt x="570009" y="94396"/>
                  <a:pt x="570313" y="91633"/>
                  <a:pt x="570313" y="87550"/>
                </a:cubicBezTo>
                <a:lnTo>
                  <a:pt x="570313" y="27598"/>
                </a:lnTo>
                <a:cubicBezTo>
                  <a:pt x="570313" y="20152"/>
                  <a:pt x="570149" y="15577"/>
                  <a:pt x="569822" y="13872"/>
                </a:cubicBezTo>
                <a:cubicBezTo>
                  <a:pt x="569495" y="12165"/>
                  <a:pt x="568970" y="11000"/>
                  <a:pt x="568246" y="10377"/>
                </a:cubicBezTo>
                <a:cubicBezTo>
                  <a:pt x="567522" y="9752"/>
                  <a:pt x="566599" y="9440"/>
                  <a:pt x="565478" y="9440"/>
                </a:cubicBezTo>
                <a:cubicBezTo>
                  <a:pt x="564264" y="9440"/>
                  <a:pt x="562722" y="9824"/>
                  <a:pt x="560854" y="10593"/>
                </a:cubicBezTo>
                <a:lnTo>
                  <a:pt x="559663" y="8070"/>
                </a:lnTo>
                <a:lnTo>
                  <a:pt x="578790" y="0"/>
                </a:lnTo>
                <a:lnTo>
                  <a:pt x="581943" y="0"/>
                </a:lnTo>
                <a:close/>
                <a:moveTo>
                  <a:pt x="636599" y="93021"/>
                </a:moveTo>
                <a:cubicBezTo>
                  <a:pt x="630013" y="98261"/>
                  <a:pt x="625879" y="101290"/>
                  <a:pt x="624198" y="102107"/>
                </a:cubicBezTo>
                <a:cubicBezTo>
                  <a:pt x="621676" y="103357"/>
                  <a:pt x="618990" y="103982"/>
                  <a:pt x="616141" y="103982"/>
                </a:cubicBezTo>
                <a:cubicBezTo>
                  <a:pt x="611703" y="103982"/>
                  <a:pt x="608049" y="102420"/>
                  <a:pt x="605176" y="99295"/>
                </a:cubicBezTo>
                <a:cubicBezTo>
                  <a:pt x="602303" y="96170"/>
                  <a:pt x="600867" y="92060"/>
                  <a:pt x="600867" y="86964"/>
                </a:cubicBezTo>
                <a:cubicBezTo>
                  <a:pt x="600867" y="83743"/>
                  <a:pt x="601568" y="80955"/>
                  <a:pt x="602969" y="78599"/>
                </a:cubicBezTo>
                <a:cubicBezTo>
                  <a:pt x="604884" y="75331"/>
                  <a:pt x="608212" y="72254"/>
                  <a:pt x="612953" y="69369"/>
                </a:cubicBezTo>
                <a:cubicBezTo>
                  <a:pt x="617694" y="66485"/>
                  <a:pt x="625576" y="62976"/>
                  <a:pt x="636599" y="58841"/>
                </a:cubicBezTo>
                <a:lnTo>
                  <a:pt x="636599" y="56245"/>
                </a:lnTo>
                <a:cubicBezTo>
                  <a:pt x="636599" y="49659"/>
                  <a:pt x="635583" y="45141"/>
                  <a:pt x="633551" y="42689"/>
                </a:cubicBezTo>
                <a:cubicBezTo>
                  <a:pt x="631519" y="40237"/>
                  <a:pt x="628565" y="39011"/>
                  <a:pt x="624688" y="39011"/>
                </a:cubicBezTo>
                <a:cubicBezTo>
                  <a:pt x="621746" y="39011"/>
                  <a:pt x="619410" y="39826"/>
                  <a:pt x="617682" y="41454"/>
                </a:cubicBezTo>
                <a:cubicBezTo>
                  <a:pt x="615907" y="43082"/>
                  <a:pt x="615020" y="44951"/>
                  <a:pt x="615020" y="47058"/>
                </a:cubicBezTo>
                <a:lnTo>
                  <a:pt x="615160" y="51225"/>
                </a:lnTo>
                <a:cubicBezTo>
                  <a:pt x="615160" y="53427"/>
                  <a:pt x="614611" y="55127"/>
                  <a:pt x="613513" y="56324"/>
                </a:cubicBezTo>
                <a:cubicBezTo>
                  <a:pt x="612416" y="57522"/>
                  <a:pt x="610979" y="58120"/>
                  <a:pt x="609205" y="58120"/>
                </a:cubicBezTo>
                <a:cubicBezTo>
                  <a:pt x="607476" y="58120"/>
                  <a:pt x="606063" y="57498"/>
                  <a:pt x="604966" y="56252"/>
                </a:cubicBezTo>
                <a:cubicBezTo>
                  <a:pt x="603868" y="55005"/>
                  <a:pt x="603319" y="53303"/>
                  <a:pt x="603319" y="51146"/>
                </a:cubicBezTo>
                <a:cubicBezTo>
                  <a:pt x="603319" y="47025"/>
                  <a:pt x="605374" y="43239"/>
                  <a:pt x="609485" y="39789"/>
                </a:cubicBezTo>
                <a:cubicBezTo>
                  <a:pt x="613595" y="36338"/>
                  <a:pt x="619364" y="34613"/>
                  <a:pt x="626790" y="34613"/>
                </a:cubicBezTo>
                <a:cubicBezTo>
                  <a:pt x="632489" y="34613"/>
                  <a:pt x="637159" y="35597"/>
                  <a:pt x="640803" y="37565"/>
                </a:cubicBezTo>
                <a:cubicBezTo>
                  <a:pt x="643559" y="39053"/>
                  <a:pt x="645590" y="41383"/>
                  <a:pt x="646898" y="44552"/>
                </a:cubicBezTo>
                <a:cubicBezTo>
                  <a:pt x="647739" y="46617"/>
                  <a:pt x="648159" y="50842"/>
                  <a:pt x="648159" y="57228"/>
                </a:cubicBezTo>
                <a:lnTo>
                  <a:pt x="648159" y="79627"/>
                </a:lnTo>
                <a:cubicBezTo>
                  <a:pt x="648159" y="85917"/>
                  <a:pt x="648276" y="89770"/>
                  <a:pt x="648510" y="91187"/>
                </a:cubicBezTo>
                <a:cubicBezTo>
                  <a:pt x="648743" y="92604"/>
                  <a:pt x="649128" y="93552"/>
                  <a:pt x="649666" y="94033"/>
                </a:cubicBezTo>
                <a:cubicBezTo>
                  <a:pt x="650203" y="94512"/>
                  <a:pt x="650822" y="94752"/>
                  <a:pt x="651522" y="94752"/>
                </a:cubicBezTo>
                <a:cubicBezTo>
                  <a:pt x="652270" y="94752"/>
                  <a:pt x="652924" y="94584"/>
                  <a:pt x="653484" y="94247"/>
                </a:cubicBezTo>
                <a:cubicBezTo>
                  <a:pt x="654465" y="93622"/>
                  <a:pt x="656357" y="91868"/>
                  <a:pt x="659159" y="88983"/>
                </a:cubicBezTo>
                <a:lnTo>
                  <a:pt x="659159" y="93021"/>
                </a:lnTo>
                <a:cubicBezTo>
                  <a:pt x="653928" y="100232"/>
                  <a:pt x="648930" y="103838"/>
                  <a:pt x="644166" y="103838"/>
                </a:cubicBezTo>
                <a:cubicBezTo>
                  <a:pt x="641877" y="103838"/>
                  <a:pt x="640055" y="103021"/>
                  <a:pt x="638701" y="101386"/>
                </a:cubicBezTo>
                <a:cubicBezTo>
                  <a:pt x="637346" y="99752"/>
                  <a:pt x="636646" y="96963"/>
                  <a:pt x="636599" y="93021"/>
                </a:cubicBezTo>
                <a:moveTo>
                  <a:pt x="636599" y="88294"/>
                </a:moveTo>
                <a:lnTo>
                  <a:pt x="636599" y="63240"/>
                </a:lnTo>
                <a:cubicBezTo>
                  <a:pt x="629546" y="66111"/>
                  <a:pt x="624992" y="68145"/>
                  <a:pt x="622937" y="69342"/>
                </a:cubicBezTo>
                <a:cubicBezTo>
                  <a:pt x="619247" y="71449"/>
                  <a:pt x="616608" y="73650"/>
                  <a:pt x="615020" y="75947"/>
                </a:cubicBezTo>
                <a:cubicBezTo>
                  <a:pt x="613432" y="78244"/>
                  <a:pt x="612638" y="80757"/>
                  <a:pt x="612638" y="83485"/>
                </a:cubicBezTo>
                <a:cubicBezTo>
                  <a:pt x="612638" y="86931"/>
                  <a:pt x="613642" y="89791"/>
                  <a:pt x="615650" y="92064"/>
                </a:cubicBezTo>
                <a:cubicBezTo>
                  <a:pt x="617659" y="94337"/>
                  <a:pt x="619971" y="95473"/>
                  <a:pt x="622586" y="95473"/>
                </a:cubicBezTo>
                <a:cubicBezTo>
                  <a:pt x="626136" y="95473"/>
                  <a:pt x="630807" y="93080"/>
                  <a:pt x="636599" y="88294"/>
                </a:cubicBezTo>
                <a:close/>
                <a:moveTo>
                  <a:pt x="681789" y="34613"/>
                </a:moveTo>
                <a:lnTo>
                  <a:pt x="681789" y="49467"/>
                </a:lnTo>
                <a:cubicBezTo>
                  <a:pt x="687160" y="39564"/>
                  <a:pt x="692672" y="34613"/>
                  <a:pt x="698324" y="34613"/>
                </a:cubicBezTo>
                <a:cubicBezTo>
                  <a:pt x="700893" y="34613"/>
                  <a:pt x="703018" y="35418"/>
                  <a:pt x="704699" y="37028"/>
                </a:cubicBezTo>
                <a:cubicBezTo>
                  <a:pt x="706381" y="38639"/>
                  <a:pt x="707222" y="40502"/>
                  <a:pt x="707222" y="42617"/>
                </a:cubicBezTo>
                <a:cubicBezTo>
                  <a:pt x="707222" y="44492"/>
                  <a:pt x="706614" y="46078"/>
                  <a:pt x="705400" y="47376"/>
                </a:cubicBezTo>
                <a:cubicBezTo>
                  <a:pt x="704185" y="48674"/>
                  <a:pt x="702738" y="49323"/>
                  <a:pt x="701056" y="49323"/>
                </a:cubicBezTo>
                <a:cubicBezTo>
                  <a:pt x="699421" y="49323"/>
                  <a:pt x="697588" y="48494"/>
                  <a:pt x="695556" y="46835"/>
                </a:cubicBezTo>
                <a:cubicBezTo>
                  <a:pt x="693524" y="45177"/>
                  <a:pt x="692018" y="44347"/>
                  <a:pt x="691037" y="44347"/>
                </a:cubicBezTo>
                <a:cubicBezTo>
                  <a:pt x="690196" y="44347"/>
                  <a:pt x="689286" y="44827"/>
                  <a:pt x="688305" y="45785"/>
                </a:cubicBezTo>
                <a:cubicBezTo>
                  <a:pt x="686203" y="47752"/>
                  <a:pt x="684031" y="50988"/>
                  <a:pt x="681789" y="55495"/>
                </a:cubicBezTo>
                <a:lnTo>
                  <a:pt x="681789" y="87070"/>
                </a:lnTo>
                <a:cubicBezTo>
                  <a:pt x="681789" y="90713"/>
                  <a:pt x="682233" y="93470"/>
                  <a:pt x="683120" y="95340"/>
                </a:cubicBezTo>
                <a:cubicBezTo>
                  <a:pt x="683727" y="96635"/>
                  <a:pt x="684802" y="97715"/>
                  <a:pt x="686343" y="98578"/>
                </a:cubicBezTo>
                <a:cubicBezTo>
                  <a:pt x="687884" y="99441"/>
                  <a:pt x="690103" y="99872"/>
                  <a:pt x="692999" y="99872"/>
                </a:cubicBezTo>
                <a:lnTo>
                  <a:pt x="692999" y="102540"/>
                </a:lnTo>
                <a:lnTo>
                  <a:pt x="660140" y="102540"/>
                </a:lnTo>
                <a:lnTo>
                  <a:pt x="660140" y="99872"/>
                </a:lnTo>
                <a:cubicBezTo>
                  <a:pt x="663409" y="99872"/>
                  <a:pt x="665838" y="99345"/>
                  <a:pt x="667426" y="98290"/>
                </a:cubicBezTo>
                <a:cubicBezTo>
                  <a:pt x="668594" y="97522"/>
                  <a:pt x="669411" y="96299"/>
                  <a:pt x="669878" y="94619"/>
                </a:cubicBezTo>
                <a:cubicBezTo>
                  <a:pt x="670112" y="93803"/>
                  <a:pt x="670229" y="91477"/>
                  <a:pt x="670229" y="87640"/>
                </a:cubicBezTo>
                <a:lnTo>
                  <a:pt x="670229" y="62098"/>
                </a:lnTo>
                <a:cubicBezTo>
                  <a:pt x="670229" y="54422"/>
                  <a:pt x="670077" y="49854"/>
                  <a:pt x="669773" y="48392"/>
                </a:cubicBezTo>
                <a:cubicBezTo>
                  <a:pt x="669470" y="46929"/>
                  <a:pt x="668909" y="45862"/>
                  <a:pt x="668092" y="45190"/>
                </a:cubicBezTo>
                <a:cubicBezTo>
                  <a:pt x="667274" y="44519"/>
                  <a:pt x="666258" y="44183"/>
                  <a:pt x="665044" y="44183"/>
                </a:cubicBezTo>
                <a:cubicBezTo>
                  <a:pt x="663596" y="44183"/>
                  <a:pt x="661961" y="44543"/>
                  <a:pt x="660140" y="45262"/>
                </a:cubicBezTo>
                <a:lnTo>
                  <a:pt x="659439" y="42671"/>
                </a:lnTo>
                <a:lnTo>
                  <a:pt x="678846" y="34613"/>
                </a:lnTo>
                <a:lnTo>
                  <a:pt x="681789" y="34613"/>
                </a:lnTo>
                <a:close/>
                <a:moveTo>
                  <a:pt x="726415" y="0"/>
                </a:moveTo>
                <a:cubicBezTo>
                  <a:pt x="728377" y="0"/>
                  <a:pt x="730046" y="713"/>
                  <a:pt x="731424" y="2139"/>
                </a:cubicBezTo>
                <a:cubicBezTo>
                  <a:pt x="732802" y="3563"/>
                  <a:pt x="733491" y="5290"/>
                  <a:pt x="733491" y="7319"/>
                </a:cubicBezTo>
                <a:cubicBezTo>
                  <a:pt x="733491" y="9349"/>
                  <a:pt x="732802" y="11088"/>
                  <a:pt x="731424" y="12538"/>
                </a:cubicBezTo>
                <a:cubicBezTo>
                  <a:pt x="730046" y="13986"/>
                  <a:pt x="728377" y="14710"/>
                  <a:pt x="726415" y="14710"/>
                </a:cubicBezTo>
                <a:cubicBezTo>
                  <a:pt x="724453" y="14710"/>
                  <a:pt x="722772" y="13986"/>
                  <a:pt x="721370" y="12538"/>
                </a:cubicBezTo>
                <a:cubicBezTo>
                  <a:pt x="719969" y="11088"/>
                  <a:pt x="719268" y="9349"/>
                  <a:pt x="719268" y="7319"/>
                </a:cubicBezTo>
                <a:cubicBezTo>
                  <a:pt x="719268" y="5290"/>
                  <a:pt x="719957" y="3563"/>
                  <a:pt x="721335" y="2139"/>
                </a:cubicBezTo>
                <a:cubicBezTo>
                  <a:pt x="722713" y="713"/>
                  <a:pt x="724406" y="0"/>
                  <a:pt x="726415" y="0"/>
                </a:cubicBezTo>
                <a:moveTo>
                  <a:pt x="732230" y="34613"/>
                </a:moveTo>
                <a:lnTo>
                  <a:pt x="732230" y="87568"/>
                </a:lnTo>
                <a:cubicBezTo>
                  <a:pt x="732230" y="91693"/>
                  <a:pt x="732522" y="94440"/>
                  <a:pt x="733106" y="95807"/>
                </a:cubicBezTo>
                <a:cubicBezTo>
                  <a:pt x="733690" y="97174"/>
                  <a:pt x="734554" y="98193"/>
                  <a:pt x="735698" y="98865"/>
                </a:cubicBezTo>
                <a:cubicBezTo>
                  <a:pt x="736842" y="99536"/>
                  <a:pt x="738933" y="99872"/>
                  <a:pt x="741969" y="99872"/>
                </a:cubicBezTo>
                <a:lnTo>
                  <a:pt x="741969" y="102540"/>
                </a:lnTo>
                <a:lnTo>
                  <a:pt x="710791" y="102540"/>
                </a:lnTo>
                <a:lnTo>
                  <a:pt x="710791" y="99872"/>
                </a:lnTo>
                <a:cubicBezTo>
                  <a:pt x="713920" y="99872"/>
                  <a:pt x="716022" y="99560"/>
                  <a:pt x="717097" y="98937"/>
                </a:cubicBezTo>
                <a:cubicBezTo>
                  <a:pt x="718171" y="98313"/>
                  <a:pt x="719023" y="97282"/>
                  <a:pt x="719654" y="95843"/>
                </a:cubicBezTo>
                <a:cubicBezTo>
                  <a:pt x="720284" y="94403"/>
                  <a:pt x="720600" y="91645"/>
                  <a:pt x="720600" y="87568"/>
                </a:cubicBezTo>
                <a:lnTo>
                  <a:pt x="720600" y="62170"/>
                </a:lnTo>
                <a:cubicBezTo>
                  <a:pt x="720600" y="55022"/>
                  <a:pt x="720389" y="50393"/>
                  <a:pt x="719969" y="48284"/>
                </a:cubicBezTo>
                <a:cubicBezTo>
                  <a:pt x="719642" y="46749"/>
                  <a:pt x="719128" y="45681"/>
                  <a:pt x="718428" y="45082"/>
                </a:cubicBezTo>
                <a:cubicBezTo>
                  <a:pt x="717727" y="44483"/>
                  <a:pt x="716770" y="44183"/>
                  <a:pt x="715555" y="44183"/>
                </a:cubicBezTo>
                <a:cubicBezTo>
                  <a:pt x="714247" y="44183"/>
                  <a:pt x="712659" y="44543"/>
                  <a:pt x="710791" y="45262"/>
                </a:cubicBezTo>
                <a:lnTo>
                  <a:pt x="709810" y="42671"/>
                </a:lnTo>
                <a:lnTo>
                  <a:pt x="729147" y="34613"/>
                </a:lnTo>
                <a:lnTo>
                  <a:pt x="732230" y="34613"/>
                </a:lnTo>
                <a:close/>
                <a:moveTo>
                  <a:pt x="769091" y="14710"/>
                </a:moveTo>
                <a:lnTo>
                  <a:pt x="769091" y="36487"/>
                </a:lnTo>
                <a:lnTo>
                  <a:pt x="784084" y="36487"/>
                </a:lnTo>
                <a:lnTo>
                  <a:pt x="784084" y="41535"/>
                </a:lnTo>
                <a:lnTo>
                  <a:pt x="769091" y="41535"/>
                </a:lnTo>
                <a:lnTo>
                  <a:pt x="769091" y="84310"/>
                </a:lnTo>
                <a:cubicBezTo>
                  <a:pt x="769091" y="88584"/>
                  <a:pt x="769686" y="91465"/>
                  <a:pt x="770877" y="92954"/>
                </a:cubicBezTo>
                <a:cubicBezTo>
                  <a:pt x="772068" y="94441"/>
                  <a:pt x="773598" y="95185"/>
                  <a:pt x="775466" y="95185"/>
                </a:cubicBezTo>
                <a:cubicBezTo>
                  <a:pt x="777008" y="95185"/>
                  <a:pt x="778503" y="94692"/>
                  <a:pt x="779950" y="93706"/>
                </a:cubicBezTo>
                <a:cubicBezTo>
                  <a:pt x="781398" y="92721"/>
                  <a:pt x="782519" y="91267"/>
                  <a:pt x="783313" y="89344"/>
                </a:cubicBezTo>
                <a:lnTo>
                  <a:pt x="786046" y="89344"/>
                </a:lnTo>
                <a:cubicBezTo>
                  <a:pt x="784411" y="94068"/>
                  <a:pt x="782099" y="97642"/>
                  <a:pt x="779110" y="100063"/>
                </a:cubicBezTo>
                <a:cubicBezTo>
                  <a:pt x="776120" y="102484"/>
                  <a:pt x="773038" y="103694"/>
                  <a:pt x="769861" y="103694"/>
                </a:cubicBezTo>
                <a:cubicBezTo>
                  <a:pt x="767713" y="103694"/>
                  <a:pt x="765611" y="103080"/>
                  <a:pt x="763556" y="101853"/>
                </a:cubicBezTo>
                <a:cubicBezTo>
                  <a:pt x="761501" y="100625"/>
                  <a:pt x="759983" y="98869"/>
                  <a:pt x="759002" y="96584"/>
                </a:cubicBezTo>
                <a:cubicBezTo>
                  <a:pt x="758021" y="94298"/>
                  <a:pt x="757530" y="90772"/>
                  <a:pt x="757530" y="86006"/>
                </a:cubicBezTo>
                <a:lnTo>
                  <a:pt x="757530" y="41535"/>
                </a:lnTo>
                <a:lnTo>
                  <a:pt x="747371" y="41535"/>
                </a:lnTo>
                <a:lnTo>
                  <a:pt x="747371" y="39156"/>
                </a:lnTo>
                <a:cubicBezTo>
                  <a:pt x="749940" y="38095"/>
                  <a:pt x="752568" y="36299"/>
                  <a:pt x="755253" y="33768"/>
                </a:cubicBezTo>
                <a:cubicBezTo>
                  <a:pt x="757939" y="31236"/>
                  <a:pt x="760333" y="28235"/>
                  <a:pt x="762435" y="24763"/>
                </a:cubicBezTo>
                <a:cubicBezTo>
                  <a:pt x="763509" y="22932"/>
                  <a:pt x="765004" y="19581"/>
                  <a:pt x="766919" y="14710"/>
                </a:cubicBezTo>
                <a:lnTo>
                  <a:pt x="769091" y="14710"/>
                </a:lnTo>
                <a:close/>
                <a:moveTo>
                  <a:pt x="787174" y="36487"/>
                </a:moveTo>
                <a:lnTo>
                  <a:pt x="817091" y="36487"/>
                </a:lnTo>
                <a:lnTo>
                  <a:pt x="817091" y="39156"/>
                </a:lnTo>
                <a:lnTo>
                  <a:pt x="815619" y="39156"/>
                </a:lnTo>
                <a:cubicBezTo>
                  <a:pt x="813517" y="39156"/>
                  <a:pt x="811941" y="39624"/>
                  <a:pt x="810890" y="40562"/>
                </a:cubicBezTo>
                <a:cubicBezTo>
                  <a:pt x="809839" y="41499"/>
                  <a:pt x="809314" y="42665"/>
                  <a:pt x="809314" y="44059"/>
                </a:cubicBezTo>
                <a:cubicBezTo>
                  <a:pt x="809314" y="45934"/>
                  <a:pt x="810084" y="48530"/>
                  <a:pt x="811626" y="51847"/>
                </a:cubicBezTo>
                <a:lnTo>
                  <a:pt x="827250" y="85161"/>
                </a:lnTo>
                <a:lnTo>
                  <a:pt x="841613" y="48674"/>
                </a:lnTo>
                <a:cubicBezTo>
                  <a:pt x="842407" y="46703"/>
                  <a:pt x="842804" y="44756"/>
                  <a:pt x="842804" y="42833"/>
                </a:cubicBezTo>
                <a:cubicBezTo>
                  <a:pt x="842804" y="41968"/>
                  <a:pt x="842640" y="41319"/>
                  <a:pt x="842313" y="40886"/>
                </a:cubicBezTo>
                <a:cubicBezTo>
                  <a:pt x="841939" y="40357"/>
                  <a:pt x="841356" y="39937"/>
                  <a:pt x="840562" y="39624"/>
                </a:cubicBezTo>
                <a:cubicBezTo>
                  <a:pt x="839768" y="39312"/>
                  <a:pt x="838366" y="39156"/>
                  <a:pt x="836358" y="39156"/>
                </a:cubicBezTo>
                <a:lnTo>
                  <a:pt x="836358" y="36487"/>
                </a:lnTo>
                <a:lnTo>
                  <a:pt x="857236" y="36487"/>
                </a:lnTo>
                <a:lnTo>
                  <a:pt x="857236" y="39156"/>
                </a:lnTo>
                <a:cubicBezTo>
                  <a:pt x="855508" y="39348"/>
                  <a:pt x="854177" y="39732"/>
                  <a:pt x="853243" y="40309"/>
                </a:cubicBezTo>
                <a:cubicBezTo>
                  <a:pt x="852309" y="40886"/>
                  <a:pt x="851281" y="41968"/>
                  <a:pt x="850160" y="43554"/>
                </a:cubicBezTo>
                <a:cubicBezTo>
                  <a:pt x="849740" y="44227"/>
                  <a:pt x="848946" y="46078"/>
                  <a:pt x="847778" y="49107"/>
                </a:cubicBezTo>
                <a:lnTo>
                  <a:pt x="821645" y="115015"/>
                </a:lnTo>
                <a:cubicBezTo>
                  <a:pt x="819122" y="121409"/>
                  <a:pt x="815818" y="126240"/>
                  <a:pt x="811731" y="129509"/>
                </a:cubicBezTo>
                <a:cubicBezTo>
                  <a:pt x="807644" y="132778"/>
                  <a:pt x="803709" y="134412"/>
                  <a:pt x="799925" y="134412"/>
                </a:cubicBezTo>
                <a:cubicBezTo>
                  <a:pt x="797170" y="134412"/>
                  <a:pt x="794904" y="133605"/>
                  <a:pt x="793129" y="131990"/>
                </a:cubicBezTo>
                <a:cubicBezTo>
                  <a:pt x="791354" y="130375"/>
                  <a:pt x="790467" y="128523"/>
                  <a:pt x="790467" y="126433"/>
                </a:cubicBezTo>
                <a:cubicBezTo>
                  <a:pt x="790467" y="124438"/>
                  <a:pt x="791109" y="122829"/>
                  <a:pt x="792394" y="121606"/>
                </a:cubicBezTo>
                <a:cubicBezTo>
                  <a:pt x="793678" y="120385"/>
                  <a:pt x="795441" y="119774"/>
                  <a:pt x="797683" y="119774"/>
                </a:cubicBezTo>
                <a:cubicBezTo>
                  <a:pt x="799225" y="119774"/>
                  <a:pt x="801327" y="120303"/>
                  <a:pt x="803989" y="121360"/>
                </a:cubicBezTo>
                <a:cubicBezTo>
                  <a:pt x="805857" y="122082"/>
                  <a:pt x="807025" y="122442"/>
                  <a:pt x="807492" y="122442"/>
                </a:cubicBezTo>
                <a:cubicBezTo>
                  <a:pt x="808893" y="122442"/>
                  <a:pt x="810423" y="121692"/>
                  <a:pt x="812081" y="120191"/>
                </a:cubicBezTo>
                <a:cubicBezTo>
                  <a:pt x="813739" y="118692"/>
                  <a:pt x="815409" y="115789"/>
                  <a:pt x="817091" y="111484"/>
                </a:cubicBezTo>
                <a:lnTo>
                  <a:pt x="821645" y="99944"/>
                </a:lnTo>
                <a:lnTo>
                  <a:pt x="798594" y="50116"/>
                </a:lnTo>
                <a:cubicBezTo>
                  <a:pt x="797894" y="48626"/>
                  <a:pt x="796773" y="46775"/>
                  <a:pt x="795231" y="44564"/>
                </a:cubicBezTo>
                <a:cubicBezTo>
                  <a:pt x="794063" y="42881"/>
                  <a:pt x="793106" y="41751"/>
                  <a:pt x="792359" y="41175"/>
                </a:cubicBezTo>
                <a:cubicBezTo>
                  <a:pt x="791284" y="40405"/>
                  <a:pt x="789556" y="39732"/>
                  <a:pt x="787174" y="39156"/>
                </a:cubicBezTo>
                <a:lnTo>
                  <a:pt x="787174" y="36487"/>
                </a:lnTo>
                <a:close/>
                <a:moveTo>
                  <a:pt x="952942" y="77446"/>
                </a:moveTo>
                <a:cubicBezTo>
                  <a:pt x="951213" y="86147"/>
                  <a:pt x="947827" y="92841"/>
                  <a:pt x="942783" y="97528"/>
                </a:cubicBezTo>
                <a:cubicBezTo>
                  <a:pt x="937738" y="102215"/>
                  <a:pt x="932156" y="104559"/>
                  <a:pt x="926038" y="104559"/>
                </a:cubicBezTo>
                <a:cubicBezTo>
                  <a:pt x="918751" y="104559"/>
                  <a:pt x="912399" y="101414"/>
                  <a:pt x="906981" y="95124"/>
                </a:cubicBezTo>
                <a:cubicBezTo>
                  <a:pt x="901562" y="88832"/>
                  <a:pt x="898853" y="80332"/>
                  <a:pt x="898853" y="69622"/>
                </a:cubicBezTo>
                <a:cubicBezTo>
                  <a:pt x="898853" y="59249"/>
                  <a:pt x="901854" y="50821"/>
                  <a:pt x="907856" y="44338"/>
                </a:cubicBezTo>
                <a:cubicBezTo>
                  <a:pt x="913858" y="37855"/>
                  <a:pt x="921063" y="34613"/>
                  <a:pt x="929471" y="34613"/>
                </a:cubicBezTo>
                <a:cubicBezTo>
                  <a:pt x="935776" y="34613"/>
                  <a:pt x="940961" y="36326"/>
                  <a:pt x="945025" y="39753"/>
                </a:cubicBezTo>
                <a:cubicBezTo>
                  <a:pt x="949088" y="43178"/>
                  <a:pt x="951120" y="46735"/>
                  <a:pt x="951120" y="50425"/>
                </a:cubicBezTo>
                <a:cubicBezTo>
                  <a:pt x="951120" y="52246"/>
                  <a:pt x="950548" y="53719"/>
                  <a:pt x="949403" y="54846"/>
                </a:cubicBezTo>
                <a:cubicBezTo>
                  <a:pt x="948259" y="55971"/>
                  <a:pt x="946659" y="56534"/>
                  <a:pt x="944604" y="56534"/>
                </a:cubicBezTo>
                <a:cubicBezTo>
                  <a:pt x="941848" y="56534"/>
                  <a:pt x="939770" y="55621"/>
                  <a:pt x="938369" y="53794"/>
                </a:cubicBezTo>
                <a:cubicBezTo>
                  <a:pt x="937575" y="52784"/>
                  <a:pt x="937049" y="50861"/>
                  <a:pt x="936792" y="48025"/>
                </a:cubicBezTo>
                <a:cubicBezTo>
                  <a:pt x="936535" y="45189"/>
                  <a:pt x="935589" y="43025"/>
                  <a:pt x="933955" y="41535"/>
                </a:cubicBezTo>
                <a:cubicBezTo>
                  <a:pt x="932320" y="40093"/>
                  <a:pt x="930054" y="39372"/>
                  <a:pt x="927159" y="39372"/>
                </a:cubicBezTo>
                <a:cubicBezTo>
                  <a:pt x="922488" y="39372"/>
                  <a:pt x="918728" y="41151"/>
                  <a:pt x="915879" y="44708"/>
                </a:cubicBezTo>
                <a:cubicBezTo>
                  <a:pt x="912095" y="49419"/>
                  <a:pt x="910203" y="55645"/>
                  <a:pt x="910203" y="63384"/>
                </a:cubicBezTo>
                <a:cubicBezTo>
                  <a:pt x="910203" y="71268"/>
                  <a:pt x="912083" y="78227"/>
                  <a:pt x="915843" y="84260"/>
                </a:cubicBezTo>
                <a:cubicBezTo>
                  <a:pt x="919603" y="90293"/>
                  <a:pt x="924683" y="93310"/>
                  <a:pt x="931082" y="93310"/>
                </a:cubicBezTo>
                <a:cubicBezTo>
                  <a:pt x="935659" y="93310"/>
                  <a:pt x="939770" y="91699"/>
                  <a:pt x="943413" y="88478"/>
                </a:cubicBezTo>
                <a:cubicBezTo>
                  <a:pt x="945982" y="86267"/>
                  <a:pt x="948481" y="82253"/>
                  <a:pt x="950910" y="76436"/>
                </a:cubicBezTo>
                <a:lnTo>
                  <a:pt x="952942" y="77446"/>
                </a:lnTo>
                <a:close/>
                <a:moveTo>
                  <a:pt x="992597" y="34613"/>
                </a:moveTo>
                <a:cubicBezTo>
                  <a:pt x="1002312" y="34613"/>
                  <a:pt x="1010112" y="38407"/>
                  <a:pt x="1015997" y="45995"/>
                </a:cubicBezTo>
                <a:cubicBezTo>
                  <a:pt x="1020995" y="52477"/>
                  <a:pt x="1023494" y="59921"/>
                  <a:pt x="1023494" y="68326"/>
                </a:cubicBezTo>
                <a:cubicBezTo>
                  <a:pt x="1023494" y="74233"/>
                  <a:pt x="1022116" y="80212"/>
                  <a:pt x="1019360" y="86263"/>
                </a:cubicBezTo>
                <a:cubicBezTo>
                  <a:pt x="1016605" y="92313"/>
                  <a:pt x="1012810" y="96875"/>
                  <a:pt x="1007975" y="99948"/>
                </a:cubicBezTo>
                <a:cubicBezTo>
                  <a:pt x="1003141" y="103022"/>
                  <a:pt x="997758" y="104559"/>
                  <a:pt x="991826" y="104559"/>
                </a:cubicBezTo>
                <a:cubicBezTo>
                  <a:pt x="982157" y="104559"/>
                  <a:pt x="974474" y="100597"/>
                  <a:pt x="968775" y="92672"/>
                </a:cubicBezTo>
                <a:cubicBezTo>
                  <a:pt x="963964" y="85997"/>
                  <a:pt x="961559" y="78506"/>
                  <a:pt x="961559" y="70199"/>
                </a:cubicBezTo>
                <a:cubicBezTo>
                  <a:pt x="961559" y="64148"/>
                  <a:pt x="963018" y="58132"/>
                  <a:pt x="965938" y="52153"/>
                </a:cubicBezTo>
                <a:cubicBezTo>
                  <a:pt x="968857" y="46174"/>
                  <a:pt x="972699" y="41756"/>
                  <a:pt x="977463" y="38899"/>
                </a:cubicBezTo>
                <a:cubicBezTo>
                  <a:pt x="982227" y="36041"/>
                  <a:pt x="987272" y="34613"/>
                  <a:pt x="992597" y="34613"/>
                </a:cubicBezTo>
                <a:moveTo>
                  <a:pt x="990425" y="39372"/>
                </a:moveTo>
                <a:cubicBezTo>
                  <a:pt x="987949" y="39372"/>
                  <a:pt x="985462" y="40128"/>
                  <a:pt x="982963" y="41641"/>
                </a:cubicBezTo>
                <a:cubicBezTo>
                  <a:pt x="980464" y="43154"/>
                  <a:pt x="978444" y="45807"/>
                  <a:pt x="976903" y="49600"/>
                </a:cubicBezTo>
                <a:cubicBezTo>
                  <a:pt x="975361" y="53393"/>
                  <a:pt x="974590" y="58267"/>
                  <a:pt x="974590" y="64220"/>
                </a:cubicBezTo>
                <a:cubicBezTo>
                  <a:pt x="974590" y="73823"/>
                  <a:pt x="976447" y="82106"/>
                  <a:pt x="980160" y="89069"/>
                </a:cubicBezTo>
                <a:cubicBezTo>
                  <a:pt x="983874" y="96030"/>
                  <a:pt x="988766" y="99511"/>
                  <a:pt x="994839" y="99511"/>
                </a:cubicBezTo>
                <a:cubicBezTo>
                  <a:pt x="999369" y="99511"/>
                  <a:pt x="1003106" y="97591"/>
                  <a:pt x="1006048" y="93749"/>
                </a:cubicBezTo>
                <a:cubicBezTo>
                  <a:pt x="1008991" y="89908"/>
                  <a:pt x="1010462" y="83306"/>
                  <a:pt x="1010462" y="73944"/>
                </a:cubicBezTo>
                <a:cubicBezTo>
                  <a:pt x="1010462" y="62228"/>
                  <a:pt x="1008010" y="53008"/>
                  <a:pt x="1003106" y="46285"/>
                </a:cubicBezTo>
                <a:cubicBezTo>
                  <a:pt x="999790" y="41676"/>
                  <a:pt x="995562" y="39372"/>
                  <a:pt x="990425" y="39372"/>
                </a:cubicBezTo>
                <a:close/>
                <a:moveTo>
                  <a:pt x="1078284" y="95113"/>
                </a:moveTo>
                <a:cubicBezTo>
                  <a:pt x="1075154" y="98478"/>
                  <a:pt x="1072095" y="100893"/>
                  <a:pt x="1069105" y="102360"/>
                </a:cubicBezTo>
                <a:cubicBezTo>
                  <a:pt x="1066116" y="103826"/>
                  <a:pt x="1062893" y="104559"/>
                  <a:pt x="1059437" y="104559"/>
                </a:cubicBezTo>
                <a:cubicBezTo>
                  <a:pt x="1052431" y="104559"/>
                  <a:pt x="1046312" y="101549"/>
                  <a:pt x="1041080" y="95529"/>
                </a:cubicBezTo>
                <a:cubicBezTo>
                  <a:pt x="1035849" y="89508"/>
                  <a:pt x="1033233" y="81772"/>
                  <a:pt x="1033233" y="72319"/>
                </a:cubicBezTo>
                <a:cubicBezTo>
                  <a:pt x="1033233" y="62868"/>
                  <a:pt x="1036129" y="54221"/>
                  <a:pt x="1041921" y="46378"/>
                </a:cubicBezTo>
                <a:cubicBezTo>
                  <a:pt x="1047713" y="38534"/>
                  <a:pt x="1055163" y="34613"/>
                  <a:pt x="1064271" y="34613"/>
                </a:cubicBezTo>
                <a:cubicBezTo>
                  <a:pt x="1069923" y="34613"/>
                  <a:pt x="1074594" y="36463"/>
                  <a:pt x="1078284" y="40165"/>
                </a:cubicBezTo>
                <a:lnTo>
                  <a:pt x="1078284" y="27951"/>
                </a:lnTo>
                <a:cubicBezTo>
                  <a:pt x="1078284" y="20372"/>
                  <a:pt x="1078108" y="15714"/>
                  <a:pt x="1077758" y="13976"/>
                </a:cubicBezTo>
                <a:cubicBezTo>
                  <a:pt x="1077408" y="12238"/>
                  <a:pt x="1076859" y="11055"/>
                  <a:pt x="1076112" y="10429"/>
                </a:cubicBezTo>
                <a:cubicBezTo>
                  <a:pt x="1075364" y="9801"/>
                  <a:pt x="1074430" y="9487"/>
                  <a:pt x="1073309" y="9487"/>
                </a:cubicBezTo>
                <a:cubicBezTo>
                  <a:pt x="1072095" y="9487"/>
                  <a:pt x="1070483" y="9873"/>
                  <a:pt x="1068475" y="10645"/>
                </a:cubicBezTo>
                <a:lnTo>
                  <a:pt x="1067564" y="8110"/>
                </a:lnTo>
                <a:lnTo>
                  <a:pt x="1086691" y="0"/>
                </a:lnTo>
                <a:lnTo>
                  <a:pt x="1089844" y="0"/>
                </a:lnTo>
                <a:lnTo>
                  <a:pt x="1089844" y="76364"/>
                </a:lnTo>
                <a:cubicBezTo>
                  <a:pt x="1089844" y="84104"/>
                  <a:pt x="1090019" y="88827"/>
                  <a:pt x="1090369" y="90534"/>
                </a:cubicBezTo>
                <a:cubicBezTo>
                  <a:pt x="1090720" y="92240"/>
                  <a:pt x="1091280" y="93430"/>
                  <a:pt x="1092051" y="94103"/>
                </a:cubicBezTo>
                <a:cubicBezTo>
                  <a:pt x="1092822" y="94776"/>
                  <a:pt x="1093721" y="95113"/>
                  <a:pt x="1094748" y="95113"/>
                </a:cubicBezTo>
                <a:cubicBezTo>
                  <a:pt x="1096009" y="95113"/>
                  <a:pt x="1097691" y="94704"/>
                  <a:pt x="1099793" y="93887"/>
                </a:cubicBezTo>
                <a:lnTo>
                  <a:pt x="1100563" y="96411"/>
                </a:lnTo>
                <a:lnTo>
                  <a:pt x="1081506" y="104559"/>
                </a:lnTo>
                <a:lnTo>
                  <a:pt x="1078284" y="104559"/>
                </a:lnTo>
                <a:lnTo>
                  <a:pt x="1078284" y="95113"/>
                </a:lnTo>
                <a:moveTo>
                  <a:pt x="1078284" y="90081"/>
                </a:moveTo>
                <a:lnTo>
                  <a:pt x="1078284" y="56131"/>
                </a:lnTo>
                <a:cubicBezTo>
                  <a:pt x="1078003" y="52869"/>
                  <a:pt x="1077163" y="49896"/>
                  <a:pt x="1075761" y="47212"/>
                </a:cubicBezTo>
                <a:cubicBezTo>
                  <a:pt x="1074360" y="44525"/>
                  <a:pt x="1072503" y="42500"/>
                  <a:pt x="1070191" y="41134"/>
                </a:cubicBezTo>
                <a:cubicBezTo>
                  <a:pt x="1067879" y="39767"/>
                  <a:pt x="1065626" y="39083"/>
                  <a:pt x="1063430" y="39083"/>
                </a:cubicBezTo>
                <a:cubicBezTo>
                  <a:pt x="1059320" y="39083"/>
                  <a:pt x="1055653" y="40978"/>
                  <a:pt x="1052431" y="44767"/>
                </a:cubicBezTo>
                <a:cubicBezTo>
                  <a:pt x="1048180" y="49753"/>
                  <a:pt x="1046055" y="57041"/>
                  <a:pt x="1046055" y="66632"/>
                </a:cubicBezTo>
                <a:cubicBezTo>
                  <a:pt x="1046055" y="76318"/>
                  <a:pt x="1048110" y="83740"/>
                  <a:pt x="1052220" y="88895"/>
                </a:cubicBezTo>
                <a:cubicBezTo>
                  <a:pt x="1056331" y="94050"/>
                  <a:pt x="1060908" y="96627"/>
                  <a:pt x="1065953" y="96627"/>
                </a:cubicBezTo>
                <a:cubicBezTo>
                  <a:pt x="1070203" y="96627"/>
                  <a:pt x="1074313" y="94445"/>
                  <a:pt x="1078284" y="90081"/>
                </a:cubicBezTo>
                <a:close/>
                <a:moveTo>
                  <a:pt x="1115486" y="61437"/>
                </a:moveTo>
                <a:cubicBezTo>
                  <a:pt x="1115440" y="71222"/>
                  <a:pt x="1117752" y="78896"/>
                  <a:pt x="1122423" y="84461"/>
                </a:cubicBezTo>
                <a:cubicBezTo>
                  <a:pt x="1127093" y="90024"/>
                  <a:pt x="1132582" y="92805"/>
                  <a:pt x="1138887" y="92805"/>
                </a:cubicBezTo>
                <a:cubicBezTo>
                  <a:pt x="1143091" y="92805"/>
                  <a:pt x="1146746" y="91615"/>
                  <a:pt x="1149852" y="89236"/>
                </a:cubicBezTo>
                <a:cubicBezTo>
                  <a:pt x="1152958" y="86856"/>
                  <a:pt x="1155562" y="82782"/>
                  <a:pt x="1157664" y="77013"/>
                </a:cubicBezTo>
                <a:lnTo>
                  <a:pt x="1159836" y="78455"/>
                </a:lnTo>
                <a:cubicBezTo>
                  <a:pt x="1158855" y="85041"/>
                  <a:pt x="1156006" y="91038"/>
                  <a:pt x="1151288" y="96447"/>
                </a:cubicBezTo>
                <a:cubicBezTo>
                  <a:pt x="1146571" y="101855"/>
                  <a:pt x="1140662" y="104559"/>
                  <a:pt x="1133562" y="104559"/>
                </a:cubicBezTo>
                <a:cubicBezTo>
                  <a:pt x="1125856" y="104559"/>
                  <a:pt x="1119258" y="101477"/>
                  <a:pt x="1113770" y="95313"/>
                </a:cubicBezTo>
                <a:cubicBezTo>
                  <a:pt x="1108282" y="89148"/>
                  <a:pt x="1105537" y="80860"/>
                  <a:pt x="1105537" y="70449"/>
                </a:cubicBezTo>
                <a:cubicBezTo>
                  <a:pt x="1105537" y="59176"/>
                  <a:pt x="1108352" y="50385"/>
                  <a:pt x="1113980" y="44077"/>
                </a:cubicBezTo>
                <a:cubicBezTo>
                  <a:pt x="1119608" y="37767"/>
                  <a:pt x="1126673" y="34613"/>
                  <a:pt x="1135174" y="34613"/>
                </a:cubicBezTo>
                <a:cubicBezTo>
                  <a:pt x="1142367" y="34613"/>
                  <a:pt x="1148276" y="37046"/>
                  <a:pt x="1152900" y="41914"/>
                </a:cubicBezTo>
                <a:cubicBezTo>
                  <a:pt x="1157524" y="46780"/>
                  <a:pt x="1159836" y="53287"/>
                  <a:pt x="1159836" y="61437"/>
                </a:cubicBezTo>
                <a:lnTo>
                  <a:pt x="1115486" y="61437"/>
                </a:lnTo>
                <a:moveTo>
                  <a:pt x="1115486" y="57255"/>
                </a:moveTo>
                <a:lnTo>
                  <a:pt x="1145193" y="57255"/>
                </a:lnTo>
                <a:cubicBezTo>
                  <a:pt x="1144959" y="53025"/>
                  <a:pt x="1144469" y="50044"/>
                  <a:pt x="1143722" y="48313"/>
                </a:cubicBezTo>
                <a:cubicBezTo>
                  <a:pt x="1142554" y="45621"/>
                  <a:pt x="1140814" y="43506"/>
                  <a:pt x="1138502" y="41968"/>
                </a:cubicBezTo>
                <a:cubicBezTo>
                  <a:pt x="1136190" y="40429"/>
                  <a:pt x="1133773" y="39660"/>
                  <a:pt x="1131250" y="39660"/>
                </a:cubicBezTo>
                <a:cubicBezTo>
                  <a:pt x="1127374" y="39660"/>
                  <a:pt x="1123906" y="41211"/>
                  <a:pt x="1120846" y="44311"/>
                </a:cubicBezTo>
                <a:cubicBezTo>
                  <a:pt x="1117787" y="47412"/>
                  <a:pt x="1116000" y="51727"/>
                  <a:pt x="1115486" y="57255"/>
                </a:cubicBezTo>
                <a:close/>
                <a:moveTo>
                  <a:pt x="1257853" y="77446"/>
                </a:moveTo>
                <a:cubicBezTo>
                  <a:pt x="1256125" y="86147"/>
                  <a:pt x="1252739" y="92841"/>
                  <a:pt x="1247694" y="97528"/>
                </a:cubicBezTo>
                <a:cubicBezTo>
                  <a:pt x="1242650" y="102215"/>
                  <a:pt x="1237068" y="104559"/>
                  <a:pt x="1230949" y="104559"/>
                </a:cubicBezTo>
                <a:cubicBezTo>
                  <a:pt x="1223663" y="104559"/>
                  <a:pt x="1217310" y="101414"/>
                  <a:pt x="1211892" y="95124"/>
                </a:cubicBezTo>
                <a:cubicBezTo>
                  <a:pt x="1206474" y="88832"/>
                  <a:pt x="1203765" y="80332"/>
                  <a:pt x="1203765" y="69622"/>
                </a:cubicBezTo>
                <a:cubicBezTo>
                  <a:pt x="1203765" y="59249"/>
                  <a:pt x="1206766" y="50821"/>
                  <a:pt x="1212768" y="44338"/>
                </a:cubicBezTo>
                <a:cubicBezTo>
                  <a:pt x="1218770" y="37855"/>
                  <a:pt x="1225975" y="34613"/>
                  <a:pt x="1234382" y="34613"/>
                </a:cubicBezTo>
                <a:cubicBezTo>
                  <a:pt x="1240688" y="34613"/>
                  <a:pt x="1245872" y="36326"/>
                  <a:pt x="1249936" y="39753"/>
                </a:cubicBezTo>
                <a:cubicBezTo>
                  <a:pt x="1254000" y="43178"/>
                  <a:pt x="1256031" y="46735"/>
                  <a:pt x="1256031" y="50425"/>
                </a:cubicBezTo>
                <a:cubicBezTo>
                  <a:pt x="1256031" y="52246"/>
                  <a:pt x="1255459" y="53719"/>
                  <a:pt x="1254315" y="54846"/>
                </a:cubicBezTo>
                <a:cubicBezTo>
                  <a:pt x="1253171" y="55971"/>
                  <a:pt x="1251571" y="56534"/>
                  <a:pt x="1249516" y="56534"/>
                </a:cubicBezTo>
                <a:cubicBezTo>
                  <a:pt x="1246760" y="56534"/>
                  <a:pt x="1244681" y="55621"/>
                  <a:pt x="1243280" y="53794"/>
                </a:cubicBezTo>
                <a:cubicBezTo>
                  <a:pt x="1242486" y="52784"/>
                  <a:pt x="1241961" y="50861"/>
                  <a:pt x="1241704" y="48025"/>
                </a:cubicBezTo>
                <a:cubicBezTo>
                  <a:pt x="1241447" y="45189"/>
                  <a:pt x="1240501" y="43025"/>
                  <a:pt x="1238866" y="41535"/>
                </a:cubicBezTo>
                <a:cubicBezTo>
                  <a:pt x="1237231" y="40093"/>
                  <a:pt x="1234966" y="39372"/>
                  <a:pt x="1232070" y="39372"/>
                </a:cubicBezTo>
                <a:cubicBezTo>
                  <a:pt x="1227399" y="39372"/>
                  <a:pt x="1223639" y="41151"/>
                  <a:pt x="1220790" y="44708"/>
                </a:cubicBezTo>
                <a:cubicBezTo>
                  <a:pt x="1217007" y="49419"/>
                  <a:pt x="1215115" y="55645"/>
                  <a:pt x="1215115" y="63384"/>
                </a:cubicBezTo>
                <a:cubicBezTo>
                  <a:pt x="1215115" y="71268"/>
                  <a:pt x="1216995" y="78227"/>
                  <a:pt x="1220755" y="84260"/>
                </a:cubicBezTo>
                <a:cubicBezTo>
                  <a:pt x="1224515" y="90293"/>
                  <a:pt x="1229595" y="93310"/>
                  <a:pt x="1235994" y="93310"/>
                </a:cubicBezTo>
                <a:cubicBezTo>
                  <a:pt x="1240571" y="93310"/>
                  <a:pt x="1244681" y="91699"/>
                  <a:pt x="1248325" y="88478"/>
                </a:cubicBezTo>
                <a:cubicBezTo>
                  <a:pt x="1250894" y="86267"/>
                  <a:pt x="1253392" y="82253"/>
                  <a:pt x="1255821" y="76436"/>
                </a:cubicBezTo>
                <a:lnTo>
                  <a:pt x="1257853" y="77446"/>
                </a:lnTo>
                <a:close/>
                <a:moveTo>
                  <a:pt x="1297509" y="34613"/>
                </a:moveTo>
                <a:cubicBezTo>
                  <a:pt x="1307224" y="34613"/>
                  <a:pt x="1315025" y="38407"/>
                  <a:pt x="1320910" y="45995"/>
                </a:cubicBezTo>
                <a:cubicBezTo>
                  <a:pt x="1325908" y="52477"/>
                  <a:pt x="1328406" y="59921"/>
                  <a:pt x="1328406" y="68326"/>
                </a:cubicBezTo>
                <a:cubicBezTo>
                  <a:pt x="1328406" y="74233"/>
                  <a:pt x="1327029" y="80212"/>
                  <a:pt x="1324273" y="86263"/>
                </a:cubicBezTo>
                <a:cubicBezTo>
                  <a:pt x="1321517" y="92313"/>
                  <a:pt x="1317722" y="96875"/>
                  <a:pt x="1312888" y="99948"/>
                </a:cubicBezTo>
                <a:cubicBezTo>
                  <a:pt x="1308053" y="103022"/>
                  <a:pt x="1302670" y="104559"/>
                  <a:pt x="1296738" y="104559"/>
                </a:cubicBezTo>
                <a:cubicBezTo>
                  <a:pt x="1287070" y="104559"/>
                  <a:pt x="1279386" y="100597"/>
                  <a:pt x="1273688" y="92672"/>
                </a:cubicBezTo>
                <a:cubicBezTo>
                  <a:pt x="1268877" y="85997"/>
                  <a:pt x="1266471" y="78506"/>
                  <a:pt x="1266471" y="70199"/>
                </a:cubicBezTo>
                <a:cubicBezTo>
                  <a:pt x="1266471" y="64148"/>
                  <a:pt x="1267931" y="58132"/>
                  <a:pt x="1270850" y="52153"/>
                </a:cubicBezTo>
                <a:cubicBezTo>
                  <a:pt x="1273769" y="46174"/>
                  <a:pt x="1277611" y="41756"/>
                  <a:pt x="1282375" y="38899"/>
                </a:cubicBezTo>
                <a:cubicBezTo>
                  <a:pt x="1287140" y="36041"/>
                  <a:pt x="1292184" y="34613"/>
                  <a:pt x="1297509" y="34613"/>
                </a:cubicBezTo>
                <a:moveTo>
                  <a:pt x="1295337" y="39372"/>
                </a:moveTo>
                <a:cubicBezTo>
                  <a:pt x="1292861" y="39372"/>
                  <a:pt x="1290374" y="40128"/>
                  <a:pt x="1287875" y="41641"/>
                </a:cubicBezTo>
                <a:cubicBezTo>
                  <a:pt x="1285376" y="43154"/>
                  <a:pt x="1283356" y="45807"/>
                  <a:pt x="1281815" y="49600"/>
                </a:cubicBezTo>
                <a:cubicBezTo>
                  <a:pt x="1280274" y="53393"/>
                  <a:pt x="1279503" y="58267"/>
                  <a:pt x="1279503" y="64220"/>
                </a:cubicBezTo>
                <a:cubicBezTo>
                  <a:pt x="1279503" y="73823"/>
                  <a:pt x="1281359" y="82106"/>
                  <a:pt x="1285073" y="89069"/>
                </a:cubicBezTo>
                <a:cubicBezTo>
                  <a:pt x="1288786" y="96030"/>
                  <a:pt x="1293679" y="99511"/>
                  <a:pt x="1299751" y="99511"/>
                </a:cubicBezTo>
                <a:cubicBezTo>
                  <a:pt x="1304282" y="99511"/>
                  <a:pt x="1308018" y="97591"/>
                  <a:pt x="1310961" y="93749"/>
                </a:cubicBezTo>
                <a:cubicBezTo>
                  <a:pt x="1313904" y="89908"/>
                  <a:pt x="1315375" y="83306"/>
                  <a:pt x="1315375" y="73944"/>
                </a:cubicBezTo>
                <a:cubicBezTo>
                  <a:pt x="1315375" y="62228"/>
                  <a:pt x="1312923" y="53008"/>
                  <a:pt x="1308018" y="46285"/>
                </a:cubicBezTo>
                <a:cubicBezTo>
                  <a:pt x="1304702" y="41676"/>
                  <a:pt x="1300475" y="39372"/>
                  <a:pt x="1295337" y="39372"/>
                </a:cubicBezTo>
                <a:close/>
                <a:moveTo>
                  <a:pt x="1356921" y="48674"/>
                </a:moveTo>
                <a:cubicBezTo>
                  <a:pt x="1361592" y="43867"/>
                  <a:pt x="1364348" y="41102"/>
                  <a:pt x="1365189" y="40381"/>
                </a:cubicBezTo>
                <a:cubicBezTo>
                  <a:pt x="1367291" y="38555"/>
                  <a:pt x="1369556" y="37136"/>
                  <a:pt x="1371985" y="36127"/>
                </a:cubicBezTo>
                <a:cubicBezTo>
                  <a:pt x="1374414" y="35117"/>
                  <a:pt x="1376819" y="34613"/>
                  <a:pt x="1379201" y="34613"/>
                </a:cubicBezTo>
                <a:cubicBezTo>
                  <a:pt x="1383218" y="34613"/>
                  <a:pt x="1386675" y="35814"/>
                  <a:pt x="1389571" y="38218"/>
                </a:cubicBezTo>
                <a:cubicBezTo>
                  <a:pt x="1392466" y="40622"/>
                  <a:pt x="1394405" y="44107"/>
                  <a:pt x="1395386" y="48674"/>
                </a:cubicBezTo>
                <a:cubicBezTo>
                  <a:pt x="1400197" y="42905"/>
                  <a:pt x="1404260" y="39119"/>
                  <a:pt x="1407577" y="37317"/>
                </a:cubicBezTo>
                <a:cubicBezTo>
                  <a:pt x="1410893" y="35514"/>
                  <a:pt x="1414303" y="34613"/>
                  <a:pt x="1417806" y="34613"/>
                </a:cubicBezTo>
                <a:cubicBezTo>
                  <a:pt x="1421215" y="34613"/>
                  <a:pt x="1424240" y="35512"/>
                  <a:pt x="1426879" y="37312"/>
                </a:cubicBezTo>
                <a:cubicBezTo>
                  <a:pt x="1429518" y="39110"/>
                  <a:pt x="1431608" y="42048"/>
                  <a:pt x="1433149" y="46125"/>
                </a:cubicBezTo>
                <a:cubicBezTo>
                  <a:pt x="1434177" y="48908"/>
                  <a:pt x="1434691" y="53272"/>
                  <a:pt x="1434691" y="59220"/>
                </a:cubicBezTo>
                <a:lnTo>
                  <a:pt x="1434691" y="87568"/>
                </a:lnTo>
                <a:cubicBezTo>
                  <a:pt x="1434691" y="91693"/>
                  <a:pt x="1434994" y="94524"/>
                  <a:pt x="1435602" y="96059"/>
                </a:cubicBezTo>
                <a:cubicBezTo>
                  <a:pt x="1436069" y="97114"/>
                  <a:pt x="1436933" y="98013"/>
                  <a:pt x="1438194" y="98756"/>
                </a:cubicBezTo>
                <a:cubicBezTo>
                  <a:pt x="1439455" y="99500"/>
                  <a:pt x="1441510" y="99872"/>
                  <a:pt x="1444359" y="99872"/>
                </a:cubicBezTo>
                <a:lnTo>
                  <a:pt x="1444359" y="102540"/>
                </a:lnTo>
                <a:lnTo>
                  <a:pt x="1412691" y="102540"/>
                </a:lnTo>
                <a:lnTo>
                  <a:pt x="1412691" y="99872"/>
                </a:lnTo>
                <a:lnTo>
                  <a:pt x="1414022" y="99872"/>
                </a:lnTo>
                <a:cubicBezTo>
                  <a:pt x="1416778" y="99872"/>
                  <a:pt x="1418927" y="99322"/>
                  <a:pt x="1420468" y="98222"/>
                </a:cubicBezTo>
                <a:cubicBezTo>
                  <a:pt x="1421542" y="97456"/>
                  <a:pt x="1422313" y="96236"/>
                  <a:pt x="1422780" y="94563"/>
                </a:cubicBezTo>
                <a:cubicBezTo>
                  <a:pt x="1422967" y="93750"/>
                  <a:pt x="1423060" y="91430"/>
                  <a:pt x="1423060" y="87604"/>
                </a:cubicBezTo>
                <a:lnTo>
                  <a:pt x="1423060" y="59337"/>
                </a:lnTo>
                <a:cubicBezTo>
                  <a:pt x="1423060" y="53980"/>
                  <a:pt x="1422430" y="50202"/>
                  <a:pt x="1421169" y="48002"/>
                </a:cubicBezTo>
                <a:cubicBezTo>
                  <a:pt x="1419347" y="44941"/>
                  <a:pt x="1416428" y="43410"/>
                  <a:pt x="1412411" y="43410"/>
                </a:cubicBezTo>
                <a:cubicBezTo>
                  <a:pt x="1409935" y="43410"/>
                  <a:pt x="1407448" y="44044"/>
                  <a:pt x="1404949" y="45312"/>
                </a:cubicBezTo>
                <a:cubicBezTo>
                  <a:pt x="1402450" y="46578"/>
                  <a:pt x="1399426" y="48934"/>
                  <a:pt x="1395876" y="52379"/>
                </a:cubicBezTo>
                <a:lnTo>
                  <a:pt x="1395736" y="53167"/>
                </a:lnTo>
                <a:lnTo>
                  <a:pt x="1395876" y="56252"/>
                </a:lnTo>
                <a:lnTo>
                  <a:pt x="1395876" y="87604"/>
                </a:lnTo>
                <a:cubicBezTo>
                  <a:pt x="1395876" y="92100"/>
                  <a:pt x="1396121" y="94898"/>
                  <a:pt x="1396612" y="95998"/>
                </a:cubicBezTo>
                <a:cubicBezTo>
                  <a:pt x="1397102" y="97098"/>
                  <a:pt x="1398025" y="98019"/>
                  <a:pt x="1399379" y="98761"/>
                </a:cubicBezTo>
                <a:cubicBezTo>
                  <a:pt x="1400734" y="99501"/>
                  <a:pt x="1403046" y="99872"/>
                  <a:pt x="1406315" y="99872"/>
                </a:cubicBezTo>
                <a:lnTo>
                  <a:pt x="1406315" y="102540"/>
                </a:lnTo>
                <a:lnTo>
                  <a:pt x="1373877" y="102540"/>
                </a:lnTo>
                <a:lnTo>
                  <a:pt x="1373877" y="99872"/>
                </a:lnTo>
                <a:cubicBezTo>
                  <a:pt x="1377426" y="99872"/>
                  <a:pt x="1379867" y="99441"/>
                  <a:pt x="1381198" y="98581"/>
                </a:cubicBezTo>
                <a:cubicBezTo>
                  <a:pt x="1382529" y="97720"/>
                  <a:pt x="1383452" y="96429"/>
                  <a:pt x="1383966" y="94707"/>
                </a:cubicBezTo>
                <a:cubicBezTo>
                  <a:pt x="1384199" y="93893"/>
                  <a:pt x="1384316" y="91525"/>
                  <a:pt x="1384316" y="87604"/>
                </a:cubicBezTo>
                <a:lnTo>
                  <a:pt x="1384316" y="59337"/>
                </a:lnTo>
                <a:cubicBezTo>
                  <a:pt x="1384316" y="53980"/>
                  <a:pt x="1383545" y="50130"/>
                  <a:pt x="1382004" y="47786"/>
                </a:cubicBezTo>
                <a:cubicBezTo>
                  <a:pt x="1379949" y="44724"/>
                  <a:pt x="1377076" y="43194"/>
                  <a:pt x="1373386" y="43194"/>
                </a:cubicBezTo>
                <a:cubicBezTo>
                  <a:pt x="1370864" y="43194"/>
                  <a:pt x="1368365" y="43887"/>
                  <a:pt x="1365889" y="45274"/>
                </a:cubicBezTo>
                <a:cubicBezTo>
                  <a:pt x="1362013" y="47378"/>
                  <a:pt x="1359023" y="49746"/>
                  <a:pt x="1356921" y="52376"/>
                </a:cubicBezTo>
                <a:lnTo>
                  <a:pt x="1356921" y="87604"/>
                </a:lnTo>
                <a:cubicBezTo>
                  <a:pt x="1356921" y="91908"/>
                  <a:pt x="1357213" y="94706"/>
                  <a:pt x="1357797" y="95998"/>
                </a:cubicBezTo>
                <a:cubicBezTo>
                  <a:pt x="1358381" y="97289"/>
                  <a:pt x="1359245" y="98257"/>
                  <a:pt x="1360390" y="98903"/>
                </a:cubicBezTo>
                <a:cubicBezTo>
                  <a:pt x="1361534" y="99549"/>
                  <a:pt x="1363858" y="99872"/>
                  <a:pt x="1367361" y="99872"/>
                </a:cubicBezTo>
                <a:lnTo>
                  <a:pt x="1367361" y="102540"/>
                </a:lnTo>
                <a:lnTo>
                  <a:pt x="1335622" y="102540"/>
                </a:lnTo>
                <a:lnTo>
                  <a:pt x="1335622" y="99872"/>
                </a:lnTo>
                <a:cubicBezTo>
                  <a:pt x="1338565" y="99872"/>
                  <a:pt x="1340620" y="99548"/>
                  <a:pt x="1341788" y="98901"/>
                </a:cubicBezTo>
                <a:cubicBezTo>
                  <a:pt x="1342956" y="98253"/>
                  <a:pt x="1343843" y="97222"/>
                  <a:pt x="1344450" y="95807"/>
                </a:cubicBezTo>
                <a:cubicBezTo>
                  <a:pt x="1345058" y="94391"/>
                  <a:pt x="1345361" y="91645"/>
                  <a:pt x="1345361" y="87568"/>
                </a:cubicBezTo>
                <a:lnTo>
                  <a:pt x="1345361" y="62386"/>
                </a:lnTo>
                <a:cubicBezTo>
                  <a:pt x="1345361" y="55142"/>
                  <a:pt x="1345151" y="50465"/>
                  <a:pt x="1344731" y="48356"/>
                </a:cubicBezTo>
                <a:cubicBezTo>
                  <a:pt x="1344404" y="46773"/>
                  <a:pt x="1343890" y="45681"/>
                  <a:pt x="1343189" y="45082"/>
                </a:cubicBezTo>
                <a:cubicBezTo>
                  <a:pt x="1342489" y="44483"/>
                  <a:pt x="1341531" y="44183"/>
                  <a:pt x="1340317" y="44183"/>
                </a:cubicBezTo>
                <a:cubicBezTo>
                  <a:pt x="1339009" y="44183"/>
                  <a:pt x="1337444" y="44543"/>
                  <a:pt x="1335622" y="45262"/>
                </a:cubicBezTo>
                <a:lnTo>
                  <a:pt x="1334572" y="42671"/>
                </a:lnTo>
                <a:lnTo>
                  <a:pt x="1353909" y="34613"/>
                </a:lnTo>
                <a:lnTo>
                  <a:pt x="1356921" y="34613"/>
                </a:lnTo>
                <a:lnTo>
                  <a:pt x="1356921" y="48674"/>
                </a:lnTo>
                <a:close/>
                <a:moveTo>
                  <a:pt x="1469014" y="48674"/>
                </a:moveTo>
                <a:cubicBezTo>
                  <a:pt x="1473685" y="43867"/>
                  <a:pt x="1476441" y="41102"/>
                  <a:pt x="1477281" y="40381"/>
                </a:cubicBezTo>
                <a:cubicBezTo>
                  <a:pt x="1479383" y="38555"/>
                  <a:pt x="1481649" y="37136"/>
                  <a:pt x="1484077" y="36127"/>
                </a:cubicBezTo>
                <a:cubicBezTo>
                  <a:pt x="1486506" y="35117"/>
                  <a:pt x="1488912" y="34613"/>
                  <a:pt x="1491294" y="34613"/>
                </a:cubicBezTo>
                <a:cubicBezTo>
                  <a:pt x="1495311" y="34613"/>
                  <a:pt x="1498767" y="35814"/>
                  <a:pt x="1501663" y="38218"/>
                </a:cubicBezTo>
                <a:cubicBezTo>
                  <a:pt x="1504559" y="40622"/>
                  <a:pt x="1506497" y="44107"/>
                  <a:pt x="1507478" y="48674"/>
                </a:cubicBezTo>
                <a:cubicBezTo>
                  <a:pt x="1512289" y="42905"/>
                  <a:pt x="1516353" y="39119"/>
                  <a:pt x="1519669" y="37317"/>
                </a:cubicBezTo>
                <a:cubicBezTo>
                  <a:pt x="1522985" y="35514"/>
                  <a:pt x="1526395" y="34613"/>
                  <a:pt x="1529898" y="34613"/>
                </a:cubicBezTo>
                <a:cubicBezTo>
                  <a:pt x="1533308" y="34613"/>
                  <a:pt x="1536332" y="35512"/>
                  <a:pt x="1538971" y="37312"/>
                </a:cubicBezTo>
                <a:cubicBezTo>
                  <a:pt x="1541610" y="39110"/>
                  <a:pt x="1543701" y="42048"/>
                  <a:pt x="1545242" y="46125"/>
                </a:cubicBezTo>
                <a:cubicBezTo>
                  <a:pt x="1546270" y="48908"/>
                  <a:pt x="1546783" y="53272"/>
                  <a:pt x="1546783" y="59220"/>
                </a:cubicBezTo>
                <a:lnTo>
                  <a:pt x="1546783" y="87568"/>
                </a:lnTo>
                <a:cubicBezTo>
                  <a:pt x="1546783" y="91693"/>
                  <a:pt x="1547087" y="94524"/>
                  <a:pt x="1547694" y="96059"/>
                </a:cubicBezTo>
                <a:cubicBezTo>
                  <a:pt x="1548161" y="97114"/>
                  <a:pt x="1549025" y="98013"/>
                  <a:pt x="1550286" y="98756"/>
                </a:cubicBezTo>
                <a:cubicBezTo>
                  <a:pt x="1551548" y="99500"/>
                  <a:pt x="1553603" y="99872"/>
                  <a:pt x="1556452" y="99872"/>
                </a:cubicBezTo>
                <a:lnTo>
                  <a:pt x="1556452" y="102540"/>
                </a:lnTo>
                <a:lnTo>
                  <a:pt x="1524784" y="102540"/>
                </a:lnTo>
                <a:lnTo>
                  <a:pt x="1524784" y="99872"/>
                </a:lnTo>
                <a:lnTo>
                  <a:pt x="1526115" y="99872"/>
                </a:lnTo>
                <a:cubicBezTo>
                  <a:pt x="1528871" y="99872"/>
                  <a:pt x="1531019" y="99322"/>
                  <a:pt x="1532561" y="98222"/>
                </a:cubicBezTo>
                <a:cubicBezTo>
                  <a:pt x="1533635" y="97456"/>
                  <a:pt x="1534406" y="96236"/>
                  <a:pt x="1534873" y="94563"/>
                </a:cubicBezTo>
                <a:cubicBezTo>
                  <a:pt x="1535060" y="93750"/>
                  <a:pt x="1535153" y="91430"/>
                  <a:pt x="1535153" y="87604"/>
                </a:cubicBezTo>
                <a:lnTo>
                  <a:pt x="1535153" y="59337"/>
                </a:lnTo>
                <a:cubicBezTo>
                  <a:pt x="1535153" y="53980"/>
                  <a:pt x="1534522" y="50202"/>
                  <a:pt x="1533261" y="48002"/>
                </a:cubicBezTo>
                <a:cubicBezTo>
                  <a:pt x="1531440" y="44941"/>
                  <a:pt x="1528520" y="43410"/>
                  <a:pt x="1524504" y="43410"/>
                </a:cubicBezTo>
                <a:cubicBezTo>
                  <a:pt x="1522028" y="43410"/>
                  <a:pt x="1519541" y="44044"/>
                  <a:pt x="1517042" y="45312"/>
                </a:cubicBezTo>
                <a:cubicBezTo>
                  <a:pt x="1514543" y="46578"/>
                  <a:pt x="1511519" y="48934"/>
                  <a:pt x="1507969" y="52379"/>
                </a:cubicBezTo>
                <a:lnTo>
                  <a:pt x="1507829" y="53167"/>
                </a:lnTo>
                <a:lnTo>
                  <a:pt x="1507969" y="56252"/>
                </a:lnTo>
                <a:lnTo>
                  <a:pt x="1507969" y="87604"/>
                </a:lnTo>
                <a:cubicBezTo>
                  <a:pt x="1507969" y="92100"/>
                  <a:pt x="1508214" y="94898"/>
                  <a:pt x="1508704" y="95998"/>
                </a:cubicBezTo>
                <a:cubicBezTo>
                  <a:pt x="1509195" y="97098"/>
                  <a:pt x="1510117" y="98019"/>
                  <a:pt x="1511472" y="98761"/>
                </a:cubicBezTo>
                <a:cubicBezTo>
                  <a:pt x="1512826" y="99501"/>
                  <a:pt x="1515138" y="99872"/>
                  <a:pt x="1518408" y="99872"/>
                </a:cubicBezTo>
                <a:lnTo>
                  <a:pt x="1518408" y="102540"/>
                </a:lnTo>
                <a:lnTo>
                  <a:pt x="1485969" y="102540"/>
                </a:lnTo>
                <a:lnTo>
                  <a:pt x="1485969" y="99872"/>
                </a:lnTo>
                <a:cubicBezTo>
                  <a:pt x="1489519" y="99872"/>
                  <a:pt x="1491959" y="99441"/>
                  <a:pt x="1493291" y="98581"/>
                </a:cubicBezTo>
                <a:cubicBezTo>
                  <a:pt x="1494622" y="97720"/>
                  <a:pt x="1495544" y="96429"/>
                  <a:pt x="1496058" y="94707"/>
                </a:cubicBezTo>
                <a:cubicBezTo>
                  <a:pt x="1496292" y="93893"/>
                  <a:pt x="1496408" y="91525"/>
                  <a:pt x="1496408" y="87604"/>
                </a:cubicBezTo>
                <a:lnTo>
                  <a:pt x="1496408" y="59337"/>
                </a:lnTo>
                <a:cubicBezTo>
                  <a:pt x="1496408" y="53980"/>
                  <a:pt x="1495638" y="50130"/>
                  <a:pt x="1494096" y="47786"/>
                </a:cubicBezTo>
                <a:cubicBezTo>
                  <a:pt x="1492041" y="44724"/>
                  <a:pt x="1489169" y="43194"/>
                  <a:pt x="1485479" y="43194"/>
                </a:cubicBezTo>
                <a:cubicBezTo>
                  <a:pt x="1482956" y="43194"/>
                  <a:pt x="1480458" y="43887"/>
                  <a:pt x="1477982" y="45274"/>
                </a:cubicBezTo>
                <a:cubicBezTo>
                  <a:pt x="1474105" y="47378"/>
                  <a:pt x="1471116" y="49746"/>
                  <a:pt x="1469014" y="52376"/>
                </a:cubicBezTo>
                <a:lnTo>
                  <a:pt x="1469014" y="87604"/>
                </a:lnTo>
                <a:cubicBezTo>
                  <a:pt x="1469014" y="91908"/>
                  <a:pt x="1469306" y="94706"/>
                  <a:pt x="1469890" y="95998"/>
                </a:cubicBezTo>
                <a:cubicBezTo>
                  <a:pt x="1470474" y="97289"/>
                  <a:pt x="1471338" y="98257"/>
                  <a:pt x="1472482" y="98903"/>
                </a:cubicBezTo>
                <a:cubicBezTo>
                  <a:pt x="1473626" y="99549"/>
                  <a:pt x="1475950" y="99872"/>
                  <a:pt x="1479453" y="99872"/>
                </a:cubicBezTo>
                <a:lnTo>
                  <a:pt x="1479453" y="102540"/>
                </a:lnTo>
                <a:lnTo>
                  <a:pt x="1447715" y="102540"/>
                </a:lnTo>
                <a:lnTo>
                  <a:pt x="1447715" y="99872"/>
                </a:lnTo>
                <a:cubicBezTo>
                  <a:pt x="1450658" y="99872"/>
                  <a:pt x="1452713" y="99548"/>
                  <a:pt x="1453881" y="98901"/>
                </a:cubicBezTo>
                <a:cubicBezTo>
                  <a:pt x="1455048" y="98253"/>
                  <a:pt x="1455936" y="97222"/>
                  <a:pt x="1456543" y="95807"/>
                </a:cubicBezTo>
                <a:cubicBezTo>
                  <a:pt x="1457150" y="94391"/>
                  <a:pt x="1457454" y="91645"/>
                  <a:pt x="1457454" y="87568"/>
                </a:cubicBezTo>
                <a:lnTo>
                  <a:pt x="1457454" y="62386"/>
                </a:lnTo>
                <a:cubicBezTo>
                  <a:pt x="1457454" y="55142"/>
                  <a:pt x="1457244" y="50465"/>
                  <a:pt x="1456823" y="48356"/>
                </a:cubicBezTo>
                <a:cubicBezTo>
                  <a:pt x="1456496" y="46773"/>
                  <a:pt x="1455982" y="45681"/>
                  <a:pt x="1455282" y="45082"/>
                </a:cubicBezTo>
                <a:cubicBezTo>
                  <a:pt x="1454581" y="44483"/>
                  <a:pt x="1453624" y="44183"/>
                  <a:pt x="1452409" y="44183"/>
                </a:cubicBezTo>
                <a:cubicBezTo>
                  <a:pt x="1451101" y="44183"/>
                  <a:pt x="1449537" y="44543"/>
                  <a:pt x="1447715" y="45262"/>
                </a:cubicBezTo>
                <a:lnTo>
                  <a:pt x="1446664" y="42671"/>
                </a:lnTo>
                <a:lnTo>
                  <a:pt x="1466001" y="34613"/>
                </a:lnTo>
                <a:lnTo>
                  <a:pt x="1469014" y="34613"/>
                </a:lnTo>
                <a:lnTo>
                  <a:pt x="1469014" y="48674"/>
                </a:lnTo>
                <a:close/>
                <a:moveTo>
                  <a:pt x="1578375" y="0"/>
                </a:moveTo>
                <a:cubicBezTo>
                  <a:pt x="1580336" y="0"/>
                  <a:pt x="1582006" y="713"/>
                  <a:pt x="1583384" y="2139"/>
                </a:cubicBezTo>
                <a:cubicBezTo>
                  <a:pt x="1584762" y="3563"/>
                  <a:pt x="1585451" y="5290"/>
                  <a:pt x="1585451" y="7319"/>
                </a:cubicBezTo>
                <a:cubicBezTo>
                  <a:pt x="1585451" y="9349"/>
                  <a:pt x="1584762" y="11088"/>
                  <a:pt x="1583384" y="12538"/>
                </a:cubicBezTo>
                <a:cubicBezTo>
                  <a:pt x="1582006" y="13986"/>
                  <a:pt x="1580336" y="14710"/>
                  <a:pt x="1578375" y="14710"/>
                </a:cubicBezTo>
                <a:cubicBezTo>
                  <a:pt x="1576413" y="14710"/>
                  <a:pt x="1574731" y="13986"/>
                  <a:pt x="1573330" y="12538"/>
                </a:cubicBezTo>
                <a:cubicBezTo>
                  <a:pt x="1571929" y="11088"/>
                  <a:pt x="1571228" y="9349"/>
                  <a:pt x="1571228" y="7319"/>
                </a:cubicBezTo>
                <a:cubicBezTo>
                  <a:pt x="1571228" y="5290"/>
                  <a:pt x="1571917" y="3563"/>
                  <a:pt x="1573295" y="2139"/>
                </a:cubicBezTo>
                <a:cubicBezTo>
                  <a:pt x="1574673" y="713"/>
                  <a:pt x="1576366" y="0"/>
                  <a:pt x="1578375" y="0"/>
                </a:cubicBezTo>
                <a:moveTo>
                  <a:pt x="1584190" y="34613"/>
                </a:moveTo>
                <a:lnTo>
                  <a:pt x="1584190" y="87568"/>
                </a:lnTo>
                <a:cubicBezTo>
                  <a:pt x="1584190" y="91693"/>
                  <a:pt x="1584482" y="94440"/>
                  <a:pt x="1585066" y="95807"/>
                </a:cubicBezTo>
                <a:cubicBezTo>
                  <a:pt x="1585650" y="97174"/>
                  <a:pt x="1586514" y="98193"/>
                  <a:pt x="1587658" y="98865"/>
                </a:cubicBezTo>
                <a:cubicBezTo>
                  <a:pt x="1588802" y="99536"/>
                  <a:pt x="1590893" y="99872"/>
                  <a:pt x="1593929" y="99872"/>
                </a:cubicBezTo>
                <a:lnTo>
                  <a:pt x="1593929" y="102540"/>
                </a:lnTo>
                <a:lnTo>
                  <a:pt x="1562751" y="102540"/>
                </a:lnTo>
                <a:lnTo>
                  <a:pt x="1562751" y="99872"/>
                </a:lnTo>
                <a:cubicBezTo>
                  <a:pt x="1565880" y="99872"/>
                  <a:pt x="1567982" y="99560"/>
                  <a:pt x="1569056" y="98937"/>
                </a:cubicBezTo>
                <a:cubicBezTo>
                  <a:pt x="1570131" y="98313"/>
                  <a:pt x="1570983" y="97282"/>
                  <a:pt x="1571614" y="95843"/>
                </a:cubicBezTo>
                <a:cubicBezTo>
                  <a:pt x="1572244" y="94403"/>
                  <a:pt x="1572560" y="91645"/>
                  <a:pt x="1572560" y="87568"/>
                </a:cubicBezTo>
                <a:lnTo>
                  <a:pt x="1572560" y="62170"/>
                </a:lnTo>
                <a:cubicBezTo>
                  <a:pt x="1572560" y="55022"/>
                  <a:pt x="1572349" y="50393"/>
                  <a:pt x="1571929" y="48284"/>
                </a:cubicBezTo>
                <a:cubicBezTo>
                  <a:pt x="1571602" y="46749"/>
                  <a:pt x="1571088" y="45681"/>
                  <a:pt x="1570388" y="45082"/>
                </a:cubicBezTo>
                <a:cubicBezTo>
                  <a:pt x="1569687" y="44483"/>
                  <a:pt x="1568729" y="44183"/>
                  <a:pt x="1567515" y="44183"/>
                </a:cubicBezTo>
                <a:cubicBezTo>
                  <a:pt x="1566207" y="44183"/>
                  <a:pt x="1564619" y="44543"/>
                  <a:pt x="1562751" y="45262"/>
                </a:cubicBezTo>
                <a:lnTo>
                  <a:pt x="1561770" y="42671"/>
                </a:lnTo>
                <a:lnTo>
                  <a:pt x="1581107" y="34613"/>
                </a:lnTo>
                <a:lnTo>
                  <a:pt x="1584190" y="34613"/>
                </a:lnTo>
                <a:close/>
                <a:moveTo>
                  <a:pt x="1621050" y="14710"/>
                </a:moveTo>
                <a:lnTo>
                  <a:pt x="1621050" y="36487"/>
                </a:lnTo>
                <a:lnTo>
                  <a:pt x="1636043" y="36487"/>
                </a:lnTo>
                <a:lnTo>
                  <a:pt x="1636043" y="41535"/>
                </a:lnTo>
                <a:lnTo>
                  <a:pt x="1621050" y="41535"/>
                </a:lnTo>
                <a:lnTo>
                  <a:pt x="1621050" y="84310"/>
                </a:lnTo>
                <a:cubicBezTo>
                  <a:pt x="1621050" y="88584"/>
                  <a:pt x="1621645" y="91465"/>
                  <a:pt x="1622836" y="92954"/>
                </a:cubicBezTo>
                <a:cubicBezTo>
                  <a:pt x="1624028" y="94441"/>
                  <a:pt x="1625557" y="95185"/>
                  <a:pt x="1627426" y="95185"/>
                </a:cubicBezTo>
                <a:cubicBezTo>
                  <a:pt x="1628967" y="95185"/>
                  <a:pt x="1630462" y="94692"/>
                  <a:pt x="1631910" y="93706"/>
                </a:cubicBezTo>
                <a:cubicBezTo>
                  <a:pt x="1633357" y="92721"/>
                  <a:pt x="1634478" y="91267"/>
                  <a:pt x="1635273" y="89344"/>
                </a:cubicBezTo>
                <a:lnTo>
                  <a:pt x="1638005" y="89344"/>
                </a:lnTo>
                <a:cubicBezTo>
                  <a:pt x="1636370" y="94068"/>
                  <a:pt x="1634058" y="97642"/>
                  <a:pt x="1631069" y="100063"/>
                </a:cubicBezTo>
                <a:cubicBezTo>
                  <a:pt x="1628079" y="102484"/>
                  <a:pt x="1624997" y="103694"/>
                  <a:pt x="1621821" y="103694"/>
                </a:cubicBezTo>
                <a:cubicBezTo>
                  <a:pt x="1619672" y="103694"/>
                  <a:pt x="1617570" y="103080"/>
                  <a:pt x="1615515" y="101853"/>
                </a:cubicBezTo>
                <a:cubicBezTo>
                  <a:pt x="1613460" y="100625"/>
                  <a:pt x="1611942" y="98869"/>
                  <a:pt x="1610961" y="96584"/>
                </a:cubicBezTo>
                <a:cubicBezTo>
                  <a:pt x="1609980" y="94298"/>
                  <a:pt x="1609490" y="90772"/>
                  <a:pt x="1609490" y="86006"/>
                </a:cubicBezTo>
                <a:lnTo>
                  <a:pt x="1609490" y="41535"/>
                </a:lnTo>
                <a:lnTo>
                  <a:pt x="1599330" y="41535"/>
                </a:lnTo>
                <a:lnTo>
                  <a:pt x="1599330" y="39156"/>
                </a:lnTo>
                <a:cubicBezTo>
                  <a:pt x="1601899" y="38095"/>
                  <a:pt x="1604527" y="36299"/>
                  <a:pt x="1607213" y="33768"/>
                </a:cubicBezTo>
                <a:cubicBezTo>
                  <a:pt x="1609898" y="31236"/>
                  <a:pt x="1612292" y="28235"/>
                  <a:pt x="1614394" y="24763"/>
                </a:cubicBezTo>
                <a:cubicBezTo>
                  <a:pt x="1615468" y="22932"/>
                  <a:pt x="1616963" y="19581"/>
                  <a:pt x="1618878" y="14710"/>
                </a:cubicBezTo>
                <a:lnTo>
                  <a:pt x="1621050" y="14710"/>
                </a:lnTo>
                <a:close/>
                <a:moveTo>
                  <a:pt x="1684254" y="34613"/>
                </a:moveTo>
                <a:lnTo>
                  <a:pt x="1684254" y="56967"/>
                </a:lnTo>
                <a:lnTo>
                  <a:pt x="1681941" y="56967"/>
                </a:lnTo>
                <a:cubicBezTo>
                  <a:pt x="1680167" y="49955"/>
                  <a:pt x="1677890" y="45186"/>
                  <a:pt x="1675110" y="42660"/>
                </a:cubicBezTo>
                <a:cubicBezTo>
                  <a:pt x="1672331" y="40131"/>
                  <a:pt x="1668793" y="38867"/>
                  <a:pt x="1664496" y="38867"/>
                </a:cubicBezTo>
                <a:cubicBezTo>
                  <a:pt x="1661226" y="38867"/>
                  <a:pt x="1658587" y="39756"/>
                  <a:pt x="1656579" y="41533"/>
                </a:cubicBezTo>
                <a:cubicBezTo>
                  <a:pt x="1654570" y="43309"/>
                  <a:pt x="1653566" y="45277"/>
                  <a:pt x="1653566" y="47439"/>
                </a:cubicBezTo>
                <a:cubicBezTo>
                  <a:pt x="1653566" y="50128"/>
                  <a:pt x="1654314" y="52433"/>
                  <a:pt x="1655808" y="54353"/>
                </a:cubicBezTo>
                <a:cubicBezTo>
                  <a:pt x="1657256" y="56322"/>
                  <a:pt x="1660199" y="58411"/>
                  <a:pt x="1664636" y="60619"/>
                </a:cubicBezTo>
                <a:lnTo>
                  <a:pt x="1674865" y="65735"/>
                </a:lnTo>
                <a:cubicBezTo>
                  <a:pt x="1684347" y="70488"/>
                  <a:pt x="1689088" y="76755"/>
                  <a:pt x="1689088" y="84535"/>
                </a:cubicBezTo>
                <a:cubicBezTo>
                  <a:pt x="1689088" y="90537"/>
                  <a:pt x="1686881" y="95375"/>
                  <a:pt x="1682467" y="99049"/>
                </a:cubicBezTo>
                <a:cubicBezTo>
                  <a:pt x="1678053" y="102722"/>
                  <a:pt x="1673114" y="104559"/>
                  <a:pt x="1667649" y="104559"/>
                </a:cubicBezTo>
                <a:cubicBezTo>
                  <a:pt x="1663725" y="104559"/>
                  <a:pt x="1659241" y="103838"/>
                  <a:pt x="1654197" y="102396"/>
                </a:cubicBezTo>
                <a:cubicBezTo>
                  <a:pt x="1652655" y="101915"/>
                  <a:pt x="1651394" y="101675"/>
                  <a:pt x="1650413" y="101675"/>
                </a:cubicBezTo>
                <a:cubicBezTo>
                  <a:pt x="1649339" y="101675"/>
                  <a:pt x="1648498" y="102299"/>
                  <a:pt x="1647891" y="103549"/>
                </a:cubicBezTo>
                <a:lnTo>
                  <a:pt x="1645579" y="103549"/>
                </a:lnTo>
                <a:lnTo>
                  <a:pt x="1645579" y="79897"/>
                </a:lnTo>
                <a:lnTo>
                  <a:pt x="1647891" y="79897"/>
                </a:lnTo>
                <a:cubicBezTo>
                  <a:pt x="1649199" y="86652"/>
                  <a:pt x="1651698" y="91741"/>
                  <a:pt x="1655388" y="95167"/>
                </a:cubicBezTo>
                <a:cubicBezTo>
                  <a:pt x="1659078" y="98592"/>
                  <a:pt x="1663211" y="100304"/>
                  <a:pt x="1667789" y="100304"/>
                </a:cubicBezTo>
                <a:cubicBezTo>
                  <a:pt x="1671012" y="100304"/>
                  <a:pt x="1673639" y="99332"/>
                  <a:pt x="1675671" y="97389"/>
                </a:cubicBezTo>
                <a:cubicBezTo>
                  <a:pt x="1677703" y="95443"/>
                  <a:pt x="1678719" y="93102"/>
                  <a:pt x="1678719" y="90365"/>
                </a:cubicBezTo>
                <a:cubicBezTo>
                  <a:pt x="1678719" y="87051"/>
                  <a:pt x="1677586" y="84265"/>
                  <a:pt x="1675321" y="82009"/>
                </a:cubicBezTo>
                <a:cubicBezTo>
                  <a:pt x="1673055" y="79752"/>
                  <a:pt x="1668536" y="76896"/>
                  <a:pt x="1661763" y="73439"/>
                </a:cubicBezTo>
                <a:cubicBezTo>
                  <a:pt x="1654991" y="69981"/>
                  <a:pt x="1650553" y="66859"/>
                  <a:pt x="1648452" y="64074"/>
                </a:cubicBezTo>
                <a:cubicBezTo>
                  <a:pt x="1646350" y="61337"/>
                  <a:pt x="1645299" y="57879"/>
                  <a:pt x="1645299" y="53701"/>
                </a:cubicBezTo>
                <a:cubicBezTo>
                  <a:pt x="1645299" y="48275"/>
                  <a:pt x="1647109" y="43737"/>
                  <a:pt x="1650729" y="40088"/>
                </a:cubicBezTo>
                <a:cubicBezTo>
                  <a:pt x="1654349" y="36438"/>
                  <a:pt x="1659031" y="34613"/>
                  <a:pt x="1664776" y="34613"/>
                </a:cubicBezTo>
                <a:cubicBezTo>
                  <a:pt x="1667298" y="34613"/>
                  <a:pt x="1670358" y="35165"/>
                  <a:pt x="1673954" y="36271"/>
                </a:cubicBezTo>
                <a:cubicBezTo>
                  <a:pt x="1676336" y="36992"/>
                  <a:pt x="1677925" y="37353"/>
                  <a:pt x="1678719" y="37353"/>
                </a:cubicBezTo>
                <a:cubicBezTo>
                  <a:pt x="1679466" y="37353"/>
                  <a:pt x="1680050" y="37185"/>
                  <a:pt x="1680470" y="36848"/>
                </a:cubicBezTo>
                <a:cubicBezTo>
                  <a:pt x="1680891" y="36511"/>
                  <a:pt x="1681381" y="35766"/>
                  <a:pt x="1681941" y="34613"/>
                </a:cubicBezTo>
                <a:lnTo>
                  <a:pt x="1684254" y="34613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Similarity">
            <a:extLst xmlns:a="http://schemas.openxmlformats.org/drawingml/2006/main">
              <a:ext uri="{FF2B5EF4-FFF2-40B4-BE49-F238E27FC236}">
                <a16:creationId xmlns:a16="http://schemas.microsoft.com/office/drawing/2014/main" id="{B581A8D5-D959-4689-84F3-5C33C15D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419" y="3320237"/>
            <a:ext cx="500330" cy="117611"/>
          </a:xfrm>
          <a:custGeom xmlns:a="http://schemas.openxmlformats.org/drawingml/2006/main">
            <a:pathLst>
              <a:path w="500330" h="117611">
                <a:moveTo>
                  <a:pt x="49718" y="2271"/>
                </a:moveTo>
                <a:lnTo>
                  <a:pt x="49718" y="31800"/>
                </a:lnTo>
                <a:lnTo>
                  <a:pt x="47450" y="31800"/>
                </a:lnTo>
                <a:cubicBezTo>
                  <a:pt x="46714" y="26122"/>
                  <a:pt x="45396" y="21600"/>
                  <a:pt x="43496" y="18235"/>
                </a:cubicBezTo>
                <a:cubicBezTo>
                  <a:pt x="41595" y="14870"/>
                  <a:pt x="38888" y="12199"/>
                  <a:pt x="35373" y="10222"/>
                </a:cubicBezTo>
                <a:cubicBezTo>
                  <a:pt x="31858" y="8245"/>
                  <a:pt x="28221" y="7256"/>
                  <a:pt x="24461" y="7256"/>
                </a:cubicBezTo>
                <a:cubicBezTo>
                  <a:pt x="20210" y="7256"/>
                  <a:pt x="16695" y="8591"/>
                  <a:pt x="13916" y="11261"/>
                </a:cubicBezTo>
                <a:cubicBezTo>
                  <a:pt x="11137" y="13929"/>
                  <a:pt x="9747" y="16966"/>
                  <a:pt x="9747" y="20370"/>
                </a:cubicBezTo>
                <a:cubicBezTo>
                  <a:pt x="9747" y="22977"/>
                  <a:pt x="10626" y="25351"/>
                  <a:pt x="12384" y="27494"/>
                </a:cubicBezTo>
                <a:cubicBezTo>
                  <a:pt x="14917" y="30648"/>
                  <a:pt x="20946" y="34851"/>
                  <a:pt x="30468" y="40105"/>
                </a:cubicBezTo>
                <a:cubicBezTo>
                  <a:pt x="38234" y="44392"/>
                  <a:pt x="43537" y="47681"/>
                  <a:pt x="46377" y="49972"/>
                </a:cubicBezTo>
                <a:cubicBezTo>
                  <a:pt x="49217" y="52262"/>
                  <a:pt x="51404" y="54962"/>
                  <a:pt x="52937" y="58074"/>
                </a:cubicBezTo>
                <a:cubicBezTo>
                  <a:pt x="54469" y="61184"/>
                  <a:pt x="55236" y="64441"/>
                  <a:pt x="55236" y="67846"/>
                </a:cubicBezTo>
                <a:cubicBezTo>
                  <a:pt x="55236" y="74318"/>
                  <a:pt x="52794" y="79899"/>
                  <a:pt x="47910" y="84586"/>
                </a:cubicBezTo>
                <a:cubicBezTo>
                  <a:pt x="43026" y="89272"/>
                  <a:pt x="36742" y="91615"/>
                  <a:pt x="29058" y="91615"/>
                </a:cubicBezTo>
                <a:cubicBezTo>
                  <a:pt x="26647" y="91615"/>
                  <a:pt x="24379" y="91429"/>
                  <a:pt x="22254" y="91055"/>
                </a:cubicBezTo>
                <a:cubicBezTo>
                  <a:pt x="20987" y="90848"/>
                  <a:pt x="18361" y="90090"/>
                  <a:pt x="14376" y="88782"/>
                </a:cubicBezTo>
                <a:cubicBezTo>
                  <a:pt x="10391" y="87474"/>
                  <a:pt x="7867" y="86820"/>
                  <a:pt x="6805" y="86820"/>
                </a:cubicBezTo>
                <a:cubicBezTo>
                  <a:pt x="5783" y="86820"/>
                  <a:pt x="4976" y="87132"/>
                  <a:pt x="4383" y="87755"/>
                </a:cubicBezTo>
                <a:cubicBezTo>
                  <a:pt x="3791" y="88378"/>
                  <a:pt x="3351" y="89665"/>
                  <a:pt x="3065" y="91615"/>
                </a:cubicBezTo>
                <a:lnTo>
                  <a:pt x="797" y="91615"/>
                </a:lnTo>
                <a:lnTo>
                  <a:pt x="797" y="62339"/>
                </a:lnTo>
                <a:lnTo>
                  <a:pt x="3065" y="62339"/>
                </a:lnTo>
                <a:cubicBezTo>
                  <a:pt x="4128" y="68480"/>
                  <a:pt x="5558" y="73076"/>
                  <a:pt x="7357" y="76125"/>
                </a:cubicBezTo>
                <a:cubicBezTo>
                  <a:pt x="9155" y="79175"/>
                  <a:pt x="11903" y="81709"/>
                  <a:pt x="15602" y="83728"/>
                </a:cubicBezTo>
                <a:cubicBezTo>
                  <a:pt x="19301" y="85747"/>
                  <a:pt x="23357" y="86757"/>
                  <a:pt x="27771" y="86757"/>
                </a:cubicBezTo>
                <a:cubicBezTo>
                  <a:pt x="32880" y="86757"/>
                  <a:pt x="36916" y="85370"/>
                  <a:pt x="39879" y="82597"/>
                </a:cubicBezTo>
                <a:cubicBezTo>
                  <a:pt x="42842" y="79822"/>
                  <a:pt x="44323" y="76543"/>
                  <a:pt x="44323" y="72759"/>
                </a:cubicBezTo>
                <a:cubicBezTo>
                  <a:pt x="44323" y="70658"/>
                  <a:pt x="43761" y="68535"/>
                  <a:pt x="42637" y="66393"/>
                </a:cubicBezTo>
                <a:cubicBezTo>
                  <a:pt x="41513" y="64249"/>
                  <a:pt x="39766" y="62252"/>
                  <a:pt x="37396" y="60403"/>
                </a:cubicBezTo>
                <a:cubicBezTo>
                  <a:pt x="35802" y="59142"/>
                  <a:pt x="31449" y="56462"/>
                  <a:pt x="24338" y="52364"/>
                </a:cubicBezTo>
                <a:cubicBezTo>
                  <a:pt x="17227" y="48265"/>
                  <a:pt x="12169" y="44997"/>
                  <a:pt x="9165" y="42560"/>
                </a:cubicBezTo>
                <a:cubicBezTo>
                  <a:pt x="6161" y="40122"/>
                  <a:pt x="3883" y="37432"/>
                  <a:pt x="2330" y="34490"/>
                </a:cubicBezTo>
                <a:cubicBezTo>
                  <a:pt x="777" y="31547"/>
                  <a:pt x="0" y="28310"/>
                  <a:pt x="0" y="24779"/>
                </a:cubicBezTo>
                <a:cubicBezTo>
                  <a:pt x="0" y="18643"/>
                  <a:pt x="2289" y="13358"/>
                  <a:pt x="6866" y="8924"/>
                </a:cubicBezTo>
                <a:cubicBezTo>
                  <a:pt x="11444" y="4489"/>
                  <a:pt x="17267" y="2271"/>
                  <a:pt x="24338" y="2271"/>
                </a:cubicBezTo>
                <a:cubicBezTo>
                  <a:pt x="28752" y="2271"/>
                  <a:pt x="33431" y="3386"/>
                  <a:pt x="38377" y="5616"/>
                </a:cubicBezTo>
                <a:cubicBezTo>
                  <a:pt x="40665" y="6667"/>
                  <a:pt x="42280" y="7193"/>
                  <a:pt x="43220" y="7193"/>
                </a:cubicBezTo>
                <a:cubicBezTo>
                  <a:pt x="44282" y="7193"/>
                  <a:pt x="45151" y="6867"/>
                  <a:pt x="45825" y="6215"/>
                </a:cubicBezTo>
                <a:cubicBezTo>
                  <a:pt x="46500" y="5563"/>
                  <a:pt x="47041" y="4248"/>
                  <a:pt x="47450" y="2271"/>
                </a:cubicBezTo>
                <a:lnTo>
                  <a:pt x="49718" y="2271"/>
                </a:lnTo>
                <a:close/>
                <a:moveTo>
                  <a:pt x="79866" y="0"/>
                </a:moveTo>
                <a:cubicBezTo>
                  <a:pt x="81582" y="0"/>
                  <a:pt x="83043" y="624"/>
                  <a:pt x="84249" y="1871"/>
                </a:cubicBezTo>
                <a:cubicBezTo>
                  <a:pt x="85455" y="3117"/>
                  <a:pt x="86058" y="4628"/>
                  <a:pt x="86058" y="6404"/>
                </a:cubicBezTo>
                <a:cubicBezTo>
                  <a:pt x="86058" y="8180"/>
                  <a:pt x="85455" y="9702"/>
                  <a:pt x="84249" y="10971"/>
                </a:cubicBezTo>
                <a:cubicBezTo>
                  <a:pt x="83043" y="12238"/>
                  <a:pt x="81582" y="12872"/>
                  <a:pt x="79866" y="12872"/>
                </a:cubicBezTo>
                <a:cubicBezTo>
                  <a:pt x="78149" y="12872"/>
                  <a:pt x="76678" y="12238"/>
                  <a:pt x="75452" y="10971"/>
                </a:cubicBezTo>
                <a:cubicBezTo>
                  <a:pt x="74226" y="9702"/>
                  <a:pt x="73613" y="8180"/>
                  <a:pt x="73613" y="6404"/>
                </a:cubicBezTo>
                <a:cubicBezTo>
                  <a:pt x="73613" y="4628"/>
                  <a:pt x="74216" y="3117"/>
                  <a:pt x="75421" y="1871"/>
                </a:cubicBezTo>
                <a:cubicBezTo>
                  <a:pt x="76627" y="624"/>
                  <a:pt x="78108" y="0"/>
                  <a:pt x="79866" y="0"/>
                </a:cubicBezTo>
                <a:moveTo>
                  <a:pt x="84954" y="30286"/>
                </a:moveTo>
                <a:lnTo>
                  <a:pt x="84954" y="76622"/>
                </a:lnTo>
                <a:cubicBezTo>
                  <a:pt x="84954" y="80232"/>
                  <a:pt x="85210" y="82635"/>
                  <a:pt x="85720" y="83831"/>
                </a:cubicBezTo>
                <a:cubicBezTo>
                  <a:pt x="86231" y="85027"/>
                  <a:pt x="86987" y="85919"/>
                  <a:pt x="87989" y="86506"/>
                </a:cubicBezTo>
                <a:cubicBezTo>
                  <a:pt x="88990" y="87094"/>
                  <a:pt x="90819" y="87388"/>
                  <a:pt x="93475" y="87388"/>
                </a:cubicBezTo>
                <a:lnTo>
                  <a:pt x="93475" y="89722"/>
                </a:lnTo>
                <a:lnTo>
                  <a:pt x="66195" y="89722"/>
                </a:lnTo>
                <a:lnTo>
                  <a:pt x="66195" y="87388"/>
                </a:lnTo>
                <a:cubicBezTo>
                  <a:pt x="68933" y="87388"/>
                  <a:pt x="70772" y="87115"/>
                  <a:pt x="71712" y="86570"/>
                </a:cubicBezTo>
                <a:cubicBezTo>
                  <a:pt x="72652" y="86024"/>
                  <a:pt x="73398" y="85122"/>
                  <a:pt x="73950" y="83862"/>
                </a:cubicBezTo>
                <a:cubicBezTo>
                  <a:pt x="74502" y="82603"/>
                  <a:pt x="74778" y="80190"/>
                  <a:pt x="74778" y="76622"/>
                </a:cubicBezTo>
                <a:lnTo>
                  <a:pt x="74778" y="54399"/>
                </a:lnTo>
                <a:cubicBezTo>
                  <a:pt x="74778" y="48144"/>
                  <a:pt x="74594" y="44094"/>
                  <a:pt x="74226" y="42249"/>
                </a:cubicBezTo>
                <a:cubicBezTo>
                  <a:pt x="73940" y="40905"/>
                  <a:pt x="73490" y="39971"/>
                  <a:pt x="72877" y="39447"/>
                </a:cubicBezTo>
                <a:cubicBezTo>
                  <a:pt x="72264" y="38922"/>
                  <a:pt x="71426" y="38660"/>
                  <a:pt x="70364" y="38660"/>
                </a:cubicBezTo>
                <a:cubicBezTo>
                  <a:pt x="69219" y="38660"/>
                  <a:pt x="67830" y="38975"/>
                  <a:pt x="66195" y="39605"/>
                </a:cubicBezTo>
                <a:lnTo>
                  <a:pt x="65337" y="37337"/>
                </a:lnTo>
                <a:lnTo>
                  <a:pt x="82257" y="30286"/>
                </a:lnTo>
                <a:lnTo>
                  <a:pt x="84954" y="30286"/>
                </a:lnTo>
                <a:close/>
                <a:moveTo>
                  <a:pt x="118115" y="42590"/>
                </a:moveTo>
                <a:cubicBezTo>
                  <a:pt x="122202" y="38383"/>
                  <a:pt x="124613" y="35965"/>
                  <a:pt x="125349" y="35334"/>
                </a:cubicBezTo>
                <a:cubicBezTo>
                  <a:pt x="127188" y="33735"/>
                  <a:pt x="129170" y="32494"/>
                  <a:pt x="131295" y="31611"/>
                </a:cubicBezTo>
                <a:cubicBezTo>
                  <a:pt x="133420" y="30728"/>
                  <a:pt x="135525" y="30286"/>
                  <a:pt x="137610" y="30286"/>
                </a:cubicBezTo>
                <a:cubicBezTo>
                  <a:pt x="141124" y="30286"/>
                  <a:pt x="144149" y="31338"/>
                  <a:pt x="146683" y="33441"/>
                </a:cubicBezTo>
                <a:cubicBezTo>
                  <a:pt x="149217" y="35544"/>
                  <a:pt x="150913" y="38594"/>
                  <a:pt x="151771" y="42590"/>
                </a:cubicBezTo>
                <a:cubicBezTo>
                  <a:pt x="155980" y="37542"/>
                  <a:pt x="159536" y="34230"/>
                  <a:pt x="162438" y="32652"/>
                </a:cubicBezTo>
                <a:cubicBezTo>
                  <a:pt x="165340" y="31075"/>
                  <a:pt x="168323" y="30286"/>
                  <a:pt x="171388" y="30286"/>
                </a:cubicBezTo>
                <a:cubicBezTo>
                  <a:pt x="174372" y="30286"/>
                  <a:pt x="177018" y="31073"/>
                  <a:pt x="179327" y="32648"/>
                </a:cubicBezTo>
                <a:cubicBezTo>
                  <a:pt x="181637" y="34222"/>
                  <a:pt x="183465" y="36792"/>
                  <a:pt x="184814" y="40360"/>
                </a:cubicBezTo>
                <a:cubicBezTo>
                  <a:pt x="185713" y="42794"/>
                  <a:pt x="186163" y="46613"/>
                  <a:pt x="186163" y="51818"/>
                </a:cubicBezTo>
                <a:lnTo>
                  <a:pt x="186163" y="76622"/>
                </a:lnTo>
                <a:cubicBezTo>
                  <a:pt x="186163" y="80232"/>
                  <a:pt x="186428" y="82708"/>
                  <a:pt x="186960" y="84052"/>
                </a:cubicBezTo>
                <a:cubicBezTo>
                  <a:pt x="187368" y="84974"/>
                  <a:pt x="188125" y="85761"/>
                  <a:pt x="189228" y="86412"/>
                </a:cubicBezTo>
                <a:cubicBezTo>
                  <a:pt x="190332" y="87063"/>
                  <a:pt x="192130" y="87388"/>
                  <a:pt x="194623" y="87388"/>
                </a:cubicBezTo>
                <a:lnTo>
                  <a:pt x="194623" y="89722"/>
                </a:lnTo>
                <a:lnTo>
                  <a:pt x="166913" y="89722"/>
                </a:lnTo>
                <a:lnTo>
                  <a:pt x="166913" y="87388"/>
                </a:lnTo>
                <a:lnTo>
                  <a:pt x="168078" y="87388"/>
                </a:lnTo>
                <a:cubicBezTo>
                  <a:pt x="170489" y="87388"/>
                  <a:pt x="172369" y="86907"/>
                  <a:pt x="173718" y="85945"/>
                </a:cubicBezTo>
                <a:cubicBezTo>
                  <a:pt x="174658" y="85274"/>
                  <a:pt x="175332" y="84207"/>
                  <a:pt x="175741" y="82742"/>
                </a:cubicBezTo>
                <a:cubicBezTo>
                  <a:pt x="175905" y="82031"/>
                  <a:pt x="175986" y="80002"/>
                  <a:pt x="175986" y="76654"/>
                </a:cubicBezTo>
                <a:lnTo>
                  <a:pt x="175986" y="51920"/>
                </a:lnTo>
                <a:cubicBezTo>
                  <a:pt x="175986" y="47233"/>
                  <a:pt x="175435" y="43927"/>
                  <a:pt x="174331" y="42002"/>
                </a:cubicBezTo>
                <a:cubicBezTo>
                  <a:pt x="172737" y="39323"/>
                  <a:pt x="170183" y="37984"/>
                  <a:pt x="166668" y="37984"/>
                </a:cubicBezTo>
                <a:cubicBezTo>
                  <a:pt x="164502" y="37984"/>
                  <a:pt x="162326" y="38538"/>
                  <a:pt x="160139" y="39648"/>
                </a:cubicBezTo>
                <a:cubicBezTo>
                  <a:pt x="157952" y="40756"/>
                  <a:pt x="155306" y="42817"/>
                  <a:pt x="152200" y="45831"/>
                </a:cubicBezTo>
                <a:lnTo>
                  <a:pt x="152077" y="46521"/>
                </a:lnTo>
                <a:lnTo>
                  <a:pt x="152200" y="49221"/>
                </a:lnTo>
                <a:lnTo>
                  <a:pt x="152200" y="76654"/>
                </a:lnTo>
                <a:cubicBezTo>
                  <a:pt x="152200" y="80588"/>
                  <a:pt x="152415" y="83036"/>
                  <a:pt x="152844" y="83998"/>
                </a:cubicBezTo>
                <a:cubicBezTo>
                  <a:pt x="153273" y="84961"/>
                  <a:pt x="154080" y="85766"/>
                  <a:pt x="155265" y="86416"/>
                </a:cubicBezTo>
                <a:cubicBezTo>
                  <a:pt x="156450" y="87064"/>
                  <a:pt x="158474" y="87388"/>
                  <a:pt x="161334" y="87388"/>
                </a:cubicBezTo>
                <a:lnTo>
                  <a:pt x="161334" y="89722"/>
                </a:lnTo>
                <a:lnTo>
                  <a:pt x="132950" y="89722"/>
                </a:lnTo>
                <a:lnTo>
                  <a:pt x="132950" y="87388"/>
                </a:lnTo>
                <a:cubicBezTo>
                  <a:pt x="136056" y="87388"/>
                  <a:pt x="138192" y="87011"/>
                  <a:pt x="139357" y="86258"/>
                </a:cubicBezTo>
                <a:cubicBezTo>
                  <a:pt x="140521" y="85505"/>
                  <a:pt x="141329" y="84375"/>
                  <a:pt x="141778" y="82869"/>
                </a:cubicBezTo>
                <a:cubicBezTo>
                  <a:pt x="141983" y="82156"/>
                  <a:pt x="142085" y="80085"/>
                  <a:pt x="142085" y="76654"/>
                </a:cubicBezTo>
                <a:lnTo>
                  <a:pt x="142085" y="51920"/>
                </a:lnTo>
                <a:cubicBezTo>
                  <a:pt x="142085" y="47233"/>
                  <a:pt x="141410" y="43864"/>
                  <a:pt x="140062" y="41813"/>
                </a:cubicBezTo>
                <a:cubicBezTo>
                  <a:pt x="138263" y="39134"/>
                  <a:pt x="135750" y="37794"/>
                  <a:pt x="132521" y="37794"/>
                </a:cubicBezTo>
                <a:cubicBezTo>
                  <a:pt x="130314" y="37794"/>
                  <a:pt x="128128" y="38401"/>
                  <a:pt x="125962" y="39614"/>
                </a:cubicBezTo>
                <a:cubicBezTo>
                  <a:pt x="122569" y="41456"/>
                  <a:pt x="119954" y="43528"/>
                  <a:pt x="118115" y="45829"/>
                </a:cubicBezTo>
                <a:lnTo>
                  <a:pt x="118115" y="76654"/>
                </a:lnTo>
                <a:cubicBezTo>
                  <a:pt x="118115" y="80420"/>
                  <a:pt x="118370" y="82868"/>
                  <a:pt x="118881" y="83998"/>
                </a:cubicBezTo>
                <a:cubicBezTo>
                  <a:pt x="119392" y="85128"/>
                  <a:pt x="120148" y="85975"/>
                  <a:pt x="121149" y="86540"/>
                </a:cubicBezTo>
                <a:cubicBezTo>
                  <a:pt x="122151" y="87105"/>
                  <a:pt x="124184" y="87388"/>
                  <a:pt x="127249" y="87388"/>
                </a:cubicBezTo>
                <a:lnTo>
                  <a:pt x="127249" y="89722"/>
                </a:lnTo>
                <a:lnTo>
                  <a:pt x="99478" y="89722"/>
                </a:lnTo>
                <a:lnTo>
                  <a:pt x="99478" y="87388"/>
                </a:lnTo>
                <a:cubicBezTo>
                  <a:pt x="102053" y="87388"/>
                  <a:pt x="103851" y="87105"/>
                  <a:pt x="104873" y="86538"/>
                </a:cubicBezTo>
                <a:cubicBezTo>
                  <a:pt x="105895" y="85971"/>
                  <a:pt x="106671" y="85069"/>
                  <a:pt x="107202" y="83831"/>
                </a:cubicBezTo>
                <a:cubicBezTo>
                  <a:pt x="107734" y="82593"/>
                  <a:pt x="107999" y="80190"/>
                  <a:pt x="107999" y="76622"/>
                </a:cubicBezTo>
                <a:lnTo>
                  <a:pt x="107999" y="54588"/>
                </a:lnTo>
                <a:cubicBezTo>
                  <a:pt x="107999" y="48249"/>
                  <a:pt x="107815" y="44157"/>
                  <a:pt x="107448" y="42312"/>
                </a:cubicBezTo>
                <a:cubicBezTo>
                  <a:pt x="107162" y="40926"/>
                  <a:pt x="106712" y="39971"/>
                  <a:pt x="106099" y="39447"/>
                </a:cubicBezTo>
                <a:cubicBezTo>
                  <a:pt x="105486" y="38922"/>
                  <a:pt x="104648" y="38660"/>
                  <a:pt x="103585" y="38660"/>
                </a:cubicBezTo>
                <a:cubicBezTo>
                  <a:pt x="102441" y="38660"/>
                  <a:pt x="101072" y="38975"/>
                  <a:pt x="99478" y="39605"/>
                </a:cubicBezTo>
                <a:lnTo>
                  <a:pt x="98558" y="37337"/>
                </a:lnTo>
                <a:lnTo>
                  <a:pt x="115479" y="30286"/>
                </a:lnTo>
                <a:lnTo>
                  <a:pt x="118115" y="30286"/>
                </a:lnTo>
                <a:lnTo>
                  <a:pt x="118115" y="42590"/>
                </a:lnTo>
                <a:close/>
                <a:moveTo>
                  <a:pt x="214357" y="0"/>
                </a:moveTo>
                <a:cubicBezTo>
                  <a:pt x="216074" y="0"/>
                  <a:pt x="217535" y="624"/>
                  <a:pt x="218741" y="1871"/>
                </a:cubicBezTo>
                <a:cubicBezTo>
                  <a:pt x="219946" y="3117"/>
                  <a:pt x="220549" y="4628"/>
                  <a:pt x="220549" y="6404"/>
                </a:cubicBezTo>
                <a:cubicBezTo>
                  <a:pt x="220549" y="8180"/>
                  <a:pt x="219946" y="9702"/>
                  <a:pt x="218741" y="10971"/>
                </a:cubicBezTo>
                <a:cubicBezTo>
                  <a:pt x="217535" y="12238"/>
                  <a:pt x="216074" y="12872"/>
                  <a:pt x="214357" y="12872"/>
                </a:cubicBezTo>
                <a:cubicBezTo>
                  <a:pt x="212641" y="12872"/>
                  <a:pt x="211170" y="12238"/>
                  <a:pt x="209943" y="10971"/>
                </a:cubicBezTo>
                <a:cubicBezTo>
                  <a:pt x="208717" y="9702"/>
                  <a:pt x="208104" y="8180"/>
                  <a:pt x="208104" y="6404"/>
                </a:cubicBezTo>
                <a:cubicBezTo>
                  <a:pt x="208104" y="4628"/>
                  <a:pt x="208707" y="3117"/>
                  <a:pt x="209913" y="1871"/>
                </a:cubicBezTo>
                <a:cubicBezTo>
                  <a:pt x="211118" y="624"/>
                  <a:pt x="212600" y="0"/>
                  <a:pt x="214357" y="0"/>
                </a:cubicBezTo>
                <a:moveTo>
                  <a:pt x="219446" y="30286"/>
                </a:moveTo>
                <a:lnTo>
                  <a:pt x="219446" y="76622"/>
                </a:lnTo>
                <a:cubicBezTo>
                  <a:pt x="219446" y="80232"/>
                  <a:pt x="219701" y="82635"/>
                  <a:pt x="220212" y="83831"/>
                </a:cubicBezTo>
                <a:cubicBezTo>
                  <a:pt x="220723" y="85027"/>
                  <a:pt x="221479" y="85919"/>
                  <a:pt x="222480" y="86506"/>
                </a:cubicBezTo>
                <a:cubicBezTo>
                  <a:pt x="223482" y="87094"/>
                  <a:pt x="225311" y="87388"/>
                  <a:pt x="227967" y="87388"/>
                </a:cubicBezTo>
                <a:lnTo>
                  <a:pt x="227967" y="89722"/>
                </a:lnTo>
                <a:lnTo>
                  <a:pt x="200686" y="89722"/>
                </a:lnTo>
                <a:lnTo>
                  <a:pt x="200686" y="87388"/>
                </a:lnTo>
                <a:cubicBezTo>
                  <a:pt x="203425" y="87388"/>
                  <a:pt x="205264" y="87115"/>
                  <a:pt x="206204" y="86570"/>
                </a:cubicBezTo>
                <a:cubicBezTo>
                  <a:pt x="207144" y="86024"/>
                  <a:pt x="207890" y="85122"/>
                  <a:pt x="208442" y="83862"/>
                </a:cubicBezTo>
                <a:cubicBezTo>
                  <a:pt x="208993" y="82603"/>
                  <a:pt x="209269" y="80190"/>
                  <a:pt x="209269" y="76622"/>
                </a:cubicBezTo>
                <a:lnTo>
                  <a:pt x="209269" y="54399"/>
                </a:lnTo>
                <a:cubicBezTo>
                  <a:pt x="209269" y="48144"/>
                  <a:pt x="209085" y="44094"/>
                  <a:pt x="208717" y="42249"/>
                </a:cubicBezTo>
                <a:cubicBezTo>
                  <a:pt x="208431" y="40905"/>
                  <a:pt x="207982" y="39971"/>
                  <a:pt x="207369" y="39447"/>
                </a:cubicBezTo>
                <a:cubicBezTo>
                  <a:pt x="206756" y="38922"/>
                  <a:pt x="205918" y="38660"/>
                  <a:pt x="204855" y="38660"/>
                </a:cubicBezTo>
                <a:cubicBezTo>
                  <a:pt x="203711" y="38660"/>
                  <a:pt x="202321" y="38975"/>
                  <a:pt x="200686" y="39605"/>
                </a:cubicBezTo>
                <a:lnTo>
                  <a:pt x="199828" y="37337"/>
                </a:lnTo>
                <a:lnTo>
                  <a:pt x="216748" y="30286"/>
                </a:lnTo>
                <a:lnTo>
                  <a:pt x="219446" y="30286"/>
                </a:lnTo>
                <a:close/>
                <a:moveTo>
                  <a:pt x="255242" y="0"/>
                </a:moveTo>
                <a:lnTo>
                  <a:pt x="255242" y="76606"/>
                </a:lnTo>
                <a:cubicBezTo>
                  <a:pt x="255242" y="80221"/>
                  <a:pt x="255497" y="82618"/>
                  <a:pt x="256008" y="83795"/>
                </a:cubicBezTo>
                <a:cubicBezTo>
                  <a:pt x="256519" y="84972"/>
                  <a:pt x="257306" y="85865"/>
                  <a:pt x="258369" y="86475"/>
                </a:cubicBezTo>
                <a:cubicBezTo>
                  <a:pt x="259431" y="87084"/>
                  <a:pt x="261413" y="87388"/>
                  <a:pt x="264315" y="87388"/>
                </a:cubicBezTo>
                <a:lnTo>
                  <a:pt x="264315" y="89722"/>
                </a:lnTo>
                <a:lnTo>
                  <a:pt x="236789" y="89722"/>
                </a:lnTo>
                <a:lnTo>
                  <a:pt x="236789" y="87388"/>
                </a:lnTo>
                <a:cubicBezTo>
                  <a:pt x="239364" y="87388"/>
                  <a:pt x="241122" y="87115"/>
                  <a:pt x="242062" y="86570"/>
                </a:cubicBezTo>
                <a:cubicBezTo>
                  <a:pt x="243002" y="86023"/>
                  <a:pt x="243737" y="85119"/>
                  <a:pt x="244268" y="83858"/>
                </a:cubicBezTo>
                <a:cubicBezTo>
                  <a:pt x="244800" y="82597"/>
                  <a:pt x="245065" y="80179"/>
                  <a:pt x="245065" y="76606"/>
                </a:cubicBezTo>
                <a:lnTo>
                  <a:pt x="245065" y="24148"/>
                </a:lnTo>
                <a:cubicBezTo>
                  <a:pt x="245065" y="17633"/>
                  <a:pt x="244922" y="13630"/>
                  <a:pt x="244636" y="12138"/>
                </a:cubicBezTo>
                <a:cubicBezTo>
                  <a:pt x="244350" y="10645"/>
                  <a:pt x="243890" y="9625"/>
                  <a:pt x="243257" y="9080"/>
                </a:cubicBezTo>
                <a:cubicBezTo>
                  <a:pt x="242623" y="8533"/>
                  <a:pt x="241816" y="8260"/>
                  <a:pt x="240835" y="8260"/>
                </a:cubicBezTo>
                <a:cubicBezTo>
                  <a:pt x="239773" y="8260"/>
                  <a:pt x="238424" y="8596"/>
                  <a:pt x="236789" y="9269"/>
                </a:cubicBezTo>
                <a:lnTo>
                  <a:pt x="235747" y="7061"/>
                </a:lnTo>
                <a:lnTo>
                  <a:pt x="252483" y="0"/>
                </a:lnTo>
                <a:lnTo>
                  <a:pt x="255242" y="0"/>
                </a:lnTo>
                <a:close/>
                <a:moveTo>
                  <a:pt x="303606" y="81394"/>
                </a:moveTo>
                <a:cubicBezTo>
                  <a:pt x="297843" y="85979"/>
                  <a:pt x="294226" y="88629"/>
                  <a:pt x="292755" y="89344"/>
                </a:cubicBezTo>
                <a:cubicBezTo>
                  <a:pt x="290548" y="90437"/>
                  <a:pt x="288198" y="90984"/>
                  <a:pt x="285705" y="90984"/>
                </a:cubicBezTo>
                <a:cubicBezTo>
                  <a:pt x="281822" y="90984"/>
                  <a:pt x="278624" y="89617"/>
                  <a:pt x="276111" y="86883"/>
                </a:cubicBezTo>
                <a:cubicBezTo>
                  <a:pt x="273597" y="84149"/>
                  <a:pt x="272340" y="80552"/>
                  <a:pt x="272340" y="76094"/>
                </a:cubicBezTo>
                <a:cubicBezTo>
                  <a:pt x="272340" y="73275"/>
                  <a:pt x="272953" y="70836"/>
                  <a:pt x="274180" y="68775"/>
                </a:cubicBezTo>
                <a:cubicBezTo>
                  <a:pt x="275855" y="65914"/>
                  <a:pt x="278767" y="63222"/>
                  <a:pt x="282915" y="60698"/>
                </a:cubicBezTo>
                <a:cubicBezTo>
                  <a:pt x="287064" y="58174"/>
                  <a:pt x="293961" y="55104"/>
                  <a:pt x="303606" y="51486"/>
                </a:cubicBezTo>
                <a:lnTo>
                  <a:pt x="303606" y="49215"/>
                </a:lnTo>
                <a:cubicBezTo>
                  <a:pt x="303606" y="43452"/>
                  <a:pt x="302717" y="39498"/>
                  <a:pt x="300939" y="37353"/>
                </a:cubicBezTo>
                <a:cubicBezTo>
                  <a:pt x="299161" y="35208"/>
                  <a:pt x="296576" y="34135"/>
                  <a:pt x="293184" y="34135"/>
                </a:cubicBezTo>
                <a:cubicBezTo>
                  <a:pt x="290609" y="34135"/>
                  <a:pt x="288566" y="34847"/>
                  <a:pt x="287054" y="36272"/>
                </a:cubicBezTo>
                <a:cubicBezTo>
                  <a:pt x="285500" y="37697"/>
                  <a:pt x="284724" y="39332"/>
                  <a:pt x="284724" y="41176"/>
                </a:cubicBezTo>
                <a:lnTo>
                  <a:pt x="284847" y="44822"/>
                </a:lnTo>
                <a:cubicBezTo>
                  <a:pt x="284847" y="46749"/>
                  <a:pt x="284366" y="48236"/>
                  <a:pt x="283406" y="49284"/>
                </a:cubicBezTo>
                <a:cubicBezTo>
                  <a:pt x="282445" y="50331"/>
                  <a:pt x="281189" y="50855"/>
                  <a:pt x="279636" y="50855"/>
                </a:cubicBezTo>
                <a:cubicBezTo>
                  <a:pt x="278123" y="50855"/>
                  <a:pt x="276887" y="50310"/>
                  <a:pt x="275927" y="49221"/>
                </a:cubicBezTo>
                <a:cubicBezTo>
                  <a:pt x="274966" y="48130"/>
                  <a:pt x="274486" y="46640"/>
                  <a:pt x="274486" y="44753"/>
                </a:cubicBezTo>
                <a:cubicBezTo>
                  <a:pt x="274486" y="41147"/>
                  <a:pt x="276284" y="37835"/>
                  <a:pt x="279881" y="34815"/>
                </a:cubicBezTo>
                <a:cubicBezTo>
                  <a:pt x="283477" y="31796"/>
                  <a:pt x="288525" y="30286"/>
                  <a:pt x="295023" y="30286"/>
                </a:cubicBezTo>
                <a:cubicBezTo>
                  <a:pt x="300009" y="30286"/>
                  <a:pt x="304096" y="31147"/>
                  <a:pt x="307284" y="32869"/>
                </a:cubicBezTo>
                <a:cubicBezTo>
                  <a:pt x="309695" y="34172"/>
                  <a:pt x="311473" y="36210"/>
                  <a:pt x="312618" y="38983"/>
                </a:cubicBezTo>
                <a:cubicBezTo>
                  <a:pt x="313353" y="40790"/>
                  <a:pt x="313721" y="44487"/>
                  <a:pt x="313721" y="50075"/>
                </a:cubicBezTo>
                <a:lnTo>
                  <a:pt x="313721" y="69674"/>
                </a:lnTo>
                <a:cubicBezTo>
                  <a:pt x="313721" y="75177"/>
                  <a:pt x="313823" y="78549"/>
                  <a:pt x="314028" y="79789"/>
                </a:cubicBezTo>
                <a:cubicBezTo>
                  <a:pt x="314232" y="81028"/>
                  <a:pt x="314569" y="81858"/>
                  <a:pt x="315039" y="82279"/>
                </a:cubicBezTo>
                <a:cubicBezTo>
                  <a:pt x="315509" y="82698"/>
                  <a:pt x="316051" y="82908"/>
                  <a:pt x="316664" y="82908"/>
                </a:cubicBezTo>
                <a:cubicBezTo>
                  <a:pt x="317318" y="82908"/>
                  <a:pt x="317890" y="82761"/>
                  <a:pt x="318380" y="82466"/>
                </a:cubicBezTo>
                <a:cubicBezTo>
                  <a:pt x="319239" y="81920"/>
                  <a:pt x="320894" y="80384"/>
                  <a:pt x="323346" y="77860"/>
                </a:cubicBezTo>
                <a:lnTo>
                  <a:pt x="323346" y="81394"/>
                </a:lnTo>
                <a:cubicBezTo>
                  <a:pt x="318769" y="87703"/>
                  <a:pt x="314395" y="90858"/>
                  <a:pt x="310227" y="90858"/>
                </a:cubicBezTo>
                <a:cubicBezTo>
                  <a:pt x="308224" y="90858"/>
                  <a:pt x="306630" y="90143"/>
                  <a:pt x="305445" y="88713"/>
                </a:cubicBezTo>
                <a:cubicBezTo>
                  <a:pt x="304260" y="87283"/>
                  <a:pt x="303647" y="84843"/>
                  <a:pt x="303606" y="81394"/>
                </a:cubicBezTo>
                <a:moveTo>
                  <a:pt x="303606" y="77257"/>
                </a:moveTo>
                <a:lnTo>
                  <a:pt x="303606" y="55335"/>
                </a:lnTo>
                <a:cubicBezTo>
                  <a:pt x="297434" y="57847"/>
                  <a:pt x="293450" y="59627"/>
                  <a:pt x="291651" y="60675"/>
                </a:cubicBezTo>
                <a:cubicBezTo>
                  <a:pt x="288423" y="62518"/>
                  <a:pt x="286114" y="64444"/>
                  <a:pt x="284724" y="66454"/>
                </a:cubicBezTo>
                <a:cubicBezTo>
                  <a:pt x="283334" y="68464"/>
                  <a:pt x="282640" y="70662"/>
                  <a:pt x="282640" y="73049"/>
                </a:cubicBezTo>
                <a:cubicBezTo>
                  <a:pt x="282640" y="76065"/>
                  <a:pt x="283518" y="78567"/>
                  <a:pt x="285276" y="80556"/>
                </a:cubicBezTo>
                <a:cubicBezTo>
                  <a:pt x="287033" y="82545"/>
                  <a:pt x="289056" y="83539"/>
                  <a:pt x="291345" y="83539"/>
                </a:cubicBezTo>
                <a:cubicBezTo>
                  <a:pt x="294451" y="83539"/>
                  <a:pt x="298538" y="81445"/>
                  <a:pt x="303606" y="77257"/>
                </a:cubicBezTo>
                <a:close/>
                <a:moveTo>
                  <a:pt x="344290" y="30286"/>
                </a:moveTo>
                <a:lnTo>
                  <a:pt x="344290" y="43284"/>
                </a:lnTo>
                <a:cubicBezTo>
                  <a:pt x="348990" y="34619"/>
                  <a:pt x="353812" y="30286"/>
                  <a:pt x="358758" y="30286"/>
                </a:cubicBezTo>
                <a:cubicBezTo>
                  <a:pt x="361005" y="30286"/>
                  <a:pt x="362865" y="30991"/>
                  <a:pt x="364336" y="32400"/>
                </a:cubicBezTo>
                <a:cubicBezTo>
                  <a:pt x="365808" y="33809"/>
                  <a:pt x="366543" y="35439"/>
                  <a:pt x="366543" y="37290"/>
                </a:cubicBezTo>
                <a:cubicBezTo>
                  <a:pt x="366543" y="38930"/>
                  <a:pt x="366012" y="40318"/>
                  <a:pt x="364949" y="41454"/>
                </a:cubicBezTo>
                <a:cubicBezTo>
                  <a:pt x="363887" y="42590"/>
                  <a:pt x="362620" y="43158"/>
                  <a:pt x="361149" y="43158"/>
                </a:cubicBezTo>
                <a:cubicBezTo>
                  <a:pt x="359718" y="43158"/>
                  <a:pt x="358114" y="42432"/>
                  <a:pt x="356336" y="40981"/>
                </a:cubicBezTo>
                <a:cubicBezTo>
                  <a:pt x="354558" y="39530"/>
                  <a:pt x="353240" y="38804"/>
                  <a:pt x="352382" y="38804"/>
                </a:cubicBezTo>
                <a:cubicBezTo>
                  <a:pt x="351646" y="38804"/>
                  <a:pt x="350849" y="39223"/>
                  <a:pt x="349991" y="40062"/>
                </a:cubicBezTo>
                <a:cubicBezTo>
                  <a:pt x="348152" y="41783"/>
                  <a:pt x="346251" y="44615"/>
                  <a:pt x="344290" y="48558"/>
                </a:cubicBezTo>
                <a:lnTo>
                  <a:pt x="344290" y="76186"/>
                </a:lnTo>
                <a:cubicBezTo>
                  <a:pt x="344290" y="79374"/>
                  <a:pt x="344678" y="81786"/>
                  <a:pt x="345454" y="83423"/>
                </a:cubicBezTo>
                <a:cubicBezTo>
                  <a:pt x="345986" y="84556"/>
                  <a:pt x="346926" y="85500"/>
                  <a:pt x="348275" y="86256"/>
                </a:cubicBezTo>
                <a:cubicBezTo>
                  <a:pt x="349623" y="87011"/>
                  <a:pt x="351565" y="87388"/>
                  <a:pt x="354098" y="87388"/>
                </a:cubicBezTo>
                <a:lnTo>
                  <a:pt x="354098" y="89722"/>
                </a:lnTo>
                <a:lnTo>
                  <a:pt x="325347" y="89722"/>
                </a:lnTo>
                <a:lnTo>
                  <a:pt x="325347" y="87388"/>
                </a:lnTo>
                <a:cubicBezTo>
                  <a:pt x="328207" y="87388"/>
                  <a:pt x="330333" y="86926"/>
                  <a:pt x="331722" y="86004"/>
                </a:cubicBezTo>
                <a:cubicBezTo>
                  <a:pt x="332744" y="85332"/>
                  <a:pt x="333459" y="84261"/>
                  <a:pt x="333868" y="82792"/>
                </a:cubicBezTo>
                <a:cubicBezTo>
                  <a:pt x="334072" y="82078"/>
                  <a:pt x="334174" y="80042"/>
                  <a:pt x="334174" y="76685"/>
                </a:cubicBezTo>
                <a:lnTo>
                  <a:pt x="334174" y="54335"/>
                </a:lnTo>
                <a:cubicBezTo>
                  <a:pt x="334174" y="47620"/>
                  <a:pt x="334042" y="43622"/>
                  <a:pt x="333776" y="42343"/>
                </a:cubicBezTo>
                <a:cubicBezTo>
                  <a:pt x="333510" y="41063"/>
                  <a:pt x="333020" y="40129"/>
                  <a:pt x="332305" y="39541"/>
                </a:cubicBezTo>
                <a:cubicBezTo>
                  <a:pt x="331589" y="38954"/>
                  <a:pt x="330701" y="38660"/>
                  <a:pt x="329638" y="38660"/>
                </a:cubicBezTo>
                <a:cubicBezTo>
                  <a:pt x="328371" y="38660"/>
                  <a:pt x="326940" y="38975"/>
                  <a:pt x="325347" y="39605"/>
                </a:cubicBezTo>
                <a:lnTo>
                  <a:pt x="324734" y="37337"/>
                </a:lnTo>
                <a:lnTo>
                  <a:pt x="341715" y="30286"/>
                </a:lnTo>
                <a:lnTo>
                  <a:pt x="344290" y="30286"/>
                </a:lnTo>
                <a:close/>
                <a:moveTo>
                  <a:pt x="384782" y="0"/>
                </a:moveTo>
                <a:cubicBezTo>
                  <a:pt x="386498" y="0"/>
                  <a:pt x="387959" y="624"/>
                  <a:pt x="389165" y="1871"/>
                </a:cubicBezTo>
                <a:cubicBezTo>
                  <a:pt x="390371" y="3117"/>
                  <a:pt x="390973" y="4628"/>
                  <a:pt x="390973" y="6404"/>
                </a:cubicBezTo>
                <a:cubicBezTo>
                  <a:pt x="390973" y="8180"/>
                  <a:pt x="390371" y="9702"/>
                  <a:pt x="389165" y="10971"/>
                </a:cubicBezTo>
                <a:cubicBezTo>
                  <a:pt x="387959" y="12238"/>
                  <a:pt x="386498" y="12872"/>
                  <a:pt x="384782" y="12872"/>
                </a:cubicBezTo>
                <a:cubicBezTo>
                  <a:pt x="383065" y="12872"/>
                  <a:pt x="381594" y="12238"/>
                  <a:pt x="380368" y="10971"/>
                </a:cubicBezTo>
                <a:cubicBezTo>
                  <a:pt x="379142" y="9702"/>
                  <a:pt x="378529" y="8180"/>
                  <a:pt x="378529" y="6404"/>
                </a:cubicBezTo>
                <a:cubicBezTo>
                  <a:pt x="378529" y="4628"/>
                  <a:pt x="379131" y="3117"/>
                  <a:pt x="380337" y="1871"/>
                </a:cubicBezTo>
                <a:cubicBezTo>
                  <a:pt x="381543" y="624"/>
                  <a:pt x="383024" y="0"/>
                  <a:pt x="384782" y="0"/>
                </a:cubicBezTo>
                <a:moveTo>
                  <a:pt x="389870" y="30286"/>
                </a:moveTo>
                <a:lnTo>
                  <a:pt x="389870" y="76622"/>
                </a:lnTo>
                <a:cubicBezTo>
                  <a:pt x="389870" y="80232"/>
                  <a:pt x="390125" y="82635"/>
                  <a:pt x="390636" y="83831"/>
                </a:cubicBezTo>
                <a:cubicBezTo>
                  <a:pt x="391147" y="85027"/>
                  <a:pt x="391903" y="85919"/>
                  <a:pt x="392905" y="86506"/>
                </a:cubicBezTo>
                <a:cubicBezTo>
                  <a:pt x="393906" y="87094"/>
                  <a:pt x="395735" y="87388"/>
                  <a:pt x="398391" y="87388"/>
                </a:cubicBezTo>
                <a:lnTo>
                  <a:pt x="398391" y="89722"/>
                </a:lnTo>
                <a:lnTo>
                  <a:pt x="371111" y="89722"/>
                </a:lnTo>
                <a:lnTo>
                  <a:pt x="371111" y="87388"/>
                </a:lnTo>
                <a:cubicBezTo>
                  <a:pt x="373849" y="87388"/>
                  <a:pt x="375688" y="87115"/>
                  <a:pt x="376628" y="86570"/>
                </a:cubicBezTo>
                <a:cubicBezTo>
                  <a:pt x="377568" y="86024"/>
                  <a:pt x="378314" y="85122"/>
                  <a:pt x="378866" y="83862"/>
                </a:cubicBezTo>
                <a:cubicBezTo>
                  <a:pt x="379418" y="82603"/>
                  <a:pt x="379693" y="80190"/>
                  <a:pt x="379693" y="76622"/>
                </a:cubicBezTo>
                <a:lnTo>
                  <a:pt x="379693" y="54399"/>
                </a:lnTo>
                <a:cubicBezTo>
                  <a:pt x="379693" y="48144"/>
                  <a:pt x="379509" y="44094"/>
                  <a:pt x="379142" y="42249"/>
                </a:cubicBezTo>
                <a:cubicBezTo>
                  <a:pt x="378856" y="40905"/>
                  <a:pt x="378406" y="39971"/>
                  <a:pt x="377793" y="39447"/>
                </a:cubicBezTo>
                <a:cubicBezTo>
                  <a:pt x="377180" y="38922"/>
                  <a:pt x="376342" y="38660"/>
                  <a:pt x="375279" y="38660"/>
                </a:cubicBezTo>
                <a:cubicBezTo>
                  <a:pt x="374135" y="38660"/>
                  <a:pt x="372746" y="38975"/>
                  <a:pt x="371111" y="39605"/>
                </a:cubicBezTo>
                <a:lnTo>
                  <a:pt x="370252" y="37337"/>
                </a:lnTo>
                <a:lnTo>
                  <a:pt x="387173" y="30286"/>
                </a:lnTo>
                <a:lnTo>
                  <a:pt x="389870" y="30286"/>
                </a:lnTo>
                <a:close/>
                <a:moveTo>
                  <a:pt x="422662" y="12872"/>
                </a:moveTo>
                <a:lnTo>
                  <a:pt x="422662" y="31927"/>
                </a:lnTo>
                <a:lnTo>
                  <a:pt x="435782" y="31927"/>
                </a:lnTo>
                <a:lnTo>
                  <a:pt x="435782" y="36343"/>
                </a:lnTo>
                <a:lnTo>
                  <a:pt x="422662" y="36343"/>
                </a:lnTo>
                <a:lnTo>
                  <a:pt x="422662" y="73771"/>
                </a:lnTo>
                <a:cubicBezTo>
                  <a:pt x="422662" y="77511"/>
                  <a:pt x="423183" y="80032"/>
                  <a:pt x="424226" y="81335"/>
                </a:cubicBezTo>
                <a:cubicBezTo>
                  <a:pt x="425268" y="82636"/>
                  <a:pt x="426606" y="83287"/>
                  <a:pt x="428241" y="83287"/>
                </a:cubicBezTo>
                <a:cubicBezTo>
                  <a:pt x="429590" y="83287"/>
                  <a:pt x="430898" y="82855"/>
                  <a:pt x="432165" y="81993"/>
                </a:cubicBezTo>
                <a:cubicBezTo>
                  <a:pt x="433432" y="81131"/>
                  <a:pt x="434412" y="79858"/>
                  <a:pt x="435107" y="78176"/>
                </a:cubicBezTo>
                <a:lnTo>
                  <a:pt x="437498" y="78176"/>
                </a:lnTo>
                <a:cubicBezTo>
                  <a:pt x="436068" y="82310"/>
                  <a:pt x="434045" y="85436"/>
                  <a:pt x="431429" y="87555"/>
                </a:cubicBezTo>
                <a:cubicBezTo>
                  <a:pt x="428813" y="89673"/>
                  <a:pt x="426116" y="90732"/>
                  <a:pt x="423337" y="90732"/>
                </a:cubicBezTo>
                <a:cubicBezTo>
                  <a:pt x="421457" y="90732"/>
                  <a:pt x="419618" y="90195"/>
                  <a:pt x="417819" y="89121"/>
                </a:cubicBezTo>
                <a:cubicBezTo>
                  <a:pt x="416021" y="88047"/>
                  <a:pt x="414693" y="86510"/>
                  <a:pt x="413834" y="84511"/>
                </a:cubicBezTo>
                <a:cubicBezTo>
                  <a:pt x="412976" y="82510"/>
                  <a:pt x="412547" y="79425"/>
                  <a:pt x="412547" y="75256"/>
                </a:cubicBezTo>
                <a:lnTo>
                  <a:pt x="412547" y="36343"/>
                </a:lnTo>
                <a:lnTo>
                  <a:pt x="403658" y="36343"/>
                </a:lnTo>
                <a:lnTo>
                  <a:pt x="403658" y="34261"/>
                </a:lnTo>
                <a:cubicBezTo>
                  <a:pt x="405906" y="33333"/>
                  <a:pt x="408205" y="31762"/>
                  <a:pt x="410555" y="29547"/>
                </a:cubicBezTo>
                <a:cubicBezTo>
                  <a:pt x="412905" y="27332"/>
                  <a:pt x="414999" y="24705"/>
                  <a:pt x="416838" y="21668"/>
                </a:cubicBezTo>
                <a:cubicBezTo>
                  <a:pt x="417778" y="20065"/>
                  <a:pt x="419086" y="17133"/>
                  <a:pt x="420762" y="12872"/>
                </a:cubicBezTo>
                <a:lnTo>
                  <a:pt x="422662" y="12872"/>
                </a:lnTo>
                <a:close/>
                <a:moveTo>
                  <a:pt x="439025" y="31927"/>
                </a:moveTo>
                <a:lnTo>
                  <a:pt x="465202" y="31927"/>
                </a:lnTo>
                <a:lnTo>
                  <a:pt x="465202" y="34261"/>
                </a:lnTo>
                <a:lnTo>
                  <a:pt x="463915" y="34261"/>
                </a:lnTo>
                <a:cubicBezTo>
                  <a:pt x="462076" y="34261"/>
                  <a:pt x="460696" y="34671"/>
                  <a:pt x="459777" y="35491"/>
                </a:cubicBezTo>
                <a:cubicBezTo>
                  <a:pt x="458857" y="36312"/>
                  <a:pt x="458397" y="37332"/>
                  <a:pt x="458397" y="38552"/>
                </a:cubicBezTo>
                <a:cubicBezTo>
                  <a:pt x="458397" y="40192"/>
                  <a:pt x="459072" y="42464"/>
                  <a:pt x="460420" y="45366"/>
                </a:cubicBezTo>
                <a:lnTo>
                  <a:pt x="474091" y="74516"/>
                </a:lnTo>
                <a:lnTo>
                  <a:pt x="486659" y="42590"/>
                </a:lnTo>
                <a:cubicBezTo>
                  <a:pt x="487354" y="40865"/>
                  <a:pt x="487701" y="39162"/>
                  <a:pt x="487701" y="37479"/>
                </a:cubicBezTo>
                <a:cubicBezTo>
                  <a:pt x="487701" y="36722"/>
                  <a:pt x="487558" y="36154"/>
                  <a:pt x="487272" y="35775"/>
                </a:cubicBezTo>
                <a:cubicBezTo>
                  <a:pt x="486945" y="35313"/>
                  <a:pt x="486434" y="34945"/>
                  <a:pt x="485739" y="34671"/>
                </a:cubicBezTo>
                <a:cubicBezTo>
                  <a:pt x="485044" y="34398"/>
                  <a:pt x="483818" y="34261"/>
                  <a:pt x="482061" y="34261"/>
                </a:cubicBezTo>
                <a:lnTo>
                  <a:pt x="482061" y="31927"/>
                </a:lnTo>
                <a:lnTo>
                  <a:pt x="500330" y="31927"/>
                </a:lnTo>
                <a:lnTo>
                  <a:pt x="500330" y="34261"/>
                </a:lnTo>
                <a:cubicBezTo>
                  <a:pt x="498818" y="34429"/>
                  <a:pt x="497653" y="34766"/>
                  <a:pt x="496835" y="35271"/>
                </a:cubicBezTo>
                <a:cubicBezTo>
                  <a:pt x="496018" y="35775"/>
                  <a:pt x="495119" y="36722"/>
                  <a:pt x="494138" y="38110"/>
                </a:cubicBezTo>
                <a:cubicBezTo>
                  <a:pt x="493770" y="38699"/>
                  <a:pt x="493075" y="40318"/>
                  <a:pt x="492054" y="42968"/>
                </a:cubicBezTo>
                <a:lnTo>
                  <a:pt x="469187" y="100638"/>
                </a:lnTo>
                <a:cubicBezTo>
                  <a:pt x="466980" y="106233"/>
                  <a:pt x="464088" y="110460"/>
                  <a:pt x="460512" y="113320"/>
                </a:cubicBezTo>
                <a:cubicBezTo>
                  <a:pt x="456936" y="116181"/>
                  <a:pt x="453493" y="117611"/>
                  <a:pt x="450183" y="117611"/>
                </a:cubicBezTo>
                <a:cubicBezTo>
                  <a:pt x="447771" y="117611"/>
                  <a:pt x="445789" y="116904"/>
                  <a:pt x="444236" y="115491"/>
                </a:cubicBezTo>
                <a:cubicBezTo>
                  <a:pt x="442683" y="114078"/>
                  <a:pt x="441906" y="112457"/>
                  <a:pt x="441906" y="110629"/>
                </a:cubicBezTo>
                <a:cubicBezTo>
                  <a:pt x="441906" y="108883"/>
                  <a:pt x="442468" y="107475"/>
                  <a:pt x="443592" y="106405"/>
                </a:cubicBezTo>
                <a:cubicBezTo>
                  <a:pt x="444716" y="105337"/>
                  <a:pt x="446259" y="104802"/>
                  <a:pt x="448221" y="104802"/>
                </a:cubicBezTo>
                <a:cubicBezTo>
                  <a:pt x="449569" y="104802"/>
                  <a:pt x="451409" y="105265"/>
                  <a:pt x="453738" y="106190"/>
                </a:cubicBezTo>
                <a:cubicBezTo>
                  <a:pt x="455373" y="106821"/>
                  <a:pt x="456395" y="107137"/>
                  <a:pt x="456803" y="107137"/>
                </a:cubicBezTo>
                <a:cubicBezTo>
                  <a:pt x="458030" y="107137"/>
                  <a:pt x="459368" y="106480"/>
                  <a:pt x="460819" y="105167"/>
                </a:cubicBezTo>
                <a:cubicBezTo>
                  <a:pt x="462270" y="103855"/>
                  <a:pt x="463731" y="101316"/>
                  <a:pt x="465202" y="97548"/>
                </a:cubicBezTo>
                <a:lnTo>
                  <a:pt x="469187" y="87451"/>
                </a:lnTo>
                <a:lnTo>
                  <a:pt x="449018" y="43852"/>
                </a:lnTo>
                <a:cubicBezTo>
                  <a:pt x="448405" y="42548"/>
                  <a:pt x="447424" y="40928"/>
                  <a:pt x="446075" y="38993"/>
                </a:cubicBezTo>
                <a:cubicBezTo>
                  <a:pt x="445053" y="37521"/>
                  <a:pt x="444216" y="36533"/>
                  <a:pt x="443562" y="36028"/>
                </a:cubicBezTo>
                <a:cubicBezTo>
                  <a:pt x="442622" y="35355"/>
                  <a:pt x="441109" y="34766"/>
                  <a:pt x="439025" y="34261"/>
                </a:cubicBezTo>
                <a:lnTo>
                  <a:pt x="439025" y="319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Score">
            <a:extLst xmlns:a="http://schemas.openxmlformats.org/drawingml/2006/main">
              <a:ext uri="{FF2B5EF4-FFF2-40B4-BE49-F238E27FC236}">
                <a16:creationId xmlns:a16="http://schemas.microsoft.com/office/drawing/2014/main" id="{4CADAF96-ADB6-4286-98C0-C9F8D7AB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42" y="3473143"/>
            <a:ext cx="275251" cy="89344"/>
          </a:xfrm>
          <a:custGeom xmlns:a="http://schemas.openxmlformats.org/drawingml/2006/main">
            <a:pathLst>
              <a:path w="275251" h="89344">
                <a:moveTo>
                  <a:pt x="49718" y="0"/>
                </a:moveTo>
                <a:lnTo>
                  <a:pt x="49718" y="29529"/>
                </a:lnTo>
                <a:lnTo>
                  <a:pt x="47450" y="29529"/>
                </a:lnTo>
                <a:cubicBezTo>
                  <a:pt x="46714" y="23850"/>
                  <a:pt x="45396" y="19328"/>
                  <a:pt x="43496" y="15963"/>
                </a:cubicBezTo>
                <a:cubicBezTo>
                  <a:pt x="41595" y="12598"/>
                  <a:pt x="38888" y="9927"/>
                  <a:pt x="35373" y="7950"/>
                </a:cubicBezTo>
                <a:cubicBezTo>
                  <a:pt x="31858" y="5973"/>
                  <a:pt x="28221" y="4985"/>
                  <a:pt x="24461" y="4985"/>
                </a:cubicBezTo>
                <a:cubicBezTo>
                  <a:pt x="20210" y="4985"/>
                  <a:pt x="16695" y="6319"/>
                  <a:pt x="13916" y="8989"/>
                </a:cubicBezTo>
                <a:cubicBezTo>
                  <a:pt x="11137" y="11658"/>
                  <a:pt x="9747" y="14694"/>
                  <a:pt x="9747" y="18099"/>
                </a:cubicBezTo>
                <a:cubicBezTo>
                  <a:pt x="9747" y="20705"/>
                  <a:pt x="10626" y="23080"/>
                  <a:pt x="12384" y="25223"/>
                </a:cubicBezTo>
                <a:cubicBezTo>
                  <a:pt x="14917" y="28376"/>
                  <a:pt x="20946" y="32580"/>
                  <a:pt x="30468" y="37834"/>
                </a:cubicBezTo>
                <a:cubicBezTo>
                  <a:pt x="38234" y="42120"/>
                  <a:pt x="43537" y="45409"/>
                  <a:pt x="46377" y="47701"/>
                </a:cubicBezTo>
                <a:cubicBezTo>
                  <a:pt x="49217" y="49990"/>
                  <a:pt x="51404" y="52691"/>
                  <a:pt x="52937" y="55802"/>
                </a:cubicBezTo>
                <a:cubicBezTo>
                  <a:pt x="54469" y="58913"/>
                  <a:pt x="55236" y="62170"/>
                  <a:pt x="55236" y="65574"/>
                </a:cubicBezTo>
                <a:cubicBezTo>
                  <a:pt x="55236" y="72047"/>
                  <a:pt x="52794" y="77627"/>
                  <a:pt x="47910" y="82315"/>
                </a:cubicBezTo>
                <a:cubicBezTo>
                  <a:pt x="43026" y="87001"/>
                  <a:pt x="36742" y="89344"/>
                  <a:pt x="29058" y="89344"/>
                </a:cubicBezTo>
                <a:cubicBezTo>
                  <a:pt x="26647" y="89344"/>
                  <a:pt x="24379" y="89157"/>
                  <a:pt x="22254" y="88784"/>
                </a:cubicBezTo>
                <a:cubicBezTo>
                  <a:pt x="20987" y="88576"/>
                  <a:pt x="18361" y="87818"/>
                  <a:pt x="14376" y="86510"/>
                </a:cubicBezTo>
                <a:cubicBezTo>
                  <a:pt x="10391" y="85203"/>
                  <a:pt x="7867" y="84549"/>
                  <a:pt x="6805" y="84549"/>
                </a:cubicBezTo>
                <a:cubicBezTo>
                  <a:pt x="5783" y="84549"/>
                  <a:pt x="4976" y="84860"/>
                  <a:pt x="4383" y="85483"/>
                </a:cubicBezTo>
                <a:cubicBezTo>
                  <a:pt x="3791" y="86106"/>
                  <a:pt x="3351" y="87393"/>
                  <a:pt x="3065" y="89344"/>
                </a:cubicBezTo>
                <a:lnTo>
                  <a:pt x="797" y="89344"/>
                </a:lnTo>
                <a:lnTo>
                  <a:pt x="797" y="60067"/>
                </a:lnTo>
                <a:lnTo>
                  <a:pt x="3065" y="60067"/>
                </a:lnTo>
                <a:cubicBezTo>
                  <a:pt x="4128" y="66209"/>
                  <a:pt x="5558" y="70804"/>
                  <a:pt x="7357" y="73854"/>
                </a:cubicBezTo>
                <a:cubicBezTo>
                  <a:pt x="9155" y="76903"/>
                  <a:pt x="11903" y="79438"/>
                  <a:pt x="15602" y="81457"/>
                </a:cubicBezTo>
                <a:cubicBezTo>
                  <a:pt x="19301" y="83476"/>
                  <a:pt x="23357" y="84485"/>
                  <a:pt x="27771" y="84485"/>
                </a:cubicBezTo>
                <a:cubicBezTo>
                  <a:pt x="32880" y="84485"/>
                  <a:pt x="36916" y="83099"/>
                  <a:pt x="39879" y="80325"/>
                </a:cubicBezTo>
                <a:cubicBezTo>
                  <a:pt x="42842" y="77550"/>
                  <a:pt x="44323" y="74271"/>
                  <a:pt x="44323" y="70488"/>
                </a:cubicBezTo>
                <a:cubicBezTo>
                  <a:pt x="44323" y="68386"/>
                  <a:pt x="43761" y="66264"/>
                  <a:pt x="42637" y="64121"/>
                </a:cubicBezTo>
                <a:cubicBezTo>
                  <a:pt x="41513" y="61977"/>
                  <a:pt x="39766" y="59981"/>
                  <a:pt x="37396" y="58131"/>
                </a:cubicBezTo>
                <a:cubicBezTo>
                  <a:pt x="35802" y="56870"/>
                  <a:pt x="31449" y="54191"/>
                  <a:pt x="24338" y="50092"/>
                </a:cubicBezTo>
                <a:cubicBezTo>
                  <a:pt x="17227" y="45994"/>
                  <a:pt x="12169" y="42726"/>
                  <a:pt x="9165" y="40289"/>
                </a:cubicBezTo>
                <a:cubicBezTo>
                  <a:pt x="6161" y="37850"/>
                  <a:pt x="3883" y="35160"/>
                  <a:pt x="2330" y="32218"/>
                </a:cubicBezTo>
                <a:cubicBezTo>
                  <a:pt x="777" y="29275"/>
                  <a:pt x="0" y="26038"/>
                  <a:pt x="0" y="22507"/>
                </a:cubicBezTo>
                <a:cubicBezTo>
                  <a:pt x="0" y="16371"/>
                  <a:pt x="2289" y="11086"/>
                  <a:pt x="6866" y="6653"/>
                </a:cubicBezTo>
                <a:cubicBezTo>
                  <a:pt x="11444" y="2218"/>
                  <a:pt x="17267" y="0"/>
                  <a:pt x="24338" y="0"/>
                </a:cubicBezTo>
                <a:cubicBezTo>
                  <a:pt x="28752" y="0"/>
                  <a:pt x="33431" y="1115"/>
                  <a:pt x="38377" y="3344"/>
                </a:cubicBezTo>
                <a:cubicBezTo>
                  <a:pt x="40665" y="4396"/>
                  <a:pt x="42280" y="4921"/>
                  <a:pt x="43220" y="4921"/>
                </a:cubicBezTo>
                <a:cubicBezTo>
                  <a:pt x="44282" y="4921"/>
                  <a:pt x="45151" y="4595"/>
                  <a:pt x="45825" y="3943"/>
                </a:cubicBezTo>
                <a:cubicBezTo>
                  <a:pt x="46500" y="3292"/>
                  <a:pt x="47041" y="1977"/>
                  <a:pt x="47450" y="0"/>
                </a:cubicBezTo>
                <a:lnTo>
                  <a:pt x="49718" y="0"/>
                </a:lnTo>
                <a:close/>
                <a:moveTo>
                  <a:pt x="113277" y="65494"/>
                </a:moveTo>
                <a:cubicBezTo>
                  <a:pt x="111765" y="73107"/>
                  <a:pt x="108802" y="78965"/>
                  <a:pt x="104388" y="83066"/>
                </a:cubicBezTo>
                <a:cubicBezTo>
                  <a:pt x="99974" y="87167"/>
                  <a:pt x="95090" y="89218"/>
                  <a:pt x="89736" y="89218"/>
                </a:cubicBezTo>
                <a:cubicBezTo>
                  <a:pt x="83360" y="89218"/>
                  <a:pt x="77802" y="86466"/>
                  <a:pt x="73061" y="80962"/>
                </a:cubicBezTo>
                <a:cubicBezTo>
                  <a:pt x="68320" y="75457"/>
                  <a:pt x="65950" y="68019"/>
                  <a:pt x="65950" y="58648"/>
                </a:cubicBezTo>
                <a:cubicBezTo>
                  <a:pt x="65950" y="49571"/>
                  <a:pt x="68576" y="42197"/>
                  <a:pt x="73828" y="36525"/>
                </a:cubicBezTo>
                <a:cubicBezTo>
                  <a:pt x="79079" y="30851"/>
                  <a:pt x="85383" y="28015"/>
                  <a:pt x="92740" y="28015"/>
                </a:cubicBezTo>
                <a:cubicBezTo>
                  <a:pt x="98257" y="28015"/>
                  <a:pt x="102794" y="29514"/>
                  <a:pt x="106350" y="32512"/>
                </a:cubicBezTo>
                <a:cubicBezTo>
                  <a:pt x="109905" y="35509"/>
                  <a:pt x="111683" y="38622"/>
                  <a:pt x="111683" y="41850"/>
                </a:cubicBezTo>
                <a:cubicBezTo>
                  <a:pt x="111683" y="43444"/>
                  <a:pt x="111183" y="44733"/>
                  <a:pt x="110181" y="45719"/>
                </a:cubicBezTo>
                <a:cubicBezTo>
                  <a:pt x="109180" y="46703"/>
                  <a:pt x="107780" y="47196"/>
                  <a:pt x="105982" y="47196"/>
                </a:cubicBezTo>
                <a:cubicBezTo>
                  <a:pt x="103571" y="47196"/>
                  <a:pt x="101752" y="46397"/>
                  <a:pt x="100526" y="44798"/>
                </a:cubicBezTo>
                <a:cubicBezTo>
                  <a:pt x="99831" y="43915"/>
                  <a:pt x="99371" y="42232"/>
                  <a:pt x="99146" y="39750"/>
                </a:cubicBezTo>
                <a:cubicBezTo>
                  <a:pt x="98922" y="37269"/>
                  <a:pt x="98094" y="35376"/>
                  <a:pt x="96664" y="34072"/>
                </a:cubicBezTo>
                <a:cubicBezTo>
                  <a:pt x="95233" y="32810"/>
                  <a:pt x="93251" y="32179"/>
                  <a:pt x="90717" y="32179"/>
                </a:cubicBezTo>
                <a:cubicBezTo>
                  <a:pt x="86630" y="32179"/>
                  <a:pt x="83340" y="33735"/>
                  <a:pt x="80847" y="36848"/>
                </a:cubicBezTo>
                <a:cubicBezTo>
                  <a:pt x="77536" y="40970"/>
                  <a:pt x="75881" y="46418"/>
                  <a:pt x="75881" y="53190"/>
                </a:cubicBezTo>
                <a:cubicBezTo>
                  <a:pt x="75881" y="60088"/>
                  <a:pt x="77526" y="66177"/>
                  <a:pt x="80816" y="71456"/>
                </a:cubicBezTo>
                <a:cubicBezTo>
                  <a:pt x="84106" y="76735"/>
                  <a:pt x="88551" y="79375"/>
                  <a:pt x="94150" y="79375"/>
                </a:cubicBezTo>
                <a:cubicBezTo>
                  <a:pt x="98155" y="79375"/>
                  <a:pt x="101752" y="77966"/>
                  <a:pt x="104940" y="75147"/>
                </a:cubicBezTo>
                <a:cubicBezTo>
                  <a:pt x="107187" y="73212"/>
                  <a:pt x="109374" y="69700"/>
                  <a:pt x="111499" y="64610"/>
                </a:cubicBezTo>
                <a:lnTo>
                  <a:pt x="113277" y="65494"/>
                </a:lnTo>
                <a:close/>
                <a:moveTo>
                  <a:pt x="149093" y="28015"/>
                </a:moveTo>
                <a:cubicBezTo>
                  <a:pt x="157594" y="28015"/>
                  <a:pt x="164419" y="31334"/>
                  <a:pt x="169569" y="37974"/>
                </a:cubicBezTo>
                <a:cubicBezTo>
                  <a:pt x="173942" y="43646"/>
                  <a:pt x="176128" y="50159"/>
                  <a:pt x="176128" y="57514"/>
                </a:cubicBezTo>
                <a:cubicBezTo>
                  <a:pt x="176128" y="62683"/>
                  <a:pt x="174923" y="67914"/>
                  <a:pt x="172511" y="73209"/>
                </a:cubicBezTo>
                <a:cubicBezTo>
                  <a:pt x="170100" y="78503"/>
                  <a:pt x="166779" y="82494"/>
                  <a:pt x="162549" y="85183"/>
                </a:cubicBezTo>
                <a:cubicBezTo>
                  <a:pt x="158319" y="87873"/>
                  <a:pt x="153609" y="89218"/>
                  <a:pt x="148419" y="89218"/>
                </a:cubicBezTo>
                <a:cubicBezTo>
                  <a:pt x="139959" y="89218"/>
                  <a:pt x="133235" y="85751"/>
                  <a:pt x="128249" y="78817"/>
                </a:cubicBezTo>
                <a:cubicBezTo>
                  <a:pt x="124040" y="72976"/>
                  <a:pt x="121935" y="66422"/>
                  <a:pt x="121935" y="59152"/>
                </a:cubicBezTo>
                <a:cubicBezTo>
                  <a:pt x="121935" y="53858"/>
                  <a:pt x="123212" y="48594"/>
                  <a:pt x="125767" y="43363"/>
                </a:cubicBezTo>
                <a:cubicBezTo>
                  <a:pt x="128321" y="38131"/>
                  <a:pt x="131682" y="34265"/>
                  <a:pt x="135851" y="31765"/>
                </a:cubicBezTo>
                <a:cubicBezTo>
                  <a:pt x="140020" y="29265"/>
                  <a:pt x="144434" y="28015"/>
                  <a:pt x="149093" y="28015"/>
                </a:cubicBezTo>
                <a:moveTo>
                  <a:pt x="147193" y="32179"/>
                </a:moveTo>
                <a:cubicBezTo>
                  <a:pt x="145026" y="32179"/>
                  <a:pt x="142850" y="32841"/>
                  <a:pt x="140664" y="34164"/>
                </a:cubicBezTo>
                <a:cubicBezTo>
                  <a:pt x="138477" y="35488"/>
                  <a:pt x="136709" y="37810"/>
                  <a:pt x="135361" y="41129"/>
                </a:cubicBezTo>
                <a:cubicBezTo>
                  <a:pt x="134012" y="44448"/>
                  <a:pt x="133338" y="48712"/>
                  <a:pt x="133338" y="53921"/>
                </a:cubicBezTo>
                <a:cubicBezTo>
                  <a:pt x="133338" y="62324"/>
                  <a:pt x="134962" y="69571"/>
                  <a:pt x="138211" y="75664"/>
                </a:cubicBezTo>
                <a:cubicBezTo>
                  <a:pt x="141461" y="81755"/>
                  <a:pt x="145742" y="84801"/>
                  <a:pt x="151055" y="84801"/>
                </a:cubicBezTo>
                <a:cubicBezTo>
                  <a:pt x="155019" y="84801"/>
                  <a:pt x="158289" y="83120"/>
                  <a:pt x="160863" y="79759"/>
                </a:cubicBezTo>
                <a:cubicBezTo>
                  <a:pt x="163438" y="76398"/>
                  <a:pt x="164726" y="70621"/>
                  <a:pt x="164726" y="62429"/>
                </a:cubicBezTo>
                <a:cubicBezTo>
                  <a:pt x="164726" y="52178"/>
                  <a:pt x="162580" y="44111"/>
                  <a:pt x="158289" y="38228"/>
                </a:cubicBezTo>
                <a:cubicBezTo>
                  <a:pt x="155387" y="34195"/>
                  <a:pt x="151688" y="32179"/>
                  <a:pt x="147193" y="32179"/>
                </a:cubicBezTo>
                <a:close/>
                <a:moveTo>
                  <a:pt x="200834" y="28015"/>
                </a:moveTo>
                <a:lnTo>
                  <a:pt x="200834" y="41012"/>
                </a:lnTo>
                <a:cubicBezTo>
                  <a:pt x="205534" y="32347"/>
                  <a:pt x="210357" y="28015"/>
                  <a:pt x="215302" y="28015"/>
                </a:cubicBezTo>
                <a:cubicBezTo>
                  <a:pt x="217550" y="28015"/>
                  <a:pt x="219410" y="28719"/>
                  <a:pt x="220881" y="30128"/>
                </a:cubicBezTo>
                <a:cubicBezTo>
                  <a:pt x="222352" y="31537"/>
                  <a:pt x="223088" y="33167"/>
                  <a:pt x="223088" y="35018"/>
                </a:cubicBezTo>
                <a:cubicBezTo>
                  <a:pt x="223088" y="36659"/>
                  <a:pt x="222557" y="38047"/>
                  <a:pt x="221494" y="39183"/>
                </a:cubicBezTo>
                <a:cubicBezTo>
                  <a:pt x="220431" y="40318"/>
                  <a:pt x="219164" y="40886"/>
                  <a:pt x="217693" y="40886"/>
                </a:cubicBezTo>
                <a:cubicBezTo>
                  <a:pt x="216263" y="40886"/>
                  <a:pt x="214658" y="40161"/>
                  <a:pt x="212881" y="38709"/>
                </a:cubicBezTo>
                <a:cubicBezTo>
                  <a:pt x="211103" y="37258"/>
                  <a:pt x="209785" y="36533"/>
                  <a:pt x="208926" y="36533"/>
                </a:cubicBezTo>
                <a:cubicBezTo>
                  <a:pt x="208191" y="36533"/>
                  <a:pt x="207394" y="36952"/>
                  <a:pt x="206536" y="37791"/>
                </a:cubicBezTo>
                <a:cubicBezTo>
                  <a:pt x="204696" y="39511"/>
                  <a:pt x="202796" y="42343"/>
                  <a:pt x="200834" y="46287"/>
                </a:cubicBezTo>
                <a:lnTo>
                  <a:pt x="200834" y="73915"/>
                </a:lnTo>
                <a:cubicBezTo>
                  <a:pt x="200834" y="77103"/>
                  <a:pt x="201223" y="79515"/>
                  <a:pt x="201999" y="81151"/>
                </a:cubicBezTo>
                <a:cubicBezTo>
                  <a:pt x="202530" y="82284"/>
                  <a:pt x="203470" y="83229"/>
                  <a:pt x="204819" y="83985"/>
                </a:cubicBezTo>
                <a:cubicBezTo>
                  <a:pt x="206168" y="84739"/>
                  <a:pt x="208109" y="85116"/>
                  <a:pt x="210643" y="85116"/>
                </a:cubicBezTo>
                <a:lnTo>
                  <a:pt x="210643" y="87451"/>
                </a:lnTo>
                <a:lnTo>
                  <a:pt x="181891" y="87451"/>
                </a:lnTo>
                <a:lnTo>
                  <a:pt x="181891" y="85116"/>
                </a:lnTo>
                <a:cubicBezTo>
                  <a:pt x="184752" y="85116"/>
                  <a:pt x="186877" y="84655"/>
                  <a:pt x="188267" y="83732"/>
                </a:cubicBezTo>
                <a:cubicBezTo>
                  <a:pt x="189289" y="83061"/>
                  <a:pt x="190004" y="81990"/>
                  <a:pt x="190412" y="80520"/>
                </a:cubicBezTo>
                <a:cubicBezTo>
                  <a:pt x="190617" y="79806"/>
                  <a:pt x="190719" y="77771"/>
                  <a:pt x="190719" y="74414"/>
                </a:cubicBezTo>
                <a:lnTo>
                  <a:pt x="190719" y="52064"/>
                </a:lnTo>
                <a:cubicBezTo>
                  <a:pt x="190719" y="45348"/>
                  <a:pt x="190586" y="41351"/>
                  <a:pt x="190321" y="40072"/>
                </a:cubicBezTo>
                <a:cubicBezTo>
                  <a:pt x="190055" y="38792"/>
                  <a:pt x="189564" y="37858"/>
                  <a:pt x="188849" y="37270"/>
                </a:cubicBezTo>
                <a:cubicBezTo>
                  <a:pt x="188134" y="36682"/>
                  <a:pt x="187245" y="36389"/>
                  <a:pt x="186182" y="36389"/>
                </a:cubicBezTo>
                <a:cubicBezTo>
                  <a:pt x="184915" y="36389"/>
                  <a:pt x="183485" y="36703"/>
                  <a:pt x="181891" y="37333"/>
                </a:cubicBezTo>
                <a:lnTo>
                  <a:pt x="181278" y="35066"/>
                </a:lnTo>
                <a:lnTo>
                  <a:pt x="198259" y="28015"/>
                </a:lnTo>
                <a:lnTo>
                  <a:pt x="200834" y="28015"/>
                </a:lnTo>
                <a:close/>
                <a:moveTo>
                  <a:pt x="236445" y="51486"/>
                </a:moveTo>
                <a:cubicBezTo>
                  <a:pt x="236404" y="60048"/>
                  <a:pt x="238427" y="66763"/>
                  <a:pt x="242514" y="71632"/>
                </a:cubicBezTo>
                <a:cubicBezTo>
                  <a:pt x="246601" y="76499"/>
                  <a:pt x="251403" y="78933"/>
                  <a:pt x="256921" y="78933"/>
                </a:cubicBezTo>
                <a:cubicBezTo>
                  <a:pt x="260599" y="78933"/>
                  <a:pt x="263797" y="77892"/>
                  <a:pt x="266515" y="75810"/>
                </a:cubicBezTo>
                <a:cubicBezTo>
                  <a:pt x="269233" y="73728"/>
                  <a:pt x="271511" y="70163"/>
                  <a:pt x="273351" y="65115"/>
                </a:cubicBezTo>
                <a:lnTo>
                  <a:pt x="275251" y="66377"/>
                </a:lnTo>
                <a:cubicBezTo>
                  <a:pt x="274393" y="72140"/>
                  <a:pt x="271900" y="77387"/>
                  <a:pt x="267772" y="82119"/>
                </a:cubicBezTo>
                <a:cubicBezTo>
                  <a:pt x="263644" y="86852"/>
                  <a:pt x="258474" y="89218"/>
                  <a:pt x="252262" y="89218"/>
                </a:cubicBezTo>
                <a:cubicBezTo>
                  <a:pt x="245518" y="89218"/>
                  <a:pt x="239745" y="86521"/>
                  <a:pt x="234943" y="81128"/>
                </a:cubicBezTo>
                <a:cubicBezTo>
                  <a:pt x="230141" y="75733"/>
                  <a:pt x="227740" y="68481"/>
                  <a:pt x="227740" y="59371"/>
                </a:cubicBezTo>
                <a:cubicBezTo>
                  <a:pt x="227740" y="49507"/>
                  <a:pt x="230202" y="41816"/>
                  <a:pt x="235127" y="36296"/>
                </a:cubicBezTo>
                <a:cubicBezTo>
                  <a:pt x="240052" y="30775"/>
                  <a:pt x="246233" y="28015"/>
                  <a:pt x="253672" y="28015"/>
                </a:cubicBezTo>
                <a:cubicBezTo>
                  <a:pt x="259966" y="28015"/>
                  <a:pt x="265136" y="30144"/>
                  <a:pt x="269182" y="34403"/>
                </a:cubicBezTo>
                <a:cubicBezTo>
                  <a:pt x="273228" y="38661"/>
                  <a:pt x="275251" y="44355"/>
                  <a:pt x="275251" y="51486"/>
                </a:cubicBezTo>
                <a:lnTo>
                  <a:pt x="236445" y="51486"/>
                </a:lnTo>
                <a:moveTo>
                  <a:pt x="236445" y="47827"/>
                </a:moveTo>
                <a:lnTo>
                  <a:pt x="262438" y="47827"/>
                </a:lnTo>
                <a:cubicBezTo>
                  <a:pt x="262234" y="44125"/>
                  <a:pt x="261805" y="41517"/>
                  <a:pt x="261151" y="40003"/>
                </a:cubicBezTo>
                <a:cubicBezTo>
                  <a:pt x="260129" y="37647"/>
                  <a:pt x="258607" y="35796"/>
                  <a:pt x="256584" y="34450"/>
                </a:cubicBezTo>
                <a:cubicBezTo>
                  <a:pt x="254561" y="33104"/>
                  <a:pt x="252446" y="32431"/>
                  <a:pt x="250239" y="32431"/>
                </a:cubicBezTo>
                <a:cubicBezTo>
                  <a:pt x="246847" y="32431"/>
                  <a:pt x="243812" y="33788"/>
                  <a:pt x="241135" y="36501"/>
                </a:cubicBezTo>
                <a:cubicBezTo>
                  <a:pt x="238458" y="39214"/>
                  <a:pt x="236895" y="42989"/>
                  <a:pt x="236445" y="478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c5da6653d448b"/>
          <a:stretch xmlns:a="http://schemas.openxmlformats.org/drawingml/2006/main"/>
        </p:blipFill>
        <p:spPr>
          <a:xfrm xmlns:a="http://schemas.openxmlformats.org/drawingml/2006/main">
            <a:off x="7148943" y="1042916"/>
            <a:ext cx="247486" cy="254608"/>
          </a:xfrm>
          <a:prstGeom xmlns:a="http://schemas.openxmlformats.org/drawingml/2006/main" prst="rect">
            <a:avLst/>
          </a:prstGeom>
        </p:spPr>
      </p:pic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BB4C6F-5177-4628-BBDC-E2788501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949" y="1036757"/>
            <a:ext cx="1020048" cy="547748"/>
          </a:xfrm>
          <a:custGeom xmlns:a="http://schemas.openxmlformats.org/drawingml/2006/main">
            <a:pathLst>
              <a:path w="1020048" h="547748" fill="none">
                <a:moveTo>
                  <a:pt x="0" y="49051"/>
                </a:moveTo>
                <a:cubicBezTo>
                  <a:pt x="0" y="21961"/>
                  <a:pt x="21337" y="0"/>
                  <a:pt x="47658" y="0"/>
                </a:cubicBezTo>
                <a:lnTo>
                  <a:pt x="972390" y="0"/>
                </a:lnTo>
                <a:cubicBezTo>
                  <a:pt x="998711" y="0"/>
                  <a:pt x="1020048" y="21961"/>
                  <a:pt x="1020048" y="49051"/>
                </a:cubicBezTo>
                <a:lnTo>
                  <a:pt x="1020048" y="498698"/>
                </a:lnTo>
                <a:cubicBezTo>
                  <a:pt x="1020048" y="525788"/>
                  <a:pt x="998711" y="547748"/>
                  <a:pt x="972390" y="547748"/>
                </a:cubicBezTo>
                <a:lnTo>
                  <a:pt x="47658" y="547748"/>
                </a:lnTo>
                <a:cubicBezTo>
                  <a:pt x="21337" y="547748"/>
                  <a:pt x="0" y="525788"/>
                  <a:pt x="0" y="498698"/>
                </a:cubicBezTo>
                <a:lnTo>
                  <a:pt x="0" y="490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7F7F7F"/>
            </a:solidFill>
            <a:miter/>
          </a:ln>
        </p:spPr>
      </p:sp>
      <p:pic>
        <p:nvPicPr>
          <p:cNvPr id="3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d9182afd54d11"/>
          <a:stretch xmlns:a="http://schemas.openxmlformats.org/drawingml/2006/main"/>
        </p:blipFill>
        <p:spPr>
          <a:xfrm xmlns:a="http://schemas.openxmlformats.org/drawingml/2006/main">
            <a:off x="8027012" y="1122887"/>
            <a:ext cx="406351" cy="418827"/>
          </a:xfrm>
          <a:prstGeom xmlns:a="http://schemas.openxmlformats.org/drawingml/2006/main" prst="rect">
            <a:avLst/>
          </a:prstGeom>
        </p:spPr>
      </p:pic>
      <p:sp>
        <p:nvSpPr>
          <p:cNvPr id="110" name="Text Code">
            <a:extLst xmlns:a="http://schemas.openxmlformats.org/drawingml/2006/main">
              <a:ext uri="{FF2B5EF4-FFF2-40B4-BE49-F238E27FC236}">
                <a16:creationId xmlns:a16="http://schemas.microsoft.com/office/drawing/2014/main" id="{1E767272-2CAC-460D-A5B4-0C23332F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656" y="1167529"/>
            <a:ext cx="294335" cy="104703"/>
          </a:xfrm>
          <a:custGeom xmlns:a="http://schemas.openxmlformats.org/drawingml/2006/main">
            <a:pathLst>
              <a:path w="294335" h="104703">
                <a:moveTo>
                  <a:pt x="81202" y="2596"/>
                </a:moveTo>
                <a:lnTo>
                  <a:pt x="83374" y="35766"/>
                </a:lnTo>
                <a:lnTo>
                  <a:pt x="81202" y="35766"/>
                </a:lnTo>
                <a:cubicBezTo>
                  <a:pt x="78306" y="25790"/>
                  <a:pt x="74173" y="18609"/>
                  <a:pt x="68801" y="14224"/>
                </a:cubicBezTo>
                <a:cubicBezTo>
                  <a:pt x="63430" y="9837"/>
                  <a:pt x="56984" y="7644"/>
                  <a:pt x="49464" y="7644"/>
                </a:cubicBezTo>
                <a:cubicBezTo>
                  <a:pt x="43158" y="7644"/>
                  <a:pt x="37460" y="9292"/>
                  <a:pt x="32369" y="12588"/>
                </a:cubicBezTo>
                <a:cubicBezTo>
                  <a:pt x="27278" y="15882"/>
                  <a:pt x="23272" y="21138"/>
                  <a:pt x="20353" y="28355"/>
                </a:cubicBezTo>
                <a:cubicBezTo>
                  <a:pt x="17434" y="35572"/>
                  <a:pt x="15974" y="44545"/>
                  <a:pt x="15974" y="55274"/>
                </a:cubicBezTo>
                <a:cubicBezTo>
                  <a:pt x="15974" y="64126"/>
                  <a:pt x="17352" y="71799"/>
                  <a:pt x="20108" y="78295"/>
                </a:cubicBezTo>
                <a:cubicBezTo>
                  <a:pt x="22864" y="84789"/>
                  <a:pt x="27009" y="89769"/>
                  <a:pt x="32544" y="93233"/>
                </a:cubicBezTo>
                <a:cubicBezTo>
                  <a:pt x="38079" y="96697"/>
                  <a:pt x="44396" y="98429"/>
                  <a:pt x="51496" y="98429"/>
                </a:cubicBezTo>
                <a:cubicBezTo>
                  <a:pt x="57661" y="98429"/>
                  <a:pt x="63103" y="97071"/>
                  <a:pt x="67820" y="94355"/>
                </a:cubicBezTo>
                <a:cubicBezTo>
                  <a:pt x="72538" y="91639"/>
                  <a:pt x="77722" y="86243"/>
                  <a:pt x="83374" y="78167"/>
                </a:cubicBezTo>
                <a:lnTo>
                  <a:pt x="85546" y="79604"/>
                </a:lnTo>
                <a:cubicBezTo>
                  <a:pt x="80782" y="88283"/>
                  <a:pt x="75224" y="94636"/>
                  <a:pt x="68871" y="98664"/>
                </a:cubicBezTo>
                <a:cubicBezTo>
                  <a:pt x="62519" y="102690"/>
                  <a:pt x="54976" y="104703"/>
                  <a:pt x="46241" y="104703"/>
                </a:cubicBezTo>
                <a:cubicBezTo>
                  <a:pt x="30500" y="104703"/>
                  <a:pt x="18310" y="98702"/>
                  <a:pt x="9669" y="86700"/>
                </a:cubicBezTo>
                <a:cubicBezTo>
                  <a:pt x="3223" y="77772"/>
                  <a:pt x="0" y="67259"/>
                  <a:pt x="0" y="55161"/>
                </a:cubicBezTo>
                <a:cubicBezTo>
                  <a:pt x="0" y="45416"/>
                  <a:pt x="2125" y="36463"/>
                  <a:pt x="6376" y="28303"/>
                </a:cubicBezTo>
                <a:cubicBezTo>
                  <a:pt x="10626" y="20143"/>
                  <a:pt x="16476" y="13818"/>
                  <a:pt x="23926" y="9329"/>
                </a:cubicBezTo>
                <a:cubicBezTo>
                  <a:pt x="31376" y="4840"/>
                  <a:pt x="39515" y="2596"/>
                  <a:pt x="48343" y="2596"/>
                </a:cubicBezTo>
                <a:cubicBezTo>
                  <a:pt x="55209" y="2596"/>
                  <a:pt x="61982" y="4327"/>
                  <a:pt x="68661" y="7788"/>
                </a:cubicBezTo>
                <a:cubicBezTo>
                  <a:pt x="70623" y="8845"/>
                  <a:pt x="72024" y="9374"/>
                  <a:pt x="72865" y="9374"/>
                </a:cubicBezTo>
                <a:cubicBezTo>
                  <a:pt x="74126" y="9374"/>
                  <a:pt x="75224" y="8918"/>
                  <a:pt x="76158" y="8004"/>
                </a:cubicBezTo>
                <a:cubicBezTo>
                  <a:pt x="77372" y="6706"/>
                  <a:pt x="78236" y="4903"/>
                  <a:pt x="78750" y="2596"/>
                </a:cubicBezTo>
                <a:lnTo>
                  <a:pt x="81202" y="2596"/>
                </a:lnTo>
                <a:close/>
                <a:moveTo>
                  <a:pt x="127097" y="34613"/>
                </a:moveTo>
                <a:cubicBezTo>
                  <a:pt x="136812" y="34613"/>
                  <a:pt x="144612" y="38407"/>
                  <a:pt x="150498" y="45995"/>
                </a:cubicBezTo>
                <a:cubicBezTo>
                  <a:pt x="155495" y="52477"/>
                  <a:pt x="157994" y="59921"/>
                  <a:pt x="157994" y="68326"/>
                </a:cubicBezTo>
                <a:cubicBezTo>
                  <a:pt x="157994" y="74233"/>
                  <a:pt x="156616" y="80212"/>
                  <a:pt x="153861" y="86263"/>
                </a:cubicBezTo>
                <a:cubicBezTo>
                  <a:pt x="151105" y="92313"/>
                  <a:pt x="147310" y="96874"/>
                  <a:pt x="142475" y="99948"/>
                </a:cubicBezTo>
                <a:cubicBezTo>
                  <a:pt x="137641" y="103022"/>
                  <a:pt x="132258" y="104559"/>
                  <a:pt x="126326" y="104559"/>
                </a:cubicBezTo>
                <a:cubicBezTo>
                  <a:pt x="116657" y="104559"/>
                  <a:pt x="108974" y="100596"/>
                  <a:pt x="103276" y="92672"/>
                </a:cubicBezTo>
                <a:cubicBezTo>
                  <a:pt x="98465" y="85997"/>
                  <a:pt x="96059" y="78506"/>
                  <a:pt x="96059" y="70198"/>
                </a:cubicBezTo>
                <a:cubicBezTo>
                  <a:pt x="96059" y="64147"/>
                  <a:pt x="97519" y="58132"/>
                  <a:pt x="100438" y="52153"/>
                </a:cubicBezTo>
                <a:cubicBezTo>
                  <a:pt x="103357" y="46174"/>
                  <a:pt x="107199" y="41756"/>
                  <a:pt x="111963" y="38899"/>
                </a:cubicBezTo>
                <a:cubicBezTo>
                  <a:pt x="116728" y="36041"/>
                  <a:pt x="121772" y="34613"/>
                  <a:pt x="127097" y="34613"/>
                </a:cubicBezTo>
                <a:moveTo>
                  <a:pt x="124925" y="39372"/>
                </a:moveTo>
                <a:cubicBezTo>
                  <a:pt x="122449" y="39372"/>
                  <a:pt x="119962" y="40128"/>
                  <a:pt x="117463" y="41641"/>
                </a:cubicBezTo>
                <a:cubicBezTo>
                  <a:pt x="114964" y="43154"/>
                  <a:pt x="112944" y="45807"/>
                  <a:pt x="111403" y="49600"/>
                </a:cubicBezTo>
                <a:cubicBezTo>
                  <a:pt x="109861" y="53393"/>
                  <a:pt x="109091" y="58267"/>
                  <a:pt x="109091" y="64220"/>
                </a:cubicBezTo>
                <a:cubicBezTo>
                  <a:pt x="109091" y="73823"/>
                  <a:pt x="110947" y="82106"/>
                  <a:pt x="114661" y="89069"/>
                </a:cubicBezTo>
                <a:cubicBezTo>
                  <a:pt x="118374" y="96030"/>
                  <a:pt x="123267" y="99511"/>
                  <a:pt x="129339" y="99511"/>
                </a:cubicBezTo>
                <a:cubicBezTo>
                  <a:pt x="133869" y="99511"/>
                  <a:pt x="137606" y="97590"/>
                  <a:pt x="140549" y="93749"/>
                </a:cubicBezTo>
                <a:cubicBezTo>
                  <a:pt x="143491" y="89908"/>
                  <a:pt x="144963" y="83306"/>
                  <a:pt x="144963" y="73944"/>
                </a:cubicBezTo>
                <a:cubicBezTo>
                  <a:pt x="144963" y="62227"/>
                  <a:pt x="142510" y="53008"/>
                  <a:pt x="137606" y="46285"/>
                </a:cubicBezTo>
                <a:cubicBezTo>
                  <a:pt x="134290" y="41676"/>
                  <a:pt x="130063" y="39372"/>
                  <a:pt x="124925" y="39372"/>
                </a:cubicBezTo>
                <a:close/>
                <a:moveTo>
                  <a:pt x="212783" y="95112"/>
                </a:moveTo>
                <a:cubicBezTo>
                  <a:pt x="209653" y="98477"/>
                  <a:pt x="206594" y="100893"/>
                  <a:pt x="203605" y="102359"/>
                </a:cubicBezTo>
                <a:cubicBezTo>
                  <a:pt x="200615" y="103826"/>
                  <a:pt x="197392" y="104559"/>
                  <a:pt x="193936" y="104559"/>
                </a:cubicBezTo>
                <a:cubicBezTo>
                  <a:pt x="186930" y="104559"/>
                  <a:pt x="180811" y="101549"/>
                  <a:pt x="175580" y="95529"/>
                </a:cubicBezTo>
                <a:cubicBezTo>
                  <a:pt x="170348" y="89508"/>
                  <a:pt x="167733" y="81771"/>
                  <a:pt x="167733" y="72319"/>
                </a:cubicBezTo>
                <a:cubicBezTo>
                  <a:pt x="167733" y="62868"/>
                  <a:pt x="170629" y="54221"/>
                  <a:pt x="176420" y="46378"/>
                </a:cubicBezTo>
                <a:cubicBezTo>
                  <a:pt x="182212" y="38534"/>
                  <a:pt x="189662" y="34613"/>
                  <a:pt x="198770" y="34613"/>
                </a:cubicBezTo>
                <a:cubicBezTo>
                  <a:pt x="204422" y="34613"/>
                  <a:pt x="209093" y="36463"/>
                  <a:pt x="212783" y="40165"/>
                </a:cubicBezTo>
                <a:lnTo>
                  <a:pt x="212783" y="27951"/>
                </a:lnTo>
                <a:cubicBezTo>
                  <a:pt x="212783" y="20372"/>
                  <a:pt x="212608" y="15714"/>
                  <a:pt x="212257" y="13976"/>
                </a:cubicBezTo>
                <a:cubicBezTo>
                  <a:pt x="211907" y="12238"/>
                  <a:pt x="211358" y="11055"/>
                  <a:pt x="210611" y="10429"/>
                </a:cubicBezTo>
                <a:cubicBezTo>
                  <a:pt x="209863" y="9801"/>
                  <a:pt x="208929" y="9487"/>
                  <a:pt x="207808" y="9487"/>
                </a:cubicBezTo>
                <a:cubicBezTo>
                  <a:pt x="206594" y="9487"/>
                  <a:pt x="204982" y="9873"/>
                  <a:pt x="202974" y="10645"/>
                </a:cubicBezTo>
                <a:lnTo>
                  <a:pt x="202063" y="8110"/>
                </a:lnTo>
                <a:lnTo>
                  <a:pt x="221190" y="0"/>
                </a:lnTo>
                <a:lnTo>
                  <a:pt x="224343" y="0"/>
                </a:lnTo>
                <a:lnTo>
                  <a:pt x="224343" y="76364"/>
                </a:lnTo>
                <a:cubicBezTo>
                  <a:pt x="224343" y="84104"/>
                  <a:pt x="224518" y="88827"/>
                  <a:pt x="224868" y="90533"/>
                </a:cubicBezTo>
                <a:cubicBezTo>
                  <a:pt x="225219" y="92240"/>
                  <a:pt x="225779" y="93430"/>
                  <a:pt x="226550" y="94103"/>
                </a:cubicBezTo>
                <a:cubicBezTo>
                  <a:pt x="227321" y="94776"/>
                  <a:pt x="228220" y="95112"/>
                  <a:pt x="229247" y="95112"/>
                </a:cubicBezTo>
                <a:cubicBezTo>
                  <a:pt x="230508" y="95112"/>
                  <a:pt x="232190" y="94704"/>
                  <a:pt x="234292" y="93886"/>
                </a:cubicBezTo>
                <a:lnTo>
                  <a:pt x="235062" y="96410"/>
                </a:lnTo>
                <a:lnTo>
                  <a:pt x="216006" y="104559"/>
                </a:lnTo>
                <a:lnTo>
                  <a:pt x="212783" y="104559"/>
                </a:lnTo>
                <a:lnTo>
                  <a:pt x="212783" y="95112"/>
                </a:lnTo>
                <a:moveTo>
                  <a:pt x="212783" y="90080"/>
                </a:moveTo>
                <a:lnTo>
                  <a:pt x="212783" y="56130"/>
                </a:lnTo>
                <a:cubicBezTo>
                  <a:pt x="212502" y="52869"/>
                  <a:pt x="211662" y="49896"/>
                  <a:pt x="210260" y="47211"/>
                </a:cubicBezTo>
                <a:cubicBezTo>
                  <a:pt x="208859" y="44525"/>
                  <a:pt x="207003" y="42499"/>
                  <a:pt x="204690" y="41134"/>
                </a:cubicBezTo>
                <a:cubicBezTo>
                  <a:pt x="202378" y="39767"/>
                  <a:pt x="200125" y="39083"/>
                  <a:pt x="197929" y="39083"/>
                </a:cubicBezTo>
                <a:cubicBezTo>
                  <a:pt x="193819" y="39083"/>
                  <a:pt x="190153" y="40978"/>
                  <a:pt x="186930" y="44766"/>
                </a:cubicBezTo>
                <a:cubicBezTo>
                  <a:pt x="182679" y="49752"/>
                  <a:pt x="180554" y="57041"/>
                  <a:pt x="180554" y="66631"/>
                </a:cubicBezTo>
                <a:cubicBezTo>
                  <a:pt x="180554" y="76318"/>
                  <a:pt x="182609" y="83739"/>
                  <a:pt x="186720" y="88895"/>
                </a:cubicBezTo>
                <a:cubicBezTo>
                  <a:pt x="190830" y="94049"/>
                  <a:pt x="195407" y="96627"/>
                  <a:pt x="200452" y="96627"/>
                </a:cubicBezTo>
                <a:cubicBezTo>
                  <a:pt x="204702" y="96627"/>
                  <a:pt x="208812" y="94445"/>
                  <a:pt x="212783" y="90080"/>
                </a:cubicBezTo>
                <a:close/>
                <a:moveTo>
                  <a:pt x="249986" y="61437"/>
                </a:moveTo>
                <a:cubicBezTo>
                  <a:pt x="249939" y="71222"/>
                  <a:pt x="252251" y="78896"/>
                  <a:pt x="256922" y="84460"/>
                </a:cubicBezTo>
                <a:cubicBezTo>
                  <a:pt x="261593" y="90023"/>
                  <a:pt x="267081" y="92805"/>
                  <a:pt x="273386" y="92805"/>
                </a:cubicBezTo>
                <a:cubicBezTo>
                  <a:pt x="277590" y="92805"/>
                  <a:pt x="281245" y="91615"/>
                  <a:pt x="284351" y="89235"/>
                </a:cubicBezTo>
                <a:cubicBezTo>
                  <a:pt x="287457" y="86856"/>
                  <a:pt x="290061" y="82782"/>
                  <a:pt x="292163" y="77013"/>
                </a:cubicBezTo>
                <a:lnTo>
                  <a:pt x="294335" y="78455"/>
                </a:lnTo>
                <a:cubicBezTo>
                  <a:pt x="293354" y="85041"/>
                  <a:pt x="290505" y="91038"/>
                  <a:pt x="285787" y="96446"/>
                </a:cubicBezTo>
                <a:cubicBezTo>
                  <a:pt x="281070" y="101855"/>
                  <a:pt x="275161" y="104559"/>
                  <a:pt x="268062" y="104559"/>
                </a:cubicBezTo>
                <a:cubicBezTo>
                  <a:pt x="260355" y="104559"/>
                  <a:pt x="253757" y="101477"/>
                  <a:pt x="248269" y="95313"/>
                </a:cubicBezTo>
                <a:cubicBezTo>
                  <a:pt x="242781" y="89147"/>
                  <a:pt x="240037" y="80859"/>
                  <a:pt x="240037" y="70449"/>
                </a:cubicBezTo>
                <a:cubicBezTo>
                  <a:pt x="240037" y="59176"/>
                  <a:pt x="242851" y="50385"/>
                  <a:pt x="248479" y="44077"/>
                </a:cubicBezTo>
                <a:cubicBezTo>
                  <a:pt x="254108" y="37767"/>
                  <a:pt x="261172" y="34613"/>
                  <a:pt x="269673" y="34613"/>
                </a:cubicBezTo>
                <a:cubicBezTo>
                  <a:pt x="276866" y="34613"/>
                  <a:pt x="282775" y="37046"/>
                  <a:pt x="287399" y="41914"/>
                </a:cubicBezTo>
                <a:cubicBezTo>
                  <a:pt x="292023" y="46779"/>
                  <a:pt x="294335" y="53287"/>
                  <a:pt x="294335" y="61437"/>
                </a:cubicBezTo>
                <a:lnTo>
                  <a:pt x="249986" y="61437"/>
                </a:lnTo>
                <a:moveTo>
                  <a:pt x="249986" y="57255"/>
                </a:moveTo>
                <a:lnTo>
                  <a:pt x="279692" y="57255"/>
                </a:lnTo>
                <a:cubicBezTo>
                  <a:pt x="279458" y="53024"/>
                  <a:pt x="278968" y="50044"/>
                  <a:pt x="278221" y="48313"/>
                </a:cubicBezTo>
                <a:cubicBezTo>
                  <a:pt x="277053" y="45621"/>
                  <a:pt x="275313" y="43506"/>
                  <a:pt x="273001" y="41968"/>
                </a:cubicBezTo>
                <a:cubicBezTo>
                  <a:pt x="270689" y="40429"/>
                  <a:pt x="268272" y="39660"/>
                  <a:pt x="265750" y="39660"/>
                </a:cubicBezTo>
                <a:cubicBezTo>
                  <a:pt x="261873" y="39660"/>
                  <a:pt x="258405" y="41211"/>
                  <a:pt x="255345" y="44311"/>
                </a:cubicBezTo>
                <a:cubicBezTo>
                  <a:pt x="252286" y="47412"/>
                  <a:pt x="250499" y="51726"/>
                  <a:pt x="249986" y="572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Commit">
            <a:extLst xmlns:a="http://schemas.openxmlformats.org/drawingml/2006/main">
              <a:ext uri="{FF2B5EF4-FFF2-40B4-BE49-F238E27FC236}">
                <a16:creationId xmlns:a16="http://schemas.microsoft.com/office/drawing/2014/main" id="{475FF04C-B3EB-4E6C-8B9F-098BF50B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656" y="1371327"/>
            <a:ext cx="467592" cy="104703"/>
          </a:xfrm>
          <a:custGeom xmlns:a="http://schemas.openxmlformats.org/drawingml/2006/main">
            <a:pathLst>
              <a:path w="467592" h="104703">
                <a:moveTo>
                  <a:pt x="81202" y="2596"/>
                </a:moveTo>
                <a:lnTo>
                  <a:pt x="83374" y="35766"/>
                </a:lnTo>
                <a:lnTo>
                  <a:pt x="81202" y="35766"/>
                </a:lnTo>
                <a:cubicBezTo>
                  <a:pt x="78306" y="25790"/>
                  <a:pt x="74173" y="18609"/>
                  <a:pt x="68801" y="14224"/>
                </a:cubicBezTo>
                <a:cubicBezTo>
                  <a:pt x="63430" y="9837"/>
                  <a:pt x="56984" y="7644"/>
                  <a:pt x="49464" y="7644"/>
                </a:cubicBezTo>
                <a:cubicBezTo>
                  <a:pt x="43158" y="7644"/>
                  <a:pt x="37460" y="9292"/>
                  <a:pt x="32369" y="12588"/>
                </a:cubicBezTo>
                <a:cubicBezTo>
                  <a:pt x="27278" y="15882"/>
                  <a:pt x="23272" y="21138"/>
                  <a:pt x="20353" y="28355"/>
                </a:cubicBezTo>
                <a:cubicBezTo>
                  <a:pt x="17434" y="35572"/>
                  <a:pt x="15974" y="44545"/>
                  <a:pt x="15974" y="55274"/>
                </a:cubicBezTo>
                <a:cubicBezTo>
                  <a:pt x="15974" y="64126"/>
                  <a:pt x="17352" y="71799"/>
                  <a:pt x="20108" y="78295"/>
                </a:cubicBezTo>
                <a:cubicBezTo>
                  <a:pt x="22864" y="84789"/>
                  <a:pt x="27009" y="89769"/>
                  <a:pt x="32544" y="93233"/>
                </a:cubicBezTo>
                <a:cubicBezTo>
                  <a:pt x="38079" y="96697"/>
                  <a:pt x="44396" y="98429"/>
                  <a:pt x="51496" y="98429"/>
                </a:cubicBezTo>
                <a:cubicBezTo>
                  <a:pt x="57661" y="98429"/>
                  <a:pt x="63103" y="97071"/>
                  <a:pt x="67820" y="94355"/>
                </a:cubicBezTo>
                <a:cubicBezTo>
                  <a:pt x="72538" y="91639"/>
                  <a:pt x="77722" y="86243"/>
                  <a:pt x="83374" y="78167"/>
                </a:cubicBezTo>
                <a:lnTo>
                  <a:pt x="85546" y="79604"/>
                </a:lnTo>
                <a:cubicBezTo>
                  <a:pt x="80782" y="88283"/>
                  <a:pt x="75224" y="94636"/>
                  <a:pt x="68871" y="98664"/>
                </a:cubicBezTo>
                <a:cubicBezTo>
                  <a:pt x="62519" y="102690"/>
                  <a:pt x="54976" y="104703"/>
                  <a:pt x="46241" y="104703"/>
                </a:cubicBezTo>
                <a:cubicBezTo>
                  <a:pt x="30500" y="104703"/>
                  <a:pt x="18310" y="98702"/>
                  <a:pt x="9669" y="86700"/>
                </a:cubicBezTo>
                <a:cubicBezTo>
                  <a:pt x="3223" y="77772"/>
                  <a:pt x="0" y="67259"/>
                  <a:pt x="0" y="55161"/>
                </a:cubicBezTo>
                <a:cubicBezTo>
                  <a:pt x="0" y="45416"/>
                  <a:pt x="2125" y="36463"/>
                  <a:pt x="6376" y="28303"/>
                </a:cubicBezTo>
                <a:cubicBezTo>
                  <a:pt x="10626" y="20143"/>
                  <a:pt x="16476" y="13818"/>
                  <a:pt x="23926" y="9329"/>
                </a:cubicBezTo>
                <a:cubicBezTo>
                  <a:pt x="31376" y="4840"/>
                  <a:pt x="39515" y="2596"/>
                  <a:pt x="48343" y="2596"/>
                </a:cubicBezTo>
                <a:cubicBezTo>
                  <a:pt x="55209" y="2596"/>
                  <a:pt x="61982" y="4327"/>
                  <a:pt x="68661" y="7788"/>
                </a:cubicBezTo>
                <a:cubicBezTo>
                  <a:pt x="70623" y="8845"/>
                  <a:pt x="72024" y="9374"/>
                  <a:pt x="72865" y="9374"/>
                </a:cubicBezTo>
                <a:cubicBezTo>
                  <a:pt x="74126" y="9374"/>
                  <a:pt x="75224" y="8918"/>
                  <a:pt x="76158" y="8004"/>
                </a:cubicBezTo>
                <a:cubicBezTo>
                  <a:pt x="77372" y="6706"/>
                  <a:pt x="78236" y="4903"/>
                  <a:pt x="78750" y="2596"/>
                </a:cubicBezTo>
                <a:lnTo>
                  <a:pt x="81202" y="2596"/>
                </a:lnTo>
                <a:close/>
                <a:moveTo>
                  <a:pt x="127097" y="34613"/>
                </a:moveTo>
                <a:cubicBezTo>
                  <a:pt x="136812" y="34613"/>
                  <a:pt x="144612" y="38407"/>
                  <a:pt x="150498" y="45995"/>
                </a:cubicBezTo>
                <a:cubicBezTo>
                  <a:pt x="155495" y="52477"/>
                  <a:pt x="157994" y="59921"/>
                  <a:pt x="157994" y="68326"/>
                </a:cubicBezTo>
                <a:cubicBezTo>
                  <a:pt x="157994" y="74233"/>
                  <a:pt x="156616" y="80212"/>
                  <a:pt x="153861" y="86263"/>
                </a:cubicBezTo>
                <a:cubicBezTo>
                  <a:pt x="151105" y="92313"/>
                  <a:pt x="147310" y="96874"/>
                  <a:pt x="142475" y="99948"/>
                </a:cubicBezTo>
                <a:cubicBezTo>
                  <a:pt x="137641" y="103022"/>
                  <a:pt x="132258" y="104559"/>
                  <a:pt x="126326" y="104559"/>
                </a:cubicBezTo>
                <a:cubicBezTo>
                  <a:pt x="116657" y="104559"/>
                  <a:pt x="108974" y="100596"/>
                  <a:pt x="103276" y="92672"/>
                </a:cubicBezTo>
                <a:cubicBezTo>
                  <a:pt x="98465" y="85997"/>
                  <a:pt x="96059" y="78506"/>
                  <a:pt x="96059" y="70198"/>
                </a:cubicBezTo>
                <a:cubicBezTo>
                  <a:pt x="96059" y="64147"/>
                  <a:pt x="97519" y="58132"/>
                  <a:pt x="100438" y="52153"/>
                </a:cubicBezTo>
                <a:cubicBezTo>
                  <a:pt x="103357" y="46174"/>
                  <a:pt x="107199" y="41756"/>
                  <a:pt x="111963" y="38899"/>
                </a:cubicBezTo>
                <a:cubicBezTo>
                  <a:pt x="116728" y="36041"/>
                  <a:pt x="121772" y="34613"/>
                  <a:pt x="127097" y="34613"/>
                </a:cubicBezTo>
                <a:moveTo>
                  <a:pt x="124925" y="39372"/>
                </a:moveTo>
                <a:cubicBezTo>
                  <a:pt x="122449" y="39372"/>
                  <a:pt x="119962" y="40128"/>
                  <a:pt x="117463" y="41641"/>
                </a:cubicBezTo>
                <a:cubicBezTo>
                  <a:pt x="114964" y="43154"/>
                  <a:pt x="112944" y="45807"/>
                  <a:pt x="111403" y="49600"/>
                </a:cubicBezTo>
                <a:cubicBezTo>
                  <a:pt x="109861" y="53393"/>
                  <a:pt x="109091" y="58267"/>
                  <a:pt x="109091" y="64220"/>
                </a:cubicBezTo>
                <a:cubicBezTo>
                  <a:pt x="109091" y="73823"/>
                  <a:pt x="110947" y="82106"/>
                  <a:pt x="114661" y="89069"/>
                </a:cubicBezTo>
                <a:cubicBezTo>
                  <a:pt x="118374" y="96030"/>
                  <a:pt x="123267" y="99511"/>
                  <a:pt x="129339" y="99511"/>
                </a:cubicBezTo>
                <a:cubicBezTo>
                  <a:pt x="133869" y="99511"/>
                  <a:pt x="137606" y="97590"/>
                  <a:pt x="140549" y="93749"/>
                </a:cubicBezTo>
                <a:cubicBezTo>
                  <a:pt x="143491" y="89908"/>
                  <a:pt x="144963" y="83306"/>
                  <a:pt x="144963" y="73944"/>
                </a:cubicBezTo>
                <a:cubicBezTo>
                  <a:pt x="144963" y="62227"/>
                  <a:pt x="142510" y="53008"/>
                  <a:pt x="137606" y="46285"/>
                </a:cubicBezTo>
                <a:cubicBezTo>
                  <a:pt x="134290" y="41676"/>
                  <a:pt x="130063" y="39372"/>
                  <a:pt x="124925" y="39372"/>
                </a:cubicBezTo>
                <a:close/>
                <a:moveTo>
                  <a:pt x="186509" y="48674"/>
                </a:moveTo>
                <a:cubicBezTo>
                  <a:pt x="191180" y="43867"/>
                  <a:pt x="193936" y="41102"/>
                  <a:pt x="194777" y="40381"/>
                </a:cubicBezTo>
                <a:cubicBezTo>
                  <a:pt x="196879" y="38554"/>
                  <a:pt x="199144" y="37136"/>
                  <a:pt x="201573" y="36127"/>
                </a:cubicBezTo>
                <a:cubicBezTo>
                  <a:pt x="204002" y="35117"/>
                  <a:pt x="206407" y="34613"/>
                  <a:pt x="208789" y="34613"/>
                </a:cubicBezTo>
                <a:cubicBezTo>
                  <a:pt x="212806" y="34613"/>
                  <a:pt x="216262" y="35814"/>
                  <a:pt x="219158" y="38218"/>
                </a:cubicBezTo>
                <a:cubicBezTo>
                  <a:pt x="222054" y="40622"/>
                  <a:pt x="223993" y="44107"/>
                  <a:pt x="224974" y="48674"/>
                </a:cubicBezTo>
                <a:cubicBezTo>
                  <a:pt x="229784" y="42905"/>
                  <a:pt x="233848" y="39119"/>
                  <a:pt x="237164" y="37317"/>
                </a:cubicBezTo>
                <a:cubicBezTo>
                  <a:pt x="240481" y="35514"/>
                  <a:pt x="243890" y="34613"/>
                  <a:pt x="247393" y="34613"/>
                </a:cubicBezTo>
                <a:cubicBezTo>
                  <a:pt x="250803" y="34613"/>
                  <a:pt x="253827" y="35512"/>
                  <a:pt x="256467" y="37312"/>
                </a:cubicBezTo>
                <a:cubicBezTo>
                  <a:pt x="259106" y="39110"/>
                  <a:pt x="261196" y="42048"/>
                  <a:pt x="262737" y="46125"/>
                </a:cubicBezTo>
                <a:cubicBezTo>
                  <a:pt x="263765" y="48907"/>
                  <a:pt x="264278" y="53272"/>
                  <a:pt x="264278" y="59220"/>
                </a:cubicBezTo>
                <a:lnTo>
                  <a:pt x="264278" y="87568"/>
                </a:lnTo>
                <a:cubicBezTo>
                  <a:pt x="264278" y="91693"/>
                  <a:pt x="264582" y="94523"/>
                  <a:pt x="265189" y="96059"/>
                </a:cubicBezTo>
                <a:cubicBezTo>
                  <a:pt x="265656" y="97113"/>
                  <a:pt x="266520" y="98012"/>
                  <a:pt x="267782" y="98756"/>
                </a:cubicBezTo>
                <a:cubicBezTo>
                  <a:pt x="269043" y="99500"/>
                  <a:pt x="271098" y="99872"/>
                  <a:pt x="273947" y="99872"/>
                </a:cubicBezTo>
                <a:lnTo>
                  <a:pt x="273947" y="102540"/>
                </a:lnTo>
                <a:lnTo>
                  <a:pt x="242279" y="102540"/>
                </a:lnTo>
                <a:lnTo>
                  <a:pt x="242279" y="99872"/>
                </a:lnTo>
                <a:lnTo>
                  <a:pt x="243610" y="99872"/>
                </a:lnTo>
                <a:cubicBezTo>
                  <a:pt x="246366" y="99872"/>
                  <a:pt x="248514" y="99322"/>
                  <a:pt x="250056" y="98222"/>
                </a:cubicBezTo>
                <a:cubicBezTo>
                  <a:pt x="251130" y="97456"/>
                  <a:pt x="251901" y="96236"/>
                  <a:pt x="252368" y="94562"/>
                </a:cubicBezTo>
                <a:cubicBezTo>
                  <a:pt x="252555" y="93750"/>
                  <a:pt x="252648" y="91430"/>
                  <a:pt x="252648" y="87604"/>
                </a:cubicBezTo>
                <a:lnTo>
                  <a:pt x="252648" y="59337"/>
                </a:lnTo>
                <a:cubicBezTo>
                  <a:pt x="252648" y="53980"/>
                  <a:pt x="252018" y="50202"/>
                  <a:pt x="250756" y="48002"/>
                </a:cubicBezTo>
                <a:cubicBezTo>
                  <a:pt x="248935" y="44941"/>
                  <a:pt x="246016" y="43410"/>
                  <a:pt x="241999" y="43410"/>
                </a:cubicBezTo>
                <a:cubicBezTo>
                  <a:pt x="239523" y="43410"/>
                  <a:pt x="237036" y="44044"/>
                  <a:pt x="234537" y="45312"/>
                </a:cubicBezTo>
                <a:cubicBezTo>
                  <a:pt x="232038" y="46578"/>
                  <a:pt x="229014" y="48934"/>
                  <a:pt x="225464" y="52378"/>
                </a:cubicBezTo>
                <a:lnTo>
                  <a:pt x="225324" y="53167"/>
                </a:lnTo>
                <a:lnTo>
                  <a:pt x="225464" y="56252"/>
                </a:lnTo>
                <a:lnTo>
                  <a:pt x="225464" y="87604"/>
                </a:lnTo>
                <a:cubicBezTo>
                  <a:pt x="225464" y="92100"/>
                  <a:pt x="225709" y="94898"/>
                  <a:pt x="226200" y="95998"/>
                </a:cubicBezTo>
                <a:cubicBezTo>
                  <a:pt x="226690" y="97098"/>
                  <a:pt x="227613" y="98018"/>
                  <a:pt x="228967" y="98761"/>
                </a:cubicBezTo>
                <a:cubicBezTo>
                  <a:pt x="230322" y="99501"/>
                  <a:pt x="232634" y="99872"/>
                  <a:pt x="235903" y="99872"/>
                </a:cubicBezTo>
                <a:lnTo>
                  <a:pt x="235903" y="102540"/>
                </a:lnTo>
                <a:lnTo>
                  <a:pt x="203464" y="102540"/>
                </a:lnTo>
                <a:lnTo>
                  <a:pt x="203464" y="99872"/>
                </a:lnTo>
                <a:cubicBezTo>
                  <a:pt x="207014" y="99872"/>
                  <a:pt x="209455" y="99441"/>
                  <a:pt x="210786" y="98580"/>
                </a:cubicBezTo>
                <a:cubicBezTo>
                  <a:pt x="212117" y="97719"/>
                  <a:pt x="213040" y="96428"/>
                  <a:pt x="213553" y="94707"/>
                </a:cubicBezTo>
                <a:cubicBezTo>
                  <a:pt x="213787" y="93892"/>
                  <a:pt x="213904" y="91525"/>
                  <a:pt x="213904" y="87604"/>
                </a:cubicBezTo>
                <a:lnTo>
                  <a:pt x="213904" y="59337"/>
                </a:lnTo>
                <a:cubicBezTo>
                  <a:pt x="213904" y="53980"/>
                  <a:pt x="213133" y="50130"/>
                  <a:pt x="211592" y="47786"/>
                </a:cubicBezTo>
                <a:cubicBezTo>
                  <a:pt x="209536" y="44724"/>
                  <a:pt x="206664" y="43194"/>
                  <a:pt x="202974" y="43194"/>
                </a:cubicBezTo>
                <a:cubicBezTo>
                  <a:pt x="200452" y="43194"/>
                  <a:pt x="197953" y="43887"/>
                  <a:pt x="195477" y="45273"/>
                </a:cubicBezTo>
                <a:cubicBezTo>
                  <a:pt x="191601" y="47378"/>
                  <a:pt x="188611" y="49746"/>
                  <a:pt x="186509" y="52376"/>
                </a:cubicBezTo>
                <a:lnTo>
                  <a:pt x="186509" y="87604"/>
                </a:lnTo>
                <a:cubicBezTo>
                  <a:pt x="186509" y="91908"/>
                  <a:pt x="186801" y="94706"/>
                  <a:pt x="187385" y="95998"/>
                </a:cubicBezTo>
                <a:cubicBezTo>
                  <a:pt x="187969" y="97288"/>
                  <a:pt x="188833" y="98257"/>
                  <a:pt x="189977" y="98903"/>
                </a:cubicBezTo>
                <a:cubicBezTo>
                  <a:pt x="191122" y="99549"/>
                  <a:pt x="193445" y="99872"/>
                  <a:pt x="196949" y="99872"/>
                </a:cubicBezTo>
                <a:lnTo>
                  <a:pt x="196949" y="102540"/>
                </a:lnTo>
                <a:lnTo>
                  <a:pt x="165210" y="102540"/>
                </a:lnTo>
                <a:lnTo>
                  <a:pt x="165210" y="99872"/>
                </a:lnTo>
                <a:cubicBezTo>
                  <a:pt x="168153" y="99872"/>
                  <a:pt x="170208" y="99548"/>
                  <a:pt x="171376" y="98900"/>
                </a:cubicBezTo>
                <a:cubicBezTo>
                  <a:pt x="172544" y="98253"/>
                  <a:pt x="173431" y="97221"/>
                  <a:pt x="174038" y="95806"/>
                </a:cubicBezTo>
                <a:cubicBezTo>
                  <a:pt x="174645" y="94391"/>
                  <a:pt x="174949" y="91645"/>
                  <a:pt x="174949" y="87568"/>
                </a:cubicBezTo>
                <a:lnTo>
                  <a:pt x="174949" y="62386"/>
                </a:lnTo>
                <a:cubicBezTo>
                  <a:pt x="174949" y="55142"/>
                  <a:pt x="174739" y="50465"/>
                  <a:pt x="174318" y="48356"/>
                </a:cubicBezTo>
                <a:cubicBezTo>
                  <a:pt x="173992" y="46773"/>
                  <a:pt x="173478" y="45681"/>
                  <a:pt x="172777" y="45082"/>
                </a:cubicBezTo>
                <a:cubicBezTo>
                  <a:pt x="172077" y="44482"/>
                  <a:pt x="171119" y="44183"/>
                  <a:pt x="169905" y="44183"/>
                </a:cubicBezTo>
                <a:cubicBezTo>
                  <a:pt x="168597" y="44183"/>
                  <a:pt x="167032" y="44543"/>
                  <a:pt x="165210" y="45262"/>
                </a:cubicBezTo>
                <a:lnTo>
                  <a:pt x="164159" y="42671"/>
                </a:lnTo>
                <a:lnTo>
                  <a:pt x="183497" y="34613"/>
                </a:lnTo>
                <a:lnTo>
                  <a:pt x="186509" y="34613"/>
                </a:lnTo>
                <a:lnTo>
                  <a:pt x="186509" y="48674"/>
                </a:lnTo>
                <a:close/>
                <a:moveTo>
                  <a:pt x="298602" y="48674"/>
                </a:moveTo>
                <a:cubicBezTo>
                  <a:pt x="303273" y="43867"/>
                  <a:pt x="306029" y="41102"/>
                  <a:pt x="306869" y="40381"/>
                </a:cubicBezTo>
                <a:cubicBezTo>
                  <a:pt x="308971" y="38554"/>
                  <a:pt x="311236" y="37136"/>
                  <a:pt x="313665" y="36127"/>
                </a:cubicBezTo>
                <a:cubicBezTo>
                  <a:pt x="316094" y="35117"/>
                  <a:pt x="318500" y="34613"/>
                  <a:pt x="320882" y="34613"/>
                </a:cubicBezTo>
                <a:cubicBezTo>
                  <a:pt x="324899" y="34613"/>
                  <a:pt x="328355" y="35814"/>
                  <a:pt x="331251" y="38218"/>
                </a:cubicBezTo>
                <a:cubicBezTo>
                  <a:pt x="334147" y="40622"/>
                  <a:pt x="336085" y="44107"/>
                  <a:pt x="337066" y="48674"/>
                </a:cubicBezTo>
                <a:cubicBezTo>
                  <a:pt x="341877" y="42905"/>
                  <a:pt x="345941" y="39119"/>
                  <a:pt x="349257" y="37317"/>
                </a:cubicBezTo>
                <a:cubicBezTo>
                  <a:pt x="352573" y="35514"/>
                  <a:pt x="355983" y="34613"/>
                  <a:pt x="359486" y="34613"/>
                </a:cubicBezTo>
                <a:cubicBezTo>
                  <a:pt x="362896" y="34613"/>
                  <a:pt x="365920" y="35512"/>
                  <a:pt x="368559" y="37312"/>
                </a:cubicBezTo>
                <a:cubicBezTo>
                  <a:pt x="371198" y="39110"/>
                  <a:pt x="373288" y="42048"/>
                  <a:pt x="374830" y="46125"/>
                </a:cubicBezTo>
                <a:cubicBezTo>
                  <a:pt x="375857" y="48907"/>
                  <a:pt x="376371" y="53272"/>
                  <a:pt x="376371" y="59220"/>
                </a:cubicBezTo>
                <a:lnTo>
                  <a:pt x="376371" y="87568"/>
                </a:lnTo>
                <a:cubicBezTo>
                  <a:pt x="376371" y="91693"/>
                  <a:pt x="376675" y="94523"/>
                  <a:pt x="377282" y="96059"/>
                </a:cubicBezTo>
                <a:cubicBezTo>
                  <a:pt x="377749" y="97113"/>
                  <a:pt x="378613" y="98012"/>
                  <a:pt x="379874" y="98756"/>
                </a:cubicBezTo>
                <a:cubicBezTo>
                  <a:pt x="381135" y="99500"/>
                  <a:pt x="383190" y="99872"/>
                  <a:pt x="386040" y="99872"/>
                </a:cubicBezTo>
                <a:lnTo>
                  <a:pt x="386040" y="102540"/>
                </a:lnTo>
                <a:lnTo>
                  <a:pt x="354371" y="102540"/>
                </a:lnTo>
                <a:lnTo>
                  <a:pt x="354371" y="99872"/>
                </a:lnTo>
                <a:lnTo>
                  <a:pt x="355703" y="99872"/>
                </a:lnTo>
                <a:cubicBezTo>
                  <a:pt x="358458" y="99872"/>
                  <a:pt x="360607" y="99322"/>
                  <a:pt x="362148" y="98222"/>
                </a:cubicBezTo>
                <a:cubicBezTo>
                  <a:pt x="363223" y="97456"/>
                  <a:pt x="363993" y="96236"/>
                  <a:pt x="364460" y="94562"/>
                </a:cubicBezTo>
                <a:cubicBezTo>
                  <a:pt x="364647" y="93750"/>
                  <a:pt x="364741" y="91430"/>
                  <a:pt x="364741" y="87604"/>
                </a:cubicBezTo>
                <a:lnTo>
                  <a:pt x="364741" y="59337"/>
                </a:lnTo>
                <a:cubicBezTo>
                  <a:pt x="364741" y="53980"/>
                  <a:pt x="364110" y="50202"/>
                  <a:pt x="362849" y="48002"/>
                </a:cubicBezTo>
                <a:cubicBezTo>
                  <a:pt x="361027" y="44941"/>
                  <a:pt x="358108" y="43410"/>
                  <a:pt x="354091" y="43410"/>
                </a:cubicBezTo>
                <a:cubicBezTo>
                  <a:pt x="351616" y="43410"/>
                  <a:pt x="349128" y="44044"/>
                  <a:pt x="346630" y="45312"/>
                </a:cubicBezTo>
                <a:cubicBezTo>
                  <a:pt x="344131" y="46578"/>
                  <a:pt x="341106" y="48934"/>
                  <a:pt x="337557" y="52378"/>
                </a:cubicBezTo>
                <a:lnTo>
                  <a:pt x="337416" y="53167"/>
                </a:lnTo>
                <a:lnTo>
                  <a:pt x="337557" y="56252"/>
                </a:lnTo>
                <a:lnTo>
                  <a:pt x="337557" y="87604"/>
                </a:lnTo>
                <a:cubicBezTo>
                  <a:pt x="337557" y="92100"/>
                  <a:pt x="337802" y="94898"/>
                  <a:pt x="338292" y="95998"/>
                </a:cubicBezTo>
                <a:cubicBezTo>
                  <a:pt x="338783" y="97098"/>
                  <a:pt x="339705" y="98018"/>
                  <a:pt x="341060" y="98761"/>
                </a:cubicBezTo>
                <a:cubicBezTo>
                  <a:pt x="342414" y="99501"/>
                  <a:pt x="344726" y="99872"/>
                  <a:pt x="347996" y="99872"/>
                </a:cubicBezTo>
                <a:lnTo>
                  <a:pt x="347996" y="102540"/>
                </a:lnTo>
                <a:lnTo>
                  <a:pt x="315557" y="102540"/>
                </a:lnTo>
                <a:lnTo>
                  <a:pt x="315557" y="99872"/>
                </a:lnTo>
                <a:cubicBezTo>
                  <a:pt x="319107" y="99872"/>
                  <a:pt x="321547" y="99441"/>
                  <a:pt x="322878" y="98580"/>
                </a:cubicBezTo>
                <a:cubicBezTo>
                  <a:pt x="324210" y="97719"/>
                  <a:pt x="325132" y="96428"/>
                  <a:pt x="325646" y="94707"/>
                </a:cubicBezTo>
                <a:cubicBezTo>
                  <a:pt x="325879" y="93892"/>
                  <a:pt x="325996" y="91525"/>
                  <a:pt x="325996" y="87604"/>
                </a:cubicBezTo>
                <a:lnTo>
                  <a:pt x="325996" y="59337"/>
                </a:lnTo>
                <a:cubicBezTo>
                  <a:pt x="325996" y="53980"/>
                  <a:pt x="325226" y="50130"/>
                  <a:pt x="323684" y="47786"/>
                </a:cubicBezTo>
                <a:cubicBezTo>
                  <a:pt x="321629" y="44724"/>
                  <a:pt x="318756" y="43194"/>
                  <a:pt x="315067" y="43194"/>
                </a:cubicBezTo>
                <a:cubicBezTo>
                  <a:pt x="312544" y="43194"/>
                  <a:pt x="310045" y="43887"/>
                  <a:pt x="307570" y="45273"/>
                </a:cubicBezTo>
                <a:cubicBezTo>
                  <a:pt x="303693" y="47378"/>
                  <a:pt x="300704" y="49746"/>
                  <a:pt x="298602" y="52376"/>
                </a:cubicBezTo>
                <a:lnTo>
                  <a:pt x="298602" y="87604"/>
                </a:lnTo>
                <a:cubicBezTo>
                  <a:pt x="298602" y="91908"/>
                  <a:pt x="298894" y="94706"/>
                  <a:pt x="299478" y="95998"/>
                </a:cubicBezTo>
                <a:cubicBezTo>
                  <a:pt x="300062" y="97288"/>
                  <a:pt x="300926" y="98257"/>
                  <a:pt x="302070" y="98903"/>
                </a:cubicBezTo>
                <a:cubicBezTo>
                  <a:pt x="303214" y="99549"/>
                  <a:pt x="305538" y="99872"/>
                  <a:pt x="309041" y="99872"/>
                </a:cubicBezTo>
                <a:lnTo>
                  <a:pt x="309041" y="102540"/>
                </a:lnTo>
                <a:lnTo>
                  <a:pt x="277303" y="102540"/>
                </a:lnTo>
                <a:lnTo>
                  <a:pt x="277303" y="99872"/>
                </a:lnTo>
                <a:cubicBezTo>
                  <a:pt x="280246" y="99872"/>
                  <a:pt x="282301" y="99548"/>
                  <a:pt x="283468" y="98900"/>
                </a:cubicBezTo>
                <a:cubicBezTo>
                  <a:pt x="284636" y="98253"/>
                  <a:pt x="285524" y="97221"/>
                  <a:pt x="286131" y="95806"/>
                </a:cubicBezTo>
                <a:cubicBezTo>
                  <a:pt x="286738" y="94391"/>
                  <a:pt x="287042" y="91645"/>
                  <a:pt x="287042" y="87568"/>
                </a:cubicBezTo>
                <a:lnTo>
                  <a:pt x="287042" y="62386"/>
                </a:lnTo>
                <a:cubicBezTo>
                  <a:pt x="287042" y="55142"/>
                  <a:pt x="286831" y="50465"/>
                  <a:pt x="286411" y="48356"/>
                </a:cubicBezTo>
                <a:cubicBezTo>
                  <a:pt x="286084" y="46773"/>
                  <a:pt x="285570" y="45681"/>
                  <a:pt x="284870" y="45082"/>
                </a:cubicBezTo>
                <a:cubicBezTo>
                  <a:pt x="284169" y="44482"/>
                  <a:pt x="283212" y="44183"/>
                  <a:pt x="281997" y="44183"/>
                </a:cubicBezTo>
                <a:cubicBezTo>
                  <a:pt x="280689" y="44183"/>
                  <a:pt x="279125" y="44543"/>
                  <a:pt x="277303" y="45262"/>
                </a:cubicBezTo>
                <a:lnTo>
                  <a:pt x="276252" y="42671"/>
                </a:lnTo>
                <a:lnTo>
                  <a:pt x="295589" y="34613"/>
                </a:lnTo>
                <a:lnTo>
                  <a:pt x="298602" y="34613"/>
                </a:lnTo>
                <a:lnTo>
                  <a:pt x="298602" y="48674"/>
                </a:lnTo>
                <a:close/>
                <a:moveTo>
                  <a:pt x="407962" y="0"/>
                </a:moveTo>
                <a:cubicBezTo>
                  <a:pt x="409924" y="0"/>
                  <a:pt x="411593" y="713"/>
                  <a:pt x="412971" y="2138"/>
                </a:cubicBezTo>
                <a:cubicBezTo>
                  <a:pt x="414349" y="3563"/>
                  <a:pt x="415038" y="5290"/>
                  <a:pt x="415038" y="7319"/>
                </a:cubicBezTo>
                <a:cubicBezTo>
                  <a:pt x="415038" y="9349"/>
                  <a:pt x="414349" y="11088"/>
                  <a:pt x="412971" y="12538"/>
                </a:cubicBezTo>
                <a:cubicBezTo>
                  <a:pt x="411593" y="13986"/>
                  <a:pt x="409924" y="14710"/>
                  <a:pt x="407962" y="14710"/>
                </a:cubicBezTo>
                <a:cubicBezTo>
                  <a:pt x="406000" y="14710"/>
                  <a:pt x="404319" y="13986"/>
                  <a:pt x="402917" y="12538"/>
                </a:cubicBezTo>
                <a:cubicBezTo>
                  <a:pt x="401516" y="11088"/>
                  <a:pt x="400815" y="9349"/>
                  <a:pt x="400815" y="7319"/>
                </a:cubicBezTo>
                <a:cubicBezTo>
                  <a:pt x="400815" y="5290"/>
                  <a:pt x="401504" y="3563"/>
                  <a:pt x="402882" y="2138"/>
                </a:cubicBezTo>
                <a:cubicBezTo>
                  <a:pt x="404260" y="713"/>
                  <a:pt x="405953" y="0"/>
                  <a:pt x="407962" y="0"/>
                </a:cubicBezTo>
                <a:moveTo>
                  <a:pt x="413777" y="34613"/>
                </a:moveTo>
                <a:lnTo>
                  <a:pt x="413777" y="87568"/>
                </a:lnTo>
                <a:cubicBezTo>
                  <a:pt x="413777" y="91693"/>
                  <a:pt x="414069" y="94439"/>
                  <a:pt x="414653" y="95806"/>
                </a:cubicBezTo>
                <a:cubicBezTo>
                  <a:pt x="415237" y="97173"/>
                  <a:pt x="416101" y="98193"/>
                  <a:pt x="417245" y="98864"/>
                </a:cubicBezTo>
                <a:cubicBezTo>
                  <a:pt x="418389" y="99536"/>
                  <a:pt x="420480" y="99872"/>
                  <a:pt x="423516" y="99872"/>
                </a:cubicBezTo>
                <a:lnTo>
                  <a:pt x="423516" y="102540"/>
                </a:lnTo>
                <a:lnTo>
                  <a:pt x="392338" y="102540"/>
                </a:lnTo>
                <a:lnTo>
                  <a:pt x="392338" y="99872"/>
                </a:lnTo>
                <a:cubicBezTo>
                  <a:pt x="395467" y="99872"/>
                  <a:pt x="397569" y="99560"/>
                  <a:pt x="398643" y="98936"/>
                </a:cubicBezTo>
                <a:cubicBezTo>
                  <a:pt x="399718" y="98313"/>
                  <a:pt x="400570" y="97282"/>
                  <a:pt x="401201" y="95842"/>
                </a:cubicBezTo>
                <a:cubicBezTo>
                  <a:pt x="401831" y="94403"/>
                  <a:pt x="402147" y="91645"/>
                  <a:pt x="402147" y="87568"/>
                </a:cubicBezTo>
                <a:lnTo>
                  <a:pt x="402147" y="62170"/>
                </a:lnTo>
                <a:cubicBezTo>
                  <a:pt x="402147" y="55022"/>
                  <a:pt x="401936" y="50393"/>
                  <a:pt x="401516" y="48284"/>
                </a:cubicBezTo>
                <a:cubicBezTo>
                  <a:pt x="401189" y="46749"/>
                  <a:pt x="400675" y="45681"/>
                  <a:pt x="399975" y="45082"/>
                </a:cubicBezTo>
                <a:cubicBezTo>
                  <a:pt x="399274" y="44482"/>
                  <a:pt x="398317" y="44183"/>
                  <a:pt x="397102" y="44183"/>
                </a:cubicBezTo>
                <a:cubicBezTo>
                  <a:pt x="395794" y="44183"/>
                  <a:pt x="394206" y="44543"/>
                  <a:pt x="392338" y="45262"/>
                </a:cubicBezTo>
                <a:lnTo>
                  <a:pt x="391357" y="42671"/>
                </a:lnTo>
                <a:lnTo>
                  <a:pt x="410694" y="34613"/>
                </a:lnTo>
                <a:lnTo>
                  <a:pt x="413777" y="34613"/>
                </a:lnTo>
                <a:close/>
                <a:moveTo>
                  <a:pt x="450637" y="14710"/>
                </a:moveTo>
                <a:lnTo>
                  <a:pt x="450637" y="36487"/>
                </a:lnTo>
                <a:lnTo>
                  <a:pt x="465630" y="36487"/>
                </a:lnTo>
                <a:lnTo>
                  <a:pt x="465630" y="41535"/>
                </a:lnTo>
                <a:lnTo>
                  <a:pt x="450637" y="41535"/>
                </a:lnTo>
                <a:lnTo>
                  <a:pt x="450637" y="84309"/>
                </a:lnTo>
                <a:cubicBezTo>
                  <a:pt x="450637" y="88583"/>
                  <a:pt x="451232" y="91465"/>
                  <a:pt x="452423" y="92954"/>
                </a:cubicBezTo>
                <a:cubicBezTo>
                  <a:pt x="453615" y="94441"/>
                  <a:pt x="455144" y="95184"/>
                  <a:pt x="457013" y="95184"/>
                </a:cubicBezTo>
                <a:cubicBezTo>
                  <a:pt x="458554" y="95184"/>
                  <a:pt x="460049" y="94692"/>
                  <a:pt x="461497" y="93706"/>
                </a:cubicBezTo>
                <a:cubicBezTo>
                  <a:pt x="462944" y="92721"/>
                  <a:pt x="464065" y="91266"/>
                  <a:pt x="464860" y="89344"/>
                </a:cubicBezTo>
                <a:lnTo>
                  <a:pt x="467592" y="89344"/>
                </a:lnTo>
                <a:cubicBezTo>
                  <a:pt x="465957" y="94068"/>
                  <a:pt x="463645" y="97641"/>
                  <a:pt x="460656" y="100063"/>
                </a:cubicBezTo>
                <a:cubicBezTo>
                  <a:pt x="457666" y="102483"/>
                  <a:pt x="454584" y="103693"/>
                  <a:pt x="451408" y="103693"/>
                </a:cubicBezTo>
                <a:cubicBezTo>
                  <a:pt x="449259" y="103693"/>
                  <a:pt x="447157" y="103080"/>
                  <a:pt x="445102" y="101852"/>
                </a:cubicBezTo>
                <a:cubicBezTo>
                  <a:pt x="443047" y="100625"/>
                  <a:pt x="441529" y="98869"/>
                  <a:pt x="440548" y="96584"/>
                </a:cubicBezTo>
                <a:cubicBezTo>
                  <a:pt x="439567" y="94297"/>
                  <a:pt x="439077" y="90771"/>
                  <a:pt x="439077" y="86006"/>
                </a:cubicBezTo>
                <a:lnTo>
                  <a:pt x="439077" y="41535"/>
                </a:lnTo>
                <a:lnTo>
                  <a:pt x="428918" y="41535"/>
                </a:lnTo>
                <a:lnTo>
                  <a:pt x="428918" y="39155"/>
                </a:lnTo>
                <a:cubicBezTo>
                  <a:pt x="431487" y="38095"/>
                  <a:pt x="434114" y="36299"/>
                  <a:pt x="436800" y="33767"/>
                </a:cubicBezTo>
                <a:cubicBezTo>
                  <a:pt x="439485" y="31236"/>
                  <a:pt x="441879" y="28235"/>
                  <a:pt x="443981" y="24763"/>
                </a:cubicBezTo>
                <a:cubicBezTo>
                  <a:pt x="445055" y="22932"/>
                  <a:pt x="446550" y="19581"/>
                  <a:pt x="448465" y="14710"/>
                </a:cubicBezTo>
                <a:lnTo>
                  <a:pt x="450637" y="14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609D0-3A9A-4708-AB05-FFD198F4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317" y="1049338"/>
            <a:ext cx="1020045" cy="548704"/>
          </a:xfrm>
          <a:custGeom xmlns:a="http://schemas.openxmlformats.org/drawingml/2006/main">
            <a:pathLst>
              <a:path w="1020045" h="548704" fill="none">
                <a:moveTo>
                  <a:pt x="0" y="49137"/>
                </a:moveTo>
                <a:cubicBezTo>
                  <a:pt x="0" y="21999"/>
                  <a:pt x="21375" y="0"/>
                  <a:pt x="47742" y="0"/>
                </a:cubicBezTo>
                <a:lnTo>
                  <a:pt x="972304" y="0"/>
                </a:lnTo>
                <a:cubicBezTo>
                  <a:pt x="998670" y="0"/>
                  <a:pt x="1020045" y="21999"/>
                  <a:pt x="1020045" y="49137"/>
                </a:cubicBezTo>
                <a:lnTo>
                  <a:pt x="1020045" y="499567"/>
                </a:lnTo>
                <a:cubicBezTo>
                  <a:pt x="1020045" y="526705"/>
                  <a:pt x="998670" y="548704"/>
                  <a:pt x="972304" y="548704"/>
                </a:cubicBezTo>
                <a:lnTo>
                  <a:pt x="47742" y="548704"/>
                </a:lnTo>
                <a:cubicBezTo>
                  <a:pt x="21375" y="548704"/>
                  <a:pt x="0" y="526705"/>
                  <a:pt x="0" y="499567"/>
                </a:cubicBezTo>
                <a:lnTo>
                  <a:pt x="0" y="491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7F7F7F"/>
            </a:solidFill>
            <a:miter/>
          </a:ln>
        </p:spPr>
      </p:sp>
      <p:sp>
        <p:nvSpPr>
          <p:cNvPr id="113" name="Text Relevance">
            <a:extLst xmlns:a="http://schemas.openxmlformats.org/drawingml/2006/main">
              <a:ext uri="{FF2B5EF4-FFF2-40B4-BE49-F238E27FC236}">
                <a16:creationId xmlns:a16="http://schemas.microsoft.com/office/drawing/2014/main" id="{C0440F23-49FD-4245-AEA3-C91832C3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978" y="1317689"/>
            <a:ext cx="518583" cy="91489"/>
          </a:xfrm>
          <a:custGeom xmlns:a="http://schemas.openxmlformats.org/drawingml/2006/main">
            <a:pathLst>
              <a:path w="518583" h="91489">
                <a:moveTo>
                  <a:pt x="82700" y="89722"/>
                </a:moveTo>
                <a:lnTo>
                  <a:pt x="60508" y="89722"/>
                </a:lnTo>
                <a:lnTo>
                  <a:pt x="32369" y="49593"/>
                </a:lnTo>
                <a:cubicBezTo>
                  <a:pt x="30284" y="49677"/>
                  <a:pt x="28588" y="49719"/>
                  <a:pt x="27281" y="49719"/>
                </a:cubicBezTo>
                <a:cubicBezTo>
                  <a:pt x="26749" y="49719"/>
                  <a:pt x="26177" y="49709"/>
                  <a:pt x="25564" y="49688"/>
                </a:cubicBezTo>
                <a:cubicBezTo>
                  <a:pt x="24951" y="49667"/>
                  <a:pt x="24317" y="49635"/>
                  <a:pt x="23664" y="49593"/>
                </a:cubicBezTo>
                <a:lnTo>
                  <a:pt x="23664" y="74536"/>
                </a:lnTo>
                <a:cubicBezTo>
                  <a:pt x="23664" y="79938"/>
                  <a:pt x="24236" y="83294"/>
                  <a:pt x="25380" y="84602"/>
                </a:cubicBezTo>
                <a:cubicBezTo>
                  <a:pt x="26933" y="86459"/>
                  <a:pt x="29263" y="87388"/>
                  <a:pt x="32369" y="87388"/>
                </a:cubicBezTo>
                <a:lnTo>
                  <a:pt x="35618" y="87388"/>
                </a:lnTo>
                <a:lnTo>
                  <a:pt x="35618" y="89722"/>
                </a:lnTo>
                <a:lnTo>
                  <a:pt x="0" y="89722"/>
                </a:lnTo>
                <a:lnTo>
                  <a:pt x="0" y="87388"/>
                </a:lnTo>
                <a:lnTo>
                  <a:pt x="3127" y="87388"/>
                </a:lnTo>
                <a:cubicBezTo>
                  <a:pt x="6641" y="87388"/>
                  <a:pt x="9155" y="86210"/>
                  <a:pt x="10667" y="83854"/>
                </a:cubicBezTo>
                <a:cubicBezTo>
                  <a:pt x="11525" y="82550"/>
                  <a:pt x="11954" y="79459"/>
                  <a:pt x="11954" y="74579"/>
                </a:cubicBezTo>
                <a:lnTo>
                  <a:pt x="11954" y="19307"/>
                </a:lnTo>
                <a:cubicBezTo>
                  <a:pt x="11954" y="13923"/>
                  <a:pt x="11382" y="10579"/>
                  <a:pt x="10238" y="9275"/>
                </a:cubicBezTo>
                <a:cubicBezTo>
                  <a:pt x="8644" y="7424"/>
                  <a:pt x="6273" y="6499"/>
                  <a:pt x="3127" y="6499"/>
                </a:cubicBezTo>
                <a:lnTo>
                  <a:pt x="0" y="6499"/>
                </a:lnTo>
                <a:lnTo>
                  <a:pt x="0" y="4164"/>
                </a:lnTo>
                <a:lnTo>
                  <a:pt x="30284" y="4164"/>
                </a:lnTo>
                <a:cubicBezTo>
                  <a:pt x="39112" y="4164"/>
                  <a:pt x="45621" y="4825"/>
                  <a:pt x="49810" y="6146"/>
                </a:cubicBezTo>
                <a:cubicBezTo>
                  <a:pt x="53999" y="7467"/>
                  <a:pt x="57555" y="9900"/>
                  <a:pt x="60477" y="13445"/>
                </a:cubicBezTo>
                <a:cubicBezTo>
                  <a:pt x="63399" y="16989"/>
                  <a:pt x="64860" y="21215"/>
                  <a:pt x="64860" y="26122"/>
                </a:cubicBezTo>
                <a:cubicBezTo>
                  <a:pt x="64860" y="31364"/>
                  <a:pt x="63195" y="35915"/>
                  <a:pt x="59864" y="39774"/>
                </a:cubicBezTo>
                <a:cubicBezTo>
                  <a:pt x="56533" y="43632"/>
                  <a:pt x="51373" y="46358"/>
                  <a:pt x="44384" y="47953"/>
                </a:cubicBezTo>
                <a:lnTo>
                  <a:pt x="61550" y="72576"/>
                </a:lnTo>
                <a:cubicBezTo>
                  <a:pt x="65473" y="78231"/>
                  <a:pt x="68845" y="81987"/>
                  <a:pt x="71665" y="83844"/>
                </a:cubicBezTo>
                <a:cubicBezTo>
                  <a:pt x="74485" y="85700"/>
                  <a:pt x="78163" y="86882"/>
                  <a:pt x="82700" y="87388"/>
                </a:cubicBezTo>
                <a:lnTo>
                  <a:pt x="82700" y="89722"/>
                </a:lnTo>
                <a:moveTo>
                  <a:pt x="23664" y="45744"/>
                </a:moveTo>
                <a:cubicBezTo>
                  <a:pt x="24440" y="45744"/>
                  <a:pt x="25114" y="45755"/>
                  <a:pt x="25687" y="45776"/>
                </a:cubicBezTo>
                <a:cubicBezTo>
                  <a:pt x="26259" y="45797"/>
                  <a:pt x="26729" y="45808"/>
                  <a:pt x="27097" y="45808"/>
                </a:cubicBezTo>
                <a:cubicBezTo>
                  <a:pt x="35025" y="45808"/>
                  <a:pt x="41002" y="44041"/>
                  <a:pt x="45028" y="40507"/>
                </a:cubicBezTo>
                <a:cubicBezTo>
                  <a:pt x="49054" y="36974"/>
                  <a:pt x="51067" y="32473"/>
                  <a:pt x="51067" y="27005"/>
                </a:cubicBezTo>
                <a:cubicBezTo>
                  <a:pt x="51067" y="21663"/>
                  <a:pt x="49442" y="17320"/>
                  <a:pt x="46193" y="13976"/>
                </a:cubicBezTo>
                <a:cubicBezTo>
                  <a:pt x="42944" y="10632"/>
                  <a:pt x="38642" y="8960"/>
                  <a:pt x="33288" y="8960"/>
                </a:cubicBezTo>
                <a:cubicBezTo>
                  <a:pt x="30918" y="8960"/>
                  <a:pt x="27710" y="9359"/>
                  <a:pt x="23664" y="10158"/>
                </a:cubicBezTo>
                <a:lnTo>
                  <a:pt x="23664" y="45744"/>
                </a:lnTo>
                <a:close/>
                <a:moveTo>
                  <a:pt x="94171" y="53758"/>
                </a:moveTo>
                <a:cubicBezTo>
                  <a:pt x="94130" y="62319"/>
                  <a:pt x="96153" y="69034"/>
                  <a:pt x="100240" y="73903"/>
                </a:cubicBezTo>
                <a:cubicBezTo>
                  <a:pt x="104327" y="78770"/>
                  <a:pt x="109129" y="81204"/>
                  <a:pt x="114646" y="81204"/>
                </a:cubicBezTo>
                <a:cubicBezTo>
                  <a:pt x="118324" y="81204"/>
                  <a:pt x="121523" y="80163"/>
                  <a:pt x="124240" y="78081"/>
                </a:cubicBezTo>
                <a:cubicBezTo>
                  <a:pt x="126958" y="75999"/>
                  <a:pt x="129237" y="72434"/>
                  <a:pt x="131076" y="67386"/>
                </a:cubicBezTo>
                <a:lnTo>
                  <a:pt x="132976" y="68648"/>
                </a:lnTo>
                <a:cubicBezTo>
                  <a:pt x="132118" y="74411"/>
                  <a:pt x="129625" y="79658"/>
                  <a:pt x="125497" y="84391"/>
                </a:cubicBezTo>
                <a:cubicBezTo>
                  <a:pt x="121369" y="89123"/>
                  <a:pt x="116199" y="91489"/>
                  <a:pt x="109987" y="91489"/>
                </a:cubicBezTo>
                <a:cubicBezTo>
                  <a:pt x="103244" y="91489"/>
                  <a:pt x="97471" y="88792"/>
                  <a:pt x="92669" y="83399"/>
                </a:cubicBezTo>
                <a:cubicBezTo>
                  <a:pt x="87866" y="78004"/>
                  <a:pt x="85465" y="70752"/>
                  <a:pt x="85465" y="61643"/>
                </a:cubicBezTo>
                <a:cubicBezTo>
                  <a:pt x="85465" y="51779"/>
                  <a:pt x="87928" y="44087"/>
                  <a:pt x="92852" y="38567"/>
                </a:cubicBezTo>
                <a:cubicBezTo>
                  <a:pt x="97777" y="33046"/>
                  <a:pt x="103959" y="30286"/>
                  <a:pt x="111397" y="30286"/>
                </a:cubicBezTo>
                <a:cubicBezTo>
                  <a:pt x="117691" y="30286"/>
                  <a:pt x="122861" y="32415"/>
                  <a:pt x="126907" y="36674"/>
                </a:cubicBezTo>
                <a:cubicBezTo>
                  <a:pt x="130953" y="40932"/>
                  <a:pt x="132976" y="46626"/>
                  <a:pt x="132976" y="53758"/>
                </a:cubicBezTo>
                <a:lnTo>
                  <a:pt x="94171" y="53758"/>
                </a:lnTo>
                <a:moveTo>
                  <a:pt x="94171" y="50098"/>
                </a:moveTo>
                <a:lnTo>
                  <a:pt x="120164" y="50098"/>
                </a:lnTo>
                <a:cubicBezTo>
                  <a:pt x="119959" y="46396"/>
                  <a:pt x="119530" y="43788"/>
                  <a:pt x="118876" y="42274"/>
                </a:cubicBezTo>
                <a:cubicBezTo>
                  <a:pt x="117854" y="39919"/>
                  <a:pt x="116332" y="38068"/>
                  <a:pt x="114309" y="36722"/>
                </a:cubicBezTo>
                <a:cubicBezTo>
                  <a:pt x="112286" y="35376"/>
                  <a:pt x="110171" y="34703"/>
                  <a:pt x="107964" y="34703"/>
                </a:cubicBezTo>
                <a:cubicBezTo>
                  <a:pt x="104572" y="34703"/>
                  <a:pt x="101537" y="36059"/>
                  <a:pt x="98860" y="38772"/>
                </a:cubicBezTo>
                <a:cubicBezTo>
                  <a:pt x="96183" y="41485"/>
                  <a:pt x="94620" y="45261"/>
                  <a:pt x="94171" y="50098"/>
                </a:cubicBezTo>
                <a:close/>
                <a:moveTo>
                  <a:pt x="160087" y="0"/>
                </a:moveTo>
                <a:lnTo>
                  <a:pt x="160087" y="76606"/>
                </a:lnTo>
                <a:cubicBezTo>
                  <a:pt x="160087" y="80221"/>
                  <a:pt x="160342" y="82617"/>
                  <a:pt x="160853" y="83795"/>
                </a:cubicBezTo>
                <a:cubicBezTo>
                  <a:pt x="161364" y="84972"/>
                  <a:pt x="162151" y="85865"/>
                  <a:pt x="163214" y="86475"/>
                </a:cubicBezTo>
                <a:cubicBezTo>
                  <a:pt x="164276" y="87083"/>
                  <a:pt x="166258" y="87388"/>
                  <a:pt x="169160" y="87388"/>
                </a:cubicBezTo>
                <a:lnTo>
                  <a:pt x="169160" y="89722"/>
                </a:lnTo>
                <a:lnTo>
                  <a:pt x="141634" y="89722"/>
                </a:lnTo>
                <a:lnTo>
                  <a:pt x="141634" y="87388"/>
                </a:lnTo>
                <a:cubicBezTo>
                  <a:pt x="144209" y="87388"/>
                  <a:pt x="145967" y="87115"/>
                  <a:pt x="146907" y="86569"/>
                </a:cubicBezTo>
                <a:cubicBezTo>
                  <a:pt x="147847" y="86022"/>
                  <a:pt x="148582" y="85119"/>
                  <a:pt x="149113" y="83858"/>
                </a:cubicBezTo>
                <a:cubicBezTo>
                  <a:pt x="149645" y="82596"/>
                  <a:pt x="149910" y="80179"/>
                  <a:pt x="149910" y="76606"/>
                </a:cubicBezTo>
                <a:lnTo>
                  <a:pt x="149910" y="24148"/>
                </a:lnTo>
                <a:cubicBezTo>
                  <a:pt x="149910" y="17633"/>
                  <a:pt x="149767" y="13630"/>
                  <a:pt x="149481" y="12138"/>
                </a:cubicBezTo>
                <a:cubicBezTo>
                  <a:pt x="149195" y="10645"/>
                  <a:pt x="148735" y="9625"/>
                  <a:pt x="148102" y="9080"/>
                </a:cubicBezTo>
                <a:cubicBezTo>
                  <a:pt x="147468" y="8533"/>
                  <a:pt x="146661" y="8260"/>
                  <a:pt x="145680" y="8260"/>
                </a:cubicBezTo>
                <a:cubicBezTo>
                  <a:pt x="144618" y="8260"/>
                  <a:pt x="143269" y="8596"/>
                  <a:pt x="141634" y="9269"/>
                </a:cubicBezTo>
                <a:lnTo>
                  <a:pt x="140592" y="7061"/>
                </a:lnTo>
                <a:lnTo>
                  <a:pt x="157328" y="0"/>
                </a:lnTo>
                <a:lnTo>
                  <a:pt x="160087" y="0"/>
                </a:lnTo>
                <a:close/>
                <a:moveTo>
                  <a:pt x="186087" y="53758"/>
                </a:moveTo>
                <a:cubicBezTo>
                  <a:pt x="186046" y="62319"/>
                  <a:pt x="188069" y="69034"/>
                  <a:pt x="192156" y="73903"/>
                </a:cubicBezTo>
                <a:cubicBezTo>
                  <a:pt x="196243" y="78770"/>
                  <a:pt x="201045" y="81204"/>
                  <a:pt x="206563" y="81204"/>
                </a:cubicBezTo>
                <a:cubicBezTo>
                  <a:pt x="210241" y="81204"/>
                  <a:pt x="213439" y="80163"/>
                  <a:pt x="216157" y="78081"/>
                </a:cubicBezTo>
                <a:cubicBezTo>
                  <a:pt x="218875" y="75999"/>
                  <a:pt x="221153" y="72434"/>
                  <a:pt x="222992" y="67386"/>
                </a:cubicBezTo>
                <a:lnTo>
                  <a:pt x="224893" y="68648"/>
                </a:lnTo>
                <a:cubicBezTo>
                  <a:pt x="224035" y="74411"/>
                  <a:pt x="221542" y="79658"/>
                  <a:pt x="217414" y="84391"/>
                </a:cubicBezTo>
                <a:cubicBezTo>
                  <a:pt x="213286" y="89123"/>
                  <a:pt x="208116" y="91489"/>
                  <a:pt x="201904" y="91489"/>
                </a:cubicBezTo>
                <a:cubicBezTo>
                  <a:pt x="195160" y="91489"/>
                  <a:pt x="189387" y="88792"/>
                  <a:pt x="184585" y="83399"/>
                </a:cubicBezTo>
                <a:cubicBezTo>
                  <a:pt x="179783" y="78004"/>
                  <a:pt x="177382" y="70752"/>
                  <a:pt x="177382" y="61643"/>
                </a:cubicBezTo>
                <a:cubicBezTo>
                  <a:pt x="177382" y="51779"/>
                  <a:pt x="179844" y="44087"/>
                  <a:pt x="184769" y="38567"/>
                </a:cubicBezTo>
                <a:cubicBezTo>
                  <a:pt x="189694" y="33046"/>
                  <a:pt x="195875" y="30286"/>
                  <a:pt x="203314" y="30286"/>
                </a:cubicBezTo>
                <a:cubicBezTo>
                  <a:pt x="209608" y="30286"/>
                  <a:pt x="214778" y="32415"/>
                  <a:pt x="218824" y="36674"/>
                </a:cubicBezTo>
                <a:cubicBezTo>
                  <a:pt x="222870" y="40932"/>
                  <a:pt x="224893" y="46626"/>
                  <a:pt x="224893" y="53758"/>
                </a:cubicBezTo>
                <a:lnTo>
                  <a:pt x="186087" y="53758"/>
                </a:lnTo>
                <a:moveTo>
                  <a:pt x="186087" y="50098"/>
                </a:moveTo>
                <a:lnTo>
                  <a:pt x="212080" y="50098"/>
                </a:lnTo>
                <a:cubicBezTo>
                  <a:pt x="211876" y="46396"/>
                  <a:pt x="211447" y="43788"/>
                  <a:pt x="210793" y="42274"/>
                </a:cubicBezTo>
                <a:cubicBezTo>
                  <a:pt x="209771" y="39919"/>
                  <a:pt x="208249" y="38068"/>
                  <a:pt x="206226" y="36722"/>
                </a:cubicBezTo>
                <a:cubicBezTo>
                  <a:pt x="204203" y="35376"/>
                  <a:pt x="202088" y="34703"/>
                  <a:pt x="199881" y="34703"/>
                </a:cubicBezTo>
                <a:cubicBezTo>
                  <a:pt x="196488" y="34703"/>
                  <a:pt x="193454" y="36059"/>
                  <a:pt x="190777" y="38772"/>
                </a:cubicBezTo>
                <a:cubicBezTo>
                  <a:pt x="188100" y="41485"/>
                  <a:pt x="186537" y="45261"/>
                  <a:pt x="186087" y="50098"/>
                </a:cubicBezTo>
                <a:close/>
                <a:moveTo>
                  <a:pt x="229811" y="31926"/>
                </a:moveTo>
                <a:lnTo>
                  <a:pt x="256233" y="31926"/>
                </a:lnTo>
                <a:lnTo>
                  <a:pt x="256233" y="34261"/>
                </a:lnTo>
                <a:lnTo>
                  <a:pt x="254517" y="34261"/>
                </a:lnTo>
                <a:cubicBezTo>
                  <a:pt x="252923" y="34261"/>
                  <a:pt x="251707" y="34661"/>
                  <a:pt x="250869" y="35460"/>
                </a:cubicBezTo>
                <a:cubicBezTo>
                  <a:pt x="250031" y="36259"/>
                  <a:pt x="249612" y="37332"/>
                  <a:pt x="249612" y="38678"/>
                </a:cubicBezTo>
                <a:cubicBezTo>
                  <a:pt x="249612" y="40150"/>
                  <a:pt x="250041" y="41896"/>
                  <a:pt x="250900" y="43915"/>
                </a:cubicBezTo>
                <a:lnTo>
                  <a:pt x="263957" y="75841"/>
                </a:lnTo>
                <a:lnTo>
                  <a:pt x="277077" y="42716"/>
                </a:lnTo>
                <a:cubicBezTo>
                  <a:pt x="278017" y="40360"/>
                  <a:pt x="278487" y="38573"/>
                  <a:pt x="278487" y="37353"/>
                </a:cubicBezTo>
                <a:cubicBezTo>
                  <a:pt x="278487" y="36764"/>
                  <a:pt x="278323" y="36280"/>
                  <a:pt x="277996" y="35901"/>
                </a:cubicBezTo>
                <a:cubicBezTo>
                  <a:pt x="277547" y="35271"/>
                  <a:pt x="276974" y="34839"/>
                  <a:pt x="276280" y="34608"/>
                </a:cubicBezTo>
                <a:cubicBezTo>
                  <a:pt x="275585" y="34377"/>
                  <a:pt x="274175" y="34261"/>
                  <a:pt x="272050" y="34261"/>
                </a:cubicBezTo>
                <a:lnTo>
                  <a:pt x="272050" y="31926"/>
                </a:lnTo>
                <a:lnTo>
                  <a:pt x="290380" y="31926"/>
                </a:lnTo>
                <a:lnTo>
                  <a:pt x="290380" y="34261"/>
                </a:lnTo>
                <a:cubicBezTo>
                  <a:pt x="288254" y="34429"/>
                  <a:pt x="286783" y="34871"/>
                  <a:pt x="285966" y="35586"/>
                </a:cubicBezTo>
                <a:cubicBezTo>
                  <a:pt x="284535" y="36848"/>
                  <a:pt x="283248" y="38951"/>
                  <a:pt x="282104" y="41896"/>
                </a:cubicBezTo>
                <a:lnTo>
                  <a:pt x="262180" y="91489"/>
                </a:lnTo>
                <a:lnTo>
                  <a:pt x="259666" y="91489"/>
                </a:lnTo>
                <a:lnTo>
                  <a:pt x="239620" y="42716"/>
                </a:lnTo>
                <a:cubicBezTo>
                  <a:pt x="238720" y="40444"/>
                  <a:pt x="237862" y="38814"/>
                  <a:pt x="237045" y="37826"/>
                </a:cubicBezTo>
                <a:cubicBezTo>
                  <a:pt x="236227" y="36837"/>
                  <a:pt x="235185" y="36007"/>
                  <a:pt x="233918" y="35334"/>
                </a:cubicBezTo>
                <a:cubicBezTo>
                  <a:pt x="233223" y="34955"/>
                  <a:pt x="231854" y="34597"/>
                  <a:pt x="229811" y="34261"/>
                </a:cubicBezTo>
                <a:lnTo>
                  <a:pt x="229811" y="31926"/>
                </a:lnTo>
                <a:close/>
                <a:moveTo>
                  <a:pt x="327285" y="81393"/>
                </a:moveTo>
                <a:cubicBezTo>
                  <a:pt x="321523" y="85978"/>
                  <a:pt x="317906" y="88628"/>
                  <a:pt x="316434" y="89344"/>
                </a:cubicBezTo>
                <a:cubicBezTo>
                  <a:pt x="314227" y="90437"/>
                  <a:pt x="311877" y="90984"/>
                  <a:pt x="309384" y="90984"/>
                </a:cubicBezTo>
                <a:cubicBezTo>
                  <a:pt x="305502" y="90984"/>
                  <a:pt x="302304" y="89617"/>
                  <a:pt x="299790" y="86883"/>
                </a:cubicBezTo>
                <a:cubicBezTo>
                  <a:pt x="297277" y="84149"/>
                  <a:pt x="296020" y="80552"/>
                  <a:pt x="296020" y="76093"/>
                </a:cubicBezTo>
                <a:cubicBezTo>
                  <a:pt x="296020" y="73275"/>
                  <a:pt x="296633" y="70835"/>
                  <a:pt x="297859" y="68774"/>
                </a:cubicBezTo>
                <a:cubicBezTo>
                  <a:pt x="299535" y="65914"/>
                  <a:pt x="302447" y="63222"/>
                  <a:pt x="306595" y="60698"/>
                </a:cubicBezTo>
                <a:cubicBezTo>
                  <a:pt x="310743" y="58174"/>
                  <a:pt x="317640" y="55104"/>
                  <a:pt x="327285" y="51486"/>
                </a:cubicBezTo>
                <a:lnTo>
                  <a:pt x="327285" y="49215"/>
                </a:lnTo>
                <a:cubicBezTo>
                  <a:pt x="327285" y="43452"/>
                  <a:pt x="326396" y="39498"/>
                  <a:pt x="324619" y="37353"/>
                </a:cubicBezTo>
                <a:cubicBezTo>
                  <a:pt x="322841" y="35207"/>
                  <a:pt x="320256" y="34135"/>
                  <a:pt x="316864" y="34135"/>
                </a:cubicBezTo>
                <a:cubicBezTo>
                  <a:pt x="314289" y="34135"/>
                  <a:pt x="312245" y="34847"/>
                  <a:pt x="310733" y="36272"/>
                </a:cubicBezTo>
                <a:cubicBezTo>
                  <a:pt x="309180" y="37697"/>
                  <a:pt x="308404" y="39332"/>
                  <a:pt x="308404" y="41176"/>
                </a:cubicBezTo>
                <a:lnTo>
                  <a:pt x="308526" y="44822"/>
                </a:lnTo>
                <a:cubicBezTo>
                  <a:pt x="308526" y="46749"/>
                  <a:pt x="308046" y="48236"/>
                  <a:pt x="307085" y="49284"/>
                </a:cubicBezTo>
                <a:cubicBezTo>
                  <a:pt x="306125" y="50331"/>
                  <a:pt x="304868" y="50855"/>
                  <a:pt x="303315" y="50855"/>
                </a:cubicBezTo>
                <a:cubicBezTo>
                  <a:pt x="301803" y="50855"/>
                  <a:pt x="300567" y="50310"/>
                  <a:pt x="299606" y="49221"/>
                </a:cubicBezTo>
                <a:cubicBezTo>
                  <a:pt x="298646" y="48130"/>
                  <a:pt x="298166" y="46640"/>
                  <a:pt x="298166" y="44753"/>
                </a:cubicBezTo>
                <a:cubicBezTo>
                  <a:pt x="298166" y="41147"/>
                  <a:pt x="299964" y="37834"/>
                  <a:pt x="303560" y="34815"/>
                </a:cubicBezTo>
                <a:cubicBezTo>
                  <a:pt x="307157" y="31796"/>
                  <a:pt x="312204" y="30286"/>
                  <a:pt x="318703" y="30286"/>
                </a:cubicBezTo>
                <a:cubicBezTo>
                  <a:pt x="323689" y="30286"/>
                  <a:pt x="327776" y="31147"/>
                  <a:pt x="330964" y="32869"/>
                </a:cubicBezTo>
                <a:cubicBezTo>
                  <a:pt x="333375" y="34172"/>
                  <a:pt x="335153" y="36210"/>
                  <a:pt x="336297" y="38983"/>
                </a:cubicBezTo>
                <a:cubicBezTo>
                  <a:pt x="337033" y="40789"/>
                  <a:pt x="337401" y="44486"/>
                  <a:pt x="337401" y="50074"/>
                </a:cubicBezTo>
                <a:lnTo>
                  <a:pt x="337401" y="69673"/>
                </a:lnTo>
                <a:cubicBezTo>
                  <a:pt x="337401" y="75177"/>
                  <a:pt x="337503" y="78549"/>
                  <a:pt x="337707" y="79789"/>
                </a:cubicBezTo>
                <a:cubicBezTo>
                  <a:pt x="337911" y="81028"/>
                  <a:pt x="338249" y="81858"/>
                  <a:pt x="338719" y="82279"/>
                </a:cubicBezTo>
                <a:cubicBezTo>
                  <a:pt x="339189" y="82698"/>
                  <a:pt x="339730" y="82908"/>
                  <a:pt x="340343" y="82908"/>
                </a:cubicBezTo>
                <a:cubicBezTo>
                  <a:pt x="340997" y="82908"/>
                  <a:pt x="341569" y="82761"/>
                  <a:pt x="342060" y="82466"/>
                </a:cubicBezTo>
                <a:cubicBezTo>
                  <a:pt x="342918" y="81919"/>
                  <a:pt x="344573" y="80384"/>
                  <a:pt x="347025" y="77860"/>
                </a:cubicBezTo>
                <a:lnTo>
                  <a:pt x="347025" y="81393"/>
                </a:lnTo>
                <a:cubicBezTo>
                  <a:pt x="342448" y="87703"/>
                  <a:pt x="338075" y="90858"/>
                  <a:pt x="333906" y="90858"/>
                </a:cubicBezTo>
                <a:cubicBezTo>
                  <a:pt x="331904" y="90858"/>
                  <a:pt x="330310" y="90143"/>
                  <a:pt x="329124" y="88713"/>
                </a:cubicBezTo>
                <a:cubicBezTo>
                  <a:pt x="327939" y="87282"/>
                  <a:pt x="327326" y="84843"/>
                  <a:pt x="327285" y="81393"/>
                </a:cubicBezTo>
                <a:moveTo>
                  <a:pt x="327285" y="77257"/>
                </a:moveTo>
                <a:lnTo>
                  <a:pt x="327285" y="55335"/>
                </a:lnTo>
                <a:cubicBezTo>
                  <a:pt x="321114" y="57847"/>
                  <a:pt x="317129" y="59627"/>
                  <a:pt x="315331" y="60674"/>
                </a:cubicBezTo>
                <a:cubicBezTo>
                  <a:pt x="312102" y="62517"/>
                  <a:pt x="309793" y="64444"/>
                  <a:pt x="308404" y="66454"/>
                </a:cubicBezTo>
                <a:cubicBezTo>
                  <a:pt x="307014" y="68463"/>
                  <a:pt x="306319" y="70662"/>
                  <a:pt x="306319" y="73049"/>
                </a:cubicBezTo>
                <a:cubicBezTo>
                  <a:pt x="306319" y="76065"/>
                  <a:pt x="307198" y="78567"/>
                  <a:pt x="308955" y="80556"/>
                </a:cubicBezTo>
                <a:cubicBezTo>
                  <a:pt x="310713" y="82544"/>
                  <a:pt x="312736" y="83539"/>
                  <a:pt x="315024" y="83539"/>
                </a:cubicBezTo>
                <a:cubicBezTo>
                  <a:pt x="318130" y="83539"/>
                  <a:pt x="322217" y="81445"/>
                  <a:pt x="327285" y="77257"/>
                </a:cubicBezTo>
                <a:close/>
                <a:moveTo>
                  <a:pt x="367883" y="42527"/>
                </a:moveTo>
                <a:cubicBezTo>
                  <a:pt x="374463" y="34366"/>
                  <a:pt x="380736" y="30286"/>
                  <a:pt x="386703" y="30286"/>
                </a:cubicBezTo>
                <a:cubicBezTo>
                  <a:pt x="389769" y="30286"/>
                  <a:pt x="392405" y="31073"/>
                  <a:pt x="394612" y="32648"/>
                </a:cubicBezTo>
                <a:cubicBezTo>
                  <a:pt x="396819" y="34222"/>
                  <a:pt x="398576" y="36813"/>
                  <a:pt x="399884" y="40423"/>
                </a:cubicBezTo>
                <a:cubicBezTo>
                  <a:pt x="400783" y="42940"/>
                  <a:pt x="401233" y="46801"/>
                  <a:pt x="401233" y="52007"/>
                </a:cubicBezTo>
                <a:lnTo>
                  <a:pt x="401233" y="76622"/>
                </a:lnTo>
                <a:cubicBezTo>
                  <a:pt x="401233" y="80274"/>
                  <a:pt x="401519" y="82750"/>
                  <a:pt x="402091" y="84051"/>
                </a:cubicBezTo>
                <a:cubicBezTo>
                  <a:pt x="402540" y="85100"/>
                  <a:pt x="403266" y="85919"/>
                  <a:pt x="404267" y="86506"/>
                </a:cubicBezTo>
                <a:cubicBezTo>
                  <a:pt x="405269" y="87094"/>
                  <a:pt x="407118" y="87388"/>
                  <a:pt x="409815" y="87388"/>
                </a:cubicBezTo>
                <a:lnTo>
                  <a:pt x="409815" y="89722"/>
                </a:lnTo>
                <a:lnTo>
                  <a:pt x="382044" y="89722"/>
                </a:lnTo>
                <a:lnTo>
                  <a:pt x="382044" y="87388"/>
                </a:lnTo>
                <a:lnTo>
                  <a:pt x="383209" y="87388"/>
                </a:lnTo>
                <a:cubicBezTo>
                  <a:pt x="385825" y="87388"/>
                  <a:pt x="387654" y="86979"/>
                  <a:pt x="388696" y="86163"/>
                </a:cubicBezTo>
                <a:cubicBezTo>
                  <a:pt x="389738" y="85347"/>
                  <a:pt x="390463" y="84144"/>
                  <a:pt x="390872" y="82555"/>
                </a:cubicBezTo>
                <a:cubicBezTo>
                  <a:pt x="391036" y="81927"/>
                  <a:pt x="391117" y="79959"/>
                  <a:pt x="391117" y="76653"/>
                </a:cubicBezTo>
                <a:lnTo>
                  <a:pt x="391117" y="53113"/>
                </a:lnTo>
                <a:cubicBezTo>
                  <a:pt x="391117" y="47882"/>
                  <a:pt x="390453" y="44085"/>
                  <a:pt x="389125" y="41720"/>
                </a:cubicBezTo>
                <a:cubicBezTo>
                  <a:pt x="387797" y="39355"/>
                  <a:pt x="385559" y="38173"/>
                  <a:pt x="382412" y="38173"/>
                </a:cubicBezTo>
                <a:cubicBezTo>
                  <a:pt x="377549" y="38173"/>
                  <a:pt x="372706" y="40893"/>
                  <a:pt x="367883" y="46334"/>
                </a:cubicBezTo>
                <a:lnTo>
                  <a:pt x="367883" y="76653"/>
                </a:lnTo>
                <a:cubicBezTo>
                  <a:pt x="367883" y="80546"/>
                  <a:pt x="368108" y="82952"/>
                  <a:pt x="368557" y="83872"/>
                </a:cubicBezTo>
                <a:cubicBezTo>
                  <a:pt x="369130" y="85085"/>
                  <a:pt x="369916" y="85975"/>
                  <a:pt x="370918" y="86540"/>
                </a:cubicBezTo>
                <a:cubicBezTo>
                  <a:pt x="371919" y="87105"/>
                  <a:pt x="373952" y="87388"/>
                  <a:pt x="377017" y="87388"/>
                </a:cubicBezTo>
                <a:lnTo>
                  <a:pt x="377017" y="89722"/>
                </a:lnTo>
                <a:lnTo>
                  <a:pt x="349246" y="89722"/>
                </a:lnTo>
                <a:lnTo>
                  <a:pt x="349246" y="87388"/>
                </a:lnTo>
                <a:lnTo>
                  <a:pt x="350473" y="87388"/>
                </a:lnTo>
                <a:cubicBezTo>
                  <a:pt x="353333" y="87388"/>
                  <a:pt x="355264" y="86643"/>
                  <a:pt x="356266" y="85154"/>
                </a:cubicBezTo>
                <a:cubicBezTo>
                  <a:pt x="357267" y="83663"/>
                  <a:pt x="357768" y="80819"/>
                  <a:pt x="357768" y="76622"/>
                </a:cubicBezTo>
                <a:lnTo>
                  <a:pt x="357768" y="55217"/>
                </a:lnTo>
                <a:cubicBezTo>
                  <a:pt x="357768" y="48292"/>
                  <a:pt x="357614" y="44074"/>
                  <a:pt x="357308" y="42564"/>
                </a:cubicBezTo>
                <a:cubicBezTo>
                  <a:pt x="357001" y="41052"/>
                  <a:pt x="356531" y="40024"/>
                  <a:pt x="355898" y="39478"/>
                </a:cubicBezTo>
                <a:cubicBezTo>
                  <a:pt x="355264" y="38933"/>
                  <a:pt x="354416" y="38660"/>
                  <a:pt x="353354" y="38660"/>
                </a:cubicBezTo>
                <a:cubicBezTo>
                  <a:pt x="352209" y="38660"/>
                  <a:pt x="350840" y="38975"/>
                  <a:pt x="349246" y="39604"/>
                </a:cubicBezTo>
                <a:lnTo>
                  <a:pt x="348327" y="37337"/>
                </a:lnTo>
                <a:lnTo>
                  <a:pt x="365247" y="30286"/>
                </a:lnTo>
                <a:lnTo>
                  <a:pt x="367883" y="30286"/>
                </a:lnTo>
                <a:lnTo>
                  <a:pt x="367883" y="42527"/>
                </a:lnTo>
                <a:close/>
                <a:moveTo>
                  <a:pt x="461985" y="67765"/>
                </a:moveTo>
                <a:cubicBezTo>
                  <a:pt x="460472" y="75378"/>
                  <a:pt x="457509" y="81236"/>
                  <a:pt x="453095" y="85337"/>
                </a:cubicBezTo>
                <a:cubicBezTo>
                  <a:pt x="448682" y="89438"/>
                  <a:pt x="443798" y="91489"/>
                  <a:pt x="438444" y="91489"/>
                </a:cubicBezTo>
                <a:cubicBezTo>
                  <a:pt x="432068" y="91489"/>
                  <a:pt x="426510" y="88737"/>
                  <a:pt x="421769" y="83233"/>
                </a:cubicBezTo>
                <a:cubicBezTo>
                  <a:pt x="417028" y="77728"/>
                  <a:pt x="414658" y="70290"/>
                  <a:pt x="414658" y="60919"/>
                </a:cubicBezTo>
                <a:cubicBezTo>
                  <a:pt x="414658" y="51842"/>
                  <a:pt x="417283" y="44468"/>
                  <a:pt x="422535" y="38796"/>
                </a:cubicBezTo>
                <a:cubicBezTo>
                  <a:pt x="427787" y="33123"/>
                  <a:pt x="434091" y="30286"/>
                  <a:pt x="441448" y="30286"/>
                </a:cubicBezTo>
                <a:cubicBezTo>
                  <a:pt x="446965" y="30286"/>
                  <a:pt x="451502" y="31785"/>
                  <a:pt x="455057" y="34783"/>
                </a:cubicBezTo>
                <a:cubicBezTo>
                  <a:pt x="458613" y="37781"/>
                  <a:pt x="460391" y="40893"/>
                  <a:pt x="460391" y="44122"/>
                </a:cubicBezTo>
                <a:cubicBezTo>
                  <a:pt x="460391" y="45715"/>
                  <a:pt x="459890" y="47004"/>
                  <a:pt x="458889" y="47990"/>
                </a:cubicBezTo>
                <a:cubicBezTo>
                  <a:pt x="457887" y="48975"/>
                  <a:pt x="456488" y="49467"/>
                  <a:pt x="454689" y="49467"/>
                </a:cubicBezTo>
                <a:cubicBezTo>
                  <a:pt x="452278" y="49467"/>
                  <a:pt x="450459" y="48668"/>
                  <a:pt x="449233" y="47069"/>
                </a:cubicBezTo>
                <a:cubicBezTo>
                  <a:pt x="448538" y="46186"/>
                  <a:pt x="448079" y="44504"/>
                  <a:pt x="447854" y="42022"/>
                </a:cubicBezTo>
                <a:cubicBezTo>
                  <a:pt x="447629" y="39540"/>
                  <a:pt x="446801" y="37647"/>
                  <a:pt x="445371" y="36343"/>
                </a:cubicBezTo>
                <a:cubicBezTo>
                  <a:pt x="443941" y="35081"/>
                  <a:pt x="441958" y="34450"/>
                  <a:pt x="439425" y="34450"/>
                </a:cubicBezTo>
                <a:cubicBezTo>
                  <a:pt x="435338" y="34450"/>
                  <a:pt x="432048" y="36007"/>
                  <a:pt x="429554" y="39119"/>
                </a:cubicBezTo>
                <a:cubicBezTo>
                  <a:pt x="426244" y="43242"/>
                  <a:pt x="424589" y="48689"/>
                  <a:pt x="424589" y="55461"/>
                </a:cubicBezTo>
                <a:cubicBezTo>
                  <a:pt x="424589" y="62360"/>
                  <a:pt x="426234" y="68448"/>
                  <a:pt x="429524" y="73727"/>
                </a:cubicBezTo>
                <a:cubicBezTo>
                  <a:pt x="432814" y="79006"/>
                  <a:pt x="437258" y="81646"/>
                  <a:pt x="442858" y="81646"/>
                </a:cubicBezTo>
                <a:cubicBezTo>
                  <a:pt x="446863" y="81646"/>
                  <a:pt x="450459" y="80237"/>
                  <a:pt x="453647" y="77418"/>
                </a:cubicBezTo>
                <a:cubicBezTo>
                  <a:pt x="455895" y="75484"/>
                  <a:pt x="458082" y="71971"/>
                  <a:pt x="460207" y="66881"/>
                </a:cubicBezTo>
                <a:lnTo>
                  <a:pt x="461985" y="67765"/>
                </a:lnTo>
                <a:close/>
                <a:moveTo>
                  <a:pt x="479777" y="53758"/>
                </a:moveTo>
                <a:cubicBezTo>
                  <a:pt x="479736" y="62319"/>
                  <a:pt x="481759" y="69034"/>
                  <a:pt x="485846" y="73903"/>
                </a:cubicBezTo>
                <a:cubicBezTo>
                  <a:pt x="489933" y="78770"/>
                  <a:pt x="494736" y="81204"/>
                  <a:pt x="500253" y="81204"/>
                </a:cubicBezTo>
                <a:cubicBezTo>
                  <a:pt x="503931" y="81204"/>
                  <a:pt x="507129" y="80163"/>
                  <a:pt x="509847" y="78081"/>
                </a:cubicBezTo>
                <a:cubicBezTo>
                  <a:pt x="512565" y="75999"/>
                  <a:pt x="514843" y="72434"/>
                  <a:pt x="516683" y="67386"/>
                </a:cubicBezTo>
                <a:lnTo>
                  <a:pt x="518583" y="68648"/>
                </a:lnTo>
                <a:cubicBezTo>
                  <a:pt x="517725" y="74411"/>
                  <a:pt x="515232" y="79658"/>
                  <a:pt x="511104" y="84391"/>
                </a:cubicBezTo>
                <a:cubicBezTo>
                  <a:pt x="506976" y="89123"/>
                  <a:pt x="501806" y="91489"/>
                  <a:pt x="495594" y="91489"/>
                </a:cubicBezTo>
                <a:cubicBezTo>
                  <a:pt x="488850" y="91489"/>
                  <a:pt x="483078" y="88792"/>
                  <a:pt x="478275" y="83399"/>
                </a:cubicBezTo>
                <a:cubicBezTo>
                  <a:pt x="473473" y="78004"/>
                  <a:pt x="471072" y="70752"/>
                  <a:pt x="471072" y="61643"/>
                </a:cubicBezTo>
                <a:cubicBezTo>
                  <a:pt x="471072" y="51779"/>
                  <a:pt x="473534" y="44087"/>
                  <a:pt x="478459" y="38567"/>
                </a:cubicBezTo>
                <a:cubicBezTo>
                  <a:pt x="483384" y="33046"/>
                  <a:pt x="489566" y="30286"/>
                  <a:pt x="497004" y="30286"/>
                </a:cubicBezTo>
                <a:cubicBezTo>
                  <a:pt x="503298" y="30286"/>
                  <a:pt x="508468" y="32415"/>
                  <a:pt x="512514" y="36674"/>
                </a:cubicBezTo>
                <a:cubicBezTo>
                  <a:pt x="516560" y="40932"/>
                  <a:pt x="518583" y="46626"/>
                  <a:pt x="518583" y="53758"/>
                </a:cubicBezTo>
                <a:lnTo>
                  <a:pt x="479777" y="53758"/>
                </a:lnTo>
                <a:moveTo>
                  <a:pt x="479777" y="50098"/>
                </a:moveTo>
                <a:lnTo>
                  <a:pt x="505770" y="50098"/>
                </a:lnTo>
                <a:cubicBezTo>
                  <a:pt x="505566" y="46396"/>
                  <a:pt x="505137" y="43788"/>
                  <a:pt x="504483" y="42274"/>
                </a:cubicBezTo>
                <a:cubicBezTo>
                  <a:pt x="503461" y="39919"/>
                  <a:pt x="501939" y="38068"/>
                  <a:pt x="499916" y="36722"/>
                </a:cubicBezTo>
                <a:cubicBezTo>
                  <a:pt x="497893" y="35376"/>
                  <a:pt x="495778" y="34703"/>
                  <a:pt x="493571" y="34703"/>
                </a:cubicBezTo>
                <a:cubicBezTo>
                  <a:pt x="490179" y="34703"/>
                  <a:pt x="487144" y="36059"/>
                  <a:pt x="484467" y="38772"/>
                </a:cubicBezTo>
                <a:cubicBezTo>
                  <a:pt x="481790" y="41485"/>
                  <a:pt x="480227" y="45261"/>
                  <a:pt x="479777" y="50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Prediction">
            <a:extLst xmlns:a="http://schemas.openxmlformats.org/drawingml/2006/main">
              <a:ext uri="{FF2B5EF4-FFF2-40B4-BE49-F238E27FC236}">
                <a16:creationId xmlns:a16="http://schemas.microsoft.com/office/drawing/2014/main" id="{E75BE8BB-5D3A-48C9-9DE5-A3ECB5DF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159" y="1450601"/>
            <a:ext cx="517499" cy="91489"/>
          </a:xfrm>
          <a:custGeom xmlns:a="http://schemas.openxmlformats.org/drawingml/2006/main">
            <a:pathLst>
              <a:path w="517499" h="91489">
                <a:moveTo>
                  <a:pt x="23664" y="49593"/>
                </a:moveTo>
                <a:lnTo>
                  <a:pt x="23664" y="74557"/>
                </a:lnTo>
                <a:cubicBezTo>
                  <a:pt x="23664" y="79951"/>
                  <a:pt x="24236" y="83301"/>
                  <a:pt x="25380" y="84607"/>
                </a:cubicBezTo>
                <a:cubicBezTo>
                  <a:pt x="26933" y="86461"/>
                  <a:pt x="29283" y="87388"/>
                  <a:pt x="32430" y="87388"/>
                </a:cubicBezTo>
                <a:lnTo>
                  <a:pt x="35618" y="87388"/>
                </a:lnTo>
                <a:lnTo>
                  <a:pt x="35618" y="89722"/>
                </a:lnTo>
                <a:lnTo>
                  <a:pt x="0" y="89722"/>
                </a:lnTo>
                <a:lnTo>
                  <a:pt x="0" y="87388"/>
                </a:lnTo>
                <a:lnTo>
                  <a:pt x="3127" y="87388"/>
                </a:lnTo>
                <a:cubicBezTo>
                  <a:pt x="6641" y="87388"/>
                  <a:pt x="9155" y="86210"/>
                  <a:pt x="10667" y="83854"/>
                </a:cubicBezTo>
                <a:cubicBezTo>
                  <a:pt x="11484" y="82550"/>
                  <a:pt x="11893" y="79459"/>
                  <a:pt x="11893" y="74579"/>
                </a:cubicBezTo>
                <a:lnTo>
                  <a:pt x="11893" y="19307"/>
                </a:lnTo>
                <a:cubicBezTo>
                  <a:pt x="11893" y="13923"/>
                  <a:pt x="11341" y="10579"/>
                  <a:pt x="10238" y="9275"/>
                </a:cubicBezTo>
                <a:cubicBezTo>
                  <a:pt x="8644" y="7424"/>
                  <a:pt x="6273" y="6499"/>
                  <a:pt x="3127" y="6499"/>
                </a:cubicBezTo>
                <a:lnTo>
                  <a:pt x="0" y="6499"/>
                </a:lnTo>
                <a:lnTo>
                  <a:pt x="0" y="4164"/>
                </a:lnTo>
                <a:lnTo>
                  <a:pt x="30468" y="4164"/>
                </a:lnTo>
                <a:cubicBezTo>
                  <a:pt x="37907" y="4164"/>
                  <a:pt x="43771" y="4952"/>
                  <a:pt x="48063" y="6528"/>
                </a:cubicBezTo>
                <a:cubicBezTo>
                  <a:pt x="52354" y="8103"/>
                  <a:pt x="55971" y="10760"/>
                  <a:pt x="58914" y="14498"/>
                </a:cubicBezTo>
                <a:cubicBezTo>
                  <a:pt x="61856" y="18237"/>
                  <a:pt x="63328" y="22668"/>
                  <a:pt x="63328" y="27794"/>
                </a:cubicBezTo>
                <a:cubicBezTo>
                  <a:pt x="63328" y="34767"/>
                  <a:pt x="61090" y="40438"/>
                  <a:pt x="56615" y="44808"/>
                </a:cubicBezTo>
                <a:cubicBezTo>
                  <a:pt x="52139" y="49176"/>
                  <a:pt x="45815" y="51360"/>
                  <a:pt x="37641" y="51360"/>
                </a:cubicBezTo>
                <a:cubicBezTo>
                  <a:pt x="35638" y="51360"/>
                  <a:pt x="33472" y="51213"/>
                  <a:pt x="31143" y="50918"/>
                </a:cubicBezTo>
                <a:cubicBezTo>
                  <a:pt x="28813" y="50624"/>
                  <a:pt x="26320" y="50182"/>
                  <a:pt x="23664" y="49593"/>
                </a:cubicBezTo>
                <a:moveTo>
                  <a:pt x="23664" y="45934"/>
                </a:moveTo>
                <a:cubicBezTo>
                  <a:pt x="25830" y="46354"/>
                  <a:pt x="27751" y="46670"/>
                  <a:pt x="29426" y="46880"/>
                </a:cubicBezTo>
                <a:cubicBezTo>
                  <a:pt x="31102" y="47090"/>
                  <a:pt x="32532" y="47196"/>
                  <a:pt x="33717" y="47196"/>
                </a:cubicBezTo>
                <a:cubicBezTo>
                  <a:pt x="37968" y="47196"/>
                  <a:pt x="41636" y="45503"/>
                  <a:pt x="44722" y="42116"/>
                </a:cubicBezTo>
                <a:cubicBezTo>
                  <a:pt x="47807" y="38730"/>
                  <a:pt x="49350" y="34345"/>
                  <a:pt x="49350" y="28961"/>
                </a:cubicBezTo>
                <a:cubicBezTo>
                  <a:pt x="49350" y="25259"/>
                  <a:pt x="48614" y="21821"/>
                  <a:pt x="47143" y="18645"/>
                </a:cubicBezTo>
                <a:cubicBezTo>
                  <a:pt x="45672" y="15469"/>
                  <a:pt x="43588" y="13092"/>
                  <a:pt x="40890" y="11515"/>
                </a:cubicBezTo>
                <a:cubicBezTo>
                  <a:pt x="38193" y="9938"/>
                  <a:pt x="35127" y="9149"/>
                  <a:pt x="31694" y="9149"/>
                </a:cubicBezTo>
                <a:cubicBezTo>
                  <a:pt x="29610" y="9149"/>
                  <a:pt x="26933" y="9548"/>
                  <a:pt x="23664" y="10348"/>
                </a:cubicBezTo>
                <a:lnTo>
                  <a:pt x="23664" y="45934"/>
                </a:lnTo>
                <a:close/>
                <a:moveTo>
                  <a:pt x="87774" y="30286"/>
                </a:moveTo>
                <a:lnTo>
                  <a:pt x="87774" y="43284"/>
                </a:lnTo>
                <a:cubicBezTo>
                  <a:pt x="92474" y="34619"/>
                  <a:pt x="97297" y="30286"/>
                  <a:pt x="102242" y="30286"/>
                </a:cubicBezTo>
                <a:cubicBezTo>
                  <a:pt x="104490" y="30286"/>
                  <a:pt x="106350" y="30991"/>
                  <a:pt x="107821" y="32400"/>
                </a:cubicBezTo>
                <a:cubicBezTo>
                  <a:pt x="109292" y="33809"/>
                  <a:pt x="110028" y="35439"/>
                  <a:pt x="110028" y="37290"/>
                </a:cubicBezTo>
                <a:cubicBezTo>
                  <a:pt x="110028" y="38930"/>
                  <a:pt x="109497" y="40318"/>
                  <a:pt x="108434" y="41454"/>
                </a:cubicBezTo>
                <a:cubicBezTo>
                  <a:pt x="107371" y="42590"/>
                  <a:pt x="106104" y="43157"/>
                  <a:pt x="104633" y="43157"/>
                </a:cubicBezTo>
                <a:cubicBezTo>
                  <a:pt x="103203" y="43157"/>
                  <a:pt x="101598" y="42432"/>
                  <a:pt x="99821" y="40981"/>
                </a:cubicBezTo>
                <a:cubicBezTo>
                  <a:pt x="98043" y="39529"/>
                  <a:pt x="96725" y="38804"/>
                  <a:pt x="95866" y="38804"/>
                </a:cubicBezTo>
                <a:cubicBezTo>
                  <a:pt x="95131" y="38804"/>
                  <a:pt x="94334" y="39223"/>
                  <a:pt x="93476" y="40062"/>
                </a:cubicBezTo>
                <a:cubicBezTo>
                  <a:pt x="91636" y="41783"/>
                  <a:pt x="89736" y="44615"/>
                  <a:pt x="87774" y="48558"/>
                </a:cubicBezTo>
                <a:lnTo>
                  <a:pt x="87774" y="76186"/>
                </a:lnTo>
                <a:cubicBezTo>
                  <a:pt x="87774" y="79374"/>
                  <a:pt x="88163" y="81786"/>
                  <a:pt x="88939" y="83422"/>
                </a:cubicBezTo>
                <a:cubicBezTo>
                  <a:pt x="89470" y="84556"/>
                  <a:pt x="90410" y="85500"/>
                  <a:pt x="91759" y="86256"/>
                </a:cubicBezTo>
                <a:cubicBezTo>
                  <a:pt x="93108" y="87010"/>
                  <a:pt x="95049" y="87388"/>
                  <a:pt x="97583" y="87388"/>
                </a:cubicBezTo>
                <a:lnTo>
                  <a:pt x="97583" y="89722"/>
                </a:lnTo>
                <a:lnTo>
                  <a:pt x="68831" y="89722"/>
                </a:lnTo>
                <a:lnTo>
                  <a:pt x="68831" y="87388"/>
                </a:lnTo>
                <a:cubicBezTo>
                  <a:pt x="71692" y="87388"/>
                  <a:pt x="73817" y="86926"/>
                  <a:pt x="75207" y="86003"/>
                </a:cubicBezTo>
                <a:cubicBezTo>
                  <a:pt x="76229" y="85332"/>
                  <a:pt x="76944" y="84261"/>
                  <a:pt x="77353" y="82791"/>
                </a:cubicBezTo>
                <a:cubicBezTo>
                  <a:pt x="77557" y="82078"/>
                  <a:pt x="77659" y="80042"/>
                  <a:pt x="77659" y="76685"/>
                </a:cubicBezTo>
                <a:lnTo>
                  <a:pt x="77659" y="54335"/>
                </a:lnTo>
                <a:cubicBezTo>
                  <a:pt x="77659" y="47620"/>
                  <a:pt x="77526" y="43622"/>
                  <a:pt x="77261" y="42343"/>
                </a:cubicBezTo>
                <a:cubicBezTo>
                  <a:pt x="76995" y="41063"/>
                  <a:pt x="76504" y="40129"/>
                  <a:pt x="75789" y="39541"/>
                </a:cubicBezTo>
                <a:cubicBezTo>
                  <a:pt x="75074" y="38954"/>
                  <a:pt x="74185" y="38660"/>
                  <a:pt x="73123" y="38660"/>
                </a:cubicBezTo>
                <a:cubicBezTo>
                  <a:pt x="71856" y="38660"/>
                  <a:pt x="70425" y="38975"/>
                  <a:pt x="68831" y="39604"/>
                </a:cubicBezTo>
                <a:lnTo>
                  <a:pt x="68218" y="37337"/>
                </a:lnTo>
                <a:lnTo>
                  <a:pt x="85199" y="30286"/>
                </a:lnTo>
                <a:lnTo>
                  <a:pt x="87774" y="30286"/>
                </a:lnTo>
                <a:close/>
                <a:moveTo>
                  <a:pt x="123385" y="53758"/>
                </a:moveTo>
                <a:cubicBezTo>
                  <a:pt x="123344" y="62319"/>
                  <a:pt x="125367" y="69034"/>
                  <a:pt x="129454" y="73903"/>
                </a:cubicBezTo>
                <a:cubicBezTo>
                  <a:pt x="133541" y="78770"/>
                  <a:pt x="138343" y="81204"/>
                  <a:pt x="143861" y="81204"/>
                </a:cubicBezTo>
                <a:cubicBezTo>
                  <a:pt x="147539" y="81204"/>
                  <a:pt x="150737" y="80163"/>
                  <a:pt x="153455" y="78081"/>
                </a:cubicBezTo>
                <a:cubicBezTo>
                  <a:pt x="156173" y="75999"/>
                  <a:pt x="158451" y="72434"/>
                  <a:pt x="160290" y="67386"/>
                </a:cubicBezTo>
                <a:lnTo>
                  <a:pt x="162191" y="68648"/>
                </a:lnTo>
                <a:cubicBezTo>
                  <a:pt x="161333" y="74411"/>
                  <a:pt x="158840" y="79658"/>
                  <a:pt x="154712" y="84391"/>
                </a:cubicBezTo>
                <a:cubicBezTo>
                  <a:pt x="150584" y="89123"/>
                  <a:pt x="145414" y="91489"/>
                  <a:pt x="139202" y="91489"/>
                </a:cubicBezTo>
                <a:cubicBezTo>
                  <a:pt x="132458" y="91489"/>
                  <a:pt x="126685" y="88792"/>
                  <a:pt x="121883" y="83399"/>
                </a:cubicBezTo>
                <a:cubicBezTo>
                  <a:pt x="117081" y="78004"/>
                  <a:pt x="114680" y="70752"/>
                  <a:pt x="114680" y="61643"/>
                </a:cubicBezTo>
                <a:cubicBezTo>
                  <a:pt x="114680" y="51779"/>
                  <a:pt x="117142" y="44087"/>
                  <a:pt x="122067" y="38567"/>
                </a:cubicBezTo>
                <a:cubicBezTo>
                  <a:pt x="126992" y="33046"/>
                  <a:pt x="133173" y="30286"/>
                  <a:pt x="140612" y="30286"/>
                </a:cubicBezTo>
                <a:cubicBezTo>
                  <a:pt x="146906" y="30286"/>
                  <a:pt x="152076" y="32415"/>
                  <a:pt x="156122" y="36674"/>
                </a:cubicBezTo>
                <a:cubicBezTo>
                  <a:pt x="160168" y="40932"/>
                  <a:pt x="162191" y="46626"/>
                  <a:pt x="162191" y="53758"/>
                </a:cubicBezTo>
                <a:lnTo>
                  <a:pt x="123385" y="53758"/>
                </a:lnTo>
                <a:moveTo>
                  <a:pt x="123385" y="50098"/>
                </a:moveTo>
                <a:lnTo>
                  <a:pt x="149378" y="50098"/>
                </a:lnTo>
                <a:cubicBezTo>
                  <a:pt x="149174" y="46396"/>
                  <a:pt x="148745" y="43788"/>
                  <a:pt x="148091" y="42274"/>
                </a:cubicBezTo>
                <a:cubicBezTo>
                  <a:pt x="147069" y="39919"/>
                  <a:pt x="145547" y="38068"/>
                  <a:pt x="143524" y="36722"/>
                </a:cubicBezTo>
                <a:cubicBezTo>
                  <a:pt x="141501" y="35376"/>
                  <a:pt x="139386" y="34703"/>
                  <a:pt x="137179" y="34703"/>
                </a:cubicBezTo>
                <a:cubicBezTo>
                  <a:pt x="133787" y="34703"/>
                  <a:pt x="130752" y="36059"/>
                  <a:pt x="128075" y="38772"/>
                </a:cubicBezTo>
                <a:cubicBezTo>
                  <a:pt x="125398" y="41485"/>
                  <a:pt x="123835" y="45261"/>
                  <a:pt x="123385" y="50098"/>
                </a:cubicBezTo>
                <a:close/>
                <a:moveTo>
                  <a:pt x="209654" y="83223"/>
                </a:moveTo>
                <a:cubicBezTo>
                  <a:pt x="206916" y="86168"/>
                  <a:pt x="204239" y="88281"/>
                  <a:pt x="201623" y="89564"/>
                </a:cubicBezTo>
                <a:cubicBezTo>
                  <a:pt x="199008" y="90847"/>
                  <a:pt x="196188" y="91489"/>
                  <a:pt x="193163" y="91489"/>
                </a:cubicBezTo>
                <a:cubicBezTo>
                  <a:pt x="187033" y="91489"/>
                  <a:pt x="181679" y="88855"/>
                  <a:pt x="177101" y="83588"/>
                </a:cubicBezTo>
                <a:cubicBezTo>
                  <a:pt x="172524" y="78320"/>
                  <a:pt x="170235" y="71550"/>
                  <a:pt x="170235" y="63279"/>
                </a:cubicBezTo>
                <a:cubicBezTo>
                  <a:pt x="170235" y="55010"/>
                  <a:pt x="172769" y="47443"/>
                  <a:pt x="177837" y="40580"/>
                </a:cubicBezTo>
                <a:cubicBezTo>
                  <a:pt x="182905" y="33717"/>
                  <a:pt x="189424" y="30286"/>
                  <a:pt x="197393" y="30286"/>
                </a:cubicBezTo>
                <a:cubicBezTo>
                  <a:pt x="202338" y="30286"/>
                  <a:pt x="206425" y="31905"/>
                  <a:pt x="209654" y="35144"/>
                </a:cubicBezTo>
                <a:lnTo>
                  <a:pt x="209654" y="24457"/>
                </a:lnTo>
                <a:cubicBezTo>
                  <a:pt x="209654" y="17826"/>
                  <a:pt x="209501" y="13750"/>
                  <a:pt x="209194" y="12229"/>
                </a:cubicBezTo>
                <a:cubicBezTo>
                  <a:pt x="208888" y="10708"/>
                  <a:pt x="208408" y="9673"/>
                  <a:pt x="207754" y="9125"/>
                </a:cubicBezTo>
                <a:cubicBezTo>
                  <a:pt x="207100" y="8576"/>
                  <a:pt x="206282" y="8301"/>
                  <a:pt x="205302" y="8301"/>
                </a:cubicBezTo>
                <a:cubicBezTo>
                  <a:pt x="204239" y="8301"/>
                  <a:pt x="202829" y="8639"/>
                  <a:pt x="201072" y="9315"/>
                </a:cubicBezTo>
                <a:lnTo>
                  <a:pt x="200275" y="7096"/>
                </a:lnTo>
                <a:lnTo>
                  <a:pt x="217011" y="0"/>
                </a:lnTo>
                <a:lnTo>
                  <a:pt x="219769" y="0"/>
                </a:lnTo>
                <a:lnTo>
                  <a:pt x="219769" y="66818"/>
                </a:lnTo>
                <a:cubicBezTo>
                  <a:pt x="219769" y="73591"/>
                  <a:pt x="219923" y="77723"/>
                  <a:pt x="220229" y="79217"/>
                </a:cubicBezTo>
                <a:cubicBezTo>
                  <a:pt x="220536" y="80710"/>
                  <a:pt x="221026" y="81751"/>
                  <a:pt x="221700" y="82340"/>
                </a:cubicBezTo>
                <a:cubicBezTo>
                  <a:pt x="222375" y="82929"/>
                  <a:pt x="223162" y="83223"/>
                  <a:pt x="224061" y="83223"/>
                </a:cubicBezTo>
                <a:cubicBezTo>
                  <a:pt x="225164" y="83223"/>
                  <a:pt x="226636" y="82866"/>
                  <a:pt x="228475" y="82151"/>
                </a:cubicBezTo>
                <a:lnTo>
                  <a:pt x="229149" y="84359"/>
                </a:lnTo>
                <a:lnTo>
                  <a:pt x="212474" y="91489"/>
                </a:lnTo>
                <a:lnTo>
                  <a:pt x="209654" y="91489"/>
                </a:lnTo>
                <a:lnTo>
                  <a:pt x="209654" y="83223"/>
                </a:lnTo>
                <a:moveTo>
                  <a:pt x="209654" y="78820"/>
                </a:moveTo>
                <a:lnTo>
                  <a:pt x="209654" y="49114"/>
                </a:lnTo>
                <a:cubicBezTo>
                  <a:pt x="209409" y="46260"/>
                  <a:pt x="208673" y="43659"/>
                  <a:pt x="207447" y="41310"/>
                </a:cubicBezTo>
                <a:cubicBezTo>
                  <a:pt x="206221" y="38960"/>
                  <a:pt x="204597" y="37187"/>
                  <a:pt x="202573" y="35992"/>
                </a:cubicBezTo>
                <a:cubicBezTo>
                  <a:pt x="200550" y="34796"/>
                  <a:pt x="198578" y="34198"/>
                  <a:pt x="196658" y="34198"/>
                </a:cubicBezTo>
                <a:cubicBezTo>
                  <a:pt x="193061" y="34198"/>
                  <a:pt x="189853" y="35855"/>
                  <a:pt x="187033" y="39171"/>
                </a:cubicBezTo>
                <a:cubicBezTo>
                  <a:pt x="183314" y="43533"/>
                  <a:pt x="181454" y="49911"/>
                  <a:pt x="181454" y="58302"/>
                </a:cubicBezTo>
                <a:cubicBezTo>
                  <a:pt x="181454" y="66778"/>
                  <a:pt x="183252" y="73272"/>
                  <a:pt x="186849" y="77783"/>
                </a:cubicBezTo>
                <a:cubicBezTo>
                  <a:pt x="190445" y="82293"/>
                  <a:pt x="194451" y="84548"/>
                  <a:pt x="198865" y="84548"/>
                </a:cubicBezTo>
                <a:cubicBezTo>
                  <a:pt x="202584" y="84548"/>
                  <a:pt x="206180" y="82639"/>
                  <a:pt x="209654" y="78820"/>
                </a:cubicBezTo>
                <a:close/>
                <a:moveTo>
                  <a:pt x="247050" y="0"/>
                </a:moveTo>
                <a:cubicBezTo>
                  <a:pt x="248766" y="0"/>
                  <a:pt x="250228" y="624"/>
                  <a:pt x="251433" y="1871"/>
                </a:cubicBezTo>
                <a:cubicBezTo>
                  <a:pt x="252639" y="3117"/>
                  <a:pt x="253242" y="4628"/>
                  <a:pt x="253242" y="6404"/>
                </a:cubicBezTo>
                <a:cubicBezTo>
                  <a:pt x="253242" y="8180"/>
                  <a:pt x="252639" y="9702"/>
                  <a:pt x="251433" y="10971"/>
                </a:cubicBezTo>
                <a:cubicBezTo>
                  <a:pt x="250228" y="12238"/>
                  <a:pt x="248766" y="12872"/>
                  <a:pt x="247050" y="12872"/>
                </a:cubicBezTo>
                <a:cubicBezTo>
                  <a:pt x="245333" y="12872"/>
                  <a:pt x="243862" y="12238"/>
                  <a:pt x="242636" y="10971"/>
                </a:cubicBezTo>
                <a:cubicBezTo>
                  <a:pt x="241410" y="9702"/>
                  <a:pt x="240797" y="8180"/>
                  <a:pt x="240797" y="6404"/>
                </a:cubicBezTo>
                <a:cubicBezTo>
                  <a:pt x="240797" y="4628"/>
                  <a:pt x="241400" y="3117"/>
                  <a:pt x="242605" y="1871"/>
                </a:cubicBezTo>
                <a:cubicBezTo>
                  <a:pt x="243811" y="624"/>
                  <a:pt x="245293" y="0"/>
                  <a:pt x="247050" y="0"/>
                </a:cubicBezTo>
                <a:moveTo>
                  <a:pt x="252138" y="30286"/>
                </a:moveTo>
                <a:lnTo>
                  <a:pt x="252138" y="76622"/>
                </a:lnTo>
                <a:cubicBezTo>
                  <a:pt x="252138" y="80231"/>
                  <a:pt x="252394" y="82634"/>
                  <a:pt x="252905" y="83831"/>
                </a:cubicBezTo>
                <a:cubicBezTo>
                  <a:pt x="253415" y="85027"/>
                  <a:pt x="254171" y="85919"/>
                  <a:pt x="255173" y="86506"/>
                </a:cubicBezTo>
                <a:cubicBezTo>
                  <a:pt x="256174" y="87094"/>
                  <a:pt x="258003" y="87388"/>
                  <a:pt x="260660" y="87388"/>
                </a:cubicBezTo>
                <a:lnTo>
                  <a:pt x="260660" y="89722"/>
                </a:lnTo>
                <a:lnTo>
                  <a:pt x="233379" y="89722"/>
                </a:lnTo>
                <a:lnTo>
                  <a:pt x="233379" y="87388"/>
                </a:lnTo>
                <a:cubicBezTo>
                  <a:pt x="236117" y="87388"/>
                  <a:pt x="237956" y="87115"/>
                  <a:pt x="238896" y="86569"/>
                </a:cubicBezTo>
                <a:cubicBezTo>
                  <a:pt x="239836" y="86024"/>
                  <a:pt x="240582" y="85121"/>
                  <a:pt x="241134" y="83862"/>
                </a:cubicBezTo>
                <a:cubicBezTo>
                  <a:pt x="241686" y="82603"/>
                  <a:pt x="241962" y="80189"/>
                  <a:pt x="241962" y="76622"/>
                </a:cubicBezTo>
                <a:lnTo>
                  <a:pt x="241962" y="54398"/>
                </a:lnTo>
                <a:cubicBezTo>
                  <a:pt x="241962" y="48144"/>
                  <a:pt x="241778" y="44094"/>
                  <a:pt x="241410" y="42249"/>
                </a:cubicBezTo>
                <a:cubicBezTo>
                  <a:pt x="241124" y="40905"/>
                  <a:pt x="240674" y="39971"/>
                  <a:pt x="240061" y="39447"/>
                </a:cubicBezTo>
                <a:cubicBezTo>
                  <a:pt x="239448" y="38922"/>
                  <a:pt x="238610" y="38660"/>
                  <a:pt x="237548" y="38660"/>
                </a:cubicBezTo>
                <a:cubicBezTo>
                  <a:pt x="236403" y="38660"/>
                  <a:pt x="235014" y="38975"/>
                  <a:pt x="233379" y="39604"/>
                </a:cubicBezTo>
                <a:lnTo>
                  <a:pt x="232521" y="37337"/>
                </a:lnTo>
                <a:lnTo>
                  <a:pt x="249441" y="30286"/>
                </a:lnTo>
                <a:lnTo>
                  <a:pt x="252138" y="30286"/>
                </a:lnTo>
                <a:close/>
                <a:moveTo>
                  <a:pt x="316331" y="67765"/>
                </a:moveTo>
                <a:cubicBezTo>
                  <a:pt x="314819" y="75378"/>
                  <a:pt x="311856" y="81236"/>
                  <a:pt x="307442" y="85337"/>
                </a:cubicBezTo>
                <a:cubicBezTo>
                  <a:pt x="303028" y="89438"/>
                  <a:pt x="298144" y="91489"/>
                  <a:pt x="292790" y="91489"/>
                </a:cubicBezTo>
                <a:cubicBezTo>
                  <a:pt x="286415" y="91489"/>
                  <a:pt x="280856" y="88737"/>
                  <a:pt x="276115" y="83233"/>
                </a:cubicBezTo>
                <a:cubicBezTo>
                  <a:pt x="271374" y="77728"/>
                  <a:pt x="269004" y="70290"/>
                  <a:pt x="269004" y="60919"/>
                </a:cubicBezTo>
                <a:cubicBezTo>
                  <a:pt x="269004" y="51842"/>
                  <a:pt x="271630" y="44468"/>
                  <a:pt x="276882" y="38796"/>
                </a:cubicBezTo>
                <a:cubicBezTo>
                  <a:pt x="282133" y="33123"/>
                  <a:pt x="288438" y="30286"/>
                  <a:pt x="295794" y="30286"/>
                </a:cubicBezTo>
                <a:cubicBezTo>
                  <a:pt x="301311" y="30286"/>
                  <a:pt x="305848" y="31785"/>
                  <a:pt x="309404" y="34783"/>
                </a:cubicBezTo>
                <a:cubicBezTo>
                  <a:pt x="312959" y="37781"/>
                  <a:pt x="314737" y="40893"/>
                  <a:pt x="314737" y="44122"/>
                </a:cubicBezTo>
                <a:cubicBezTo>
                  <a:pt x="314737" y="45715"/>
                  <a:pt x="314237" y="47004"/>
                  <a:pt x="313235" y="47990"/>
                </a:cubicBezTo>
                <a:cubicBezTo>
                  <a:pt x="312234" y="48975"/>
                  <a:pt x="310834" y="49467"/>
                  <a:pt x="309036" y="49467"/>
                </a:cubicBezTo>
                <a:cubicBezTo>
                  <a:pt x="306625" y="49467"/>
                  <a:pt x="304806" y="48668"/>
                  <a:pt x="303580" y="47069"/>
                </a:cubicBezTo>
                <a:cubicBezTo>
                  <a:pt x="302885" y="46186"/>
                  <a:pt x="302425" y="44504"/>
                  <a:pt x="302200" y="42022"/>
                </a:cubicBezTo>
                <a:cubicBezTo>
                  <a:pt x="301976" y="39540"/>
                  <a:pt x="301148" y="37647"/>
                  <a:pt x="299718" y="36343"/>
                </a:cubicBezTo>
                <a:cubicBezTo>
                  <a:pt x="298287" y="35081"/>
                  <a:pt x="296305" y="34450"/>
                  <a:pt x="293771" y="34450"/>
                </a:cubicBezTo>
                <a:cubicBezTo>
                  <a:pt x="289684" y="34450"/>
                  <a:pt x="286394" y="36007"/>
                  <a:pt x="283901" y="39119"/>
                </a:cubicBezTo>
                <a:cubicBezTo>
                  <a:pt x="280591" y="43242"/>
                  <a:pt x="278935" y="48689"/>
                  <a:pt x="278935" y="55461"/>
                </a:cubicBezTo>
                <a:cubicBezTo>
                  <a:pt x="278935" y="62360"/>
                  <a:pt x="280580" y="68448"/>
                  <a:pt x="283870" y="73727"/>
                </a:cubicBezTo>
                <a:cubicBezTo>
                  <a:pt x="287160" y="79006"/>
                  <a:pt x="291605" y="81646"/>
                  <a:pt x="297204" y="81646"/>
                </a:cubicBezTo>
                <a:cubicBezTo>
                  <a:pt x="301209" y="81646"/>
                  <a:pt x="304806" y="80237"/>
                  <a:pt x="307994" y="77418"/>
                </a:cubicBezTo>
                <a:cubicBezTo>
                  <a:pt x="310242" y="75484"/>
                  <a:pt x="312428" y="71971"/>
                  <a:pt x="314553" y="66881"/>
                </a:cubicBezTo>
                <a:lnTo>
                  <a:pt x="316331" y="67765"/>
                </a:lnTo>
                <a:close/>
                <a:moveTo>
                  <a:pt x="340989" y="12872"/>
                </a:moveTo>
                <a:lnTo>
                  <a:pt x="340989" y="31926"/>
                </a:lnTo>
                <a:lnTo>
                  <a:pt x="354109" y="31926"/>
                </a:lnTo>
                <a:lnTo>
                  <a:pt x="354109" y="36343"/>
                </a:lnTo>
                <a:lnTo>
                  <a:pt x="340989" y="36343"/>
                </a:lnTo>
                <a:lnTo>
                  <a:pt x="340989" y="73771"/>
                </a:lnTo>
                <a:cubicBezTo>
                  <a:pt x="340989" y="77510"/>
                  <a:pt x="341510" y="80032"/>
                  <a:pt x="342553" y="81334"/>
                </a:cubicBezTo>
                <a:cubicBezTo>
                  <a:pt x="343595" y="82636"/>
                  <a:pt x="344933" y="83286"/>
                  <a:pt x="346568" y="83286"/>
                </a:cubicBezTo>
                <a:cubicBezTo>
                  <a:pt x="347917" y="83286"/>
                  <a:pt x="349225" y="82855"/>
                  <a:pt x="350492" y="81993"/>
                </a:cubicBezTo>
                <a:cubicBezTo>
                  <a:pt x="351758" y="81131"/>
                  <a:pt x="352739" y="79858"/>
                  <a:pt x="353434" y="78176"/>
                </a:cubicBezTo>
                <a:lnTo>
                  <a:pt x="355825" y="78176"/>
                </a:lnTo>
                <a:cubicBezTo>
                  <a:pt x="354395" y="82310"/>
                  <a:pt x="352372" y="85436"/>
                  <a:pt x="349756" y="87555"/>
                </a:cubicBezTo>
                <a:cubicBezTo>
                  <a:pt x="347140" y="89673"/>
                  <a:pt x="344443" y="90732"/>
                  <a:pt x="341664" y="90732"/>
                </a:cubicBezTo>
                <a:cubicBezTo>
                  <a:pt x="339784" y="90732"/>
                  <a:pt x="337945" y="90195"/>
                  <a:pt x="336146" y="89121"/>
                </a:cubicBezTo>
                <a:cubicBezTo>
                  <a:pt x="334348" y="88047"/>
                  <a:pt x="333020" y="86510"/>
                  <a:pt x="332161" y="84511"/>
                </a:cubicBezTo>
                <a:cubicBezTo>
                  <a:pt x="331303" y="82510"/>
                  <a:pt x="330874" y="79425"/>
                  <a:pt x="330874" y="75255"/>
                </a:cubicBezTo>
                <a:lnTo>
                  <a:pt x="330874" y="36343"/>
                </a:lnTo>
                <a:lnTo>
                  <a:pt x="321985" y="36343"/>
                </a:lnTo>
                <a:lnTo>
                  <a:pt x="321985" y="34261"/>
                </a:lnTo>
                <a:cubicBezTo>
                  <a:pt x="324233" y="33333"/>
                  <a:pt x="326532" y="31761"/>
                  <a:pt x="328882" y="29547"/>
                </a:cubicBezTo>
                <a:cubicBezTo>
                  <a:pt x="331232" y="27332"/>
                  <a:pt x="333326" y="24705"/>
                  <a:pt x="335165" y="21667"/>
                </a:cubicBezTo>
                <a:cubicBezTo>
                  <a:pt x="336105" y="20065"/>
                  <a:pt x="337413" y="17133"/>
                  <a:pt x="339089" y="12872"/>
                </a:cubicBezTo>
                <a:lnTo>
                  <a:pt x="340989" y="12872"/>
                </a:lnTo>
                <a:close/>
                <a:moveTo>
                  <a:pt x="374837" y="0"/>
                </a:moveTo>
                <a:cubicBezTo>
                  <a:pt x="376553" y="0"/>
                  <a:pt x="378014" y="624"/>
                  <a:pt x="379220" y="1871"/>
                </a:cubicBezTo>
                <a:cubicBezTo>
                  <a:pt x="380426" y="3117"/>
                  <a:pt x="381029" y="4628"/>
                  <a:pt x="381029" y="6404"/>
                </a:cubicBezTo>
                <a:cubicBezTo>
                  <a:pt x="381029" y="8180"/>
                  <a:pt x="380426" y="9702"/>
                  <a:pt x="379220" y="10971"/>
                </a:cubicBezTo>
                <a:cubicBezTo>
                  <a:pt x="378014" y="12238"/>
                  <a:pt x="376553" y="12872"/>
                  <a:pt x="374837" y="12872"/>
                </a:cubicBezTo>
                <a:cubicBezTo>
                  <a:pt x="373120" y="12872"/>
                  <a:pt x="371649" y="12238"/>
                  <a:pt x="370423" y="10971"/>
                </a:cubicBezTo>
                <a:cubicBezTo>
                  <a:pt x="369197" y="9702"/>
                  <a:pt x="368584" y="8180"/>
                  <a:pt x="368584" y="6404"/>
                </a:cubicBezTo>
                <a:cubicBezTo>
                  <a:pt x="368584" y="4628"/>
                  <a:pt x="369187" y="3117"/>
                  <a:pt x="370392" y="1871"/>
                </a:cubicBezTo>
                <a:cubicBezTo>
                  <a:pt x="371598" y="624"/>
                  <a:pt x="373079" y="0"/>
                  <a:pt x="374837" y="0"/>
                </a:cubicBezTo>
                <a:moveTo>
                  <a:pt x="379925" y="30286"/>
                </a:moveTo>
                <a:lnTo>
                  <a:pt x="379925" y="76622"/>
                </a:lnTo>
                <a:cubicBezTo>
                  <a:pt x="379925" y="80231"/>
                  <a:pt x="380180" y="82634"/>
                  <a:pt x="380691" y="83831"/>
                </a:cubicBezTo>
                <a:cubicBezTo>
                  <a:pt x="381202" y="85027"/>
                  <a:pt x="381958" y="85919"/>
                  <a:pt x="382960" y="86506"/>
                </a:cubicBezTo>
                <a:cubicBezTo>
                  <a:pt x="383961" y="87094"/>
                  <a:pt x="385790" y="87388"/>
                  <a:pt x="388446" y="87388"/>
                </a:cubicBezTo>
                <a:lnTo>
                  <a:pt x="388446" y="89722"/>
                </a:lnTo>
                <a:lnTo>
                  <a:pt x="361166" y="89722"/>
                </a:lnTo>
                <a:lnTo>
                  <a:pt x="361166" y="87388"/>
                </a:lnTo>
                <a:cubicBezTo>
                  <a:pt x="363904" y="87388"/>
                  <a:pt x="365743" y="87115"/>
                  <a:pt x="366683" y="86569"/>
                </a:cubicBezTo>
                <a:cubicBezTo>
                  <a:pt x="367623" y="86024"/>
                  <a:pt x="368369" y="85121"/>
                  <a:pt x="368921" y="83862"/>
                </a:cubicBezTo>
                <a:cubicBezTo>
                  <a:pt x="369473" y="82603"/>
                  <a:pt x="369749" y="80189"/>
                  <a:pt x="369749" y="76622"/>
                </a:cubicBezTo>
                <a:lnTo>
                  <a:pt x="369749" y="54398"/>
                </a:lnTo>
                <a:cubicBezTo>
                  <a:pt x="369749" y="48144"/>
                  <a:pt x="369565" y="44094"/>
                  <a:pt x="369197" y="42249"/>
                </a:cubicBezTo>
                <a:cubicBezTo>
                  <a:pt x="368911" y="40905"/>
                  <a:pt x="368461" y="39971"/>
                  <a:pt x="367848" y="39447"/>
                </a:cubicBezTo>
                <a:cubicBezTo>
                  <a:pt x="367235" y="38922"/>
                  <a:pt x="366397" y="38660"/>
                  <a:pt x="365335" y="38660"/>
                </a:cubicBezTo>
                <a:cubicBezTo>
                  <a:pt x="364190" y="38660"/>
                  <a:pt x="362801" y="38975"/>
                  <a:pt x="361166" y="39604"/>
                </a:cubicBezTo>
                <a:lnTo>
                  <a:pt x="360308" y="37337"/>
                </a:lnTo>
                <a:lnTo>
                  <a:pt x="377228" y="30286"/>
                </a:lnTo>
                <a:lnTo>
                  <a:pt x="379925" y="30286"/>
                </a:lnTo>
                <a:close/>
                <a:moveTo>
                  <a:pt x="423888" y="30286"/>
                </a:moveTo>
                <a:cubicBezTo>
                  <a:pt x="432389" y="30286"/>
                  <a:pt x="439214" y="33606"/>
                  <a:pt x="444363" y="40245"/>
                </a:cubicBezTo>
                <a:cubicBezTo>
                  <a:pt x="448736" y="45917"/>
                  <a:pt x="450923" y="52431"/>
                  <a:pt x="450923" y="59785"/>
                </a:cubicBezTo>
                <a:cubicBezTo>
                  <a:pt x="450923" y="64954"/>
                  <a:pt x="449717" y="70185"/>
                  <a:pt x="447306" y="75480"/>
                </a:cubicBezTo>
                <a:cubicBezTo>
                  <a:pt x="444895" y="80774"/>
                  <a:pt x="441574" y="84765"/>
                  <a:pt x="437344" y="87455"/>
                </a:cubicBezTo>
                <a:cubicBezTo>
                  <a:pt x="433114" y="90144"/>
                  <a:pt x="428404" y="91489"/>
                  <a:pt x="423213" y="91489"/>
                </a:cubicBezTo>
                <a:cubicBezTo>
                  <a:pt x="414753" y="91489"/>
                  <a:pt x="408030" y="88022"/>
                  <a:pt x="403044" y="81088"/>
                </a:cubicBezTo>
                <a:cubicBezTo>
                  <a:pt x="398835" y="75248"/>
                  <a:pt x="396730" y="68693"/>
                  <a:pt x="396730" y="61424"/>
                </a:cubicBezTo>
                <a:cubicBezTo>
                  <a:pt x="396730" y="56129"/>
                  <a:pt x="398007" y="50866"/>
                  <a:pt x="400561" y="45634"/>
                </a:cubicBezTo>
                <a:cubicBezTo>
                  <a:pt x="403116" y="40402"/>
                  <a:pt x="406477" y="36536"/>
                  <a:pt x="410646" y="34036"/>
                </a:cubicBezTo>
                <a:cubicBezTo>
                  <a:pt x="414815" y="31536"/>
                  <a:pt x="419229" y="30286"/>
                  <a:pt x="423888" y="30286"/>
                </a:cubicBezTo>
                <a:moveTo>
                  <a:pt x="421987" y="34450"/>
                </a:moveTo>
                <a:cubicBezTo>
                  <a:pt x="419821" y="34450"/>
                  <a:pt x="417645" y="35112"/>
                  <a:pt x="415458" y="36436"/>
                </a:cubicBezTo>
                <a:cubicBezTo>
                  <a:pt x="413272" y="37760"/>
                  <a:pt x="411504" y="40081"/>
                  <a:pt x="410156" y="43400"/>
                </a:cubicBezTo>
                <a:cubicBezTo>
                  <a:pt x="408807" y="46719"/>
                  <a:pt x="408132" y="50983"/>
                  <a:pt x="408132" y="56193"/>
                </a:cubicBezTo>
                <a:cubicBezTo>
                  <a:pt x="408132" y="64595"/>
                  <a:pt x="409757" y="71842"/>
                  <a:pt x="413006" y="77935"/>
                </a:cubicBezTo>
                <a:cubicBezTo>
                  <a:pt x="416255" y="84026"/>
                  <a:pt x="420536" y="87072"/>
                  <a:pt x="425849" y="87072"/>
                </a:cubicBezTo>
                <a:cubicBezTo>
                  <a:pt x="429814" y="87072"/>
                  <a:pt x="433083" y="85392"/>
                  <a:pt x="435658" y="82030"/>
                </a:cubicBezTo>
                <a:cubicBezTo>
                  <a:pt x="438233" y="78669"/>
                  <a:pt x="439520" y="72893"/>
                  <a:pt x="439520" y="64701"/>
                </a:cubicBezTo>
                <a:cubicBezTo>
                  <a:pt x="439520" y="54449"/>
                  <a:pt x="437375" y="46382"/>
                  <a:pt x="433083" y="40500"/>
                </a:cubicBezTo>
                <a:cubicBezTo>
                  <a:pt x="430182" y="36467"/>
                  <a:pt x="426483" y="34450"/>
                  <a:pt x="421987" y="34450"/>
                </a:cubicBezTo>
                <a:close/>
                <a:moveTo>
                  <a:pt x="475567" y="42527"/>
                </a:moveTo>
                <a:cubicBezTo>
                  <a:pt x="482147" y="34366"/>
                  <a:pt x="488421" y="30286"/>
                  <a:pt x="494388" y="30286"/>
                </a:cubicBezTo>
                <a:cubicBezTo>
                  <a:pt x="497453" y="30286"/>
                  <a:pt x="500089" y="31073"/>
                  <a:pt x="502296" y="32648"/>
                </a:cubicBezTo>
                <a:cubicBezTo>
                  <a:pt x="504503" y="34222"/>
                  <a:pt x="506260" y="36813"/>
                  <a:pt x="507568" y="40423"/>
                </a:cubicBezTo>
                <a:cubicBezTo>
                  <a:pt x="508467" y="42940"/>
                  <a:pt x="508917" y="46801"/>
                  <a:pt x="508917" y="52007"/>
                </a:cubicBezTo>
                <a:lnTo>
                  <a:pt x="508917" y="76622"/>
                </a:lnTo>
                <a:cubicBezTo>
                  <a:pt x="508917" y="80274"/>
                  <a:pt x="509203" y="82750"/>
                  <a:pt x="509775" y="84051"/>
                </a:cubicBezTo>
                <a:cubicBezTo>
                  <a:pt x="510225" y="85100"/>
                  <a:pt x="510950" y="85919"/>
                  <a:pt x="511951" y="86506"/>
                </a:cubicBezTo>
                <a:cubicBezTo>
                  <a:pt x="512953" y="87094"/>
                  <a:pt x="514802" y="87388"/>
                  <a:pt x="517499" y="87388"/>
                </a:cubicBezTo>
                <a:lnTo>
                  <a:pt x="517499" y="89722"/>
                </a:lnTo>
                <a:lnTo>
                  <a:pt x="489729" y="89722"/>
                </a:lnTo>
                <a:lnTo>
                  <a:pt x="489729" y="87388"/>
                </a:lnTo>
                <a:lnTo>
                  <a:pt x="490893" y="87388"/>
                </a:lnTo>
                <a:cubicBezTo>
                  <a:pt x="493509" y="87388"/>
                  <a:pt x="495338" y="86979"/>
                  <a:pt x="496380" y="86163"/>
                </a:cubicBezTo>
                <a:cubicBezTo>
                  <a:pt x="497422" y="85347"/>
                  <a:pt x="498148" y="84144"/>
                  <a:pt x="498556" y="82555"/>
                </a:cubicBezTo>
                <a:cubicBezTo>
                  <a:pt x="498720" y="81927"/>
                  <a:pt x="498802" y="79959"/>
                  <a:pt x="498802" y="76653"/>
                </a:cubicBezTo>
                <a:lnTo>
                  <a:pt x="498802" y="53113"/>
                </a:lnTo>
                <a:cubicBezTo>
                  <a:pt x="498802" y="47882"/>
                  <a:pt x="498137" y="44085"/>
                  <a:pt x="496809" y="41720"/>
                </a:cubicBezTo>
                <a:cubicBezTo>
                  <a:pt x="495481" y="39355"/>
                  <a:pt x="493243" y="38173"/>
                  <a:pt x="490096" y="38173"/>
                </a:cubicBezTo>
                <a:cubicBezTo>
                  <a:pt x="485233" y="38173"/>
                  <a:pt x="480390" y="40893"/>
                  <a:pt x="475567" y="46334"/>
                </a:cubicBezTo>
                <a:lnTo>
                  <a:pt x="475567" y="76653"/>
                </a:lnTo>
                <a:cubicBezTo>
                  <a:pt x="475567" y="80546"/>
                  <a:pt x="475792" y="82952"/>
                  <a:pt x="476242" y="83872"/>
                </a:cubicBezTo>
                <a:cubicBezTo>
                  <a:pt x="476814" y="85085"/>
                  <a:pt x="477600" y="85975"/>
                  <a:pt x="478602" y="86540"/>
                </a:cubicBezTo>
                <a:cubicBezTo>
                  <a:pt x="479603" y="87105"/>
                  <a:pt x="481636" y="87388"/>
                  <a:pt x="484702" y="87388"/>
                </a:cubicBezTo>
                <a:lnTo>
                  <a:pt x="484702" y="89722"/>
                </a:lnTo>
                <a:lnTo>
                  <a:pt x="456931" y="89722"/>
                </a:lnTo>
                <a:lnTo>
                  <a:pt x="456931" y="87388"/>
                </a:lnTo>
                <a:lnTo>
                  <a:pt x="458157" y="87388"/>
                </a:lnTo>
                <a:cubicBezTo>
                  <a:pt x="461018" y="87388"/>
                  <a:pt x="462949" y="86643"/>
                  <a:pt x="463950" y="85154"/>
                </a:cubicBezTo>
                <a:cubicBezTo>
                  <a:pt x="464951" y="83663"/>
                  <a:pt x="465452" y="80819"/>
                  <a:pt x="465452" y="76622"/>
                </a:cubicBezTo>
                <a:lnTo>
                  <a:pt x="465452" y="55217"/>
                </a:lnTo>
                <a:cubicBezTo>
                  <a:pt x="465452" y="48292"/>
                  <a:pt x="465299" y="44074"/>
                  <a:pt x="464992" y="42564"/>
                </a:cubicBezTo>
                <a:cubicBezTo>
                  <a:pt x="464686" y="41052"/>
                  <a:pt x="464216" y="40024"/>
                  <a:pt x="463582" y="39478"/>
                </a:cubicBezTo>
                <a:cubicBezTo>
                  <a:pt x="462949" y="38933"/>
                  <a:pt x="462101" y="38660"/>
                  <a:pt x="461038" y="38660"/>
                </a:cubicBezTo>
                <a:cubicBezTo>
                  <a:pt x="459894" y="38660"/>
                  <a:pt x="458525" y="38975"/>
                  <a:pt x="456931" y="39604"/>
                </a:cubicBezTo>
                <a:lnTo>
                  <a:pt x="456011" y="37337"/>
                </a:lnTo>
                <a:lnTo>
                  <a:pt x="472931" y="30286"/>
                </a:lnTo>
                <a:lnTo>
                  <a:pt x="475567" y="30286"/>
                </a:lnTo>
                <a:lnTo>
                  <a:pt x="475567" y="425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00CD2-93EC-4097-8A39-698E96DA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3388" y="1223097"/>
            <a:ext cx="224298" cy="155828"/>
          </a:xfrm>
          <a:custGeom xmlns:a="http://schemas.openxmlformats.org/drawingml/2006/main">
            <a:pathLst>
              <a:path w="224298" h="155828">
                <a:moveTo>
                  <a:pt x="0" y="77914"/>
                </a:moveTo>
                <a:lnTo>
                  <a:pt x="75702" y="0"/>
                </a:lnTo>
                <a:lnTo>
                  <a:pt x="75702" y="38958"/>
                </a:lnTo>
                <a:lnTo>
                  <a:pt x="224298" y="38958"/>
                </a:lnTo>
                <a:lnTo>
                  <a:pt x="224298" y="116872"/>
                </a:lnTo>
                <a:lnTo>
                  <a:pt x="75702" y="116872"/>
                </a:lnTo>
                <a:lnTo>
                  <a:pt x="75702" y="155828"/>
                </a:lnTo>
                <a:lnTo>
                  <a:pt x="0" y="77914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3ACF2A-E9BF-4CEB-8096-EB276384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053" y="1818138"/>
            <a:ext cx="2949566" cy="1347049"/>
          </a:xfrm>
          <a:custGeom xmlns:a="http://schemas.openxmlformats.org/drawingml/2006/main">
            <a:pathLst>
              <a:path w="2949566" h="1347049" fill="none">
                <a:moveTo>
                  <a:pt x="0" y="0"/>
                </a:moveTo>
                <a:lnTo>
                  <a:pt x="2949566" y="0"/>
                </a:lnTo>
                <a:lnTo>
                  <a:pt x="2949566" y="1347049"/>
                </a:lnTo>
                <a:lnTo>
                  <a:pt x="0" y="13470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7F7F7F"/>
            </a:solidFill>
            <a:miter/>
          </a:ln>
        </p:spPr>
      </p:sp>
      <p:sp>
        <p:nvSpPr>
          <p:cNvPr id="117" name="Text ①Matching(11)">
            <a:extLst xmlns:a="http://schemas.openxmlformats.org/drawingml/2006/main">
              <a:ext uri="{FF2B5EF4-FFF2-40B4-BE49-F238E27FC236}">
                <a16:creationId xmlns:a16="http://schemas.microsoft.com/office/drawing/2014/main" id="{B69801E6-7DB7-4A25-8D98-8EB8C8CE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403" y="1867221"/>
            <a:ext cx="909814" cy="130734"/>
          </a:xfrm>
          <a:custGeom xmlns:a="http://schemas.openxmlformats.org/drawingml/2006/main">
            <a:pathLst>
              <a:path w="909814" h="130734">
                <a:moveTo>
                  <a:pt x="61366" y="0"/>
                </a:moveTo>
                <a:cubicBezTo>
                  <a:pt x="98721" y="3575"/>
                  <a:pt x="119135" y="24502"/>
                  <a:pt x="122609" y="62780"/>
                </a:cubicBezTo>
                <a:cubicBezTo>
                  <a:pt x="119094" y="100974"/>
                  <a:pt x="98680" y="121859"/>
                  <a:pt x="61366" y="125434"/>
                </a:cubicBezTo>
                <a:cubicBezTo>
                  <a:pt x="23929" y="121901"/>
                  <a:pt x="3474" y="101016"/>
                  <a:pt x="0" y="62780"/>
                </a:cubicBezTo>
                <a:cubicBezTo>
                  <a:pt x="3474" y="24460"/>
                  <a:pt x="23929" y="3533"/>
                  <a:pt x="61366" y="0"/>
                </a:cubicBezTo>
                <a:moveTo>
                  <a:pt x="61366" y="6436"/>
                </a:moveTo>
                <a:cubicBezTo>
                  <a:pt x="28221" y="9675"/>
                  <a:pt x="10095" y="28456"/>
                  <a:pt x="6989" y="62780"/>
                </a:cubicBezTo>
                <a:cubicBezTo>
                  <a:pt x="10095" y="97104"/>
                  <a:pt x="28221" y="115886"/>
                  <a:pt x="61366" y="119125"/>
                </a:cubicBezTo>
                <a:cubicBezTo>
                  <a:pt x="94511" y="115886"/>
                  <a:pt x="112637" y="97104"/>
                  <a:pt x="115743" y="62780"/>
                </a:cubicBezTo>
                <a:cubicBezTo>
                  <a:pt x="112637" y="28456"/>
                  <a:pt x="94511" y="9675"/>
                  <a:pt x="61366" y="6436"/>
                </a:cubicBezTo>
                <a:moveTo>
                  <a:pt x="57504" y="108272"/>
                </a:moveTo>
                <a:lnTo>
                  <a:pt x="57504" y="43536"/>
                </a:lnTo>
                <a:lnTo>
                  <a:pt x="35618" y="43536"/>
                </a:lnTo>
                <a:lnTo>
                  <a:pt x="35618" y="34450"/>
                </a:lnTo>
                <a:cubicBezTo>
                  <a:pt x="44037" y="34114"/>
                  <a:pt x="49698" y="32789"/>
                  <a:pt x="52599" y="30475"/>
                </a:cubicBezTo>
                <a:cubicBezTo>
                  <a:pt x="56073" y="27993"/>
                  <a:pt x="58321" y="23556"/>
                  <a:pt x="59343" y="17162"/>
                </a:cubicBezTo>
                <a:lnTo>
                  <a:pt x="69765" y="17162"/>
                </a:lnTo>
                <a:lnTo>
                  <a:pt x="69765" y="108272"/>
                </a:lnTo>
                <a:lnTo>
                  <a:pt x="57504" y="108272"/>
                </a:lnTo>
                <a:close/>
                <a:moveTo>
                  <a:pt x="215361" y="73621"/>
                </a:moveTo>
                <a:lnTo>
                  <a:pt x="237921" y="17288"/>
                </a:lnTo>
                <a:lnTo>
                  <a:pt x="271761" y="17288"/>
                </a:lnTo>
                <a:lnTo>
                  <a:pt x="271761" y="19560"/>
                </a:lnTo>
                <a:lnTo>
                  <a:pt x="269064" y="19560"/>
                </a:lnTo>
                <a:cubicBezTo>
                  <a:pt x="266612" y="19560"/>
                  <a:pt x="264650" y="20008"/>
                  <a:pt x="263179" y="20904"/>
                </a:cubicBezTo>
                <a:cubicBezTo>
                  <a:pt x="262157" y="21503"/>
                  <a:pt x="261340" y="22507"/>
                  <a:pt x="260726" y="23917"/>
                </a:cubicBezTo>
                <a:cubicBezTo>
                  <a:pt x="260277" y="24943"/>
                  <a:pt x="260052" y="27612"/>
                  <a:pt x="260052" y="31926"/>
                </a:cubicBezTo>
                <a:lnTo>
                  <a:pt x="260052" y="88208"/>
                </a:lnTo>
                <a:cubicBezTo>
                  <a:pt x="260052" y="92605"/>
                  <a:pt x="260277" y="95354"/>
                  <a:pt x="260726" y="96454"/>
                </a:cubicBezTo>
                <a:cubicBezTo>
                  <a:pt x="261176" y="97553"/>
                  <a:pt x="262096" y="98514"/>
                  <a:pt x="263485" y="99338"/>
                </a:cubicBezTo>
                <a:cubicBezTo>
                  <a:pt x="264875" y="100163"/>
                  <a:pt x="266734" y="100575"/>
                  <a:pt x="269064" y="100575"/>
                </a:cubicBezTo>
                <a:lnTo>
                  <a:pt x="271761" y="100575"/>
                </a:lnTo>
                <a:lnTo>
                  <a:pt x="271761" y="102846"/>
                </a:lnTo>
                <a:lnTo>
                  <a:pt x="228358" y="102846"/>
                </a:lnTo>
                <a:lnTo>
                  <a:pt x="228358" y="100575"/>
                </a:lnTo>
                <a:lnTo>
                  <a:pt x="231055" y="100575"/>
                </a:lnTo>
                <a:cubicBezTo>
                  <a:pt x="233507" y="100575"/>
                  <a:pt x="235469" y="100131"/>
                  <a:pt x="236940" y="99244"/>
                </a:cubicBezTo>
                <a:cubicBezTo>
                  <a:pt x="237962" y="98651"/>
                  <a:pt x="238779" y="97636"/>
                  <a:pt x="239393" y="96199"/>
                </a:cubicBezTo>
                <a:cubicBezTo>
                  <a:pt x="239842" y="95185"/>
                  <a:pt x="240067" y="92521"/>
                  <a:pt x="240067" y="88208"/>
                </a:cubicBezTo>
                <a:lnTo>
                  <a:pt x="240067" y="24797"/>
                </a:lnTo>
                <a:lnTo>
                  <a:pt x="208189" y="102846"/>
                </a:lnTo>
                <a:lnTo>
                  <a:pt x="206717" y="102846"/>
                </a:lnTo>
                <a:lnTo>
                  <a:pt x="174348" y="25301"/>
                </a:lnTo>
                <a:lnTo>
                  <a:pt x="174348" y="85558"/>
                </a:lnTo>
                <a:cubicBezTo>
                  <a:pt x="174348" y="89800"/>
                  <a:pt x="174451" y="92408"/>
                  <a:pt x="174655" y="93384"/>
                </a:cubicBezTo>
                <a:cubicBezTo>
                  <a:pt x="175186" y="95505"/>
                  <a:pt x="176341" y="97235"/>
                  <a:pt x="178119" y="98571"/>
                </a:cubicBezTo>
                <a:cubicBezTo>
                  <a:pt x="179896" y="99907"/>
                  <a:pt x="182686" y="100575"/>
                  <a:pt x="186487" y="100575"/>
                </a:cubicBezTo>
                <a:lnTo>
                  <a:pt x="186487" y="102846"/>
                </a:lnTo>
                <a:lnTo>
                  <a:pt x="158041" y="102846"/>
                </a:lnTo>
                <a:lnTo>
                  <a:pt x="158041" y="100575"/>
                </a:lnTo>
                <a:lnTo>
                  <a:pt x="158900" y="100575"/>
                </a:lnTo>
                <a:cubicBezTo>
                  <a:pt x="160739" y="100617"/>
                  <a:pt x="162455" y="100308"/>
                  <a:pt x="164049" y="99648"/>
                </a:cubicBezTo>
                <a:cubicBezTo>
                  <a:pt x="165643" y="98988"/>
                  <a:pt x="166849" y="98104"/>
                  <a:pt x="167666" y="96996"/>
                </a:cubicBezTo>
                <a:cubicBezTo>
                  <a:pt x="168484" y="95888"/>
                  <a:pt x="169117" y="94332"/>
                  <a:pt x="169567" y="92329"/>
                </a:cubicBezTo>
                <a:cubicBezTo>
                  <a:pt x="169648" y="91861"/>
                  <a:pt x="169689" y="89688"/>
                  <a:pt x="169689" y="85810"/>
                </a:cubicBezTo>
                <a:lnTo>
                  <a:pt x="169689" y="31926"/>
                </a:lnTo>
                <a:cubicBezTo>
                  <a:pt x="169689" y="27527"/>
                  <a:pt x="169464" y="24782"/>
                  <a:pt x="169015" y="23692"/>
                </a:cubicBezTo>
                <a:cubicBezTo>
                  <a:pt x="168565" y="22603"/>
                  <a:pt x="167646" y="21642"/>
                  <a:pt x="166256" y="20810"/>
                </a:cubicBezTo>
                <a:cubicBezTo>
                  <a:pt x="164867" y="19976"/>
                  <a:pt x="163007" y="19560"/>
                  <a:pt x="160677" y="19560"/>
                </a:cubicBezTo>
                <a:lnTo>
                  <a:pt x="158041" y="19560"/>
                </a:lnTo>
                <a:lnTo>
                  <a:pt x="158041" y="17288"/>
                </a:lnTo>
                <a:lnTo>
                  <a:pt x="192004" y="17288"/>
                </a:lnTo>
                <a:lnTo>
                  <a:pt x="215361" y="73621"/>
                </a:lnTo>
                <a:close/>
                <a:moveTo>
                  <a:pt x="310213" y="94139"/>
                </a:moveTo>
                <a:cubicBezTo>
                  <a:pt x="303224" y="100533"/>
                  <a:pt x="296951" y="103729"/>
                  <a:pt x="291393" y="103729"/>
                </a:cubicBezTo>
                <a:cubicBezTo>
                  <a:pt x="288123" y="103729"/>
                  <a:pt x="285405" y="102622"/>
                  <a:pt x="283239" y="100407"/>
                </a:cubicBezTo>
                <a:cubicBezTo>
                  <a:pt x="281073" y="98191"/>
                  <a:pt x="279990" y="95416"/>
                  <a:pt x="279990" y="92082"/>
                </a:cubicBezTo>
                <a:cubicBezTo>
                  <a:pt x="279990" y="87566"/>
                  <a:pt x="281870" y="83503"/>
                  <a:pt x="285630" y="79895"/>
                </a:cubicBezTo>
                <a:cubicBezTo>
                  <a:pt x="289390" y="76287"/>
                  <a:pt x="297584" y="71486"/>
                  <a:pt x="310213" y="65493"/>
                </a:cubicBezTo>
                <a:lnTo>
                  <a:pt x="310213" y="59562"/>
                </a:lnTo>
                <a:cubicBezTo>
                  <a:pt x="310213" y="55104"/>
                  <a:pt x="309978" y="52296"/>
                  <a:pt x="309508" y="51139"/>
                </a:cubicBezTo>
                <a:cubicBezTo>
                  <a:pt x="309038" y="49982"/>
                  <a:pt x="308149" y="48973"/>
                  <a:pt x="306841" y="48111"/>
                </a:cubicBezTo>
                <a:cubicBezTo>
                  <a:pt x="305533" y="47248"/>
                  <a:pt x="304062" y="46817"/>
                  <a:pt x="302427" y="46817"/>
                </a:cubicBezTo>
                <a:cubicBezTo>
                  <a:pt x="299771" y="46817"/>
                  <a:pt x="297584" y="47427"/>
                  <a:pt x="295868" y="48647"/>
                </a:cubicBezTo>
                <a:cubicBezTo>
                  <a:pt x="294805" y="49404"/>
                  <a:pt x="294274" y="50287"/>
                  <a:pt x="294274" y="51297"/>
                </a:cubicBezTo>
                <a:cubicBezTo>
                  <a:pt x="294274" y="52180"/>
                  <a:pt x="294846" y="53274"/>
                  <a:pt x="295990" y="54578"/>
                </a:cubicBezTo>
                <a:cubicBezTo>
                  <a:pt x="297543" y="56387"/>
                  <a:pt x="298320" y="58132"/>
                  <a:pt x="298320" y="59815"/>
                </a:cubicBezTo>
                <a:cubicBezTo>
                  <a:pt x="298320" y="61876"/>
                  <a:pt x="297574" y="63632"/>
                  <a:pt x="296082" y="65083"/>
                </a:cubicBezTo>
                <a:cubicBezTo>
                  <a:pt x="294591" y="66535"/>
                  <a:pt x="292639" y="67260"/>
                  <a:pt x="290228" y="67260"/>
                </a:cubicBezTo>
                <a:cubicBezTo>
                  <a:pt x="287653" y="67260"/>
                  <a:pt x="285497" y="66461"/>
                  <a:pt x="283760" y="64862"/>
                </a:cubicBezTo>
                <a:cubicBezTo>
                  <a:pt x="282023" y="63264"/>
                  <a:pt x="281155" y="61392"/>
                  <a:pt x="281155" y="59247"/>
                </a:cubicBezTo>
                <a:cubicBezTo>
                  <a:pt x="281155" y="56218"/>
                  <a:pt x="282319" y="53326"/>
                  <a:pt x="284649" y="50571"/>
                </a:cubicBezTo>
                <a:cubicBezTo>
                  <a:pt x="286979" y="47816"/>
                  <a:pt x="290228" y="45702"/>
                  <a:pt x="294396" y="44230"/>
                </a:cubicBezTo>
                <a:cubicBezTo>
                  <a:pt x="298565" y="42758"/>
                  <a:pt x="302897" y="42022"/>
                  <a:pt x="307393" y="42022"/>
                </a:cubicBezTo>
                <a:cubicBezTo>
                  <a:pt x="312829" y="42022"/>
                  <a:pt x="317130" y="43213"/>
                  <a:pt x="320298" y="45597"/>
                </a:cubicBezTo>
                <a:cubicBezTo>
                  <a:pt x="323465" y="47978"/>
                  <a:pt x="325519" y="50561"/>
                  <a:pt x="326459" y="53344"/>
                </a:cubicBezTo>
                <a:cubicBezTo>
                  <a:pt x="327031" y="55114"/>
                  <a:pt x="327317" y="59183"/>
                  <a:pt x="327317" y="65549"/>
                </a:cubicBezTo>
                <a:lnTo>
                  <a:pt x="327317" y="88506"/>
                </a:lnTo>
                <a:cubicBezTo>
                  <a:pt x="327317" y="91204"/>
                  <a:pt x="327419" y="92902"/>
                  <a:pt x="327624" y="93599"/>
                </a:cubicBezTo>
                <a:cubicBezTo>
                  <a:pt x="327828" y="94294"/>
                  <a:pt x="328134" y="94811"/>
                  <a:pt x="328543" y="95148"/>
                </a:cubicBezTo>
                <a:cubicBezTo>
                  <a:pt x="328952" y="95485"/>
                  <a:pt x="329422" y="95653"/>
                  <a:pt x="329953" y="95653"/>
                </a:cubicBezTo>
                <a:cubicBezTo>
                  <a:pt x="331016" y="95653"/>
                  <a:pt x="332099" y="94875"/>
                  <a:pt x="333202" y="93319"/>
                </a:cubicBezTo>
                <a:lnTo>
                  <a:pt x="335041" y="94833"/>
                </a:lnTo>
                <a:cubicBezTo>
                  <a:pt x="332998" y="97946"/>
                  <a:pt x="330883" y="100207"/>
                  <a:pt x="328696" y="101616"/>
                </a:cubicBezTo>
                <a:cubicBezTo>
                  <a:pt x="326510" y="103025"/>
                  <a:pt x="324027" y="103729"/>
                  <a:pt x="321248" y="103729"/>
                </a:cubicBezTo>
                <a:cubicBezTo>
                  <a:pt x="317978" y="103729"/>
                  <a:pt x="315424" y="102936"/>
                  <a:pt x="313585" y="101348"/>
                </a:cubicBezTo>
                <a:cubicBezTo>
                  <a:pt x="311746" y="99760"/>
                  <a:pt x="310622" y="97357"/>
                  <a:pt x="310213" y="94139"/>
                </a:cubicBezTo>
                <a:moveTo>
                  <a:pt x="310213" y="89470"/>
                </a:moveTo>
                <a:lnTo>
                  <a:pt x="310213" y="69733"/>
                </a:lnTo>
                <a:cubicBezTo>
                  <a:pt x="305268" y="72734"/>
                  <a:pt x="301590" y="75946"/>
                  <a:pt x="299178" y="79371"/>
                </a:cubicBezTo>
                <a:cubicBezTo>
                  <a:pt x="297584" y="81653"/>
                  <a:pt x="296787" y="83956"/>
                  <a:pt x="296787" y="86282"/>
                </a:cubicBezTo>
                <a:cubicBezTo>
                  <a:pt x="296787" y="88226"/>
                  <a:pt x="297462" y="89938"/>
                  <a:pt x="298810" y="91418"/>
                </a:cubicBezTo>
                <a:cubicBezTo>
                  <a:pt x="299832" y="92559"/>
                  <a:pt x="301263" y="93129"/>
                  <a:pt x="303102" y="93129"/>
                </a:cubicBezTo>
                <a:cubicBezTo>
                  <a:pt x="305145" y="93129"/>
                  <a:pt x="307516" y="91910"/>
                  <a:pt x="310213" y="89470"/>
                </a:cubicBezTo>
                <a:close/>
                <a:moveTo>
                  <a:pt x="364100" y="22084"/>
                </a:moveTo>
                <a:lnTo>
                  <a:pt x="364100" y="43788"/>
                </a:lnTo>
                <a:lnTo>
                  <a:pt x="377709" y="43788"/>
                </a:lnTo>
                <a:lnTo>
                  <a:pt x="377709" y="49972"/>
                </a:lnTo>
                <a:lnTo>
                  <a:pt x="364100" y="49972"/>
                </a:lnTo>
                <a:lnTo>
                  <a:pt x="364100" y="86477"/>
                </a:lnTo>
                <a:cubicBezTo>
                  <a:pt x="364100" y="89893"/>
                  <a:pt x="364253" y="92097"/>
                  <a:pt x="364560" y="93088"/>
                </a:cubicBezTo>
                <a:cubicBezTo>
                  <a:pt x="364866" y="94079"/>
                  <a:pt x="365408" y="94881"/>
                  <a:pt x="366184" y="95494"/>
                </a:cubicBezTo>
                <a:cubicBezTo>
                  <a:pt x="366961" y="96105"/>
                  <a:pt x="367676" y="96410"/>
                  <a:pt x="368330" y="96410"/>
                </a:cubicBezTo>
                <a:cubicBezTo>
                  <a:pt x="370986" y="96410"/>
                  <a:pt x="373500" y="94307"/>
                  <a:pt x="375870" y="90101"/>
                </a:cubicBezTo>
                <a:lnTo>
                  <a:pt x="377709" y="91503"/>
                </a:lnTo>
                <a:cubicBezTo>
                  <a:pt x="374399" y="99654"/>
                  <a:pt x="369025" y="103729"/>
                  <a:pt x="361586" y="103729"/>
                </a:cubicBezTo>
                <a:cubicBezTo>
                  <a:pt x="357949" y="103729"/>
                  <a:pt x="354873" y="102685"/>
                  <a:pt x="352360" y="100596"/>
                </a:cubicBezTo>
                <a:cubicBezTo>
                  <a:pt x="349846" y="98506"/>
                  <a:pt x="348242" y="96174"/>
                  <a:pt x="347548" y="93599"/>
                </a:cubicBezTo>
                <a:cubicBezTo>
                  <a:pt x="347139" y="92163"/>
                  <a:pt x="346934" y="88280"/>
                  <a:pt x="346934" y="81948"/>
                </a:cubicBezTo>
                <a:lnTo>
                  <a:pt x="346934" y="49972"/>
                </a:lnTo>
                <a:lnTo>
                  <a:pt x="339455" y="49972"/>
                </a:lnTo>
                <a:lnTo>
                  <a:pt x="339455" y="47758"/>
                </a:lnTo>
                <a:cubicBezTo>
                  <a:pt x="344605" y="44006"/>
                  <a:pt x="348988" y="40065"/>
                  <a:pt x="352605" y="35933"/>
                </a:cubicBezTo>
                <a:cubicBezTo>
                  <a:pt x="356222" y="31802"/>
                  <a:pt x="359379" y="27185"/>
                  <a:pt x="362077" y="22084"/>
                </a:cubicBezTo>
                <a:lnTo>
                  <a:pt x="364100" y="22084"/>
                </a:lnTo>
                <a:close/>
                <a:moveTo>
                  <a:pt x="430731" y="87591"/>
                </a:moveTo>
                <a:lnTo>
                  <a:pt x="432631" y="89103"/>
                </a:lnTo>
                <a:cubicBezTo>
                  <a:pt x="429934" y="94336"/>
                  <a:pt x="426572" y="98230"/>
                  <a:pt x="422547" y="100784"/>
                </a:cubicBezTo>
                <a:cubicBezTo>
                  <a:pt x="418521" y="103336"/>
                  <a:pt x="414240" y="104613"/>
                  <a:pt x="409703" y="104613"/>
                </a:cubicBezTo>
                <a:cubicBezTo>
                  <a:pt x="402061" y="104613"/>
                  <a:pt x="395951" y="101645"/>
                  <a:pt x="391373" y="95708"/>
                </a:cubicBezTo>
                <a:cubicBezTo>
                  <a:pt x="386796" y="89771"/>
                  <a:pt x="384507" y="82634"/>
                  <a:pt x="384507" y="74297"/>
                </a:cubicBezTo>
                <a:cubicBezTo>
                  <a:pt x="384507" y="66254"/>
                  <a:pt x="386591" y="59180"/>
                  <a:pt x="390760" y="53075"/>
                </a:cubicBezTo>
                <a:cubicBezTo>
                  <a:pt x="395787" y="45706"/>
                  <a:pt x="402715" y="42022"/>
                  <a:pt x="411542" y="42022"/>
                </a:cubicBezTo>
                <a:cubicBezTo>
                  <a:pt x="417469" y="42022"/>
                  <a:pt x="422179" y="43562"/>
                  <a:pt x="425673" y="46642"/>
                </a:cubicBezTo>
                <a:cubicBezTo>
                  <a:pt x="429167" y="49720"/>
                  <a:pt x="430915" y="53158"/>
                  <a:pt x="430915" y="56954"/>
                </a:cubicBezTo>
                <a:cubicBezTo>
                  <a:pt x="430915" y="59358"/>
                  <a:pt x="430210" y="61277"/>
                  <a:pt x="428800" y="62711"/>
                </a:cubicBezTo>
                <a:cubicBezTo>
                  <a:pt x="427390" y="64145"/>
                  <a:pt x="425540" y="64862"/>
                  <a:pt x="423252" y="64862"/>
                </a:cubicBezTo>
                <a:cubicBezTo>
                  <a:pt x="420840" y="64862"/>
                  <a:pt x="418848" y="64040"/>
                  <a:pt x="417274" y="62394"/>
                </a:cubicBezTo>
                <a:cubicBezTo>
                  <a:pt x="415701" y="60747"/>
                  <a:pt x="414730" y="57813"/>
                  <a:pt x="414362" y="53592"/>
                </a:cubicBezTo>
                <a:cubicBezTo>
                  <a:pt x="414117" y="50933"/>
                  <a:pt x="413525" y="49075"/>
                  <a:pt x="412585" y="48020"/>
                </a:cubicBezTo>
                <a:cubicBezTo>
                  <a:pt x="411645" y="46966"/>
                  <a:pt x="410541" y="46439"/>
                  <a:pt x="409274" y="46439"/>
                </a:cubicBezTo>
                <a:cubicBezTo>
                  <a:pt x="407312" y="46439"/>
                  <a:pt x="405637" y="47511"/>
                  <a:pt x="404247" y="49656"/>
                </a:cubicBezTo>
                <a:cubicBezTo>
                  <a:pt x="402122" y="52895"/>
                  <a:pt x="401059" y="57859"/>
                  <a:pt x="401059" y="64547"/>
                </a:cubicBezTo>
                <a:cubicBezTo>
                  <a:pt x="401059" y="70099"/>
                  <a:pt x="401918" y="75410"/>
                  <a:pt x="403634" y="80479"/>
                </a:cubicBezTo>
                <a:cubicBezTo>
                  <a:pt x="405351" y="85547"/>
                  <a:pt x="407701" y="89323"/>
                  <a:pt x="410684" y="91804"/>
                </a:cubicBezTo>
                <a:cubicBezTo>
                  <a:pt x="412932" y="93613"/>
                  <a:pt x="415589" y="94517"/>
                  <a:pt x="418654" y="94517"/>
                </a:cubicBezTo>
                <a:cubicBezTo>
                  <a:pt x="420656" y="94517"/>
                  <a:pt x="422557" y="94035"/>
                  <a:pt x="424355" y="93070"/>
                </a:cubicBezTo>
                <a:cubicBezTo>
                  <a:pt x="426153" y="92104"/>
                  <a:pt x="428279" y="90278"/>
                  <a:pt x="430731" y="87591"/>
                </a:cubicBezTo>
                <a:close/>
                <a:moveTo>
                  <a:pt x="463420" y="17288"/>
                </a:moveTo>
                <a:lnTo>
                  <a:pt x="463420" y="51423"/>
                </a:lnTo>
                <a:cubicBezTo>
                  <a:pt x="466567" y="47992"/>
                  <a:pt x="469448" y="45568"/>
                  <a:pt x="472064" y="44149"/>
                </a:cubicBezTo>
                <a:cubicBezTo>
                  <a:pt x="474680" y="42731"/>
                  <a:pt x="477398" y="42022"/>
                  <a:pt x="480218" y="42022"/>
                </a:cubicBezTo>
                <a:cubicBezTo>
                  <a:pt x="483814" y="42022"/>
                  <a:pt x="486890" y="43073"/>
                  <a:pt x="489444" y="45177"/>
                </a:cubicBezTo>
                <a:cubicBezTo>
                  <a:pt x="491998" y="47280"/>
                  <a:pt x="493694" y="49751"/>
                  <a:pt x="494532" y="52590"/>
                </a:cubicBezTo>
                <a:cubicBezTo>
                  <a:pt x="495370" y="55430"/>
                  <a:pt x="495789" y="60214"/>
                  <a:pt x="495789" y="66945"/>
                </a:cubicBezTo>
                <a:lnTo>
                  <a:pt x="495789" y="89975"/>
                </a:lnTo>
                <a:cubicBezTo>
                  <a:pt x="495789" y="94503"/>
                  <a:pt x="496198" y="97328"/>
                  <a:pt x="497015" y="98449"/>
                </a:cubicBezTo>
                <a:cubicBezTo>
                  <a:pt x="497832" y="99570"/>
                  <a:pt x="499488" y="100279"/>
                  <a:pt x="501981" y="100575"/>
                </a:cubicBezTo>
                <a:lnTo>
                  <a:pt x="501981" y="102846"/>
                </a:lnTo>
                <a:lnTo>
                  <a:pt x="472922" y="102846"/>
                </a:lnTo>
                <a:lnTo>
                  <a:pt x="472922" y="100575"/>
                </a:lnTo>
                <a:cubicBezTo>
                  <a:pt x="474966" y="100279"/>
                  <a:pt x="476498" y="99432"/>
                  <a:pt x="477520" y="98035"/>
                </a:cubicBezTo>
                <a:cubicBezTo>
                  <a:pt x="478256" y="96935"/>
                  <a:pt x="478624" y="94248"/>
                  <a:pt x="478624" y="89975"/>
                </a:cubicBezTo>
                <a:lnTo>
                  <a:pt x="478624" y="63705"/>
                </a:lnTo>
                <a:cubicBezTo>
                  <a:pt x="478624" y="58834"/>
                  <a:pt x="478440" y="55779"/>
                  <a:pt x="478072" y="54540"/>
                </a:cubicBezTo>
                <a:cubicBezTo>
                  <a:pt x="477704" y="53301"/>
                  <a:pt x="477081" y="52335"/>
                  <a:pt x="476202" y="51642"/>
                </a:cubicBezTo>
                <a:cubicBezTo>
                  <a:pt x="475323" y="50949"/>
                  <a:pt x="474332" y="50603"/>
                  <a:pt x="473229" y="50603"/>
                </a:cubicBezTo>
                <a:cubicBezTo>
                  <a:pt x="471594" y="50603"/>
                  <a:pt x="470000" y="51181"/>
                  <a:pt x="468447" y="52338"/>
                </a:cubicBezTo>
                <a:cubicBezTo>
                  <a:pt x="466894" y="53495"/>
                  <a:pt x="465218" y="55524"/>
                  <a:pt x="463420" y="58427"/>
                </a:cubicBezTo>
                <a:lnTo>
                  <a:pt x="463420" y="89975"/>
                </a:lnTo>
                <a:cubicBezTo>
                  <a:pt x="463420" y="94206"/>
                  <a:pt x="463727" y="96851"/>
                  <a:pt x="464340" y="97909"/>
                </a:cubicBezTo>
                <a:cubicBezTo>
                  <a:pt x="465116" y="99347"/>
                  <a:pt x="466710" y="100236"/>
                  <a:pt x="469121" y="100575"/>
                </a:cubicBezTo>
                <a:lnTo>
                  <a:pt x="469121" y="102846"/>
                </a:lnTo>
                <a:lnTo>
                  <a:pt x="440063" y="102846"/>
                </a:lnTo>
                <a:lnTo>
                  <a:pt x="440063" y="100575"/>
                </a:lnTo>
                <a:cubicBezTo>
                  <a:pt x="442474" y="100321"/>
                  <a:pt x="444191" y="99517"/>
                  <a:pt x="445213" y="98163"/>
                </a:cubicBezTo>
                <a:cubicBezTo>
                  <a:pt x="445907" y="97233"/>
                  <a:pt x="446255" y="94503"/>
                  <a:pt x="446255" y="89975"/>
                </a:cubicBezTo>
                <a:lnTo>
                  <a:pt x="446255" y="30160"/>
                </a:lnTo>
                <a:cubicBezTo>
                  <a:pt x="446255" y="25647"/>
                  <a:pt x="445856" y="22837"/>
                  <a:pt x="445059" y="21731"/>
                </a:cubicBezTo>
                <a:cubicBezTo>
                  <a:pt x="444262" y="20624"/>
                  <a:pt x="442597" y="19900"/>
                  <a:pt x="440063" y="19560"/>
                </a:cubicBezTo>
                <a:lnTo>
                  <a:pt x="440063" y="17288"/>
                </a:lnTo>
                <a:lnTo>
                  <a:pt x="463420" y="17288"/>
                </a:lnTo>
                <a:close/>
                <a:moveTo>
                  <a:pt x="523301" y="15395"/>
                </a:moveTo>
                <a:cubicBezTo>
                  <a:pt x="525957" y="15395"/>
                  <a:pt x="528205" y="16356"/>
                  <a:pt x="530044" y="18276"/>
                </a:cubicBezTo>
                <a:cubicBezTo>
                  <a:pt x="531883" y="20195"/>
                  <a:pt x="532803" y="22505"/>
                  <a:pt x="532803" y="25207"/>
                </a:cubicBezTo>
                <a:cubicBezTo>
                  <a:pt x="532803" y="27908"/>
                  <a:pt x="531873" y="30208"/>
                  <a:pt x="530014" y="32108"/>
                </a:cubicBezTo>
                <a:cubicBezTo>
                  <a:pt x="528154" y="34006"/>
                  <a:pt x="525917" y="34955"/>
                  <a:pt x="523301" y="34955"/>
                </a:cubicBezTo>
                <a:cubicBezTo>
                  <a:pt x="520685" y="34955"/>
                  <a:pt x="518458" y="34006"/>
                  <a:pt x="516619" y="32108"/>
                </a:cubicBezTo>
                <a:cubicBezTo>
                  <a:pt x="514780" y="30208"/>
                  <a:pt x="513860" y="27908"/>
                  <a:pt x="513860" y="25207"/>
                </a:cubicBezTo>
                <a:cubicBezTo>
                  <a:pt x="513860" y="22505"/>
                  <a:pt x="514780" y="20195"/>
                  <a:pt x="516619" y="18276"/>
                </a:cubicBezTo>
                <a:cubicBezTo>
                  <a:pt x="518458" y="16356"/>
                  <a:pt x="520685" y="15395"/>
                  <a:pt x="523301" y="15395"/>
                </a:cubicBezTo>
                <a:moveTo>
                  <a:pt x="531883" y="43788"/>
                </a:moveTo>
                <a:lnTo>
                  <a:pt x="531883" y="90606"/>
                </a:lnTo>
                <a:cubicBezTo>
                  <a:pt x="531883" y="94770"/>
                  <a:pt x="532353" y="97430"/>
                  <a:pt x="533294" y="98587"/>
                </a:cubicBezTo>
                <a:cubicBezTo>
                  <a:pt x="534234" y="99744"/>
                  <a:pt x="536073" y="100406"/>
                  <a:pt x="538811" y="100575"/>
                </a:cubicBezTo>
                <a:lnTo>
                  <a:pt x="538811" y="102846"/>
                </a:lnTo>
                <a:lnTo>
                  <a:pt x="507852" y="102846"/>
                </a:lnTo>
                <a:lnTo>
                  <a:pt x="507852" y="100575"/>
                </a:lnTo>
                <a:cubicBezTo>
                  <a:pt x="510386" y="100491"/>
                  <a:pt x="512266" y="99733"/>
                  <a:pt x="513492" y="98303"/>
                </a:cubicBezTo>
                <a:cubicBezTo>
                  <a:pt x="514310" y="97336"/>
                  <a:pt x="514718" y="94770"/>
                  <a:pt x="514718" y="90606"/>
                </a:cubicBezTo>
                <a:lnTo>
                  <a:pt x="514718" y="56155"/>
                </a:lnTo>
                <a:cubicBezTo>
                  <a:pt x="514718" y="51938"/>
                  <a:pt x="514248" y="49244"/>
                  <a:pt x="513308" y="48073"/>
                </a:cubicBezTo>
                <a:cubicBezTo>
                  <a:pt x="512368" y="46902"/>
                  <a:pt x="510550" y="46231"/>
                  <a:pt x="507852" y="46060"/>
                </a:cubicBezTo>
                <a:lnTo>
                  <a:pt x="507852" y="43788"/>
                </a:lnTo>
                <a:lnTo>
                  <a:pt x="531883" y="43788"/>
                </a:lnTo>
                <a:close/>
                <a:moveTo>
                  <a:pt x="568796" y="43788"/>
                </a:moveTo>
                <a:lnTo>
                  <a:pt x="568796" y="51486"/>
                </a:lnTo>
                <a:cubicBezTo>
                  <a:pt x="571738" y="48183"/>
                  <a:pt x="574558" y="45780"/>
                  <a:pt x="577256" y="44277"/>
                </a:cubicBezTo>
                <a:cubicBezTo>
                  <a:pt x="579953" y="42774"/>
                  <a:pt x="582855" y="42022"/>
                  <a:pt x="585961" y="42022"/>
                </a:cubicBezTo>
                <a:cubicBezTo>
                  <a:pt x="589680" y="42022"/>
                  <a:pt x="592766" y="43085"/>
                  <a:pt x="595218" y="45212"/>
                </a:cubicBezTo>
                <a:cubicBezTo>
                  <a:pt x="597670" y="47339"/>
                  <a:pt x="599305" y="49982"/>
                  <a:pt x="600122" y="53140"/>
                </a:cubicBezTo>
                <a:cubicBezTo>
                  <a:pt x="600776" y="55542"/>
                  <a:pt x="601103" y="60155"/>
                  <a:pt x="601103" y="66978"/>
                </a:cubicBezTo>
                <a:lnTo>
                  <a:pt x="601103" y="89975"/>
                </a:lnTo>
                <a:cubicBezTo>
                  <a:pt x="601103" y="94517"/>
                  <a:pt x="601502" y="97346"/>
                  <a:pt x="602299" y="98461"/>
                </a:cubicBezTo>
                <a:cubicBezTo>
                  <a:pt x="603095" y="99576"/>
                  <a:pt x="604761" y="100280"/>
                  <a:pt x="607295" y="100575"/>
                </a:cubicBezTo>
                <a:lnTo>
                  <a:pt x="607295" y="102846"/>
                </a:lnTo>
                <a:lnTo>
                  <a:pt x="578298" y="102846"/>
                </a:lnTo>
                <a:lnTo>
                  <a:pt x="578298" y="100575"/>
                </a:lnTo>
                <a:cubicBezTo>
                  <a:pt x="580464" y="100280"/>
                  <a:pt x="582017" y="99355"/>
                  <a:pt x="582957" y="97798"/>
                </a:cubicBezTo>
                <a:cubicBezTo>
                  <a:pt x="583611" y="96747"/>
                  <a:pt x="583938" y="94139"/>
                  <a:pt x="583938" y="89975"/>
                </a:cubicBezTo>
                <a:lnTo>
                  <a:pt x="583938" y="63727"/>
                </a:lnTo>
                <a:cubicBezTo>
                  <a:pt x="583938" y="58889"/>
                  <a:pt x="583754" y="55840"/>
                  <a:pt x="583386" y="54578"/>
                </a:cubicBezTo>
                <a:cubicBezTo>
                  <a:pt x="583018" y="53316"/>
                  <a:pt x="582395" y="52338"/>
                  <a:pt x="581516" y="51644"/>
                </a:cubicBezTo>
                <a:cubicBezTo>
                  <a:pt x="580638" y="50950"/>
                  <a:pt x="579667" y="50603"/>
                  <a:pt x="578604" y="50603"/>
                </a:cubicBezTo>
                <a:cubicBezTo>
                  <a:pt x="575090" y="50603"/>
                  <a:pt x="571820" y="53211"/>
                  <a:pt x="568796" y="58427"/>
                </a:cubicBezTo>
                <a:lnTo>
                  <a:pt x="568796" y="89975"/>
                </a:lnTo>
                <a:cubicBezTo>
                  <a:pt x="568796" y="94391"/>
                  <a:pt x="569194" y="97189"/>
                  <a:pt x="569991" y="98366"/>
                </a:cubicBezTo>
                <a:cubicBezTo>
                  <a:pt x="570788" y="99544"/>
                  <a:pt x="572270" y="100280"/>
                  <a:pt x="574436" y="100575"/>
                </a:cubicBezTo>
                <a:lnTo>
                  <a:pt x="574436" y="102846"/>
                </a:lnTo>
                <a:lnTo>
                  <a:pt x="545439" y="102846"/>
                </a:lnTo>
                <a:lnTo>
                  <a:pt x="545439" y="100575"/>
                </a:lnTo>
                <a:cubicBezTo>
                  <a:pt x="547850" y="100322"/>
                  <a:pt x="549566" y="99523"/>
                  <a:pt x="550588" y="98177"/>
                </a:cubicBezTo>
                <a:cubicBezTo>
                  <a:pt x="551283" y="97252"/>
                  <a:pt x="551630" y="94517"/>
                  <a:pt x="551630" y="89975"/>
                </a:cubicBezTo>
                <a:lnTo>
                  <a:pt x="551630" y="56660"/>
                </a:lnTo>
                <a:cubicBezTo>
                  <a:pt x="551630" y="52147"/>
                  <a:pt x="551232" y="49338"/>
                  <a:pt x="550435" y="48231"/>
                </a:cubicBezTo>
                <a:cubicBezTo>
                  <a:pt x="549638" y="47124"/>
                  <a:pt x="547972" y="46400"/>
                  <a:pt x="545439" y="46060"/>
                </a:cubicBezTo>
                <a:lnTo>
                  <a:pt x="545439" y="43788"/>
                </a:lnTo>
                <a:lnTo>
                  <a:pt x="568796" y="43788"/>
                </a:lnTo>
                <a:close/>
                <a:moveTo>
                  <a:pt x="651666" y="44546"/>
                </a:moveTo>
                <a:lnTo>
                  <a:pt x="670976" y="44546"/>
                </a:lnTo>
                <a:lnTo>
                  <a:pt x="670976" y="51486"/>
                </a:lnTo>
                <a:lnTo>
                  <a:pt x="660003" y="51486"/>
                </a:lnTo>
                <a:cubicBezTo>
                  <a:pt x="662006" y="53547"/>
                  <a:pt x="663395" y="55419"/>
                  <a:pt x="664172" y="57102"/>
                </a:cubicBezTo>
                <a:cubicBezTo>
                  <a:pt x="665153" y="59373"/>
                  <a:pt x="665643" y="61750"/>
                  <a:pt x="665643" y="64232"/>
                </a:cubicBezTo>
                <a:cubicBezTo>
                  <a:pt x="665643" y="68438"/>
                  <a:pt x="664509" y="72087"/>
                  <a:pt x="662241" y="75179"/>
                </a:cubicBezTo>
                <a:cubicBezTo>
                  <a:pt x="659972" y="78270"/>
                  <a:pt x="656887" y="80689"/>
                  <a:pt x="652984" y="82435"/>
                </a:cubicBezTo>
                <a:cubicBezTo>
                  <a:pt x="649081" y="84180"/>
                  <a:pt x="645617" y="85053"/>
                  <a:pt x="642592" y="85053"/>
                </a:cubicBezTo>
                <a:cubicBezTo>
                  <a:pt x="642347" y="85053"/>
                  <a:pt x="639895" y="84948"/>
                  <a:pt x="635236" y="84738"/>
                </a:cubicBezTo>
                <a:cubicBezTo>
                  <a:pt x="633397" y="84738"/>
                  <a:pt x="631854" y="85355"/>
                  <a:pt x="630607" y="86589"/>
                </a:cubicBezTo>
                <a:cubicBezTo>
                  <a:pt x="629361" y="87823"/>
                  <a:pt x="628738" y="89298"/>
                  <a:pt x="628738" y="91012"/>
                </a:cubicBezTo>
                <a:cubicBezTo>
                  <a:pt x="628738" y="92518"/>
                  <a:pt x="629300" y="93752"/>
                  <a:pt x="630423" y="94715"/>
                </a:cubicBezTo>
                <a:cubicBezTo>
                  <a:pt x="631547" y="95677"/>
                  <a:pt x="633376" y="96158"/>
                  <a:pt x="635910" y="96158"/>
                </a:cubicBezTo>
                <a:lnTo>
                  <a:pt x="646516" y="96032"/>
                </a:lnTo>
                <a:cubicBezTo>
                  <a:pt x="655099" y="96032"/>
                  <a:pt x="661004" y="97001"/>
                  <a:pt x="664233" y="98940"/>
                </a:cubicBezTo>
                <a:cubicBezTo>
                  <a:pt x="668851" y="101636"/>
                  <a:pt x="671160" y="105787"/>
                  <a:pt x="671160" y="111392"/>
                </a:cubicBezTo>
                <a:cubicBezTo>
                  <a:pt x="671160" y="114974"/>
                  <a:pt x="670098" y="118229"/>
                  <a:pt x="667973" y="121158"/>
                </a:cubicBezTo>
                <a:cubicBezTo>
                  <a:pt x="665847" y="124086"/>
                  <a:pt x="663048" y="126246"/>
                  <a:pt x="659574" y="127637"/>
                </a:cubicBezTo>
                <a:cubicBezTo>
                  <a:pt x="654302" y="129702"/>
                  <a:pt x="648232" y="130734"/>
                  <a:pt x="641366" y="130734"/>
                </a:cubicBezTo>
                <a:cubicBezTo>
                  <a:pt x="636217" y="130734"/>
                  <a:pt x="631517" y="130219"/>
                  <a:pt x="627266" y="129189"/>
                </a:cubicBezTo>
                <a:cubicBezTo>
                  <a:pt x="623016" y="128158"/>
                  <a:pt x="619971" y="126727"/>
                  <a:pt x="618132" y="124896"/>
                </a:cubicBezTo>
                <a:cubicBezTo>
                  <a:pt x="616293" y="123066"/>
                  <a:pt x="615373" y="121141"/>
                  <a:pt x="615373" y="119121"/>
                </a:cubicBezTo>
                <a:cubicBezTo>
                  <a:pt x="615373" y="117186"/>
                  <a:pt x="616078" y="115450"/>
                  <a:pt x="617488" y="113914"/>
                </a:cubicBezTo>
                <a:cubicBezTo>
                  <a:pt x="618898" y="112378"/>
                  <a:pt x="621524" y="111085"/>
                  <a:pt x="625366" y="110033"/>
                </a:cubicBezTo>
                <a:cubicBezTo>
                  <a:pt x="620053" y="107341"/>
                  <a:pt x="617396" y="103598"/>
                  <a:pt x="617396" y="98804"/>
                </a:cubicBezTo>
                <a:cubicBezTo>
                  <a:pt x="617396" y="95902"/>
                  <a:pt x="618479" y="93084"/>
                  <a:pt x="620645" y="90351"/>
                </a:cubicBezTo>
                <a:cubicBezTo>
                  <a:pt x="622812" y="87617"/>
                  <a:pt x="626245" y="85240"/>
                  <a:pt x="630945" y="83221"/>
                </a:cubicBezTo>
                <a:cubicBezTo>
                  <a:pt x="625468" y="81158"/>
                  <a:pt x="621504" y="78441"/>
                  <a:pt x="619052" y="75070"/>
                </a:cubicBezTo>
                <a:cubicBezTo>
                  <a:pt x="616599" y="71700"/>
                  <a:pt x="615373" y="67803"/>
                  <a:pt x="615373" y="63380"/>
                </a:cubicBezTo>
                <a:cubicBezTo>
                  <a:pt x="615373" y="57609"/>
                  <a:pt x="617662" y="52607"/>
                  <a:pt x="622239" y="48373"/>
                </a:cubicBezTo>
                <a:cubicBezTo>
                  <a:pt x="626817" y="44139"/>
                  <a:pt x="632702" y="42022"/>
                  <a:pt x="639895" y="42022"/>
                </a:cubicBezTo>
                <a:cubicBezTo>
                  <a:pt x="643696" y="42022"/>
                  <a:pt x="647619" y="42863"/>
                  <a:pt x="651666" y="44546"/>
                </a:cubicBezTo>
                <a:moveTo>
                  <a:pt x="641060" y="46060"/>
                </a:moveTo>
                <a:cubicBezTo>
                  <a:pt x="638689" y="46060"/>
                  <a:pt x="636687" y="47288"/>
                  <a:pt x="635052" y="49745"/>
                </a:cubicBezTo>
                <a:cubicBezTo>
                  <a:pt x="633417" y="52201"/>
                  <a:pt x="632600" y="57292"/>
                  <a:pt x="632600" y="65018"/>
                </a:cubicBezTo>
                <a:cubicBezTo>
                  <a:pt x="632600" y="71274"/>
                  <a:pt x="633407" y="75567"/>
                  <a:pt x="635021" y="77898"/>
                </a:cubicBezTo>
                <a:cubicBezTo>
                  <a:pt x="636636" y="80228"/>
                  <a:pt x="638546" y="81394"/>
                  <a:pt x="640753" y="81394"/>
                </a:cubicBezTo>
                <a:cubicBezTo>
                  <a:pt x="643205" y="81394"/>
                  <a:pt x="645249" y="80239"/>
                  <a:pt x="646884" y="77929"/>
                </a:cubicBezTo>
                <a:cubicBezTo>
                  <a:pt x="648519" y="75620"/>
                  <a:pt x="649336" y="71127"/>
                  <a:pt x="649336" y="64450"/>
                </a:cubicBezTo>
                <a:cubicBezTo>
                  <a:pt x="649336" y="56935"/>
                  <a:pt x="648416" y="51813"/>
                  <a:pt x="646577" y="49083"/>
                </a:cubicBezTo>
                <a:cubicBezTo>
                  <a:pt x="645269" y="47067"/>
                  <a:pt x="643430" y="46060"/>
                  <a:pt x="641060" y="46060"/>
                </a:cubicBezTo>
                <a:moveTo>
                  <a:pt x="637443" y="111553"/>
                </a:moveTo>
                <a:cubicBezTo>
                  <a:pt x="633274" y="111553"/>
                  <a:pt x="630515" y="111910"/>
                  <a:pt x="629167" y="112622"/>
                </a:cubicBezTo>
                <a:cubicBezTo>
                  <a:pt x="626837" y="113919"/>
                  <a:pt x="625672" y="115678"/>
                  <a:pt x="625672" y="117898"/>
                </a:cubicBezTo>
                <a:cubicBezTo>
                  <a:pt x="625672" y="120034"/>
                  <a:pt x="626878" y="121971"/>
                  <a:pt x="629289" y="123709"/>
                </a:cubicBezTo>
                <a:cubicBezTo>
                  <a:pt x="631701" y="125448"/>
                  <a:pt x="636237" y="126318"/>
                  <a:pt x="642899" y="126318"/>
                </a:cubicBezTo>
                <a:cubicBezTo>
                  <a:pt x="648580" y="126318"/>
                  <a:pt x="653045" y="125543"/>
                  <a:pt x="656294" y="123993"/>
                </a:cubicBezTo>
                <a:cubicBezTo>
                  <a:pt x="659543" y="122443"/>
                  <a:pt x="661168" y="120265"/>
                  <a:pt x="661168" y="117459"/>
                </a:cubicBezTo>
                <a:cubicBezTo>
                  <a:pt x="661168" y="116412"/>
                  <a:pt x="660861" y="115533"/>
                  <a:pt x="660248" y="114821"/>
                </a:cubicBezTo>
                <a:cubicBezTo>
                  <a:pt x="659145" y="113564"/>
                  <a:pt x="657479" y="112705"/>
                  <a:pt x="655252" y="112243"/>
                </a:cubicBezTo>
                <a:cubicBezTo>
                  <a:pt x="653024" y="111783"/>
                  <a:pt x="647088" y="111553"/>
                  <a:pt x="637443" y="111553"/>
                </a:cubicBezTo>
                <a:close/>
                <a:moveTo>
                  <a:pt x="745157" y="15395"/>
                </a:moveTo>
                <a:lnTo>
                  <a:pt x="745157" y="18298"/>
                </a:lnTo>
                <a:cubicBezTo>
                  <a:pt x="740907" y="21157"/>
                  <a:pt x="737780" y="23953"/>
                  <a:pt x="735778" y="26686"/>
                </a:cubicBezTo>
                <a:cubicBezTo>
                  <a:pt x="732998" y="30469"/>
                  <a:pt x="730832" y="35324"/>
                  <a:pt x="729279" y="41251"/>
                </a:cubicBezTo>
                <a:cubicBezTo>
                  <a:pt x="727318" y="48608"/>
                  <a:pt x="726337" y="58887"/>
                  <a:pt x="726337" y="72087"/>
                </a:cubicBezTo>
                <a:cubicBezTo>
                  <a:pt x="726337" y="84530"/>
                  <a:pt x="727226" y="94199"/>
                  <a:pt x="729003" y="101093"/>
                </a:cubicBezTo>
                <a:cubicBezTo>
                  <a:pt x="730781" y="107988"/>
                  <a:pt x="733203" y="113558"/>
                  <a:pt x="736268" y="117804"/>
                </a:cubicBezTo>
                <a:cubicBezTo>
                  <a:pt x="738393" y="120747"/>
                  <a:pt x="741356" y="123333"/>
                  <a:pt x="745157" y="125561"/>
                </a:cubicBezTo>
                <a:lnTo>
                  <a:pt x="745157" y="128715"/>
                </a:lnTo>
                <a:cubicBezTo>
                  <a:pt x="735308" y="125310"/>
                  <a:pt x="726960" y="118362"/>
                  <a:pt x="720114" y="107872"/>
                </a:cubicBezTo>
                <a:cubicBezTo>
                  <a:pt x="713269" y="97384"/>
                  <a:pt x="709846" y="85329"/>
                  <a:pt x="709846" y="71708"/>
                </a:cubicBezTo>
                <a:cubicBezTo>
                  <a:pt x="709846" y="58256"/>
                  <a:pt x="713258" y="46348"/>
                  <a:pt x="720084" y="35986"/>
                </a:cubicBezTo>
                <a:cubicBezTo>
                  <a:pt x="726909" y="25623"/>
                  <a:pt x="735267" y="18759"/>
                  <a:pt x="745157" y="15395"/>
                </a:cubicBezTo>
                <a:close/>
                <a:moveTo>
                  <a:pt x="788309" y="15522"/>
                </a:moveTo>
                <a:lnTo>
                  <a:pt x="788309" y="85432"/>
                </a:lnTo>
                <a:cubicBezTo>
                  <a:pt x="788309" y="90734"/>
                  <a:pt x="788533" y="94117"/>
                  <a:pt x="788983" y="95580"/>
                </a:cubicBezTo>
                <a:cubicBezTo>
                  <a:pt x="789432" y="97043"/>
                  <a:pt x="790372" y="98241"/>
                  <a:pt x="791803" y="99175"/>
                </a:cubicBezTo>
                <a:cubicBezTo>
                  <a:pt x="793233" y="100108"/>
                  <a:pt x="795522" y="100575"/>
                  <a:pt x="798669" y="100575"/>
                </a:cubicBezTo>
                <a:lnTo>
                  <a:pt x="800569" y="100575"/>
                </a:lnTo>
                <a:lnTo>
                  <a:pt x="800569" y="102846"/>
                </a:lnTo>
                <a:lnTo>
                  <a:pt x="756798" y="102846"/>
                </a:lnTo>
                <a:lnTo>
                  <a:pt x="756798" y="100575"/>
                </a:lnTo>
                <a:lnTo>
                  <a:pt x="759005" y="100575"/>
                </a:lnTo>
                <a:cubicBezTo>
                  <a:pt x="762561" y="100575"/>
                  <a:pt x="765095" y="100151"/>
                  <a:pt x="766607" y="99303"/>
                </a:cubicBezTo>
                <a:cubicBezTo>
                  <a:pt x="768119" y="98454"/>
                  <a:pt x="769141" y="97287"/>
                  <a:pt x="769672" y="95803"/>
                </a:cubicBezTo>
                <a:cubicBezTo>
                  <a:pt x="770203" y="94318"/>
                  <a:pt x="770469" y="90861"/>
                  <a:pt x="770469" y="85432"/>
                </a:cubicBezTo>
                <a:lnTo>
                  <a:pt x="770469" y="41138"/>
                </a:lnTo>
                <a:cubicBezTo>
                  <a:pt x="770469" y="37184"/>
                  <a:pt x="770285" y="34713"/>
                  <a:pt x="769917" y="33725"/>
                </a:cubicBezTo>
                <a:cubicBezTo>
                  <a:pt x="769549" y="32736"/>
                  <a:pt x="768865" y="31895"/>
                  <a:pt x="767864" y="31201"/>
                </a:cubicBezTo>
                <a:cubicBezTo>
                  <a:pt x="766862" y="30507"/>
                  <a:pt x="765708" y="30160"/>
                  <a:pt x="764400" y="30160"/>
                </a:cubicBezTo>
                <a:cubicBezTo>
                  <a:pt x="762315" y="30160"/>
                  <a:pt x="759782" y="30833"/>
                  <a:pt x="756798" y="32179"/>
                </a:cubicBezTo>
                <a:lnTo>
                  <a:pt x="755695" y="29907"/>
                </a:lnTo>
                <a:lnTo>
                  <a:pt x="786286" y="15522"/>
                </a:lnTo>
                <a:lnTo>
                  <a:pt x="788309" y="15522"/>
                </a:lnTo>
                <a:close/>
                <a:moveTo>
                  <a:pt x="851084" y="15522"/>
                </a:moveTo>
                <a:lnTo>
                  <a:pt x="851084" y="85432"/>
                </a:lnTo>
                <a:cubicBezTo>
                  <a:pt x="851084" y="90734"/>
                  <a:pt x="851309" y="94117"/>
                  <a:pt x="851759" y="95580"/>
                </a:cubicBezTo>
                <a:cubicBezTo>
                  <a:pt x="852208" y="97043"/>
                  <a:pt x="853148" y="98241"/>
                  <a:pt x="854579" y="99175"/>
                </a:cubicBezTo>
                <a:cubicBezTo>
                  <a:pt x="856009" y="100108"/>
                  <a:pt x="858298" y="100575"/>
                  <a:pt x="861445" y="100575"/>
                </a:cubicBezTo>
                <a:lnTo>
                  <a:pt x="863345" y="100575"/>
                </a:lnTo>
                <a:lnTo>
                  <a:pt x="863345" y="102846"/>
                </a:lnTo>
                <a:lnTo>
                  <a:pt x="819574" y="102846"/>
                </a:lnTo>
                <a:lnTo>
                  <a:pt x="819574" y="100575"/>
                </a:lnTo>
                <a:lnTo>
                  <a:pt x="821781" y="100575"/>
                </a:lnTo>
                <a:cubicBezTo>
                  <a:pt x="825337" y="100575"/>
                  <a:pt x="827870" y="100151"/>
                  <a:pt x="829383" y="99303"/>
                </a:cubicBezTo>
                <a:cubicBezTo>
                  <a:pt x="830895" y="98454"/>
                  <a:pt x="831917" y="97287"/>
                  <a:pt x="832448" y="95803"/>
                </a:cubicBezTo>
                <a:cubicBezTo>
                  <a:pt x="832979" y="94318"/>
                  <a:pt x="833245" y="90861"/>
                  <a:pt x="833245" y="85432"/>
                </a:cubicBezTo>
                <a:lnTo>
                  <a:pt x="833245" y="41138"/>
                </a:lnTo>
                <a:cubicBezTo>
                  <a:pt x="833245" y="37184"/>
                  <a:pt x="833061" y="34713"/>
                  <a:pt x="832693" y="33725"/>
                </a:cubicBezTo>
                <a:cubicBezTo>
                  <a:pt x="832325" y="32736"/>
                  <a:pt x="831641" y="31895"/>
                  <a:pt x="830639" y="31201"/>
                </a:cubicBezTo>
                <a:cubicBezTo>
                  <a:pt x="829638" y="30507"/>
                  <a:pt x="828483" y="30160"/>
                  <a:pt x="827176" y="30160"/>
                </a:cubicBezTo>
                <a:cubicBezTo>
                  <a:pt x="825091" y="30160"/>
                  <a:pt x="822557" y="30833"/>
                  <a:pt x="819574" y="32179"/>
                </a:cubicBezTo>
                <a:lnTo>
                  <a:pt x="818470" y="29907"/>
                </a:lnTo>
                <a:lnTo>
                  <a:pt x="849061" y="15522"/>
                </a:lnTo>
                <a:lnTo>
                  <a:pt x="851084" y="15522"/>
                </a:lnTo>
                <a:close/>
                <a:moveTo>
                  <a:pt x="874503" y="128715"/>
                </a:moveTo>
                <a:lnTo>
                  <a:pt x="874503" y="125813"/>
                </a:lnTo>
                <a:cubicBezTo>
                  <a:pt x="878753" y="122912"/>
                  <a:pt x="881880" y="120096"/>
                  <a:pt x="883882" y="117364"/>
                </a:cubicBezTo>
                <a:cubicBezTo>
                  <a:pt x="886621" y="113580"/>
                  <a:pt x="888787" y="108745"/>
                  <a:pt x="890381" y="102860"/>
                </a:cubicBezTo>
                <a:cubicBezTo>
                  <a:pt x="892342" y="95461"/>
                  <a:pt x="893323" y="85161"/>
                  <a:pt x="893323" y="71961"/>
                </a:cubicBezTo>
                <a:cubicBezTo>
                  <a:pt x="893323" y="59518"/>
                  <a:pt x="892434" y="49859"/>
                  <a:pt x="890656" y="42986"/>
                </a:cubicBezTo>
                <a:cubicBezTo>
                  <a:pt x="888879" y="36112"/>
                  <a:pt x="886457" y="30553"/>
                  <a:pt x="883392" y="26307"/>
                </a:cubicBezTo>
                <a:cubicBezTo>
                  <a:pt x="881267" y="23364"/>
                  <a:pt x="878304" y="20778"/>
                  <a:pt x="874503" y="18550"/>
                </a:cubicBezTo>
                <a:lnTo>
                  <a:pt x="874503" y="15395"/>
                </a:lnTo>
                <a:cubicBezTo>
                  <a:pt x="884352" y="18801"/>
                  <a:pt x="892700" y="25749"/>
                  <a:pt x="899546" y="36239"/>
                </a:cubicBezTo>
                <a:cubicBezTo>
                  <a:pt x="906391" y="46727"/>
                  <a:pt x="909814" y="58782"/>
                  <a:pt x="909814" y="72402"/>
                </a:cubicBezTo>
                <a:cubicBezTo>
                  <a:pt x="909814" y="85813"/>
                  <a:pt x="906391" y="97699"/>
                  <a:pt x="899546" y="108061"/>
                </a:cubicBezTo>
                <a:cubicBezTo>
                  <a:pt x="892700" y="118425"/>
                  <a:pt x="884352" y="125310"/>
                  <a:pt x="874503" y="128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②TimeInterval(1)">
            <a:extLst xmlns:a="http://schemas.openxmlformats.org/drawingml/2006/main">
              <a:ext uri="{FF2B5EF4-FFF2-40B4-BE49-F238E27FC236}">
                <a16:creationId xmlns:a16="http://schemas.microsoft.com/office/drawing/2014/main" id="{73375DA6-0392-4025-86DD-AAD52CB8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070" y="1872030"/>
            <a:ext cx="1075720" cy="128337"/>
          </a:xfrm>
          <a:custGeom xmlns:a="http://schemas.openxmlformats.org/drawingml/2006/main">
            <a:pathLst>
              <a:path w="1075720" h="128337">
                <a:moveTo>
                  <a:pt x="61366" y="0"/>
                </a:moveTo>
                <a:cubicBezTo>
                  <a:pt x="98721" y="3575"/>
                  <a:pt x="119135" y="24502"/>
                  <a:pt x="122609" y="62780"/>
                </a:cubicBezTo>
                <a:cubicBezTo>
                  <a:pt x="119094" y="100974"/>
                  <a:pt x="98680" y="121859"/>
                  <a:pt x="61366" y="125434"/>
                </a:cubicBezTo>
                <a:cubicBezTo>
                  <a:pt x="23929" y="121901"/>
                  <a:pt x="3474" y="101016"/>
                  <a:pt x="0" y="62780"/>
                </a:cubicBezTo>
                <a:cubicBezTo>
                  <a:pt x="3474" y="24460"/>
                  <a:pt x="23929" y="3533"/>
                  <a:pt x="61366" y="0"/>
                </a:cubicBezTo>
                <a:moveTo>
                  <a:pt x="61366" y="6436"/>
                </a:moveTo>
                <a:cubicBezTo>
                  <a:pt x="28221" y="9675"/>
                  <a:pt x="10095" y="28456"/>
                  <a:pt x="6989" y="62780"/>
                </a:cubicBezTo>
                <a:cubicBezTo>
                  <a:pt x="10095" y="97104"/>
                  <a:pt x="28221" y="115886"/>
                  <a:pt x="61366" y="119125"/>
                </a:cubicBezTo>
                <a:cubicBezTo>
                  <a:pt x="94511" y="115886"/>
                  <a:pt x="112637" y="97104"/>
                  <a:pt x="115743" y="62780"/>
                </a:cubicBezTo>
                <a:cubicBezTo>
                  <a:pt x="112637" y="28456"/>
                  <a:pt x="94511" y="9675"/>
                  <a:pt x="61366" y="6436"/>
                </a:cubicBezTo>
                <a:moveTo>
                  <a:pt x="46408" y="49719"/>
                </a:moveTo>
                <a:lnTo>
                  <a:pt x="33472" y="49719"/>
                </a:lnTo>
                <a:cubicBezTo>
                  <a:pt x="34412" y="29024"/>
                  <a:pt x="44344" y="18172"/>
                  <a:pt x="63266" y="17162"/>
                </a:cubicBezTo>
                <a:cubicBezTo>
                  <a:pt x="81208" y="17877"/>
                  <a:pt x="90669" y="26592"/>
                  <a:pt x="91650" y="43305"/>
                </a:cubicBezTo>
                <a:cubicBezTo>
                  <a:pt x="92182" y="56650"/>
                  <a:pt x="83252" y="67764"/>
                  <a:pt x="64860" y="76646"/>
                </a:cubicBezTo>
                <a:cubicBezTo>
                  <a:pt x="60078" y="79256"/>
                  <a:pt x="56155" y="81761"/>
                  <a:pt x="53090" y="84160"/>
                </a:cubicBezTo>
                <a:cubicBezTo>
                  <a:pt x="48104" y="88034"/>
                  <a:pt x="45161" y="91949"/>
                  <a:pt x="44262" y="95906"/>
                </a:cubicBezTo>
                <a:lnTo>
                  <a:pt x="90853" y="95906"/>
                </a:lnTo>
                <a:lnTo>
                  <a:pt x="90853" y="106506"/>
                </a:lnTo>
                <a:lnTo>
                  <a:pt x="30959" y="106506"/>
                </a:lnTo>
                <a:cubicBezTo>
                  <a:pt x="30918" y="96823"/>
                  <a:pt x="33309" y="89162"/>
                  <a:pt x="38131" y="83521"/>
                </a:cubicBezTo>
                <a:cubicBezTo>
                  <a:pt x="43608" y="76658"/>
                  <a:pt x="51394" y="70533"/>
                  <a:pt x="61488" y="65144"/>
                </a:cubicBezTo>
                <a:cubicBezTo>
                  <a:pt x="73504" y="59167"/>
                  <a:pt x="79246" y="52053"/>
                  <a:pt x="78715" y="43800"/>
                </a:cubicBezTo>
                <a:cubicBezTo>
                  <a:pt x="78184" y="33823"/>
                  <a:pt x="72728" y="28519"/>
                  <a:pt x="62347" y="27888"/>
                </a:cubicBezTo>
                <a:cubicBezTo>
                  <a:pt x="52129" y="29024"/>
                  <a:pt x="46816" y="36301"/>
                  <a:pt x="46408" y="49719"/>
                </a:cubicBezTo>
                <a:close/>
                <a:moveTo>
                  <a:pt x="234735" y="16910"/>
                </a:moveTo>
                <a:lnTo>
                  <a:pt x="234735" y="40129"/>
                </a:lnTo>
                <a:lnTo>
                  <a:pt x="232528" y="40129"/>
                </a:lnTo>
                <a:cubicBezTo>
                  <a:pt x="231220" y="34768"/>
                  <a:pt x="229769" y="30917"/>
                  <a:pt x="228175" y="28575"/>
                </a:cubicBezTo>
                <a:cubicBezTo>
                  <a:pt x="226581" y="26232"/>
                  <a:pt x="224395" y="24364"/>
                  <a:pt x="221616" y="22971"/>
                </a:cubicBezTo>
                <a:cubicBezTo>
                  <a:pt x="220063" y="22211"/>
                  <a:pt x="217345" y="21831"/>
                  <a:pt x="213462" y="21831"/>
                </a:cubicBezTo>
                <a:lnTo>
                  <a:pt x="207270" y="21831"/>
                </a:lnTo>
                <a:lnTo>
                  <a:pt x="207270" y="87829"/>
                </a:lnTo>
                <a:cubicBezTo>
                  <a:pt x="207270" y="92226"/>
                  <a:pt x="207505" y="94975"/>
                  <a:pt x="207975" y="96075"/>
                </a:cubicBezTo>
                <a:cubicBezTo>
                  <a:pt x="208445" y="97174"/>
                  <a:pt x="209365" y="98136"/>
                  <a:pt x="210734" y="98960"/>
                </a:cubicBezTo>
                <a:cubicBezTo>
                  <a:pt x="212103" y="99784"/>
                  <a:pt x="213973" y="100196"/>
                  <a:pt x="216343" y="100196"/>
                </a:cubicBezTo>
                <a:lnTo>
                  <a:pt x="219102" y="100196"/>
                </a:lnTo>
                <a:lnTo>
                  <a:pt x="219102" y="102468"/>
                </a:lnTo>
                <a:lnTo>
                  <a:pt x="175576" y="102468"/>
                </a:lnTo>
                <a:lnTo>
                  <a:pt x="175576" y="100196"/>
                </a:lnTo>
                <a:lnTo>
                  <a:pt x="178335" y="100196"/>
                </a:lnTo>
                <a:cubicBezTo>
                  <a:pt x="180746" y="100196"/>
                  <a:pt x="182687" y="99752"/>
                  <a:pt x="184159" y="98865"/>
                </a:cubicBezTo>
                <a:cubicBezTo>
                  <a:pt x="185221" y="98272"/>
                  <a:pt x="186059" y="97258"/>
                  <a:pt x="186672" y="95821"/>
                </a:cubicBezTo>
                <a:cubicBezTo>
                  <a:pt x="187122" y="94806"/>
                  <a:pt x="187346" y="92142"/>
                  <a:pt x="187346" y="87829"/>
                </a:cubicBezTo>
                <a:lnTo>
                  <a:pt x="187346" y="21831"/>
                </a:lnTo>
                <a:lnTo>
                  <a:pt x="181339" y="21831"/>
                </a:lnTo>
                <a:cubicBezTo>
                  <a:pt x="175739" y="21831"/>
                  <a:pt x="171673" y="23055"/>
                  <a:pt x="169139" y="25503"/>
                </a:cubicBezTo>
                <a:cubicBezTo>
                  <a:pt x="165583" y="28922"/>
                  <a:pt x="163335" y="33797"/>
                  <a:pt x="162395" y="40129"/>
                </a:cubicBezTo>
                <a:lnTo>
                  <a:pt x="160066" y="40129"/>
                </a:lnTo>
                <a:lnTo>
                  <a:pt x="160066" y="16910"/>
                </a:lnTo>
                <a:lnTo>
                  <a:pt x="234735" y="16910"/>
                </a:lnTo>
                <a:close/>
                <a:moveTo>
                  <a:pt x="256504" y="15017"/>
                </a:moveTo>
                <a:cubicBezTo>
                  <a:pt x="259161" y="15017"/>
                  <a:pt x="261409" y="15977"/>
                  <a:pt x="263248" y="17898"/>
                </a:cubicBezTo>
                <a:cubicBezTo>
                  <a:pt x="265087" y="19817"/>
                  <a:pt x="266007" y="22127"/>
                  <a:pt x="266007" y="24828"/>
                </a:cubicBezTo>
                <a:cubicBezTo>
                  <a:pt x="266007" y="27529"/>
                  <a:pt x="265077" y="29830"/>
                  <a:pt x="263217" y="31729"/>
                </a:cubicBezTo>
                <a:cubicBezTo>
                  <a:pt x="261358" y="33627"/>
                  <a:pt x="259120" y="34576"/>
                  <a:pt x="256504" y="34576"/>
                </a:cubicBezTo>
                <a:cubicBezTo>
                  <a:pt x="253889" y="34576"/>
                  <a:pt x="251661" y="33627"/>
                  <a:pt x="249822" y="31729"/>
                </a:cubicBezTo>
                <a:cubicBezTo>
                  <a:pt x="247983" y="29830"/>
                  <a:pt x="247063" y="27529"/>
                  <a:pt x="247063" y="24828"/>
                </a:cubicBezTo>
                <a:cubicBezTo>
                  <a:pt x="247063" y="22127"/>
                  <a:pt x="247983" y="19817"/>
                  <a:pt x="249822" y="17898"/>
                </a:cubicBezTo>
                <a:cubicBezTo>
                  <a:pt x="251661" y="15977"/>
                  <a:pt x="253889" y="15017"/>
                  <a:pt x="256504" y="15017"/>
                </a:cubicBezTo>
                <a:moveTo>
                  <a:pt x="265087" y="43410"/>
                </a:moveTo>
                <a:lnTo>
                  <a:pt x="265087" y="90227"/>
                </a:lnTo>
                <a:cubicBezTo>
                  <a:pt x="265087" y="94391"/>
                  <a:pt x="265557" y="97052"/>
                  <a:pt x="266497" y="98209"/>
                </a:cubicBezTo>
                <a:cubicBezTo>
                  <a:pt x="267437" y="99365"/>
                  <a:pt x="269276" y="100028"/>
                  <a:pt x="272014" y="100196"/>
                </a:cubicBezTo>
                <a:lnTo>
                  <a:pt x="272014" y="102468"/>
                </a:lnTo>
                <a:lnTo>
                  <a:pt x="241056" y="102468"/>
                </a:lnTo>
                <a:lnTo>
                  <a:pt x="241056" y="100196"/>
                </a:lnTo>
                <a:cubicBezTo>
                  <a:pt x="243590" y="100112"/>
                  <a:pt x="245470" y="99355"/>
                  <a:pt x="246696" y="97925"/>
                </a:cubicBezTo>
                <a:cubicBezTo>
                  <a:pt x="247513" y="96957"/>
                  <a:pt x="247922" y="94391"/>
                  <a:pt x="247922" y="90227"/>
                </a:cubicBezTo>
                <a:lnTo>
                  <a:pt x="247922" y="55777"/>
                </a:lnTo>
                <a:cubicBezTo>
                  <a:pt x="247922" y="51560"/>
                  <a:pt x="247452" y="48866"/>
                  <a:pt x="246512" y="47695"/>
                </a:cubicBezTo>
                <a:cubicBezTo>
                  <a:pt x="245572" y="46523"/>
                  <a:pt x="243753" y="45852"/>
                  <a:pt x="241056" y="45681"/>
                </a:cubicBezTo>
                <a:lnTo>
                  <a:pt x="241056" y="43410"/>
                </a:lnTo>
                <a:lnTo>
                  <a:pt x="265087" y="43410"/>
                </a:lnTo>
                <a:close/>
                <a:moveTo>
                  <a:pt x="302368" y="43410"/>
                </a:moveTo>
                <a:lnTo>
                  <a:pt x="302368" y="51234"/>
                </a:lnTo>
                <a:cubicBezTo>
                  <a:pt x="305515" y="47677"/>
                  <a:pt x="308427" y="45189"/>
                  <a:pt x="311104" y="43771"/>
                </a:cubicBezTo>
                <a:cubicBezTo>
                  <a:pt x="313781" y="42352"/>
                  <a:pt x="316713" y="41643"/>
                  <a:pt x="319901" y="41643"/>
                </a:cubicBezTo>
                <a:cubicBezTo>
                  <a:pt x="323579" y="41643"/>
                  <a:pt x="326665" y="42532"/>
                  <a:pt x="329158" y="44309"/>
                </a:cubicBezTo>
                <a:cubicBezTo>
                  <a:pt x="331651" y="46086"/>
                  <a:pt x="333572" y="48794"/>
                  <a:pt x="334921" y="52433"/>
                </a:cubicBezTo>
                <a:cubicBezTo>
                  <a:pt x="338190" y="48625"/>
                  <a:pt x="341327" y="45875"/>
                  <a:pt x="344331" y="44183"/>
                </a:cubicBezTo>
                <a:cubicBezTo>
                  <a:pt x="347335" y="42490"/>
                  <a:pt x="350472" y="41643"/>
                  <a:pt x="353741" y="41643"/>
                </a:cubicBezTo>
                <a:cubicBezTo>
                  <a:pt x="357706" y="41643"/>
                  <a:pt x="360863" y="42580"/>
                  <a:pt x="363213" y="44455"/>
                </a:cubicBezTo>
                <a:cubicBezTo>
                  <a:pt x="365563" y="46329"/>
                  <a:pt x="367198" y="48709"/>
                  <a:pt x="368117" y="51595"/>
                </a:cubicBezTo>
                <a:cubicBezTo>
                  <a:pt x="369037" y="54480"/>
                  <a:pt x="369497" y="59081"/>
                  <a:pt x="369497" y="65399"/>
                </a:cubicBezTo>
                <a:lnTo>
                  <a:pt x="369497" y="89596"/>
                </a:lnTo>
                <a:cubicBezTo>
                  <a:pt x="369497" y="94139"/>
                  <a:pt x="369895" y="96957"/>
                  <a:pt x="370692" y="98051"/>
                </a:cubicBezTo>
                <a:cubicBezTo>
                  <a:pt x="371489" y="99145"/>
                  <a:pt x="373154" y="99860"/>
                  <a:pt x="375688" y="100196"/>
                </a:cubicBezTo>
                <a:lnTo>
                  <a:pt x="375688" y="102468"/>
                </a:lnTo>
                <a:lnTo>
                  <a:pt x="346078" y="102468"/>
                </a:lnTo>
                <a:lnTo>
                  <a:pt x="346078" y="100196"/>
                </a:lnTo>
                <a:cubicBezTo>
                  <a:pt x="348408" y="99986"/>
                  <a:pt x="350124" y="99060"/>
                  <a:pt x="351228" y="97420"/>
                </a:cubicBezTo>
                <a:cubicBezTo>
                  <a:pt x="351963" y="96284"/>
                  <a:pt x="352331" y="93676"/>
                  <a:pt x="352331" y="89596"/>
                </a:cubicBezTo>
                <a:lnTo>
                  <a:pt x="352331" y="64232"/>
                </a:lnTo>
                <a:cubicBezTo>
                  <a:pt x="352331" y="58974"/>
                  <a:pt x="352127" y="55629"/>
                  <a:pt x="351718" y="54199"/>
                </a:cubicBezTo>
                <a:cubicBezTo>
                  <a:pt x="351310" y="52769"/>
                  <a:pt x="350666" y="51707"/>
                  <a:pt x="349787" y="51013"/>
                </a:cubicBezTo>
                <a:cubicBezTo>
                  <a:pt x="348908" y="50319"/>
                  <a:pt x="347876" y="49972"/>
                  <a:pt x="346691" y="49972"/>
                </a:cubicBezTo>
                <a:cubicBezTo>
                  <a:pt x="344934" y="49972"/>
                  <a:pt x="343156" y="50634"/>
                  <a:pt x="341358" y="51959"/>
                </a:cubicBezTo>
                <a:cubicBezTo>
                  <a:pt x="339559" y="53284"/>
                  <a:pt x="337741" y="55272"/>
                  <a:pt x="335902" y="57922"/>
                </a:cubicBezTo>
                <a:lnTo>
                  <a:pt x="335902" y="89596"/>
                </a:lnTo>
                <a:cubicBezTo>
                  <a:pt x="335902" y="93844"/>
                  <a:pt x="336249" y="96516"/>
                  <a:pt x="336944" y="97609"/>
                </a:cubicBezTo>
                <a:cubicBezTo>
                  <a:pt x="337884" y="99166"/>
                  <a:pt x="339682" y="100028"/>
                  <a:pt x="342339" y="100196"/>
                </a:cubicBezTo>
                <a:lnTo>
                  <a:pt x="342339" y="102468"/>
                </a:lnTo>
                <a:lnTo>
                  <a:pt x="312667" y="102468"/>
                </a:lnTo>
                <a:lnTo>
                  <a:pt x="312667" y="100196"/>
                </a:lnTo>
                <a:cubicBezTo>
                  <a:pt x="314261" y="100112"/>
                  <a:pt x="315518" y="99702"/>
                  <a:pt x="316437" y="98966"/>
                </a:cubicBezTo>
                <a:cubicBezTo>
                  <a:pt x="317357" y="98230"/>
                  <a:pt x="317970" y="97346"/>
                  <a:pt x="318277" y="96316"/>
                </a:cubicBezTo>
                <a:cubicBezTo>
                  <a:pt x="318583" y="95285"/>
                  <a:pt x="318736" y="93045"/>
                  <a:pt x="318736" y="89596"/>
                </a:cubicBezTo>
                <a:lnTo>
                  <a:pt x="318736" y="64192"/>
                </a:lnTo>
                <a:cubicBezTo>
                  <a:pt x="318736" y="58841"/>
                  <a:pt x="318532" y="55491"/>
                  <a:pt x="318123" y="54144"/>
                </a:cubicBezTo>
                <a:cubicBezTo>
                  <a:pt x="317715" y="52795"/>
                  <a:pt x="317030" y="51742"/>
                  <a:pt x="316070" y="50983"/>
                </a:cubicBezTo>
                <a:cubicBezTo>
                  <a:pt x="315109" y="50225"/>
                  <a:pt x="314077" y="49846"/>
                  <a:pt x="312974" y="49846"/>
                </a:cubicBezTo>
                <a:cubicBezTo>
                  <a:pt x="311339" y="49846"/>
                  <a:pt x="309847" y="50291"/>
                  <a:pt x="308499" y="51181"/>
                </a:cubicBezTo>
                <a:cubicBezTo>
                  <a:pt x="306578" y="52495"/>
                  <a:pt x="304534" y="54742"/>
                  <a:pt x="302368" y="57922"/>
                </a:cubicBezTo>
                <a:lnTo>
                  <a:pt x="302368" y="89596"/>
                </a:lnTo>
                <a:cubicBezTo>
                  <a:pt x="302368" y="93760"/>
                  <a:pt x="302767" y="96505"/>
                  <a:pt x="303564" y="97830"/>
                </a:cubicBezTo>
                <a:cubicBezTo>
                  <a:pt x="304360" y="99155"/>
                  <a:pt x="306026" y="99944"/>
                  <a:pt x="308560" y="100196"/>
                </a:cubicBezTo>
                <a:lnTo>
                  <a:pt x="308560" y="102468"/>
                </a:lnTo>
                <a:lnTo>
                  <a:pt x="279011" y="102468"/>
                </a:lnTo>
                <a:lnTo>
                  <a:pt x="279011" y="100196"/>
                </a:lnTo>
                <a:cubicBezTo>
                  <a:pt x="281422" y="99944"/>
                  <a:pt x="283139" y="99145"/>
                  <a:pt x="284161" y="97798"/>
                </a:cubicBezTo>
                <a:cubicBezTo>
                  <a:pt x="284855" y="96873"/>
                  <a:pt x="285203" y="94139"/>
                  <a:pt x="285203" y="89596"/>
                </a:cubicBezTo>
                <a:lnTo>
                  <a:pt x="285203" y="56281"/>
                </a:lnTo>
                <a:cubicBezTo>
                  <a:pt x="285203" y="51769"/>
                  <a:pt x="284804" y="48959"/>
                  <a:pt x="284007" y="47852"/>
                </a:cubicBezTo>
                <a:cubicBezTo>
                  <a:pt x="283210" y="46745"/>
                  <a:pt x="281545" y="46022"/>
                  <a:pt x="279011" y="45681"/>
                </a:cubicBezTo>
                <a:lnTo>
                  <a:pt x="279011" y="43410"/>
                </a:lnTo>
                <a:lnTo>
                  <a:pt x="302368" y="43410"/>
                </a:lnTo>
                <a:close/>
                <a:moveTo>
                  <a:pt x="432561" y="70793"/>
                </a:moveTo>
                <a:lnTo>
                  <a:pt x="401111" y="70793"/>
                </a:lnTo>
                <a:cubicBezTo>
                  <a:pt x="401479" y="78638"/>
                  <a:pt x="403502" y="84838"/>
                  <a:pt x="407180" y="89393"/>
                </a:cubicBezTo>
                <a:cubicBezTo>
                  <a:pt x="410000" y="92893"/>
                  <a:pt x="413393" y="94644"/>
                  <a:pt x="417357" y="94644"/>
                </a:cubicBezTo>
                <a:cubicBezTo>
                  <a:pt x="419809" y="94644"/>
                  <a:pt x="422037" y="93939"/>
                  <a:pt x="424039" y="92530"/>
                </a:cubicBezTo>
                <a:cubicBezTo>
                  <a:pt x="426042" y="91121"/>
                  <a:pt x="428188" y="88586"/>
                  <a:pt x="430476" y="84927"/>
                </a:cubicBezTo>
                <a:lnTo>
                  <a:pt x="432561" y="86315"/>
                </a:lnTo>
                <a:cubicBezTo>
                  <a:pt x="429454" y="92835"/>
                  <a:pt x="426021" y="97451"/>
                  <a:pt x="422261" y="100165"/>
                </a:cubicBezTo>
                <a:cubicBezTo>
                  <a:pt x="418501" y="102878"/>
                  <a:pt x="414149" y="104234"/>
                  <a:pt x="409204" y="104234"/>
                </a:cubicBezTo>
                <a:cubicBezTo>
                  <a:pt x="400703" y="104234"/>
                  <a:pt x="394266" y="100866"/>
                  <a:pt x="389893" y="94129"/>
                </a:cubicBezTo>
                <a:cubicBezTo>
                  <a:pt x="386378" y="88698"/>
                  <a:pt x="384620" y="81961"/>
                  <a:pt x="384620" y="73919"/>
                </a:cubicBezTo>
                <a:cubicBezTo>
                  <a:pt x="384620" y="64065"/>
                  <a:pt x="387205" y="56223"/>
                  <a:pt x="392375" y="50392"/>
                </a:cubicBezTo>
                <a:cubicBezTo>
                  <a:pt x="397545" y="44559"/>
                  <a:pt x="403604" y="41643"/>
                  <a:pt x="410552" y="41643"/>
                </a:cubicBezTo>
                <a:cubicBezTo>
                  <a:pt x="416356" y="41643"/>
                  <a:pt x="421393" y="44093"/>
                  <a:pt x="425664" y="48994"/>
                </a:cubicBezTo>
                <a:cubicBezTo>
                  <a:pt x="429935" y="53894"/>
                  <a:pt x="432234" y="61161"/>
                  <a:pt x="432561" y="70793"/>
                </a:cubicBezTo>
                <a:moveTo>
                  <a:pt x="417480" y="66629"/>
                </a:moveTo>
                <a:cubicBezTo>
                  <a:pt x="417480" y="59857"/>
                  <a:pt x="417122" y="55209"/>
                  <a:pt x="416407" y="52685"/>
                </a:cubicBezTo>
                <a:cubicBezTo>
                  <a:pt x="415692" y="50161"/>
                  <a:pt x="414578" y="48247"/>
                  <a:pt x="413066" y="46943"/>
                </a:cubicBezTo>
                <a:cubicBezTo>
                  <a:pt x="412207" y="46186"/>
                  <a:pt x="411063" y="45808"/>
                  <a:pt x="409633" y="45808"/>
                </a:cubicBezTo>
                <a:cubicBezTo>
                  <a:pt x="407507" y="45808"/>
                  <a:pt x="405770" y="46880"/>
                  <a:pt x="404422" y="49025"/>
                </a:cubicBezTo>
                <a:cubicBezTo>
                  <a:pt x="402010" y="52769"/>
                  <a:pt x="400805" y="57901"/>
                  <a:pt x="400805" y="64421"/>
                </a:cubicBezTo>
                <a:lnTo>
                  <a:pt x="400805" y="66629"/>
                </a:lnTo>
                <a:lnTo>
                  <a:pt x="417480" y="66629"/>
                </a:lnTo>
                <a:close/>
                <a:moveTo>
                  <a:pt x="513144" y="100196"/>
                </a:moveTo>
                <a:lnTo>
                  <a:pt x="513144" y="102468"/>
                </a:lnTo>
                <a:lnTo>
                  <a:pt x="469679" y="102468"/>
                </a:lnTo>
                <a:lnTo>
                  <a:pt x="469679" y="100196"/>
                </a:lnTo>
                <a:lnTo>
                  <a:pt x="472437" y="100196"/>
                </a:lnTo>
                <a:cubicBezTo>
                  <a:pt x="474849" y="100196"/>
                  <a:pt x="476790" y="99752"/>
                  <a:pt x="478261" y="98865"/>
                </a:cubicBezTo>
                <a:cubicBezTo>
                  <a:pt x="479324" y="98272"/>
                  <a:pt x="480141" y="97258"/>
                  <a:pt x="480713" y="95821"/>
                </a:cubicBezTo>
                <a:cubicBezTo>
                  <a:pt x="481163" y="94806"/>
                  <a:pt x="481388" y="92142"/>
                  <a:pt x="481388" y="87829"/>
                </a:cubicBezTo>
                <a:lnTo>
                  <a:pt x="481388" y="31548"/>
                </a:lnTo>
                <a:cubicBezTo>
                  <a:pt x="481388" y="27151"/>
                  <a:pt x="481163" y="24403"/>
                  <a:pt x="480713" y="23304"/>
                </a:cubicBezTo>
                <a:cubicBezTo>
                  <a:pt x="480264" y="22204"/>
                  <a:pt x="479355" y="21242"/>
                  <a:pt x="477985" y="20417"/>
                </a:cubicBezTo>
                <a:cubicBezTo>
                  <a:pt x="476616" y="19593"/>
                  <a:pt x="474767" y="19181"/>
                  <a:pt x="472437" y="19181"/>
                </a:cubicBezTo>
                <a:lnTo>
                  <a:pt x="469679" y="19181"/>
                </a:lnTo>
                <a:lnTo>
                  <a:pt x="469679" y="16910"/>
                </a:lnTo>
                <a:lnTo>
                  <a:pt x="513144" y="16910"/>
                </a:lnTo>
                <a:lnTo>
                  <a:pt x="513144" y="19181"/>
                </a:lnTo>
                <a:lnTo>
                  <a:pt x="510385" y="19181"/>
                </a:lnTo>
                <a:cubicBezTo>
                  <a:pt x="507974" y="19181"/>
                  <a:pt x="506032" y="19625"/>
                  <a:pt x="504561" y="20512"/>
                </a:cubicBezTo>
                <a:cubicBezTo>
                  <a:pt x="503498" y="21105"/>
                  <a:pt x="502660" y="22120"/>
                  <a:pt x="502047" y="23556"/>
                </a:cubicBezTo>
                <a:cubicBezTo>
                  <a:pt x="501598" y="24571"/>
                  <a:pt x="501373" y="27235"/>
                  <a:pt x="501373" y="31548"/>
                </a:cubicBezTo>
                <a:lnTo>
                  <a:pt x="501373" y="87829"/>
                </a:lnTo>
                <a:cubicBezTo>
                  <a:pt x="501373" y="92226"/>
                  <a:pt x="501608" y="94975"/>
                  <a:pt x="502078" y="96075"/>
                </a:cubicBezTo>
                <a:cubicBezTo>
                  <a:pt x="502548" y="97174"/>
                  <a:pt x="503468" y="98136"/>
                  <a:pt x="504837" y="98960"/>
                </a:cubicBezTo>
                <a:cubicBezTo>
                  <a:pt x="506206" y="99784"/>
                  <a:pt x="508055" y="100196"/>
                  <a:pt x="510385" y="100196"/>
                </a:cubicBezTo>
                <a:lnTo>
                  <a:pt x="513144" y="100196"/>
                </a:lnTo>
                <a:close/>
                <a:moveTo>
                  <a:pt x="544143" y="43410"/>
                </a:moveTo>
                <a:lnTo>
                  <a:pt x="544143" y="51108"/>
                </a:lnTo>
                <a:cubicBezTo>
                  <a:pt x="547086" y="47804"/>
                  <a:pt x="549906" y="45401"/>
                  <a:pt x="552603" y="43899"/>
                </a:cubicBezTo>
                <a:cubicBezTo>
                  <a:pt x="555301" y="42395"/>
                  <a:pt x="558202" y="41643"/>
                  <a:pt x="561308" y="41643"/>
                </a:cubicBezTo>
                <a:cubicBezTo>
                  <a:pt x="565027" y="41643"/>
                  <a:pt x="568113" y="42707"/>
                  <a:pt x="570565" y="44834"/>
                </a:cubicBezTo>
                <a:cubicBezTo>
                  <a:pt x="573018" y="46960"/>
                  <a:pt x="574652" y="49603"/>
                  <a:pt x="575470" y="52762"/>
                </a:cubicBezTo>
                <a:cubicBezTo>
                  <a:pt x="576124" y="55163"/>
                  <a:pt x="576451" y="59776"/>
                  <a:pt x="576451" y="66600"/>
                </a:cubicBezTo>
                <a:lnTo>
                  <a:pt x="576451" y="89596"/>
                </a:lnTo>
                <a:cubicBezTo>
                  <a:pt x="576451" y="94139"/>
                  <a:pt x="576849" y="96968"/>
                  <a:pt x="577646" y="98082"/>
                </a:cubicBezTo>
                <a:cubicBezTo>
                  <a:pt x="578443" y="99197"/>
                  <a:pt x="580108" y="99902"/>
                  <a:pt x="582642" y="100196"/>
                </a:cubicBezTo>
                <a:lnTo>
                  <a:pt x="582642" y="102468"/>
                </a:lnTo>
                <a:lnTo>
                  <a:pt x="553645" y="102468"/>
                </a:lnTo>
                <a:lnTo>
                  <a:pt x="553645" y="100196"/>
                </a:lnTo>
                <a:cubicBezTo>
                  <a:pt x="555811" y="99902"/>
                  <a:pt x="557364" y="98976"/>
                  <a:pt x="558304" y="97420"/>
                </a:cubicBezTo>
                <a:cubicBezTo>
                  <a:pt x="558958" y="96368"/>
                  <a:pt x="559285" y="93760"/>
                  <a:pt x="559285" y="89596"/>
                </a:cubicBezTo>
                <a:lnTo>
                  <a:pt x="559285" y="63348"/>
                </a:lnTo>
                <a:cubicBezTo>
                  <a:pt x="559285" y="58511"/>
                  <a:pt x="559101" y="55461"/>
                  <a:pt x="558734" y="54199"/>
                </a:cubicBezTo>
                <a:cubicBezTo>
                  <a:pt x="558366" y="52937"/>
                  <a:pt x="557742" y="51959"/>
                  <a:pt x="556864" y="51265"/>
                </a:cubicBezTo>
                <a:cubicBezTo>
                  <a:pt x="555985" y="50571"/>
                  <a:pt x="555014" y="50224"/>
                  <a:pt x="553952" y="50224"/>
                </a:cubicBezTo>
                <a:cubicBezTo>
                  <a:pt x="550437" y="50224"/>
                  <a:pt x="547167" y="52832"/>
                  <a:pt x="544143" y="58048"/>
                </a:cubicBezTo>
                <a:lnTo>
                  <a:pt x="544143" y="89596"/>
                </a:lnTo>
                <a:cubicBezTo>
                  <a:pt x="544143" y="94013"/>
                  <a:pt x="544542" y="96810"/>
                  <a:pt x="545339" y="97988"/>
                </a:cubicBezTo>
                <a:cubicBezTo>
                  <a:pt x="546135" y="99166"/>
                  <a:pt x="547617" y="99902"/>
                  <a:pt x="549783" y="100196"/>
                </a:cubicBezTo>
                <a:lnTo>
                  <a:pt x="549783" y="102468"/>
                </a:lnTo>
                <a:lnTo>
                  <a:pt x="520786" y="102468"/>
                </a:lnTo>
                <a:lnTo>
                  <a:pt x="520786" y="100196"/>
                </a:lnTo>
                <a:cubicBezTo>
                  <a:pt x="523197" y="99944"/>
                  <a:pt x="524914" y="99145"/>
                  <a:pt x="525936" y="97798"/>
                </a:cubicBezTo>
                <a:cubicBezTo>
                  <a:pt x="526630" y="96873"/>
                  <a:pt x="526978" y="94139"/>
                  <a:pt x="526978" y="89596"/>
                </a:cubicBezTo>
                <a:lnTo>
                  <a:pt x="526978" y="56281"/>
                </a:lnTo>
                <a:cubicBezTo>
                  <a:pt x="526978" y="51769"/>
                  <a:pt x="526579" y="48959"/>
                  <a:pt x="525782" y="47852"/>
                </a:cubicBezTo>
                <a:cubicBezTo>
                  <a:pt x="524985" y="46745"/>
                  <a:pt x="523320" y="46022"/>
                  <a:pt x="520786" y="45681"/>
                </a:cubicBezTo>
                <a:lnTo>
                  <a:pt x="520786" y="43410"/>
                </a:lnTo>
                <a:lnTo>
                  <a:pt x="544143" y="43410"/>
                </a:lnTo>
                <a:close/>
                <a:moveTo>
                  <a:pt x="612974" y="21705"/>
                </a:moveTo>
                <a:lnTo>
                  <a:pt x="612974" y="43410"/>
                </a:lnTo>
                <a:lnTo>
                  <a:pt x="626583" y="43410"/>
                </a:lnTo>
                <a:lnTo>
                  <a:pt x="626583" y="49593"/>
                </a:lnTo>
                <a:lnTo>
                  <a:pt x="612974" y="49593"/>
                </a:lnTo>
                <a:lnTo>
                  <a:pt x="612974" y="86098"/>
                </a:lnTo>
                <a:cubicBezTo>
                  <a:pt x="612974" y="89515"/>
                  <a:pt x="613127" y="91718"/>
                  <a:pt x="613433" y="92709"/>
                </a:cubicBezTo>
                <a:cubicBezTo>
                  <a:pt x="613740" y="93701"/>
                  <a:pt x="614282" y="94502"/>
                  <a:pt x="615058" y="95115"/>
                </a:cubicBezTo>
                <a:cubicBezTo>
                  <a:pt x="615835" y="95726"/>
                  <a:pt x="616550" y="96032"/>
                  <a:pt x="617204" y="96032"/>
                </a:cubicBezTo>
                <a:cubicBezTo>
                  <a:pt x="619860" y="96032"/>
                  <a:pt x="622374" y="93929"/>
                  <a:pt x="624744" y="89722"/>
                </a:cubicBezTo>
                <a:lnTo>
                  <a:pt x="626583" y="91124"/>
                </a:lnTo>
                <a:cubicBezTo>
                  <a:pt x="623273" y="99275"/>
                  <a:pt x="617898" y="103351"/>
                  <a:pt x="610460" y="103351"/>
                </a:cubicBezTo>
                <a:cubicBezTo>
                  <a:pt x="606823" y="103351"/>
                  <a:pt x="603747" y="102307"/>
                  <a:pt x="601234" y="100218"/>
                </a:cubicBezTo>
                <a:cubicBezTo>
                  <a:pt x="598720" y="98128"/>
                  <a:pt x="597116" y="95795"/>
                  <a:pt x="596421" y="93220"/>
                </a:cubicBezTo>
                <a:cubicBezTo>
                  <a:pt x="596013" y="91785"/>
                  <a:pt x="595808" y="87901"/>
                  <a:pt x="595808" y="81569"/>
                </a:cubicBezTo>
                <a:lnTo>
                  <a:pt x="595808" y="49593"/>
                </a:lnTo>
                <a:lnTo>
                  <a:pt x="588329" y="49593"/>
                </a:lnTo>
                <a:lnTo>
                  <a:pt x="588329" y="47379"/>
                </a:lnTo>
                <a:cubicBezTo>
                  <a:pt x="593479" y="43627"/>
                  <a:pt x="597862" y="39686"/>
                  <a:pt x="601479" y="35554"/>
                </a:cubicBezTo>
                <a:cubicBezTo>
                  <a:pt x="605096" y="31423"/>
                  <a:pt x="608253" y="26807"/>
                  <a:pt x="610951" y="21705"/>
                </a:cubicBezTo>
                <a:lnTo>
                  <a:pt x="612974" y="21705"/>
                </a:lnTo>
                <a:close/>
                <a:moveTo>
                  <a:pt x="681383" y="70793"/>
                </a:moveTo>
                <a:lnTo>
                  <a:pt x="649934" y="70793"/>
                </a:lnTo>
                <a:cubicBezTo>
                  <a:pt x="650302" y="78638"/>
                  <a:pt x="652325" y="84838"/>
                  <a:pt x="656003" y="89393"/>
                </a:cubicBezTo>
                <a:cubicBezTo>
                  <a:pt x="658823" y="92893"/>
                  <a:pt x="662215" y="94644"/>
                  <a:pt x="666180" y="94644"/>
                </a:cubicBezTo>
                <a:cubicBezTo>
                  <a:pt x="668632" y="94644"/>
                  <a:pt x="670859" y="93939"/>
                  <a:pt x="672862" y="92530"/>
                </a:cubicBezTo>
                <a:cubicBezTo>
                  <a:pt x="674864" y="91121"/>
                  <a:pt x="677010" y="88586"/>
                  <a:pt x="679299" y="84927"/>
                </a:cubicBezTo>
                <a:lnTo>
                  <a:pt x="681383" y="86315"/>
                </a:lnTo>
                <a:cubicBezTo>
                  <a:pt x="678277" y="92835"/>
                  <a:pt x="674844" y="97451"/>
                  <a:pt x="671084" y="100165"/>
                </a:cubicBezTo>
                <a:cubicBezTo>
                  <a:pt x="667324" y="102878"/>
                  <a:pt x="662971" y="104234"/>
                  <a:pt x="658026" y="104234"/>
                </a:cubicBezTo>
                <a:cubicBezTo>
                  <a:pt x="649525" y="104234"/>
                  <a:pt x="643088" y="100866"/>
                  <a:pt x="638715" y="94129"/>
                </a:cubicBezTo>
                <a:cubicBezTo>
                  <a:pt x="635200" y="88698"/>
                  <a:pt x="633443" y="81961"/>
                  <a:pt x="633443" y="73919"/>
                </a:cubicBezTo>
                <a:cubicBezTo>
                  <a:pt x="633443" y="64065"/>
                  <a:pt x="636028" y="56223"/>
                  <a:pt x="641198" y="50392"/>
                </a:cubicBezTo>
                <a:cubicBezTo>
                  <a:pt x="646368" y="44559"/>
                  <a:pt x="652427" y="41643"/>
                  <a:pt x="659375" y="41643"/>
                </a:cubicBezTo>
                <a:cubicBezTo>
                  <a:pt x="665178" y="41643"/>
                  <a:pt x="670215" y="44093"/>
                  <a:pt x="674486" y="48994"/>
                </a:cubicBezTo>
                <a:cubicBezTo>
                  <a:pt x="678757" y="53894"/>
                  <a:pt x="681056" y="61161"/>
                  <a:pt x="681383" y="70793"/>
                </a:cubicBezTo>
                <a:moveTo>
                  <a:pt x="666302" y="66629"/>
                </a:moveTo>
                <a:cubicBezTo>
                  <a:pt x="666302" y="59857"/>
                  <a:pt x="665945" y="55209"/>
                  <a:pt x="665229" y="52685"/>
                </a:cubicBezTo>
                <a:cubicBezTo>
                  <a:pt x="664514" y="50161"/>
                  <a:pt x="663400" y="48247"/>
                  <a:pt x="661888" y="46943"/>
                </a:cubicBezTo>
                <a:cubicBezTo>
                  <a:pt x="661030" y="46186"/>
                  <a:pt x="659886" y="45808"/>
                  <a:pt x="658455" y="45808"/>
                </a:cubicBezTo>
                <a:cubicBezTo>
                  <a:pt x="656330" y="45808"/>
                  <a:pt x="654593" y="46880"/>
                  <a:pt x="653244" y="49025"/>
                </a:cubicBezTo>
                <a:cubicBezTo>
                  <a:pt x="650833" y="52769"/>
                  <a:pt x="649627" y="57901"/>
                  <a:pt x="649627" y="64421"/>
                </a:cubicBezTo>
                <a:lnTo>
                  <a:pt x="649627" y="66629"/>
                </a:lnTo>
                <a:lnTo>
                  <a:pt x="666302" y="66629"/>
                </a:lnTo>
                <a:close/>
                <a:moveTo>
                  <a:pt x="712661" y="43410"/>
                </a:moveTo>
                <a:lnTo>
                  <a:pt x="712661" y="56786"/>
                </a:lnTo>
                <a:cubicBezTo>
                  <a:pt x="716462" y="50687"/>
                  <a:pt x="719793" y="46638"/>
                  <a:pt x="722654" y="44640"/>
                </a:cubicBezTo>
                <a:cubicBezTo>
                  <a:pt x="725515" y="42642"/>
                  <a:pt x="728274" y="41643"/>
                  <a:pt x="730930" y="41643"/>
                </a:cubicBezTo>
                <a:cubicBezTo>
                  <a:pt x="733219" y="41643"/>
                  <a:pt x="735048" y="42371"/>
                  <a:pt x="736417" y="43828"/>
                </a:cubicBezTo>
                <a:cubicBezTo>
                  <a:pt x="737786" y="45284"/>
                  <a:pt x="738471" y="47342"/>
                  <a:pt x="738471" y="50001"/>
                </a:cubicBezTo>
                <a:cubicBezTo>
                  <a:pt x="738471" y="52830"/>
                  <a:pt x="737806" y="55026"/>
                  <a:pt x="736478" y="56589"/>
                </a:cubicBezTo>
                <a:cubicBezTo>
                  <a:pt x="735150" y="58151"/>
                  <a:pt x="733546" y="58931"/>
                  <a:pt x="731666" y="58931"/>
                </a:cubicBezTo>
                <a:cubicBezTo>
                  <a:pt x="729500" y="58931"/>
                  <a:pt x="727620" y="58216"/>
                  <a:pt x="726026" y="56786"/>
                </a:cubicBezTo>
                <a:cubicBezTo>
                  <a:pt x="724432" y="55356"/>
                  <a:pt x="723492" y="54557"/>
                  <a:pt x="723206" y="54389"/>
                </a:cubicBezTo>
                <a:cubicBezTo>
                  <a:pt x="722797" y="54136"/>
                  <a:pt x="722327" y="54010"/>
                  <a:pt x="721796" y="54010"/>
                </a:cubicBezTo>
                <a:cubicBezTo>
                  <a:pt x="720611" y="54010"/>
                  <a:pt x="719487" y="54473"/>
                  <a:pt x="718424" y="55398"/>
                </a:cubicBezTo>
                <a:cubicBezTo>
                  <a:pt x="716748" y="56828"/>
                  <a:pt x="715481" y="58868"/>
                  <a:pt x="714623" y="61518"/>
                </a:cubicBezTo>
                <a:cubicBezTo>
                  <a:pt x="713315" y="65599"/>
                  <a:pt x="712661" y="70099"/>
                  <a:pt x="712661" y="75021"/>
                </a:cubicBezTo>
                <a:lnTo>
                  <a:pt x="712661" y="88586"/>
                </a:lnTo>
                <a:lnTo>
                  <a:pt x="712723" y="92120"/>
                </a:lnTo>
                <a:cubicBezTo>
                  <a:pt x="712723" y="94517"/>
                  <a:pt x="712866" y="96053"/>
                  <a:pt x="713152" y="96726"/>
                </a:cubicBezTo>
                <a:cubicBezTo>
                  <a:pt x="713642" y="97862"/>
                  <a:pt x="714368" y="98692"/>
                  <a:pt x="715328" y="99218"/>
                </a:cubicBezTo>
                <a:cubicBezTo>
                  <a:pt x="716289" y="99744"/>
                  <a:pt x="717913" y="100070"/>
                  <a:pt x="720202" y="100196"/>
                </a:cubicBezTo>
                <a:lnTo>
                  <a:pt x="720202" y="102468"/>
                </a:lnTo>
                <a:lnTo>
                  <a:pt x="689243" y="102468"/>
                </a:lnTo>
                <a:lnTo>
                  <a:pt x="689243" y="100196"/>
                </a:lnTo>
                <a:cubicBezTo>
                  <a:pt x="691736" y="99986"/>
                  <a:pt x="693422" y="99281"/>
                  <a:pt x="694301" y="98082"/>
                </a:cubicBezTo>
                <a:cubicBezTo>
                  <a:pt x="695179" y="96884"/>
                  <a:pt x="695619" y="93718"/>
                  <a:pt x="695619" y="88586"/>
                </a:cubicBezTo>
                <a:lnTo>
                  <a:pt x="695619" y="55903"/>
                </a:lnTo>
                <a:cubicBezTo>
                  <a:pt x="695619" y="52517"/>
                  <a:pt x="695455" y="50358"/>
                  <a:pt x="695128" y="49428"/>
                </a:cubicBezTo>
                <a:cubicBezTo>
                  <a:pt x="694720" y="48242"/>
                  <a:pt x="694127" y="47374"/>
                  <a:pt x="693350" y="46825"/>
                </a:cubicBezTo>
                <a:cubicBezTo>
                  <a:pt x="692574" y="46274"/>
                  <a:pt x="691205" y="45893"/>
                  <a:pt x="689243" y="45681"/>
                </a:cubicBezTo>
                <a:lnTo>
                  <a:pt x="689243" y="43410"/>
                </a:lnTo>
                <a:lnTo>
                  <a:pt x="712661" y="43410"/>
                </a:lnTo>
                <a:close/>
                <a:moveTo>
                  <a:pt x="770792" y="104234"/>
                </a:moveTo>
                <a:lnTo>
                  <a:pt x="751481" y="58462"/>
                </a:lnTo>
                <a:cubicBezTo>
                  <a:pt x="749152" y="52908"/>
                  <a:pt x="747333" y="49390"/>
                  <a:pt x="746025" y="47907"/>
                </a:cubicBezTo>
                <a:cubicBezTo>
                  <a:pt x="745085" y="46805"/>
                  <a:pt x="743696" y="46063"/>
                  <a:pt x="741857" y="45681"/>
                </a:cubicBezTo>
                <a:lnTo>
                  <a:pt x="741857" y="43410"/>
                </a:lnTo>
                <a:lnTo>
                  <a:pt x="772325" y="43410"/>
                </a:lnTo>
                <a:lnTo>
                  <a:pt x="772325" y="45681"/>
                </a:lnTo>
                <a:cubicBezTo>
                  <a:pt x="770404" y="45681"/>
                  <a:pt x="769096" y="46041"/>
                  <a:pt x="768402" y="46760"/>
                </a:cubicBezTo>
                <a:cubicBezTo>
                  <a:pt x="767421" y="47692"/>
                  <a:pt x="766930" y="48792"/>
                  <a:pt x="766930" y="50061"/>
                </a:cubicBezTo>
                <a:cubicBezTo>
                  <a:pt x="766930" y="51626"/>
                  <a:pt x="767829" y="54567"/>
                  <a:pt x="769628" y="58884"/>
                </a:cubicBezTo>
                <a:lnTo>
                  <a:pt x="779069" y="81054"/>
                </a:lnTo>
                <a:lnTo>
                  <a:pt x="786609" y="61917"/>
                </a:lnTo>
                <a:cubicBezTo>
                  <a:pt x="788775" y="56421"/>
                  <a:pt x="789858" y="52531"/>
                  <a:pt x="789858" y="50248"/>
                </a:cubicBezTo>
                <a:cubicBezTo>
                  <a:pt x="789858" y="48937"/>
                  <a:pt x="789398" y="47870"/>
                  <a:pt x="788479" y="47046"/>
                </a:cubicBezTo>
                <a:cubicBezTo>
                  <a:pt x="787559" y="46220"/>
                  <a:pt x="785935" y="45765"/>
                  <a:pt x="783605" y="45681"/>
                </a:cubicBezTo>
                <a:lnTo>
                  <a:pt x="783605" y="43410"/>
                </a:lnTo>
                <a:lnTo>
                  <a:pt x="802364" y="43410"/>
                </a:lnTo>
                <a:lnTo>
                  <a:pt x="802364" y="45681"/>
                </a:lnTo>
                <a:cubicBezTo>
                  <a:pt x="800566" y="45935"/>
                  <a:pt x="799095" y="46632"/>
                  <a:pt x="797950" y="47773"/>
                </a:cubicBezTo>
                <a:cubicBezTo>
                  <a:pt x="796806" y="48914"/>
                  <a:pt x="795089" y="52274"/>
                  <a:pt x="792801" y="57851"/>
                </a:cubicBezTo>
                <a:lnTo>
                  <a:pt x="773674" y="104234"/>
                </a:lnTo>
                <a:lnTo>
                  <a:pt x="770792" y="104234"/>
                </a:lnTo>
                <a:close/>
                <a:moveTo>
                  <a:pt x="839331" y="93760"/>
                </a:moveTo>
                <a:cubicBezTo>
                  <a:pt x="832343" y="100154"/>
                  <a:pt x="826069" y="103351"/>
                  <a:pt x="820511" y="103351"/>
                </a:cubicBezTo>
                <a:cubicBezTo>
                  <a:pt x="817241" y="103351"/>
                  <a:pt x="814524" y="102243"/>
                  <a:pt x="812357" y="100029"/>
                </a:cubicBezTo>
                <a:cubicBezTo>
                  <a:pt x="810191" y="97812"/>
                  <a:pt x="809108" y="95037"/>
                  <a:pt x="809108" y="91704"/>
                </a:cubicBezTo>
                <a:cubicBezTo>
                  <a:pt x="809108" y="87187"/>
                  <a:pt x="810988" y="83125"/>
                  <a:pt x="814748" y="79516"/>
                </a:cubicBezTo>
                <a:cubicBezTo>
                  <a:pt x="818508" y="75908"/>
                  <a:pt x="826703" y="71108"/>
                  <a:pt x="839331" y="65115"/>
                </a:cubicBezTo>
                <a:lnTo>
                  <a:pt x="839331" y="59184"/>
                </a:lnTo>
                <a:cubicBezTo>
                  <a:pt x="839331" y="54725"/>
                  <a:pt x="839096" y="51917"/>
                  <a:pt x="838626" y="50761"/>
                </a:cubicBezTo>
                <a:cubicBezTo>
                  <a:pt x="838156" y="49604"/>
                  <a:pt x="837268" y="48594"/>
                  <a:pt x="835960" y="47732"/>
                </a:cubicBezTo>
                <a:cubicBezTo>
                  <a:pt x="834652" y="46870"/>
                  <a:pt x="833181" y="46439"/>
                  <a:pt x="831546" y="46439"/>
                </a:cubicBezTo>
                <a:cubicBezTo>
                  <a:pt x="828889" y="46439"/>
                  <a:pt x="826703" y="47048"/>
                  <a:pt x="824986" y="48268"/>
                </a:cubicBezTo>
                <a:cubicBezTo>
                  <a:pt x="823924" y="49025"/>
                  <a:pt x="823392" y="49909"/>
                  <a:pt x="823392" y="50918"/>
                </a:cubicBezTo>
                <a:cubicBezTo>
                  <a:pt x="823392" y="51802"/>
                  <a:pt x="823964" y="52895"/>
                  <a:pt x="825109" y="54199"/>
                </a:cubicBezTo>
                <a:cubicBezTo>
                  <a:pt x="826662" y="56008"/>
                  <a:pt x="827438" y="57754"/>
                  <a:pt x="827438" y="59436"/>
                </a:cubicBezTo>
                <a:cubicBezTo>
                  <a:pt x="827438" y="61497"/>
                  <a:pt x="826693" y="63254"/>
                  <a:pt x="825201" y="64705"/>
                </a:cubicBezTo>
                <a:cubicBezTo>
                  <a:pt x="823709" y="66156"/>
                  <a:pt x="821757" y="66882"/>
                  <a:pt x="819346" y="66882"/>
                </a:cubicBezTo>
                <a:cubicBezTo>
                  <a:pt x="816771" y="66882"/>
                  <a:pt x="814616" y="66082"/>
                  <a:pt x="812879" y="64484"/>
                </a:cubicBezTo>
                <a:cubicBezTo>
                  <a:pt x="811142" y="62885"/>
                  <a:pt x="810273" y="61014"/>
                  <a:pt x="810273" y="58868"/>
                </a:cubicBezTo>
                <a:cubicBezTo>
                  <a:pt x="810273" y="55840"/>
                  <a:pt x="811438" y="52948"/>
                  <a:pt x="813767" y="50193"/>
                </a:cubicBezTo>
                <a:cubicBezTo>
                  <a:pt x="816097" y="47438"/>
                  <a:pt x="819346" y="45324"/>
                  <a:pt x="823515" y="43852"/>
                </a:cubicBezTo>
                <a:cubicBezTo>
                  <a:pt x="827684" y="42379"/>
                  <a:pt x="832016" y="41643"/>
                  <a:pt x="836511" y="41643"/>
                </a:cubicBezTo>
                <a:cubicBezTo>
                  <a:pt x="841947" y="41643"/>
                  <a:pt x="846249" y="42835"/>
                  <a:pt x="849416" y="45218"/>
                </a:cubicBezTo>
                <a:cubicBezTo>
                  <a:pt x="852583" y="47600"/>
                  <a:pt x="854637" y="50182"/>
                  <a:pt x="855577" y="52965"/>
                </a:cubicBezTo>
                <a:cubicBezTo>
                  <a:pt x="856149" y="54736"/>
                  <a:pt x="856435" y="58804"/>
                  <a:pt x="856435" y="65170"/>
                </a:cubicBezTo>
                <a:lnTo>
                  <a:pt x="856435" y="88127"/>
                </a:lnTo>
                <a:cubicBezTo>
                  <a:pt x="856435" y="90826"/>
                  <a:pt x="856538" y="92523"/>
                  <a:pt x="856742" y="93220"/>
                </a:cubicBezTo>
                <a:cubicBezTo>
                  <a:pt x="856946" y="93915"/>
                  <a:pt x="857253" y="94432"/>
                  <a:pt x="857662" y="94770"/>
                </a:cubicBezTo>
                <a:cubicBezTo>
                  <a:pt x="858070" y="95106"/>
                  <a:pt x="858540" y="95275"/>
                  <a:pt x="859072" y="95275"/>
                </a:cubicBezTo>
                <a:cubicBezTo>
                  <a:pt x="860134" y="95275"/>
                  <a:pt x="861217" y="94496"/>
                  <a:pt x="862321" y="92940"/>
                </a:cubicBezTo>
                <a:lnTo>
                  <a:pt x="864160" y="94454"/>
                </a:lnTo>
                <a:cubicBezTo>
                  <a:pt x="862116" y="97567"/>
                  <a:pt x="860001" y="99828"/>
                  <a:pt x="857815" y="101237"/>
                </a:cubicBezTo>
                <a:cubicBezTo>
                  <a:pt x="855628" y="102646"/>
                  <a:pt x="853145" y="103351"/>
                  <a:pt x="850366" y="103351"/>
                </a:cubicBezTo>
                <a:cubicBezTo>
                  <a:pt x="847097" y="103351"/>
                  <a:pt x="844542" y="102557"/>
                  <a:pt x="842703" y="100969"/>
                </a:cubicBezTo>
                <a:cubicBezTo>
                  <a:pt x="840864" y="99381"/>
                  <a:pt x="839740" y="96978"/>
                  <a:pt x="839331" y="93760"/>
                </a:cubicBezTo>
                <a:moveTo>
                  <a:pt x="839331" y="89091"/>
                </a:moveTo>
                <a:lnTo>
                  <a:pt x="839331" y="69354"/>
                </a:lnTo>
                <a:cubicBezTo>
                  <a:pt x="834386" y="72355"/>
                  <a:pt x="830708" y="75568"/>
                  <a:pt x="828297" y="78992"/>
                </a:cubicBezTo>
                <a:cubicBezTo>
                  <a:pt x="826703" y="81274"/>
                  <a:pt x="825906" y="83578"/>
                  <a:pt x="825906" y="85903"/>
                </a:cubicBezTo>
                <a:cubicBezTo>
                  <a:pt x="825906" y="87847"/>
                  <a:pt x="826580" y="89559"/>
                  <a:pt x="827929" y="91039"/>
                </a:cubicBezTo>
                <a:cubicBezTo>
                  <a:pt x="828951" y="92180"/>
                  <a:pt x="830381" y="92751"/>
                  <a:pt x="832220" y="92751"/>
                </a:cubicBezTo>
                <a:cubicBezTo>
                  <a:pt x="834264" y="92751"/>
                  <a:pt x="836634" y="91531"/>
                  <a:pt x="839331" y="89091"/>
                </a:cubicBezTo>
                <a:close/>
                <a:moveTo>
                  <a:pt x="892911" y="16910"/>
                </a:moveTo>
                <a:lnTo>
                  <a:pt x="892911" y="90227"/>
                </a:lnTo>
                <a:cubicBezTo>
                  <a:pt x="892911" y="94391"/>
                  <a:pt x="893381" y="97052"/>
                  <a:pt x="894321" y="98209"/>
                </a:cubicBezTo>
                <a:cubicBezTo>
                  <a:pt x="895261" y="99365"/>
                  <a:pt x="897100" y="100028"/>
                  <a:pt x="899839" y="100196"/>
                </a:cubicBezTo>
                <a:lnTo>
                  <a:pt x="899839" y="102468"/>
                </a:lnTo>
                <a:lnTo>
                  <a:pt x="868880" y="102468"/>
                </a:lnTo>
                <a:lnTo>
                  <a:pt x="868880" y="100196"/>
                </a:lnTo>
                <a:cubicBezTo>
                  <a:pt x="871414" y="100112"/>
                  <a:pt x="873294" y="99355"/>
                  <a:pt x="874520" y="97925"/>
                </a:cubicBezTo>
                <a:cubicBezTo>
                  <a:pt x="875337" y="96957"/>
                  <a:pt x="875746" y="94391"/>
                  <a:pt x="875746" y="90227"/>
                </a:cubicBezTo>
                <a:lnTo>
                  <a:pt x="875746" y="29150"/>
                </a:lnTo>
                <a:cubicBezTo>
                  <a:pt x="875746" y="25002"/>
                  <a:pt x="875276" y="22346"/>
                  <a:pt x="874336" y="21182"/>
                </a:cubicBezTo>
                <a:cubicBezTo>
                  <a:pt x="873396" y="20018"/>
                  <a:pt x="871577" y="19351"/>
                  <a:pt x="868880" y="19181"/>
                </a:cubicBezTo>
                <a:lnTo>
                  <a:pt x="868880" y="16910"/>
                </a:lnTo>
                <a:lnTo>
                  <a:pt x="892911" y="16910"/>
                </a:lnTo>
                <a:close/>
                <a:moveTo>
                  <a:pt x="973839" y="15017"/>
                </a:moveTo>
                <a:lnTo>
                  <a:pt x="973839" y="17919"/>
                </a:lnTo>
                <a:cubicBezTo>
                  <a:pt x="969589" y="20778"/>
                  <a:pt x="966462" y="23574"/>
                  <a:pt x="964460" y="26307"/>
                </a:cubicBezTo>
                <a:cubicBezTo>
                  <a:pt x="961681" y="30090"/>
                  <a:pt x="959514" y="34945"/>
                  <a:pt x="957961" y="40872"/>
                </a:cubicBezTo>
                <a:cubicBezTo>
                  <a:pt x="956000" y="48230"/>
                  <a:pt x="955019" y="58508"/>
                  <a:pt x="955019" y="71708"/>
                </a:cubicBezTo>
                <a:cubicBezTo>
                  <a:pt x="955019" y="84151"/>
                  <a:pt x="955908" y="93820"/>
                  <a:pt x="957685" y="100715"/>
                </a:cubicBezTo>
                <a:cubicBezTo>
                  <a:pt x="959463" y="107609"/>
                  <a:pt x="961885" y="113179"/>
                  <a:pt x="964950" y="117425"/>
                </a:cubicBezTo>
                <a:cubicBezTo>
                  <a:pt x="967075" y="120368"/>
                  <a:pt x="970038" y="122954"/>
                  <a:pt x="973839" y="125182"/>
                </a:cubicBezTo>
                <a:lnTo>
                  <a:pt x="973839" y="128337"/>
                </a:lnTo>
                <a:cubicBezTo>
                  <a:pt x="963990" y="124931"/>
                  <a:pt x="955642" y="117983"/>
                  <a:pt x="948796" y="107494"/>
                </a:cubicBezTo>
                <a:cubicBezTo>
                  <a:pt x="941951" y="97005"/>
                  <a:pt x="938528" y="84951"/>
                  <a:pt x="938528" y="71330"/>
                </a:cubicBezTo>
                <a:cubicBezTo>
                  <a:pt x="938528" y="57877"/>
                  <a:pt x="941940" y="45970"/>
                  <a:pt x="948766" y="35608"/>
                </a:cubicBezTo>
                <a:cubicBezTo>
                  <a:pt x="955591" y="25244"/>
                  <a:pt x="963949" y="18381"/>
                  <a:pt x="973839" y="15017"/>
                </a:cubicBezTo>
                <a:close/>
                <a:moveTo>
                  <a:pt x="1016991" y="15143"/>
                </a:moveTo>
                <a:lnTo>
                  <a:pt x="1016991" y="85053"/>
                </a:lnTo>
                <a:cubicBezTo>
                  <a:pt x="1016991" y="90356"/>
                  <a:pt x="1017216" y="93739"/>
                  <a:pt x="1017665" y="95202"/>
                </a:cubicBezTo>
                <a:cubicBezTo>
                  <a:pt x="1018115" y="96665"/>
                  <a:pt x="1019055" y="97863"/>
                  <a:pt x="1020485" y="98796"/>
                </a:cubicBezTo>
                <a:cubicBezTo>
                  <a:pt x="1021916" y="99729"/>
                  <a:pt x="1024204" y="100196"/>
                  <a:pt x="1027351" y="100196"/>
                </a:cubicBezTo>
                <a:lnTo>
                  <a:pt x="1029252" y="100196"/>
                </a:lnTo>
                <a:lnTo>
                  <a:pt x="1029252" y="102468"/>
                </a:lnTo>
                <a:lnTo>
                  <a:pt x="985480" y="102468"/>
                </a:lnTo>
                <a:lnTo>
                  <a:pt x="985480" y="100196"/>
                </a:lnTo>
                <a:lnTo>
                  <a:pt x="987687" y="100196"/>
                </a:lnTo>
                <a:cubicBezTo>
                  <a:pt x="991243" y="100196"/>
                  <a:pt x="993777" y="99772"/>
                  <a:pt x="995289" y="98924"/>
                </a:cubicBezTo>
                <a:cubicBezTo>
                  <a:pt x="996801" y="98075"/>
                  <a:pt x="997823" y="96909"/>
                  <a:pt x="998354" y="95424"/>
                </a:cubicBezTo>
                <a:cubicBezTo>
                  <a:pt x="998886" y="93939"/>
                  <a:pt x="999151" y="90482"/>
                  <a:pt x="999151" y="85053"/>
                </a:cubicBezTo>
                <a:lnTo>
                  <a:pt x="999151" y="40760"/>
                </a:lnTo>
                <a:cubicBezTo>
                  <a:pt x="999151" y="36806"/>
                  <a:pt x="998967" y="34335"/>
                  <a:pt x="998600" y="33346"/>
                </a:cubicBezTo>
                <a:cubicBezTo>
                  <a:pt x="998232" y="32358"/>
                  <a:pt x="997547" y="31516"/>
                  <a:pt x="996546" y="30822"/>
                </a:cubicBezTo>
                <a:cubicBezTo>
                  <a:pt x="995544" y="30128"/>
                  <a:pt x="994390" y="29781"/>
                  <a:pt x="993082" y="29781"/>
                </a:cubicBezTo>
                <a:cubicBezTo>
                  <a:pt x="990998" y="29781"/>
                  <a:pt x="988464" y="30454"/>
                  <a:pt x="985480" y="31800"/>
                </a:cubicBezTo>
                <a:lnTo>
                  <a:pt x="984377" y="29529"/>
                </a:lnTo>
                <a:lnTo>
                  <a:pt x="1014968" y="15143"/>
                </a:lnTo>
                <a:lnTo>
                  <a:pt x="1016991" y="15143"/>
                </a:lnTo>
                <a:close/>
                <a:moveTo>
                  <a:pt x="1040409" y="128337"/>
                </a:moveTo>
                <a:lnTo>
                  <a:pt x="1040409" y="125434"/>
                </a:lnTo>
                <a:cubicBezTo>
                  <a:pt x="1044659" y="122533"/>
                  <a:pt x="1047786" y="119717"/>
                  <a:pt x="1049789" y="116986"/>
                </a:cubicBezTo>
                <a:cubicBezTo>
                  <a:pt x="1052527" y="113201"/>
                  <a:pt x="1054693" y="108366"/>
                  <a:pt x="1056287" y="102481"/>
                </a:cubicBezTo>
                <a:cubicBezTo>
                  <a:pt x="1058249" y="95082"/>
                  <a:pt x="1059229" y="84782"/>
                  <a:pt x="1059229" y="71582"/>
                </a:cubicBezTo>
                <a:cubicBezTo>
                  <a:pt x="1059229" y="59139"/>
                  <a:pt x="1058340" y="49481"/>
                  <a:pt x="1056563" y="42607"/>
                </a:cubicBezTo>
                <a:cubicBezTo>
                  <a:pt x="1054785" y="35734"/>
                  <a:pt x="1052363" y="30174"/>
                  <a:pt x="1049298" y="25928"/>
                </a:cubicBezTo>
                <a:cubicBezTo>
                  <a:pt x="1047173" y="22985"/>
                  <a:pt x="1044210" y="20400"/>
                  <a:pt x="1040409" y="18172"/>
                </a:cubicBezTo>
                <a:lnTo>
                  <a:pt x="1040409" y="15017"/>
                </a:lnTo>
                <a:cubicBezTo>
                  <a:pt x="1050259" y="18423"/>
                  <a:pt x="1058606" y="25370"/>
                  <a:pt x="1065452" y="35860"/>
                </a:cubicBezTo>
                <a:cubicBezTo>
                  <a:pt x="1072297" y="46348"/>
                  <a:pt x="1075720" y="58403"/>
                  <a:pt x="1075720" y="72024"/>
                </a:cubicBezTo>
                <a:cubicBezTo>
                  <a:pt x="1075720" y="85434"/>
                  <a:pt x="1072297" y="97321"/>
                  <a:pt x="1065452" y="107683"/>
                </a:cubicBezTo>
                <a:cubicBezTo>
                  <a:pt x="1058606" y="118046"/>
                  <a:pt x="1050259" y="124931"/>
                  <a:pt x="1040409" y="12833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③SameCodeEntity(12)">
            <a:extLst xmlns:a="http://schemas.openxmlformats.org/drawingml/2006/main">
              <a:ext uri="{FF2B5EF4-FFF2-40B4-BE49-F238E27FC236}">
                <a16:creationId xmlns:a16="http://schemas.microsoft.com/office/drawing/2014/main" id="{EACEE54F-45C9-4205-92B5-EF3BE97C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839" y="2546083"/>
            <a:ext cx="1362696" cy="129725"/>
          </a:xfrm>
          <a:custGeom xmlns:a="http://schemas.openxmlformats.org/drawingml/2006/main">
            <a:pathLst>
              <a:path w="1362696" h="129725">
                <a:moveTo>
                  <a:pt x="61366" y="0"/>
                </a:moveTo>
                <a:cubicBezTo>
                  <a:pt x="98721" y="3577"/>
                  <a:pt x="119135" y="24514"/>
                  <a:pt x="122609" y="62812"/>
                </a:cubicBezTo>
                <a:cubicBezTo>
                  <a:pt x="119094" y="101026"/>
                  <a:pt x="98680" y="121942"/>
                  <a:pt x="61366" y="125561"/>
                </a:cubicBezTo>
                <a:cubicBezTo>
                  <a:pt x="23929" y="122026"/>
                  <a:pt x="3474" y="101110"/>
                  <a:pt x="0" y="62812"/>
                </a:cubicBezTo>
                <a:cubicBezTo>
                  <a:pt x="3474" y="24472"/>
                  <a:pt x="23929" y="3535"/>
                  <a:pt x="61366" y="0"/>
                </a:cubicBezTo>
                <a:moveTo>
                  <a:pt x="61366" y="6436"/>
                </a:moveTo>
                <a:cubicBezTo>
                  <a:pt x="28221" y="9676"/>
                  <a:pt x="10095" y="28468"/>
                  <a:pt x="6989" y="62812"/>
                </a:cubicBezTo>
                <a:cubicBezTo>
                  <a:pt x="10095" y="97156"/>
                  <a:pt x="28221" y="115948"/>
                  <a:pt x="61366" y="119188"/>
                </a:cubicBezTo>
                <a:cubicBezTo>
                  <a:pt x="94511" y="115948"/>
                  <a:pt x="112637" y="97156"/>
                  <a:pt x="115743" y="62812"/>
                </a:cubicBezTo>
                <a:cubicBezTo>
                  <a:pt x="112637" y="28468"/>
                  <a:pt x="94511" y="9676"/>
                  <a:pt x="61366" y="6436"/>
                </a:cubicBezTo>
                <a:moveTo>
                  <a:pt x="52845" y="65653"/>
                </a:moveTo>
                <a:lnTo>
                  <a:pt x="52845" y="55045"/>
                </a:lnTo>
                <a:cubicBezTo>
                  <a:pt x="69192" y="55466"/>
                  <a:pt x="77264" y="50561"/>
                  <a:pt x="77060" y="40330"/>
                </a:cubicBezTo>
                <a:cubicBezTo>
                  <a:pt x="76815" y="31741"/>
                  <a:pt x="71583" y="27299"/>
                  <a:pt x="61366" y="27005"/>
                </a:cubicBezTo>
                <a:cubicBezTo>
                  <a:pt x="51435" y="27720"/>
                  <a:pt x="46162" y="33925"/>
                  <a:pt x="45549" y="45618"/>
                </a:cubicBezTo>
                <a:lnTo>
                  <a:pt x="33227" y="45618"/>
                </a:lnTo>
                <a:cubicBezTo>
                  <a:pt x="33186" y="35775"/>
                  <a:pt x="36170" y="28099"/>
                  <a:pt x="42178" y="22588"/>
                </a:cubicBezTo>
                <a:cubicBezTo>
                  <a:pt x="46551" y="18424"/>
                  <a:pt x="53458" y="16363"/>
                  <a:pt x="62898" y="16405"/>
                </a:cubicBezTo>
                <a:cubicBezTo>
                  <a:pt x="79982" y="17078"/>
                  <a:pt x="88810" y="24886"/>
                  <a:pt x="89382" y="39829"/>
                </a:cubicBezTo>
                <a:cubicBezTo>
                  <a:pt x="89300" y="47953"/>
                  <a:pt x="86072" y="54372"/>
                  <a:pt x="79696" y="59087"/>
                </a:cubicBezTo>
                <a:cubicBezTo>
                  <a:pt x="88156" y="63086"/>
                  <a:pt x="92386" y="70326"/>
                  <a:pt x="92386" y="80806"/>
                </a:cubicBezTo>
                <a:cubicBezTo>
                  <a:pt x="90996" y="98779"/>
                  <a:pt x="81024" y="108271"/>
                  <a:pt x="62469" y="109282"/>
                </a:cubicBezTo>
                <a:cubicBezTo>
                  <a:pt x="43138" y="110039"/>
                  <a:pt x="32348" y="99733"/>
                  <a:pt x="30101" y="78365"/>
                </a:cubicBezTo>
                <a:lnTo>
                  <a:pt x="42668" y="78365"/>
                </a:lnTo>
                <a:cubicBezTo>
                  <a:pt x="43118" y="91363"/>
                  <a:pt x="49473" y="98135"/>
                  <a:pt x="61734" y="98682"/>
                </a:cubicBezTo>
                <a:cubicBezTo>
                  <a:pt x="73177" y="98051"/>
                  <a:pt x="79287" y="92178"/>
                  <a:pt x="80064" y="81062"/>
                </a:cubicBezTo>
                <a:cubicBezTo>
                  <a:pt x="79982" y="70747"/>
                  <a:pt x="73075" y="65485"/>
                  <a:pt x="59343" y="65275"/>
                </a:cubicBezTo>
                <a:cubicBezTo>
                  <a:pt x="58198" y="65232"/>
                  <a:pt x="56032" y="65359"/>
                  <a:pt x="52845" y="65653"/>
                </a:cubicBezTo>
                <a:close/>
                <a:moveTo>
                  <a:pt x="214505" y="14386"/>
                </a:moveTo>
                <a:lnTo>
                  <a:pt x="215179" y="42905"/>
                </a:lnTo>
                <a:lnTo>
                  <a:pt x="212666" y="42905"/>
                </a:lnTo>
                <a:cubicBezTo>
                  <a:pt x="211481" y="35773"/>
                  <a:pt x="208569" y="30036"/>
                  <a:pt x="203930" y="25694"/>
                </a:cubicBezTo>
                <a:cubicBezTo>
                  <a:pt x="199291" y="21352"/>
                  <a:pt x="194274" y="19181"/>
                  <a:pt x="188880" y="19181"/>
                </a:cubicBezTo>
                <a:cubicBezTo>
                  <a:pt x="184711" y="19181"/>
                  <a:pt x="181411" y="20324"/>
                  <a:pt x="178979" y="22610"/>
                </a:cubicBezTo>
                <a:cubicBezTo>
                  <a:pt x="176547" y="24895"/>
                  <a:pt x="175331" y="27526"/>
                  <a:pt x="175331" y="30503"/>
                </a:cubicBezTo>
                <a:cubicBezTo>
                  <a:pt x="175331" y="32389"/>
                  <a:pt x="175760" y="34066"/>
                  <a:pt x="176619" y="35535"/>
                </a:cubicBezTo>
                <a:cubicBezTo>
                  <a:pt x="177804" y="37505"/>
                  <a:pt x="179704" y="39455"/>
                  <a:pt x="182320" y="41383"/>
                </a:cubicBezTo>
                <a:cubicBezTo>
                  <a:pt x="184241" y="42767"/>
                  <a:pt x="188675" y="45221"/>
                  <a:pt x="195623" y="48743"/>
                </a:cubicBezTo>
                <a:cubicBezTo>
                  <a:pt x="205350" y="53649"/>
                  <a:pt x="211910" y="58283"/>
                  <a:pt x="215302" y="62646"/>
                </a:cubicBezTo>
                <a:cubicBezTo>
                  <a:pt x="218653" y="67008"/>
                  <a:pt x="220329" y="71999"/>
                  <a:pt x="220329" y="77620"/>
                </a:cubicBezTo>
                <a:cubicBezTo>
                  <a:pt x="220329" y="84749"/>
                  <a:pt x="217621" y="90884"/>
                  <a:pt x="212206" y="96022"/>
                </a:cubicBezTo>
                <a:cubicBezTo>
                  <a:pt x="206791" y="101160"/>
                  <a:pt x="199914" y="103729"/>
                  <a:pt x="191577" y="103729"/>
                </a:cubicBezTo>
                <a:cubicBezTo>
                  <a:pt x="188961" y="103729"/>
                  <a:pt x="186489" y="103456"/>
                  <a:pt x="184159" y="102909"/>
                </a:cubicBezTo>
                <a:cubicBezTo>
                  <a:pt x="181830" y="102362"/>
                  <a:pt x="178907" y="101332"/>
                  <a:pt x="175393" y="99818"/>
                </a:cubicBezTo>
                <a:cubicBezTo>
                  <a:pt x="173431" y="98976"/>
                  <a:pt x="171816" y="98556"/>
                  <a:pt x="170550" y="98556"/>
                </a:cubicBezTo>
                <a:cubicBezTo>
                  <a:pt x="169487" y="98556"/>
                  <a:pt x="168363" y="98982"/>
                  <a:pt x="167178" y="99833"/>
                </a:cubicBezTo>
                <a:cubicBezTo>
                  <a:pt x="165993" y="100685"/>
                  <a:pt x="165032" y="101984"/>
                  <a:pt x="164296" y="103729"/>
                </a:cubicBezTo>
                <a:lnTo>
                  <a:pt x="162028" y="103729"/>
                </a:lnTo>
                <a:lnTo>
                  <a:pt x="162028" y="71424"/>
                </a:lnTo>
                <a:lnTo>
                  <a:pt x="164296" y="71424"/>
                </a:lnTo>
                <a:cubicBezTo>
                  <a:pt x="166095" y="80489"/>
                  <a:pt x="169558" y="87403"/>
                  <a:pt x="174688" y="92167"/>
                </a:cubicBezTo>
                <a:cubicBezTo>
                  <a:pt x="179817" y="96931"/>
                  <a:pt x="185344" y="99313"/>
                  <a:pt x="191270" y="99313"/>
                </a:cubicBezTo>
                <a:cubicBezTo>
                  <a:pt x="195848" y="99313"/>
                  <a:pt x="199495" y="98034"/>
                  <a:pt x="202213" y="95476"/>
                </a:cubicBezTo>
                <a:cubicBezTo>
                  <a:pt x="204931" y="92918"/>
                  <a:pt x="206290" y="89940"/>
                  <a:pt x="206290" y="86544"/>
                </a:cubicBezTo>
                <a:cubicBezTo>
                  <a:pt x="206290" y="84531"/>
                  <a:pt x="205769" y="82582"/>
                  <a:pt x="204727" y="80696"/>
                </a:cubicBezTo>
                <a:cubicBezTo>
                  <a:pt x="203685" y="78808"/>
                  <a:pt x="202101" y="77015"/>
                  <a:pt x="199976" y="75317"/>
                </a:cubicBezTo>
                <a:cubicBezTo>
                  <a:pt x="197850" y="73618"/>
                  <a:pt x="194090" y="71407"/>
                  <a:pt x="188696" y="68682"/>
                </a:cubicBezTo>
                <a:cubicBezTo>
                  <a:pt x="181135" y="64866"/>
                  <a:pt x="175699" y="61614"/>
                  <a:pt x="172389" y="58926"/>
                </a:cubicBezTo>
                <a:cubicBezTo>
                  <a:pt x="169078" y="56237"/>
                  <a:pt x="166534" y="53234"/>
                  <a:pt x="164756" y="49917"/>
                </a:cubicBezTo>
                <a:cubicBezTo>
                  <a:pt x="162978" y="46599"/>
                  <a:pt x="162089" y="42945"/>
                  <a:pt x="162089" y="38956"/>
                </a:cubicBezTo>
                <a:cubicBezTo>
                  <a:pt x="162089" y="32152"/>
                  <a:pt x="164521" y="26356"/>
                  <a:pt x="169385" y="21569"/>
                </a:cubicBezTo>
                <a:cubicBezTo>
                  <a:pt x="174248" y="16780"/>
                  <a:pt x="180379" y="14386"/>
                  <a:pt x="187776" y="14386"/>
                </a:cubicBezTo>
                <a:cubicBezTo>
                  <a:pt x="190473" y="14386"/>
                  <a:pt x="193089" y="14726"/>
                  <a:pt x="195623" y="15407"/>
                </a:cubicBezTo>
                <a:cubicBezTo>
                  <a:pt x="197544" y="15917"/>
                  <a:pt x="199884" y="16863"/>
                  <a:pt x="202642" y="18245"/>
                </a:cubicBezTo>
                <a:cubicBezTo>
                  <a:pt x="205401" y="19626"/>
                  <a:pt x="207332" y="20317"/>
                  <a:pt x="208436" y="20317"/>
                </a:cubicBezTo>
                <a:cubicBezTo>
                  <a:pt x="209498" y="20317"/>
                  <a:pt x="210336" y="19977"/>
                  <a:pt x="210949" y="19297"/>
                </a:cubicBezTo>
                <a:cubicBezTo>
                  <a:pt x="211562" y="18617"/>
                  <a:pt x="212134" y="16979"/>
                  <a:pt x="212666" y="14386"/>
                </a:cubicBezTo>
                <a:lnTo>
                  <a:pt x="214505" y="14386"/>
                </a:lnTo>
                <a:close/>
                <a:moveTo>
                  <a:pt x="260899" y="93129"/>
                </a:moveTo>
                <a:cubicBezTo>
                  <a:pt x="253910" y="99523"/>
                  <a:pt x="247636" y="102720"/>
                  <a:pt x="242078" y="102720"/>
                </a:cubicBezTo>
                <a:cubicBezTo>
                  <a:pt x="238809" y="102720"/>
                  <a:pt x="236091" y="101612"/>
                  <a:pt x="233925" y="99398"/>
                </a:cubicBezTo>
                <a:cubicBezTo>
                  <a:pt x="231759" y="97181"/>
                  <a:pt x="230675" y="94406"/>
                  <a:pt x="230675" y="91073"/>
                </a:cubicBezTo>
                <a:cubicBezTo>
                  <a:pt x="230675" y="86556"/>
                  <a:pt x="232555" y="82494"/>
                  <a:pt x="236315" y="78886"/>
                </a:cubicBezTo>
                <a:cubicBezTo>
                  <a:pt x="240075" y="75277"/>
                  <a:pt x="248270" y="70477"/>
                  <a:pt x="260899" y="64484"/>
                </a:cubicBezTo>
                <a:lnTo>
                  <a:pt x="260899" y="58553"/>
                </a:lnTo>
                <a:cubicBezTo>
                  <a:pt x="260899" y="54094"/>
                  <a:pt x="260664" y="51286"/>
                  <a:pt x="260194" y="50130"/>
                </a:cubicBezTo>
                <a:cubicBezTo>
                  <a:pt x="259724" y="48973"/>
                  <a:pt x="258835" y="47963"/>
                  <a:pt x="257527" y="47101"/>
                </a:cubicBezTo>
                <a:cubicBezTo>
                  <a:pt x="256219" y="46239"/>
                  <a:pt x="254748" y="45808"/>
                  <a:pt x="253113" y="45808"/>
                </a:cubicBezTo>
                <a:cubicBezTo>
                  <a:pt x="250456" y="45808"/>
                  <a:pt x="248270" y="46417"/>
                  <a:pt x="246553" y="47637"/>
                </a:cubicBezTo>
                <a:cubicBezTo>
                  <a:pt x="245491" y="48394"/>
                  <a:pt x="244959" y="49278"/>
                  <a:pt x="244959" y="50287"/>
                </a:cubicBezTo>
                <a:cubicBezTo>
                  <a:pt x="244959" y="51171"/>
                  <a:pt x="245532" y="52264"/>
                  <a:pt x="246676" y="53568"/>
                </a:cubicBezTo>
                <a:cubicBezTo>
                  <a:pt x="248229" y="55377"/>
                  <a:pt x="249006" y="57123"/>
                  <a:pt x="249006" y="58805"/>
                </a:cubicBezTo>
                <a:cubicBezTo>
                  <a:pt x="249006" y="60866"/>
                  <a:pt x="248260" y="62623"/>
                  <a:pt x="246768" y="64074"/>
                </a:cubicBezTo>
                <a:cubicBezTo>
                  <a:pt x="245276" y="65525"/>
                  <a:pt x="243325" y="66251"/>
                  <a:pt x="240913" y="66251"/>
                </a:cubicBezTo>
                <a:cubicBezTo>
                  <a:pt x="238339" y="66251"/>
                  <a:pt x="236183" y="65451"/>
                  <a:pt x="234446" y="63853"/>
                </a:cubicBezTo>
                <a:cubicBezTo>
                  <a:pt x="232709" y="62255"/>
                  <a:pt x="231840" y="60383"/>
                  <a:pt x="231840" y="58237"/>
                </a:cubicBezTo>
                <a:cubicBezTo>
                  <a:pt x="231840" y="55209"/>
                  <a:pt x="233005" y="52317"/>
                  <a:pt x="235335" y="49562"/>
                </a:cubicBezTo>
                <a:cubicBezTo>
                  <a:pt x="237664" y="46807"/>
                  <a:pt x="240913" y="44693"/>
                  <a:pt x="245082" y="43221"/>
                </a:cubicBezTo>
                <a:cubicBezTo>
                  <a:pt x="249251" y="41748"/>
                  <a:pt x="253583" y="41012"/>
                  <a:pt x="258079" y="41012"/>
                </a:cubicBezTo>
                <a:cubicBezTo>
                  <a:pt x="263514" y="41012"/>
                  <a:pt x="267816" y="42204"/>
                  <a:pt x="270983" y="44587"/>
                </a:cubicBezTo>
                <a:cubicBezTo>
                  <a:pt x="274151" y="46969"/>
                  <a:pt x="276204" y="49551"/>
                  <a:pt x="277144" y="52334"/>
                </a:cubicBezTo>
                <a:cubicBezTo>
                  <a:pt x="277716" y="54105"/>
                  <a:pt x="278003" y="58173"/>
                  <a:pt x="278003" y="64539"/>
                </a:cubicBezTo>
                <a:lnTo>
                  <a:pt x="278003" y="87496"/>
                </a:lnTo>
                <a:cubicBezTo>
                  <a:pt x="278003" y="90195"/>
                  <a:pt x="278105" y="91892"/>
                  <a:pt x="278309" y="92589"/>
                </a:cubicBezTo>
                <a:cubicBezTo>
                  <a:pt x="278513" y="93284"/>
                  <a:pt x="278820" y="93801"/>
                  <a:pt x="279229" y="94139"/>
                </a:cubicBezTo>
                <a:cubicBezTo>
                  <a:pt x="279637" y="94475"/>
                  <a:pt x="280107" y="94644"/>
                  <a:pt x="280639" y="94644"/>
                </a:cubicBezTo>
                <a:cubicBezTo>
                  <a:pt x="281701" y="94644"/>
                  <a:pt x="282784" y="93866"/>
                  <a:pt x="283888" y="92309"/>
                </a:cubicBezTo>
                <a:lnTo>
                  <a:pt x="285727" y="93823"/>
                </a:lnTo>
                <a:cubicBezTo>
                  <a:pt x="283683" y="96936"/>
                  <a:pt x="281568" y="99197"/>
                  <a:pt x="279382" y="100606"/>
                </a:cubicBezTo>
                <a:cubicBezTo>
                  <a:pt x="277195" y="102015"/>
                  <a:pt x="274713" y="102720"/>
                  <a:pt x="271933" y="102720"/>
                </a:cubicBezTo>
                <a:cubicBezTo>
                  <a:pt x="268664" y="102720"/>
                  <a:pt x="266109" y="101926"/>
                  <a:pt x="264270" y="100338"/>
                </a:cubicBezTo>
                <a:cubicBezTo>
                  <a:pt x="262431" y="98750"/>
                  <a:pt x="261307" y="96347"/>
                  <a:pt x="260899" y="93129"/>
                </a:cubicBezTo>
                <a:moveTo>
                  <a:pt x="260899" y="88460"/>
                </a:moveTo>
                <a:lnTo>
                  <a:pt x="260899" y="68723"/>
                </a:lnTo>
                <a:cubicBezTo>
                  <a:pt x="255953" y="71724"/>
                  <a:pt x="252275" y="74937"/>
                  <a:pt x="249864" y="78361"/>
                </a:cubicBezTo>
                <a:cubicBezTo>
                  <a:pt x="248270" y="80643"/>
                  <a:pt x="247473" y="82947"/>
                  <a:pt x="247473" y="85272"/>
                </a:cubicBezTo>
                <a:cubicBezTo>
                  <a:pt x="247473" y="87216"/>
                  <a:pt x="248147" y="88928"/>
                  <a:pt x="249496" y="90408"/>
                </a:cubicBezTo>
                <a:cubicBezTo>
                  <a:pt x="250518" y="91549"/>
                  <a:pt x="251948" y="92120"/>
                  <a:pt x="253787" y="92120"/>
                </a:cubicBezTo>
                <a:cubicBezTo>
                  <a:pt x="255831" y="92120"/>
                  <a:pt x="258201" y="90900"/>
                  <a:pt x="260899" y="88460"/>
                </a:cubicBezTo>
                <a:close/>
                <a:moveTo>
                  <a:pt x="315827" y="42779"/>
                </a:moveTo>
                <a:lnTo>
                  <a:pt x="315827" y="50603"/>
                </a:lnTo>
                <a:cubicBezTo>
                  <a:pt x="318974" y="47046"/>
                  <a:pt x="321886" y="44558"/>
                  <a:pt x="324563" y="43140"/>
                </a:cubicBezTo>
                <a:cubicBezTo>
                  <a:pt x="327240" y="41721"/>
                  <a:pt x="330173" y="41012"/>
                  <a:pt x="333361" y="41012"/>
                </a:cubicBezTo>
                <a:cubicBezTo>
                  <a:pt x="337039" y="41012"/>
                  <a:pt x="340125" y="41901"/>
                  <a:pt x="342618" y="43678"/>
                </a:cubicBezTo>
                <a:cubicBezTo>
                  <a:pt x="345111" y="45455"/>
                  <a:pt x="347031" y="48163"/>
                  <a:pt x="348380" y="51802"/>
                </a:cubicBezTo>
                <a:cubicBezTo>
                  <a:pt x="351650" y="47994"/>
                  <a:pt x="354787" y="45244"/>
                  <a:pt x="357790" y="43552"/>
                </a:cubicBezTo>
                <a:cubicBezTo>
                  <a:pt x="360794" y="41859"/>
                  <a:pt x="363931" y="41012"/>
                  <a:pt x="367201" y="41012"/>
                </a:cubicBezTo>
                <a:cubicBezTo>
                  <a:pt x="371165" y="41012"/>
                  <a:pt x="374322" y="41950"/>
                  <a:pt x="376672" y="43824"/>
                </a:cubicBezTo>
                <a:cubicBezTo>
                  <a:pt x="379022" y="45698"/>
                  <a:pt x="380657" y="48078"/>
                  <a:pt x="381577" y="50964"/>
                </a:cubicBezTo>
                <a:cubicBezTo>
                  <a:pt x="382496" y="53849"/>
                  <a:pt x="382956" y="58450"/>
                  <a:pt x="382956" y="64768"/>
                </a:cubicBezTo>
                <a:lnTo>
                  <a:pt x="382956" y="88965"/>
                </a:lnTo>
                <a:cubicBezTo>
                  <a:pt x="382956" y="93508"/>
                  <a:pt x="383354" y="96326"/>
                  <a:pt x="384151" y="97420"/>
                </a:cubicBezTo>
                <a:cubicBezTo>
                  <a:pt x="384948" y="98514"/>
                  <a:pt x="386614" y="99229"/>
                  <a:pt x="389148" y="99565"/>
                </a:cubicBezTo>
                <a:lnTo>
                  <a:pt x="389148" y="101837"/>
                </a:lnTo>
                <a:lnTo>
                  <a:pt x="359538" y="101837"/>
                </a:lnTo>
                <a:lnTo>
                  <a:pt x="359538" y="99565"/>
                </a:lnTo>
                <a:cubicBezTo>
                  <a:pt x="361867" y="99355"/>
                  <a:pt x="363584" y="98429"/>
                  <a:pt x="364687" y="96789"/>
                </a:cubicBezTo>
                <a:cubicBezTo>
                  <a:pt x="365423" y="95653"/>
                  <a:pt x="365791" y="93045"/>
                  <a:pt x="365791" y="88965"/>
                </a:cubicBezTo>
                <a:lnTo>
                  <a:pt x="365791" y="63601"/>
                </a:lnTo>
                <a:cubicBezTo>
                  <a:pt x="365791" y="58343"/>
                  <a:pt x="365586" y="54998"/>
                  <a:pt x="365178" y="53568"/>
                </a:cubicBezTo>
                <a:cubicBezTo>
                  <a:pt x="364769" y="52138"/>
                  <a:pt x="364125" y="51076"/>
                  <a:pt x="363247" y="50382"/>
                </a:cubicBezTo>
                <a:cubicBezTo>
                  <a:pt x="362368" y="49688"/>
                  <a:pt x="361336" y="49341"/>
                  <a:pt x="360151" y="49341"/>
                </a:cubicBezTo>
                <a:cubicBezTo>
                  <a:pt x="358393" y="49341"/>
                  <a:pt x="356615" y="50003"/>
                  <a:pt x="354817" y="51328"/>
                </a:cubicBezTo>
                <a:cubicBezTo>
                  <a:pt x="353019" y="52653"/>
                  <a:pt x="351200" y="54641"/>
                  <a:pt x="349361" y="57291"/>
                </a:cubicBezTo>
                <a:lnTo>
                  <a:pt x="349361" y="88965"/>
                </a:lnTo>
                <a:cubicBezTo>
                  <a:pt x="349361" y="93214"/>
                  <a:pt x="349708" y="95885"/>
                  <a:pt x="350403" y="96978"/>
                </a:cubicBezTo>
                <a:cubicBezTo>
                  <a:pt x="351343" y="98535"/>
                  <a:pt x="353142" y="99397"/>
                  <a:pt x="355798" y="99565"/>
                </a:cubicBezTo>
                <a:lnTo>
                  <a:pt x="355798" y="101837"/>
                </a:lnTo>
                <a:lnTo>
                  <a:pt x="326127" y="101837"/>
                </a:lnTo>
                <a:lnTo>
                  <a:pt x="326127" y="99565"/>
                </a:lnTo>
                <a:cubicBezTo>
                  <a:pt x="327721" y="99481"/>
                  <a:pt x="328977" y="99071"/>
                  <a:pt x="329897" y="98335"/>
                </a:cubicBezTo>
                <a:cubicBezTo>
                  <a:pt x="330816" y="97599"/>
                  <a:pt x="331429" y="96715"/>
                  <a:pt x="331736" y="95685"/>
                </a:cubicBezTo>
                <a:cubicBezTo>
                  <a:pt x="332043" y="94654"/>
                  <a:pt x="332196" y="92414"/>
                  <a:pt x="332196" y="88965"/>
                </a:cubicBezTo>
                <a:lnTo>
                  <a:pt x="332196" y="63561"/>
                </a:lnTo>
                <a:cubicBezTo>
                  <a:pt x="332196" y="58210"/>
                  <a:pt x="331991" y="54860"/>
                  <a:pt x="331583" y="53513"/>
                </a:cubicBezTo>
                <a:cubicBezTo>
                  <a:pt x="331174" y="52164"/>
                  <a:pt x="330489" y="51111"/>
                  <a:pt x="329529" y="50352"/>
                </a:cubicBezTo>
                <a:cubicBezTo>
                  <a:pt x="328569" y="49594"/>
                  <a:pt x="327537" y="49215"/>
                  <a:pt x="326433" y="49215"/>
                </a:cubicBezTo>
                <a:cubicBezTo>
                  <a:pt x="324798" y="49215"/>
                  <a:pt x="323307" y="49660"/>
                  <a:pt x="321958" y="50550"/>
                </a:cubicBezTo>
                <a:cubicBezTo>
                  <a:pt x="320037" y="51864"/>
                  <a:pt x="317994" y="54111"/>
                  <a:pt x="315827" y="57291"/>
                </a:cubicBezTo>
                <a:lnTo>
                  <a:pt x="315827" y="88965"/>
                </a:lnTo>
                <a:cubicBezTo>
                  <a:pt x="315827" y="93129"/>
                  <a:pt x="316226" y="95874"/>
                  <a:pt x="317023" y="97199"/>
                </a:cubicBezTo>
                <a:cubicBezTo>
                  <a:pt x="317820" y="98524"/>
                  <a:pt x="319485" y="99313"/>
                  <a:pt x="322019" y="99565"/>
                </a:cubicBezTo>
                <a:lnTo>
                  <a:pt x="322019" y="101837"/>
                </a:lnTo>
                <a:lnTo>
                  <a:pt x="292470" y="101837"/>
                </a:lnTo>
                <a:lnTo>
                  <a:pt x="292470" y="99565"/>
                </a:lnTo>
                <a:cubicBezTo>
                  <a:pt x="294882" y="99313"/>
                  <a:pt x="296598" y="98514"/>
                  <a:pt x="297620" y="97168"/>
                </a:cubicBezTo>
                <a:cubicBezTo>
                  <a:pt x="298315" y="96242"/>
                  <a:pt x="298662" y="93508"/>
                  <a:pt x="298662" y="88965"/>
                </a:cubicBezTo>
                <a:lnTo>
                  <a:pt x="298662" y="55650"/>
                </a:lnTo>
                <a:cubicBezTo>
                  <a:pt x="298662" y="51138"/>
                  <a:pt x="298264" y="48328"/>
                  <a:pt x="297467" y="47221"/>
                </a:cubicBezTo>
                <a:cubicBezTo>
                  <a:pt x="296670" y="46114"/>
                  <a:pt x="295004" y="45391"/>
                  <a:pt x="292470" y="45050"/>
                </a:cubicBezTo>
                <a:lnTo>
                  <a:pt x="292470" y="42779"/>
                </a:lnTo>
                <a:lnTo>
                  <a:pt x="315827" y="42779"/>
                </a:lnTo>
                <a:close/>
                <a:moveTo>
                  <a:pt x="445970" y="70163"/>
                </a:moveTo>
                <a:lnTo>
                  <a:pt x="414521" y="70163"/>
                </a:lnTo>
                <a:cubicBezTo>
                  <a:pt x="414889" y="78007"/>
                  <a:pt x="416912" y="84207"/>
                  <a:pt x="420590" y="88762"/>
                </a:cubicBezTo>
                <a:cubicBezTo>
                  <a:pt x="423410" y="92262"/>
                  <a:pt x="426802" y="94013"/>
                  <a:pt x="430766" y="94013"/>
                </a:cubicBezTo>
                <a:cubicBezTo>
                  <a:pt x="433219" y="94013"/>
                  <a:pt x="435446" y="93308"/>
                  <a:pt x="437449" y="91899"/>
                </a:cubicBezTo>
                <a:cubicBezTo>
                  <a:pt x="439451" y="90490"/>
                  <a:pt x="441597" y="87956"/>
                  <a:pt x="443886" y="84296"/>
                </a:cubicBezTo>
                <a:lnTo>
                  <a:pt x="445970" y="85684"/>
                </a:lnTo>
                <a:cubicBezTo>
                  <a:pt x="442864" y="92204"/>
                  <a:pt x="439431" y="96820"/>
                  <a:pt x="435671" y="99534"/>
                </a:cubicBezTo>
                <a:cubicBezTo>
                  <a:pt x="431911" y="102247"/>
                  <a:pt x="427558" y="103603"/>
                  <a:pt x="422613" y="103603"/>
                </a:cubicBezTo>
                <a:cubicBezTo>
                  <a:pt x="414112" y="103603"/>
                  <a:pt x="407675" y="100235"/>
                  <a:pt x="403302" y="93498"/>
                </a:cubicBezTo>
                <a:cubicBezTo>
                  <a:pt x="399787" y="88067"/>
                  <a:pt x="398030" y="81330"/>
                  <a:pt x="398030" y="73288"/>
                </a:cubicBezTo>
                <a:cubicBezTo>
                  <a:pt x="398030" y="63434"/>
                  <a:pt x="400615" y="55592"/>
                  <a:pt x="405785" y="49761"/>
                </a:cubicBezTo>
                <a:cubicBezTo>
                  <a:pt x="410955" y="43928"/>
                  <a:pt x="417014" y="41012"/>
                  <a:pt x="423962" y="41012"/>
                </a:cubicBezTo>
                <a:cubicBezTo>
                  <a:pt x="429765" y="41012"/>
                  <a:pt x="434802" y="43462"/>
                  <a:pt x="439073" y="48363"/>
                </a:cubicBezTo>
                <a:cubicBezTo>
                  <a:pt x="443344" y="53263"/>
                  <a:pt x="445643" y="60530"/>
                  <a:pt x="445970" y="70163"/>
                </a:cubicBezTo>
                <a:moveTo>
                  <a:pt x="430889" y="65998"/>
                </a:moveTo>
                <a:cubicBezTo>
                  <a:pt x="430889" y="59226"/>
                  <a:pt x="430531" y="54578"/>
                  <a:pt x="429816" y="52054"/>
                </a:cubicBezTo>
                <a:cubicBezTo>
                  <a:pt x="429101" y="49530"/>
                  <a:pt x="427987" y="47616"/>
                  <a:pt x="426475" y="46312"/>
                </a:cubicBezTo>
                <a:cubicBezTo>
                  <a:pt x="425617" y="45555"/>
                  <a:pt x="424472" y="45177"/>
                  <a:pt x="423042" y="45177"/>
                </a:cubicBezTo>
                <a:cubicBezTo>
                  <a:pt x="420917" y="45177"/>
                  <a:pt x="419180" y="46249"/>
                  <a:pt x="417831" y="48394"/>
                </a:cubicBezTo>
                <a:cubicBezTo>
                  <a:pt x="415420" y="52138"/>
                  <a:pt x="414214" y="57270"/>
                  <a:pt x="414214" y="63790"/>
                </a:cubicBezTo>
                <a:lnTo>
                  <a:pt x="414214" y="65998"/>
                </a:lnTo>
                <a:lnTo>
                  <a:pt x="430889" y="65998"/>
                </a:lnTo>
                <a:close/>
                <a:moveTo>
                  <a:pt x="564422" y="14386"/>
                </a:moveTo>
                <a:lnTo>
                  <a:pt x="564422" y="44041"/>
                </a:lnTo>
                <a:lnTo>
                  <a:pt x="562031" y="44041"/>
                </a:lnTo>
                <a:cubicBezTo>
                  <a:pt x="560233" y="36260"/>
                  <a:pt x="556882" y="30298"/>
                  <a:pt x="551977" y="26155"/>
                </a:cubicBezTo>
                <a:cubicBezTo>
                  <a:pt x="547073" y="22011"/>
                  <a:pt x="541515" y="19938"/>
                  <a:pt x="535302" y="19938"/>
                </a:cubicBezTo>
                <a:cubicBezTo>
                  <a:pt x="530112" y="19938"/>
                  <a:pt x="525351" y="21474"/>
                  <a:pt x="521019" y="24544"/>
                </a:cubicBezTo>
                <a:cubicBezTo>
                  <a:pt x="516686" y="27615"/>
                  <a:pt x="513519" y="31632"/>
                  <a:pt x="511516" y="36596"/>
                </a:cubicBezTo>
                <a:cubicBezTo>
                  <a:pt x="508942" y="42947"/>
                  <a:pt x="507654" y="50014"/>
                  <a:pt x="507654" y="57796"/>
                </a:cubicBezTo>
                <a:cubicBezTo>
                  <a:pt x="507654" y="65451"/>
                  <a:pt x="508594" y="72423"/>
                  <a:pt x="510474" y="78712"/>
                </a:cubicBezTo>
                <a:cubicBezTo>
                  <a:pt x="512354" y="85001"/>
                  <a:pt x="515297" y="89754"/>
                  <a:pt x="519302" y="92972"/>
                </a:cubicBezTo>
                <a:cubicBezTo>
                  <a:pt x="523307" y="96190"/>
                  <a:pt x="528498" y="97798"/>
                  <a:pt x="534873" y="97798"/>
                </a:cubicBezTo>
                <a:cubicBezTo>
                  <a:pt x="540105" y="97798"/>
                  <a:pt x="544897" y="96621"/>
                  <a:pt x="549249" y="94265"/>
                </a:cubicBezTo>
                <a:cubicBezTo>
                  <a:pt x="553602" y="91910"/>
                  <a:pt x="558190" y="87850"/>
                  <a:pt x="563012" y="82088"/>
                </a:cubicBezTo>
                <a:lnTo>
                  <a:pt x="563012" y="89470"/>
                </a:lnTo>
                <a:cubicBezTo>
                  <a:pt x="558353" y="94475"/>
                  <a:pt x="553500" y="98103"/>
                  <a:pt x="548452" y="100354"/>
                </a:cubicBezTo>
                <a:cubicBezTo>
                  <a:pt x="543405" y="102604"/>
                  <a:pt x="537509" y="103729"/>
                  <a:pt x="530766" y="103729"/>
                </a:cubicBezTo>
                <a:cubicBezTo>
                  <a:pt x="521897" y="103729"/>
                  <a:pt x="514020" y="101902"/>
                  <a:pt x="507133" y="98248"/>
                </a:cubicBezTo>
                <a:cubicBezTo>
                  <a:pt x="500246" y="94594"/>
                  <a:pt x="494933" y="89344"/>
                  <a:pt x="491194" y="82498"/>
                </a:cubicBezTo>
                <a:cubicBezTo>
                  <a:pt x="487454" y="75651"/>
                  <a:pt x="485584" y="68362"/>
                  <a:pt x="485584" y="60633"/>
                </a:cubicBezTo>
                <a:cubicBezTo>
                  <a:pt x="485584" y="52485"/>
                  <a:pt x="487659" y="44756"/>
                  <a:pt x="491807" y="37447"/>
                </a:cubicBezTo>
                <a:cubicBezTo>
                  <a:pt x="495955" y="30137"/>
                  <a:pt x="501554" y="24467"/>
                  <a:pt x="508604" y="20435"/>
                </a:cubicBezTo>
                <a:cubicBezTo>
                  <a:pt x="515654" y="16402"/>
                  <a:pt x="523144" y="14386"/>
                  <a:pt x="531072" y="14386"/>
                </a:cubicBezTo>
                <a:cubicBezTo>
                  <a:pt x="536917" y="14386"/>
                  <a:pt x="543088" y="15690"/>
                  <a:pt x="549586" y="18298"/>
                </a:cubicBezTo>
                <a:cubicBezTo>
                  <a:pt x="553346" y="19812"/>
                  <a:pt x="555737" y="20569"/>
                  <a:pt x="556759" y="20569"/>
                </a:cubicBezTo>
                <a:cubicBezTo>
                  <a:pt x="558067" y="20569"/>
                  <a:pt x="559201" y="20075"/>
                  <a:pt x="560161" y="19086"/>
                </a:cubicBezTo>
                <a:cubicBezTo>
                  <a:pt x="561122" y="18098"/>
                  <a:pt x="561745" y="16531"/>
                  <a:pt x="562031" y="14386"/>
                </a:cubicBezTo>
                <a:lnTo>
                  <a:pt x="564422" y="14386"/>
                </a:lnTo>
                <a:close/>
                <a:moveTo>
                  <a:pt x="601565" y="41012"/>
                </a:moveTo>
                <a:cubicBezTo>
                  <a:pt x="606551" y="41012"/>
                  <a:pt x="611190" y="42339"/>
                  <a:pt x="615481" y="44991"/>
                </a:cubicBezTo>
                <a:cubicBezTo>
                  <a:pt x="619773" y="47644"/>
                  <a:pt x="623032" y="51413"/>
                  <a:pt x="625260" y="56297"/>
                </a:cubicBezTo>
                <a:cubicBezTo>
                  <a:pt x="627487" y="61182"/>
                  <a:pt x="628601" y="66529"/>
                  <a:pt x="628601" y="72339"/>
                </a:cubicBezTo>
                <a:cubicBezTo>
                  <a:pt x="628601" y="80718"/>
                  <a:pt x="626537" y="87729"/>
                  <a:pt x="622409" y="93372"/>
                </a:cubicBezTo>
                <a:cubicBezTo>
                  <a:pt x="617423" y="100193"/>
                  <a:pt x="610536" y="103603"/>
                  <a:pt x="601749" y="103603"/>
                </a:cubicBezTo>
                <a:cubicBezTo>
                  <a:pt x="593126" y="103603"/>
                  <a:pt x="586484" y="100487"/>
                  <a:pt x="581825" y="94255"/>
                </a:cubicBezTo>
                <a:cubicBezTo>
                  <a:pt x="577166" y="88023"/>
                  <a:pt x="574837" y="80802"/>
                  <a:pt x="574837" y="72592"/>
                </a:cubicBezTo>
                <a:cubicBezTo>
                  <a:pt x="574837" y="64129"/>
                  <a:pt x="577217" y="56750"/>
                  <a:pt x="581979" y="50455"/>
                </a:cubicBezTo>
                <a:cubicBezTo>
                  <a:pt x="586740" y="44160"/>
                  <a:pt x="593269" y="41012"/>
                  <a:pt x="601565" y="41012"/>
                </a:cubicBezTo>
                <a:moveTo>
                  <a:pt x="601811" y="45429"/>
                </a:moveTo>
                <a:cubicBezTo>
                  <a:pt x="599726" y="45429"/>
                  <a:pt x="597938" y="46240"/>
                  <a:pt x="596446" y="47862"/>
                </a:cubicBezTo>
                <a:cubicBezTo>
                  <a:pt x="594955" y="49483"/>
                  <a:pt x="593974" y="52683"/>
                  <a:pt x="593504" y="57463"/>
                </a:cubicBezTo>
                <a:cubicBezTo>
                  <a:pt x="593034" y="62242"/>
                  <a:pt x="592799" y="68885"/>
                  <a:pt x="592799" y="77393"/>
                </a:cubicBezTo>
                <a:cubicBezTo>
                  <a:pt x="592799" y="81899"/>
                  <a:pt x="593085" y="86111"/>
                  <a:pt x="593657" y="90028"/>
                </a:cubicBezTo>
                <a:cubicBezTo>
                  <a:pt x="594107" y="93017"/>
                  <a:pt x="595067" y="95291"/>
                  <a:pt x="596538" y="96850"/>
                </a:cubicBezTo>
                <a:cubicBezTo>
                  <a:pt x="598010" y="98408"/>
                  <a:pt x="599685" y="99187"/>
                  <a:pt x="601565" y="99187"/>
                </a:cubicBezTo>
                <a:cubicBezTo>
                  <a:pt x="603404" y="99187"/>
                  <a:pt x="604937" y="98660"/>
                  <a:pt x="606163" y="97607"/>
                </a:cubicBezTo>
                <a:cubicBezTo>
                  <a:pt x="607757" y="96176"/>
                  <a:pt x="608820" y="94175"/>
                  <a:pt x="609351" y="91605"/>
                </a:cubicBezTo>
                <a:cubicBezTo>
                  <a:pt x="610168" y="87605"/>
                  <a:pt x="610577" y="79520"/>
                  <a:pt x="610577" y="67349"/>
                </a:cubicBezTo>
                <a:cubicBezTo>
                  <a:pt x="610577" y="60190"/>
                  <a:pt x="610189" y="55274"/>
                  <a:pt x="609412" y="52600"/>
                </a:cubicBezTo>
                <a:cubicBezTo>
                  <a:pt x="608636" y="49925"/>
                  <a:pt x="607491" y="47977"/>
                  <a:pt x="605979" y="46756"/>
                </a:cubicBezTo>
                <a:cubicBezTo>
                  <a:pt x="604917" y="45871"/>
                  <a:pt x="603527" y="45429"/>
                  <a:pt x="601811" y="45429"/>
                </a:cubicBezTo>
                <a:close/>
                <a:moveTo>
                  <a:pt x="693032" y="16279"/>
                </a:moveTo>
                <a:lnTo>
                  <a:pt x="693032" y="84170"/>
                </a:lnTo>
                <a:cubicBezTo>
                  <a:pt x="693032" y="88709"/>
                  <a:pt x="693155" y="91394"/>
                  <a:pt x="693400" y="92226"/>
                </a:cubicBezTo>
                <a:cubicBezTo>
                  <a:pt x="693727" y="93601"/>
                  <a:pt x="694350" y="94622"/>
                  <a:pt x="695270" y="95288"/>
                </a:cubicBezTo>
                <a:cubicBezTo>
                  <a:pt x="696189" y="95954"/>
                  <a:pt x="697793" y="96370"/>
                  <a:pt x="700082" y="96537"/>
                </a:cubicBezTo>
                <a:lnTo>
                  <a:pt x="700082" y="98808"/>
                </a:lnTo>
                <a:lnTo>
                  <a:pt x="675867" y="103603"/>
                </a:lnTo>
                <a:lnTo>
                  <a:pt x="675867" y="94265"/>
                </a:lnTo>
                <a:cubicBezTo>
                  <a:pt x="672965" y="97883"/>
                  <a:pt x="670380" y="100343"/>
                  <a:pt x="668112" y="101647"/>
                </a:cubicBezTo>
                <a:cubicBezTo>
                  <a:pt x="665843" y="102951"/>
                  <a:pt x="663279" y="103603"/>
                  <a:pt x="660418" y="103603"/>
                </a:cubicBezTo>
                <a:cubicBezTo>
                  <a:pt x="653102" y="103603"/>
                  <a:pt x="647319" y="100235"/>
                  <a:pt x="643069" y="93498"/>
                </a:cubicBezTo>
                <a:cubicBezTo>
                  <a:pt x="639636" y="88025"/>
                  <a:pt x="637919" y="81309"/>
                  <a:pt x="637919" y="73351"/>
                </a:cubicBezTo>
                <a:cubicBezTo>
                  <a:pt x="637919" y="66993"/>
                  <a:pt x="638982" y="61298"/>
                  <a:pt x="641107" y="56266"/>
                </a:cubicBezTo>
                <a:cubicBezTo>
                  <a:pt x="643232" y="51234"/>
                  <a:pt x="646144" y="47434"/>
                  <a:pt x="649843" y="44865"/>
                </a:cubicBezTo>
                <a:cubicBezTo>
                  <a:pt x="653542" y="42297"/>
                  <a:pt x="657516" y="41012"/>
                  <a:pt x="661767" y="41012"/>
                </a:cubicBezTo>
                <a:cubicBezTo>
                  <a:pt x="664505" y="41012"/>
                  <a:pt x="666937" y="41564"/>
                  <a:pt x="669062" y="42667"/>
                </a:cubicBezTo>
                <a:cubicBezTo>
                  <a:pt x="671187" y="43769"/>
                  <a:pt x="673455" y="45700"/>
                  <a:pt x="675867" y="48458"/>
                </a:cubicBezTo>
                <a:lnTo>
                  <a:pt x="675867" y="30665"/>
                </a:lnTo>
                <a:cubicBezTo>
                  <a:pt x="675867" y="26164"/>
                  <a:pt x="675683" y="23451"/>
                  <a:pt x="675315" y="22525"/>
                </a:cubicBezTo>
                <a:cubicBezTo>
                  <a:pt x="674825" y="21305"/>
                  <a:pt x="674089" y="20401"/>
                  <a:pt x="673108" y="19812"/>
                </a:cubicBezTo>
                <a:cubicBezTo>
                  <a:pt x="672127" y="19223"/>
                  <a:pt x="670288" y="18929"/>
                  <a:pt x="667591" y="18929"/>
                </a:cubicBezTo>
                <a:lnTo>
                  <a:pt x="667591" y="16279"/>
                </a:lnTo>
                <a:lnTo>
                  <a:pt x="693032" y="16279"/>
                </a:lnTo>
                <a:moveTo>
                  <a:pt x="675867" y="56155"/>
                </a:moveTo>
                <a:cubicBezTo>
                  <a:pt x="672842" y="50266"/>
                  <a:pt x="669144" y="47322"/>
                  <a:pt x="664771" y="47322"/>
                </a:cubicBezTo>
                <a:cubicBezTo>
                  <a:pt x="663258" y="47322"/>
                  <a:pt x="662012" y="47742"/>
                  <a:pt x="661031" y="48584"/>
                </a:cubicBezTo>
                <a:cubicBezTo>
                  <a:pt x="659519" y="49888"/>
                  <a:pt x="658283" y="52180"/>
                  <a:pt x="657322" y="55461"/>
                </a:cubicBezTo>
                <a:cubicBezTo>
                  <a:pt x="656362" y="58742"/>
                  <a:pt x="655881" y="63769"/>
                  <a:pt x="655881" y="70541"/>
                </a:cubicBezTo>
                <a:cubicBezTo>
                  <a:pt x="655881" y="77986"/>
                  <a:pt x="656413" y="83497"/>
                  <a:pt x="657475" y="87072"/>
                </a:cubicBezTo>
                <a:cubicBezTo>
                  <a:pt x="658538" y="90648"/>
                  <a:pt x="659989" y="93235"/>
                  <a:pt x="661828" y="94833"/>
                </a:cubicBezTo>
                <a:cubicBezTo>
                  <a:pt x="662768" y="95632"/>
                  <a:pt x="664055" y="96032"/>
                  <a:pt x="665690" y="96032"/>
                </a:cubicBezTo>
                <a:cubicBezTo>
                  <a:pt x="669287" y="96032"/>
                  <a:pt x="672679" y="93120"/>
                  <a:pt x="675867" y="87297"/>
                </a:cubicBezTo>
                <a:lnTo>
                  <a:pt x="675867" y="56155"/>
                </a:lnTo>
                <a:close/>
                <a:moveTo>
                  <a:pt x="755365" y="70163"/>
                </a:moveTo>
                <a:lnTo>
                  <a:pt x="723916" y="70163"/>
                </a:lnTo>
                <a:cubicBezTo>
                  <a:pt x="724284" y="78007"/>
                  <a:pt x="726307" y="84207"/>
                  <a:pt x="729985" y="88762"/>
                </a:cubicBezTo>
                <a:cubicBezTo>
                  <a:pt x="732805" y="92262"/>
                  <a:pt x="736197" y="94013"/>
                  <a:pt x="740161" y="94013"/>
                </a:cubicBezTo>
                <a:cubicBezTo>
                  <a:pt x="742614" y="94013"/>
                  <a:pt x="744841" y="93308"/>
                  <a:pt x="746844" y="91899"/>
                </a:cubicBezTo>
                <a:cubicBezTo>
                  <a:pt x="748846" y="90490"/>
                  <a:pt x="750992" y="87956"/>
                  <a:pt x="753281" y="84296"/>
                </a:cubicBezTo>
                <a:lnTo>
                  <a:pt x="755365" y="85684"/>
                </a:lnTo>
                <a:cubicBezTo>
                  <a:pt x="752259" y="92204"/>
                  <a:pt x="748826" y="96820"/>
                  <a:pt x="745066" y="99534"/>
                </a:cubicBezTo>
                <a:cubicBezTo>
                  <a:pt x="741306" y="102247"/>
                  <a:pt x="736953" y="103603"/>
                  <a:pt x="732008" y="103603"/>
                </a:cubicBezTo>
                <a:cubicBezTo>
                  <a:pt x="723507" y="103603"/>
                  <a:pt x="717070" y="100235"/>
                  <a:pt x="712697" y="93498"/>
                </a:cubicBezTo>
                <a:cubicBezTo>
                  <a:pt x="709182" y="88067"/>
                  <a:pt x="707425" y="81330"/>
                  <a:pt x="707425" y="73288"/>
                </a:cubicBezTo>
                <a:cubicBezTo>
                  <a:pt x="707425" y="63434"/>
                  <a:pt x="710010" y="55592"/>
                  <a:pt x="715180" y="49761"/>
                </a:cubicBezTo>
                <a:cubicBezTo>
                  <a:pt x="720350" y="43928"/>
                  <a:pt x="726409" y="41012"/>
                  <a:pt x="733357" y="41012"/>
                </a:cubicBezTo>
                <a:cubicBezTo>
                  <a:pt x="739160" y="41012"/>
                  <a:pt x="744197" y="43462"/>
                  <a:pt x="748468" y="48363"/>
                </a:cubicBezTo>
                <a:cubicBezTo>
                  <a:pt x="752739" y="53263"/>
                  <a:pt x="755038" y="60530"/>
                  <a:pt x="755365" y="70163"/>
                </a:cubicBezTo>
                <a:moveTo>
                  <a:pt x="740284" y="65998"/>
                </a:moveTo>
                <a:cubicBezTo>
                  <a:pt x="740284" y="59226"/>
                  <a:pt x="739926" y="54578"/>
                  <a:pt x="739211" y="52054"/>
                </a:cubicBezTo>
                <a:cubicBezTo>
                  <a:pt x="738496" y="49530"/>
                  <a:pt x="737382" y="47616"/>
                  <a:pt x="735870" y="46312"/>
                </a:cubicBezTo>
                <a:cubicBezTo>
                  <a:pt x="735012" y="45555"/>
                  <a:pt x="733867" y="45177"/>
                  <a:pt x="732437" y="45177"/>
                </a:cubicBezTo>
                <a:cubicBezTo>
                  <a:pt x="730312" y="45177"/>
                  <a:pt x="728575" y="46249"/>
                  <a:pt x="727226" y="48394"/>
                </a:cubicBezTo>
                <a:cubicBezTo>
                  <a:pt x="724815" y="52138"/>
                  <a:pt x="723609" y="57270"/>
                  <a:pt x="723609" y="63790"/>
                </a:cubicBezTo>
                <a:lnTo>
                  <a:pt x="723609" y="65998"/>
                </a:lnTo>
                <a:lnTo>
                  <a:pt x="740284" y="65998"/>
                </a:lnTo>
                <a:close/>
                <a:moveTo>
                  <a:pt x="824222" y="21200"/>
                </a:moveTo>
                <a:lnTo>
                  <a:pt x="824222" y="55903"/>
                </a:lnTo>
                <a:lnTo>
                  <a:pt x="825878" y="55903"/>
                </a:lnTo>
                <a:cubicBezTo>
                  <a:pt x="831150" y="55903"/>
                  <a:pt x="834971" y="54199"/>
                  <a:pt x="837341" y="50792"/>
                </a:cubicBezTo>
                <a:cubicBezTo>
                  <a:pt x="839712" y="47385"/>
                  <a:pt x="841224" y="42358"/>
                  <a:pt x="841878" y="35712"/>
                </a:cubicBezTo>
                <a:lnTo>
                  <a:pt x="844208" y="35712"/>
                </a:lnTo>
                <a:lnTo>
                  <a:pt x="844208" y="80636"/>
                </a:lnTo>
                <a:lnTo>
                  <a:pt x="841878" y="80636"/>
                </a:lnTo>
                <a:cubicBezTo>
                  <a:pt x="841388" y="75741"/>
                  <a:pt x="840356" y="71733"/>
                  <a:pt x="838782" y="68611"/>
                </a:cubicBezTo>
                <a:cubicBezTo>
                  <a:pt x="837209" y="65488"/>
                  <a:pt x="835380" y="63388"/>
                  <a:pt x="833295" y="62313"/>
                </a:cubicBezTo>
                <a:cubicBezTo>
                  <a:pt x="831211" y="61236"/>
                  <a:pt x="828187" y="60698"/>
                  <a:pt x="824222" y="60698"/>
                </a:cubicBezTo>
                <a:lnTo>
                  <a:pt x="824222" y="84801"/>
                </a:lnTo>
                <a:cubicBezTo>
                  <a:pt x="824222" y="89512"/>
                  <a:pt x="824416" y="92393"/>
                  <a:pt x="824805" y="93445"/>
                </a:cubicBezTo>
                <a:cubicBezTo>
                  <a:pt x="825193" y="94496"/>
                  <a:pt x="825918" y="95359"/>
                  <a:pt x="826981" y="96032"/>
                </a:cubicBezTo>
                <a:cubicBezTo>
                  <a:pt x="828044" y="96705"/>
                  <a:pt x="829760" y="97041"/>
                  <a:pt x="832131" y="97041"/>
                </a:cubicBezTo>
                <a:lnTo>
                  <a:pt x="837096" y="97041"/>
                </a:lnTo>
                <a:cubicBezTo>
                  <a:pt x="844861" y="97041"/>
                  <a:pt x="851084" y="95201"/>
                  <a:pt x="855763" y="91520"/>
                </a:cubicBezTo>
                <a:cubicBezTo>
                  <a:pt x="860443" y="87840"/>
                  <a:pt x="863805" y="82214"/>
                  <a:pt x="865848" y="74642"/>
                </a:cubicBezTo>
                <a:lnTo>
                  <a:pt x="868116" y="74642"/>
                </a:lnTo>
                <a:lnTo>
                  <a:pt x="864377" y="101837"/>
                </a:lnTo>
                <a:lnTo>
                  <a:pt x="792528" y="101837"/>
                </a:lnTo>
                <a:lnTo>
                  <a:pt x="792528" y="99565"/>
                </a:lnTo>
                <a:lnTo>
                  <a:pt x="795287" y="99565"/>
                </a:lnTo>
                <a:cubicBezTo>
                  <a:pt x="797698" y="99565"/>
                  <a:pt x="799639" y="99122"/>
                  <a:pt x="801110" y="98234"/>
                </a:cubicBezTo>
                <a:cubicBezTo>
                  <a:pt x="802173" y="97641"/>
                  <a:pt x="802990" y="96627"/>
                  <a:pt x="803563" y="95190"/>
                </a:cubicBezTo>
                <a:cubicBezTo>
                  <a:pt x="804012" y="94175"/>
                  <a:pt x="804237" y="91511"/>
                  <a:pt x="804237" y="87198"/>
                </a:cubicBezTo>
                <a:lnTo>
                  <a:pt x="804237" y="30917"/>
                </a:lnTo>
                <a:cubicBezTo>
                  <a:pt x="804237" y="27027"/>
                  <a:pt x="804135" y="24638"/>
                  <a:pt x="803930" y="23750"/>
                </a:cubicBezTo>
                <a:cubicBezTo>
                  <a:pt x="803522" y="22271"/>
                  <a:pt x="802766" y="21130"/>
                  <a:pt x="801662" y="20327"/>
                </a:cubicBezTo>
                <a:cubicBezTo>
                  <a:pt x="800109" y="19142"/>
                  <a:pt x="797984" y="18550"/>
                  <a:pt x="795287" y="18550"/>
                </a:cubicBezTo>
                <a:lnTo>
                  <a:pt x="792528" y="18550"/>
                </a:lnTo>
                <a:lnTo>
                  <a:pt x="792528" y="16279"/>
                </a:lnTo>
                <a:lnTo>
                  <a:pt x="862108" y="16279"/>
                </a:lnTo>
                <a:lnTo>
                  <a:pt x="862108" y="41643"/>
                </a:lnTo>
                <a:lnTo>
                  <a:pt x="859779" y="41643"/>
                </a:lnTo>
                <a:cubicBezTo>
                  <a:pt x="858594" y="35440"/>
                  <a:pt x="856928" y="30989"/>
                  <a:pt x="854783" y="28289"/>
                </a:cubicBezTo>
                <a:cubicBezTo>
                  <a:pt x="852637" y="25589"/>
                  <a:pt x="849602" y="23606"/>
                  <a:pt x="845679" y="22340"/>
                </a:cubicBezTo>
                <a:cubicBezTo>
                  <a:pt x="843390" y="21580"/>
                  <a:pt x="839099" y="21200"/>
                  <a:pt x="832805" y="21200"/>
                </a:cubicBezTo>
                <a:lnTo>
                  <a:pt x="824222" y="21200"/>
                </a:lnTo>
                <a:close/>
                <a:moveTo>
                  <a:pt x="900614" y="42779"/>
                </a:moveTo>
                <a:lnTo>
                  <a:pt x="900614" y="50477"/>
                </a:lnTo>
                <a:cubicBezTo>
                  <a:pt x="903557" y="47173"/>
                  <a:pt x="906377" y="44770"/>
                  <a:pt x="909075" y="43268"/>
                </a:cubicBezTo>
                <a:cubicBezTo>
                  <a:pt x="911772" y="41764"/>
                  <a:pt x="914674" y="41012"/>
                  <a:pt x="917780" y="41012"/>
                </a:cubicBezTo>
                <a:cubicBezTo>
                  <a:pt x="921499" y="41012"/>
                  <a:pt x="924585" y="42076"/>
                  <a:pt x="927037" y="44203"/>
                </a:cubicBezTo>
                <a:cubicBezTo>
                  <a:pt x="929489" y="46329"/>
                  <a:pt x="931124" y="48972"/>
                  <a:pt x="931941" y="52131"/>
                </a:cubicBezTo>
                <a:cubicBezTo>
                  <a:pt x="932595" y="54533"/>
                  <a:pt x="932922" y="59145"/>
                  <a:pt x="932922" y="65969"/>
                </a:cubicBezTo>
                <a:lnTo>
                  <a:pt x="932922" y="88965"/>
                </a:lnTo>
                <a:cubicBezTo>
                  <a:pt x="932922" y="93508"/>
                  <a:pt x="933320" y="96337"/>
                  <a:pt x="934117" y="97451"/>
                </a:cubicBezTo>
                <a:cubicBezTo>
                  <a:pt x="934914" y="98566"/>
                  <a:pt x="936580" y="99271"/>
                  <a:pt x="939114" y="99565"/>
                </a:cubicBezTo>
                <a:lnTo>
                  <a:pt x="939114" y="101837"/>
                </a:lnTo>
                <a:lnTo>
                  <a:pt x="910117" y="101837"/>
                </a:lnTo>
                <a:lnTo>
                  <a:pt x="910117" y="99565"/>
                </a:lnTo>
                <a:cubicBezTo>
                  <a:pt x="912283" y="99271"/>
                  <a:pt x="913836" y="98345"/>
                  <a:pt x="914776" y="96789"/>
                </a:cubicBezTo>
                <a:cubicBezTo>
                  <a:pt x="915430" y="95737"/>
                  <a:pt x="915757" y="93129"/>
                  <a:pt x="915757" y="88965"/>
                </a:cubicBezTo>
                <a:lnTo>
                  <a:pt x="915757" y="62717"/>
                </a:lnTo>
                <a:cubicBezTo>
                  <a:pt x="915757" y="57880"/>
                  <a:pt x="915573" y="54830"/>
                  <a:pt x="915205" y="53568"/>
                </a:cubicBezTo>
                <a:cubicBezTo>
                  <a:pt x="914837" y="52306"/>
                  <a:pt x="914214" y="51328"/>
                  <a:pt x="913335" y="50634"/>
                </a:cubicBezTo>
                <a:cubicBezTo>
                  <a:pt x="912456" y="49940"/>
                  <a:pt x="911486" y="49593"/>
                  <a:pt x="910423" y="49593"/>
                </a:cubicBezTo>
                <a:cubicBezTo>
                  <a:pt x="906908" y="49593"/>
                  <a:pt x="903639" y="52201"/>
                  <a:pt x="900614" y="57417"/>
                </a:cubicBezTo>
                <a:lnTo>
                  <a:pt x="900614" y="88965"/>
                </a:lnTo>
                <a:cubicBezTo>
                  <a:pt x="900614" y="93382"/>
                  <a:pt x="901013" y="96179"/>
                  <a:pt x="901810" y="97357"/>
                </a:cubicBezTo>
                <a:cubicBezTo>
                  <a:pt x="902607" y="98535"/>
                  <a:pt x="904088" y="99271"/>
                  <a:pt x="906255" y="99565"/>
                </a:cubicBezTo>
                <a:lnTo>
                  <a:pt x="906255" y="101837"/>
                </a:lnTo>
                <a:lnTo>
                  <a:pt x="877257" y="101837"/>
                </a:lnTo>
                <a:lnTo>
                  <a:pt x="877257" y="99565"/>
                </a:lnTo>
                <a:cubicBezTo>
                  <a:pt x="879669" y="99313"/>
                  <a:pt x="881385" y="98514"/>
                  <a:pt x="882407" y="97168"/>
                </a:cubicBezTo>
                <a:cubicBezTo>
                  <a:pt x="883102" y="96242"/>
                  <a:pt x="883449" y="93508"/>
                  <a:pt x="883449" y="88965"/>
                </a:cubicBezTo>
                <a:lnTo>
                  <a:pt x="883449" y="55650"/>
                </a:lnTo>
                <a:cubicBezTo>
                  <a:pt x="883449" y="51138"/>
                  <a:pt x="883051" y="48328"/>
                  <a:pt x="882254" y="47221"/>
                </a:cubicBezTo>
                <a:cubicBezTo>
                  <a:pt x="881457" y="46114"/>
                  <a:pt x="879791" y="45391"/>
                  <a:pt x="877257" y="45050"/>
                </a:cubicBezTo>
                <a:lnTo>
                  <a:pt x="877257" y="42779"/>
                </a:lnTo>
                <a:lnTo>
                  <a:pt x="900614" y="42779"/>
                </a:lnTo>
                <a:close/>
                <a:moveTo>
                  <a:pt x="969458" y="21074"/>
                </a:moveTo>
                <a:lnTo>
                  <a:pt x="969458" y="42779"/>
                </a:lnTo>
                <a:lnTo>
                  <a:pt x="983068" y="42779"/>
                </a:lnTo>
                <a:lnTo>
                  <a:pt x="983068" y="48962"/>
                </a:lnTo>
                <a:lnTo>
                  <a:pt x="969458" y="48962"/>
                </a:lnTo>
                <a:lnTo>
                  <a:pt x="969458" y="85467"/>
                </a:lnTo>
                <a:cubicBezTo>
                  <a:pt x="969458" y="88884"/>
                  <a:pt x="969612" y="91087"/>
                  <a:pt x="969918" y="92078"/>
                </a:cubicBezTo>
                <a:cubicBezTo>
                  <a:pt x="970225" y="93070"/>
                  <a:pt x="970766" y="93871"/>
                  <a:pt x="971543" y="94484"/>
                </a:cubicBezTo>
                <a:cubicBezTo>
                  <a:pt x="972319" y="95095"/>
                  <a:pt x="973034" y="95401"/>
                  <a:pt x="973688" y="95401"/>
                </a:cubicBezTo>
                <a:cubicBezTo>
                  <a:pt x="976345" y="95401"/>
                  <a:pt x="978858" y="93298"/>
                  <a:pt x="981229" y="89091"/>
                </a:cubicBezTo>
                <a:lnTo>
                  <a:pt x="983068" y="90493"/>
                </a:lnTo>
                <a:cubicBezTo>
                  <a:pt x="979757" y="98644"/>
                  <a:pt x="974383" y="102720"/>
                  <a:pt x="966945" y="102720"/>
                </a:cubicBezTo>
                <a:cubicBezTo>
                  <a:pt x="963307" y="102720"/>
                  <a:pt x="960232" y="101676"/>
                  <a:pt x="957718" y="99587"/>
                </a:cubicBezTo>
                <a:cubicBezTo>
                  <a:pt x="955205" y="97497"/>
                  <a:pt x="953601" y="95164"/>
                  <a:pt x="952906" y="92589"/>
                </a:cubicBezTo>
                <a:cubicBezTo>
                  <a:pt x="952497" y="91154"/>
                  <a:pt x="952293" y="87270"/>
                  <a:pt x="952293" y="80938"/>
                </a:cubicBezTo>
                <a:lnTo>
                  <a:pt x="952293" y="48962"/>
                </a:lnTo>
                <a:lnTo>
                  <a:pt x="944814" y="48962"/>
                </a:lnTo>
                <a:lnTo>
                  <a:pt x="944814" y="46748"/>
                </a:lnTo>
                <a:cubicBezTo>
                  <a:pt x="949963" y="42996"/>
                  <a:pt x="954347" y="39055"/>
                  <a:pt x="957964" y="34924"/>
                </a:cubicBezTo>
                <a:cubicBezTo>
                  <a:pt x="961581" y="30792"/>
                  <a:pt x="964738" y="26176"/>
                  <a:pt x="967435" y="21074"/>
                </a:cubicBezTo>
                <a:lnTo>
                  <a:pt x="969458" y="21074"/>
                </a:lnTo>
                <a:close/>
                <a:moveTo>
                  <a:pt x="1003157" y="14386"/>
                </a:moveTo>
                <a:cubicBezTo>
                  <a:pt x="1005814" y="14386"/>
                  <a:pt x="1008062" y="15346"/>
                  <a:pt x="1009901" y="17267"/>
                </a:cubicBezTo>
                <a:cubicBezTo>
                  <a:pt x="1011740" y="19186"/>
                  <a:pt x="1012660" y="21496"/>
                  <a:pt x="1012660" y="24197"/>
                </a:cubicBezTo>
                <a:cubicBezTo>
                  <a:pt x="1012660" y="26899"/>
                  <a:pt x="1011730" y="29199"/>
                  <a:pt x="1009870" y="31098"/>
                </a:cubicBezTo>
                <a:cubicBezTo>
                  <a:pt x="1008011" y="32996"/>
                  <a:pt x="1005773" y="33946"/>
                  <a:pt x="1003157" y="33946"/>
                </a:cubicBezTo>
                <a:cubicBezTo>
                  <a:pt x="1000542" y="33946"/>
                  <a:pt x="998314" y="32996"/>
                  <a:pt x="996475" y="31098"/>
                </a:cubicBezTo>
                <a:cubicBezTo>
                  <a:pt x="994636" y="29199"/>
                  <a:pt x="993717" y="26899"/>
                  <a:pt x="993717" y="24197"/>
                </a:cubicBezTo>
                <a:cubicBezTo>
                  <a:pt x="993717" y="21496"/>
                  <a:pt x="994636" y="19186"/>
                  <a:pt x="996475" y="17267"/>
                </a:cubicBezTo>
                <a:cubicBezTo>
                  <a:pt x="998314" y="15346"/>
                  <a:pt x="1000542" y="14386"/>
                  <a:pt x="1003157" y="14386"/>
                </a:cubicBezTo>
                <a:moveTo>
                  <a:pt x="1011740" y="42779"/>
                </a:moveTo>
                <a:lnTo>
                  <a:pt x="1011740" y="89596"/>
                </a:lnTo>
                <a:cubicBezTo>
                  <a:pt x="1011740" y="93760"/>
                  <a:pt x="1012210" y="96421"/>
                  <a:pt x="1013150" y="97578"/>
                </a:cubicBezTo>
                <a:cubicBezTo>
                  <a:pt x="1014090" y="98734"/>
                  <a:pt x="1015929" y="99397"/>
                  <a:pt x="1018667" y="99565"/>
                </a:cubicBezTo>
                <a:lnTo>
                  <a:pt x="1018667" y="101837"/>
                </a:lnTo>
                <a:lnTo>
                  <a:pt x="987709" y="101837"/>
                </a:lnTo>
                <a:lnTo>
                  <a:pt x="987709" y="99565"/>
                </a:lnTo>
                <a:cubicBezTo>
                  <a:pt x="990243" y="99481"/>
                  <a:pt x="992123" y="98724"/>
                  <a:pt x="993349" y="97294"/>
                </a:cubicBezTo>
                <a:cubicBezTo>
                  <a:pt x="994166" y="96326"/>
                  <a:pt x="994575" y="93760"/>
                  <a:pt x="994575" y="89596"/>
                </a:cubicBezTo>
                <a:lnTo>
                  <a:pt x="994575" y="55146"/>
                </a:lnTo>
                <a:cubicBezTo>
                  <a:pt x="994575" y="50929"/>
                  <a:pt x="994105" y="48235"/>
                  <a:pt x="993165" y="47064"/>
                </a:cubicBezTo>
                <a:cubicBezTo>
                  <a:pt x="992225" y="45892"/>
                  <a:pt x="990406" y="45221"/>
                  <a:pt x="987709" y="45050"/>
                </a:cubicBezTo>
                <a:lnTo>
                  <a:pt x="987709" y="42779"/>
                </a:lnTo>
                <a:lnTo>
                  <a:pt x="1011740" y="42779"/>
                </a:lnTo>
                <a:close/>
                <a:moveTo>
                  <a:pt x="1047978" y="21074"/>
                </a:moveTo>
                <a:lnTo>
                  <a:pt x="1047978" y="42779"/>
                </a:lnTo>
                <a:lnTo>
                  <a:pt x="1061588" y="42779"/>
                </a:lnTo>
                <a:lnTo>
                  <a:pt x="1061588" y="48962"/>
                </a:lnTo>
                <a:lnTo>
                  <a:pt x="1047978" y="48962"/>
                </a:lnTo>
                <a:lnTo>
                  <a:pt x="1047978" y="85467"/>
                </a:lnTo>
                <a:cubicBezTo>
                  <a:pt x="1047978" y="88884"/>
                  <a:pt x="1048132" y="91087"/>
                  <a:pt x="1048438" y="92078"/>
                </a:cubicBezTo>
                <a:cubicBezTo>
                  <a:pt x="1048745" y="93070"/>
                  <a:pt x="1049286" y="93871"/>
                  <a:pt x="1050063" y="94484"/>
                </a:cubicBezTo>
                <a:cubicBezTo>
                  <a:pt x="1050839" y="95095"/>
                  <a:pt x="1051554" y="95401"/>
                  <a:pt x="1052208" y="95401"/>
                </a:cubicBezTo>
                <a:cubicBezTo>
                  <a:pt x="1054865" y="95401"/>
                  <a:pt x="1057378" y="93298"/>
                  <a:pt x="1059749" y="89091"/>
                </a:cubicBezTo>
                <a:lnTo>
                  <a:pt x="1061588" y="90493"/>
                </a:lnTo>
                <a:cubicBezTo>
                  <a:pt x="1058278" y="98644"/>
                  <a:pt x="1052903" y="102720"/>
                  <a:pt x="1045465" y="102720"/>
                </a:cubicBezTo>
                <a:cubicBezTo>
                  <a:pt x="1041827" y="102720"/>
                  <a:pt x="1038752" y="101676"/>
                  <a:pt x="1036239" y="99587"/>
                </a:cubicBezTo>
                <a:cubicBezTo>
                  <a:pt x="1033725" y="97497"/>
                  <a:pt x="1032121" y="95164"/>
                  <a:pt x="1031426" y="92589"/>
                </a:cubicBezTo>
                <a:cubicBezTo>
                  <a:pt x="1031017" y="91154"/>
                  <a:pt x="1030813" y="87270"/>
                  <a:pt x="1030813" y="80938"/>
                </a:cubicBezTo>
                <a:lnTo>
                  <a:pt x="1030813" y="48962"/>
                </a:lnTo>
                <a:lnTo>
                  <a:pt x="1023334" y="48962"/>
                </a:lnTo>
                <a:lnTo>
                  <a:pt x="1023334" y="46748"/>
                </a:lnTo>
                <a:cubicBezTo>
                  <a:pt x="1028484" y="42996"/>
                  <a:pt x="1032867" y="39055"/>
                  <a:pt x="1036484" y="34924"/>
                </a:cubicBezTo>
                <a:cubicBezTo>
                  <a:pt x="1040101" y="30792"/>
                  <a:pt x="1043258" y="26176"/>
                  <a:pt x="1045955" y="21074"/>
                </a:cubicBezTo>
                <a:lnTo>
                  <a:pt x="1047978" y="21074"/>
                </a:lnTo>
                <a:close/>
                <a:moveTo>
                  <a:pt x="1094184" y="104291"/>
                </a:moveTo>
                <a:lnTo>
                  <a:pt x="1075670" y="60464"/>
                </a:lnTo>
                <a:cubicBezTo>
                  <a:pt x="1072891" y="53825"/>
                  <a:pt x="1070837" y="49745"/>
                  <a:pt x="1069509" y="48223"/>
                </a:cubicBezTo>
                <a:cubicBezTo>
                  <a:pt x="1068181" y="46699"/>
                  <a:pt x="1066576" y="45642"/>
                  <a:pt x="1064696" y="45050"/>
                </a:cubicBezTo>
                <a:lnTo>
                  <a:pt x="1064696" y="42779"/>
                </a:lnTo>
                <a:lnTo>
                  <a:pt x="1095165" y="42779"/>
                </a:lnTo>
                <a:lnTo>
                  <a:pt x="1095165" y="45050"/>
                </a:lnTo>
                <a:cubicBezTo>
                  <a:pt x="1093162" y="45135"/>
                  <a:pt x="1091752" y="45536"/>
                  <a:pt x="1090935" y="46255"/>
                </a:cubicBezTo>
                <a:cubicBezTo>
                  <a:pt x="1090117" y="46973"/>
                  <a:pt x="1089709" y="47839"/>
                  <a:pt x="1089709" y="48854"/>
                </a:cubicBezTo>
                <a:cubicBezTo>
                  <a:pt x="1089709" y="50459"/>
                  <a:pt x="1090730" y="53628"/>
                  <a:pt x="1092774" y="58362"/>
                </a:cubicBezTo>
                <a:lnTo>
                  <a:pt x="1102583" y="81563"/>
                </a:lnTo>
                <a:lnTo>
                  <a:pt x="1109265" y="63634"/>
                </a:lnTo>
                <a:cubicBezTo>
                  <a:pt x="1111676" y="57250"/>
                  <a:pt x="1112882" y="52810"/>
                  <a:pt x="1112882" y="50315"/>
                </a:cubicBezTo>
                <a:cubicBezTo>
                  <a:pt x="1112882" y="48751"/>
                  <a:pt x="1112381" y="47503"/>
                  <a:pt x="1111380" y="46573"/>
                </a:cubicBezTo>
                <a:cubicBezTo>
                  <a:pt x="1110379" y="45642"/>
                  <a:pt x="1108611" y="45135"/>
                  <a:pt x="1106077" y="45050"/>
                </a:cubicBezTo>
                <a:lnTo>
                  <a:pt x="1106077" y="42779"/>
                </a:lnTo>
                <a:lnTo>
                  <a:pt x="1125265" y="42779"/>
                </a:lnTo>
                <a:lnTo>
                  <a:pt x="1125265" y="45050"/>
                </a:lnTo>
                <a:cubicBezTo>
                  <a:pt x="1123385" y="45262"/>
                  <a:pt x="1121853" y="46013"/>
                  <a:pt x="1120667" y="47302"/>
                </a:cubicBezTo>
                <a:cubicBezTo>
                  <a:pt x="1119482" y="48592"/>
                  <a:pt x="1117500" y="52979"/>
                  <a:pt x="1114721" y="60464"/>
                </a:cubicBezTo>
                <a:lnTo>
                  <a:pt x="1098353" y="104234"/>
                </a:lnTo>
                <a:cubicBezTo>
                  <a:pt x="1094225" y="115171"/>
                  <a:pt x="1091160" y="121901"/>
                  <a:pt x="1089157" y="124425"/>
                </a:cubicBezTo>
                <a:cubicBezTo>
                  <a:pt x="1086337" y="127958"/>
                  <a:pt x="1082802" y="129725"/>
                  <a:pt x="1078551" y="129725"/>
                </a:cubicBezTo>
                <a:cubicBezTo>
                  <a:pt x="1075159" y="129725"/>
                  <a:pt x="1072411" y="128726"/>
                  <a:pt x="1070306" y="126728"/>
                </a:cubicBezTo>
                <a:cubicBezTo>
                  <a:pt x="1068201" y="124730"/>
                  <a:pt x="1067149" y="122322"/>
                  <a:pt x="1067149" y="119503"/>
                </a:cubicBezTo>
                <a:cubicBezTo>
                  <a:pt x="1067149" y="117064"/>
                  <a:pt x="1067874" y="115045"/>
                  <a:pt x="1069325" y="113446"/>
                </a:cubicBezTo>
                <a:cubicBezTo>
                  <a:pt x="1070776" y="111848"/>
                  <a:pt x="1072564" y="111049"/>
                  <a:pt x="1074689" y="111049"/>
                </a:cubicBezTo>
                <a:cubicBezTo>
                  <a:pt x="1076733" y="111049"/>
                  <a:pt x="1078378" y="111718"/>
                  <a:pt x="1079624" y="113056"/>
                </a:cubicBezTo>
                <a:cubicBezTo>
                  <a:pt x="1080871" y="114395"/>
                  <a:pt x="1081514" y="116467"/>
                  <a:pt x="1081555" y="119271"/>
                </a:cubicBezTo>
                <a:cubicBezTo>
                  <a:pt x="1081596" y="120861"/>
                  <a:pt x="1081780" y="121887"/>
                  <a:pt x="1082107" y="122347"/>
                </a:cubicBezTo>
                <a:cubicBezTo>
                  <a:pt x="1082434" y="122807"/>
                  <a:pt x="1082904" y="123037"/>
                  <a:pt x="1083517" y="123037"/>
                </a:cubicBezTo>
                <a:cubicBezTo>
                  <a:pt x="1084498" y="123037"/>
                  <a:pt x="1085540" y="122429"/>
                  <a:pt x="1086643" y="121215"/>
                </a:cubicBezTo>
                <a:cubicBezTo>
                  <a:pt x="1088278" y="119456"/>
                  <a:pt x="1090199" y="115436"/>
                  <a:pt x="1092406" y="109156"/>
                </a:cubicBezTo>
                <a:lnTo>
                  <a:pt x="1094184" y="104291"/>
                </a:lnTo>
                <a:close/>
                <a:moveTo>
                  <a:pt x="1198040" y="14386"/>
                </a:moveTo>
                <a:lnTo>
                  <a:pt x="1198040" y="17288"/>
                </a:lnTo>
                <a:cubicBezTo>
                  <a:pt x="1193789" y="20147"/>
                  <a:pt x="1190663" y="22943"/>
                  <a:pt x="1188660" y="25676"/>
                </a:cubicBezTo>
                <a:cubicBezTo>
                  <a:pt x="1185881" y="29459"/>
                  <a:pt x="1183715" y="34314"/>
                  <a:pt x="1182162" y="40241"/>
                </a:cubicBezTo>
                <a:cubicBezTo>
                  <a:pt x="1180200" y="47599"/>
                  <a:pt x="1179219" y="57877"/>
                  <a:pt x="1179219" y="71077"/>
                </a:cubicBezTo>
                <a:cubicBezTo>
                  <a:pt x="1179219" y="83520"/>
                  <a:pt x="1180108" y="93189"/>
                  <a:pt x="1181886" y="100084"/>
                </a:cubicBezTo>
                <a:cubicBezTo>
                  <a:pt x="1183664" y="106978"/>
                  <a:pt x="1186085" y="112548"/>
                  <a:pt x="1189150" y="116794"/>
                </a:cubicBezTo>
                <a:cubicBezTo>
                  <a:pt x="1191276" y="119737"/>
                  <a:pt x="1194239" y="122323"/>
                  <a:pt x="1198040" y="124551"/>
                </a:cubicBezTo>
                <a:lnTo>
                  <a:pt x="1198040" y="127706"/>
                </a:lnTo>
                <a:cubicBezTo>
                  <a:pt x="1188190" y="124300"/>
                  <a:pt x="1179842" y="117352"/>
                  <a:pt x="1172997" y="106863"/>
                </a:cubicBezTo>
                <a:cubicBezTo>
                  <a:pt x="1166151" y="96374"/>
                  <a:pt x="1162728" y="84320"/>
                  <a:pt x="1162728" y="70699"/>
                </a:cubicBezTo>
                <a:cubicBezTo>
                  <a:pt x="1162728" y="57246"/>
                  <a:pt x="1166141" y="45339"/>
                  <a:pt x="1172966" y="34977"/>
                </a:cubicBezTo>
                <a:cubicBezTo>
                  <a:pt x="1179791" y="24613"/>
                  <a:pt x="1188149" y="17750"/>
                  <a:pt x="1198040" y="14386"/>
                </a:cubicBezTo>
                <a:close/>
                <a:moveTo>
                  <a:pt x="1241191" y="14512"/>
                </a:moveTo>
                <a:lnTo>
                  <a:pt x="1241191" y="84422"/>
                </a:lnTo>
                <a:cubicBezTo>
                  <a:pt x="1241191" y="89725"/>
                  <a:pt x="1241416" y="93108"/>
                  <a:pt x="1241865" y="94571"/>
                </a:cubicBezTo>
                <a:cubicBezTo>
                  <a:pt x="1242315" y="96034"/>
                  <a:pt x="1243255" y="97232"/>
                  <a:pt x="1244685" y="98165"/>
                </a:cubicBezTo>
                <a:cubicBezTo>
                  <a:pt x="1246116" y="99099"/>
                  <a:pt x="1248404" y="99565"/>
                  <a:pt x="1251551" y="99565"/>
                </a:cubicBezTo>
                <a:lnTo>
                  <a:pt x="1253452" y="99565"/>
                </a:lnTo>
                <a:lnTo>
                  <a:pt x="1253452" y="101837"/>
                </a:lnTo>
                <a:lnTo>
                  <a:pt x="1209680" y="101837"/>
                </a:lnTo>
                <a:lnTo>
                  <a:pt x="1209680" y="99565"/>
                </a:lnTo>
                <a:lnTo>
                  <a:pt x="1211887" y="99565"/>
                </a:lnTo>
                <a:cubicBezTo>
                  <a:pt x="1215443" y="99565"/>
                  <a:pt x="1217977" y="99141"/>
                  <a:pt x="1219489" y="98293"/>
                </a:cubicBezTo>
                <a:cubicBezTo>
                  <a:pt x="1221001" y="97444"/>
                  <a:pt x="1222023" y="96278"/>
                  <a:pt x="1222554" y="94794"/>
                </a:cubicBezTo>
                <a:cubicBezTo>
                  <a:pt x="1223086" y="93308"/>
                  <a:pt x="1223351" y="89851"/>
                  <a:pt x="1223351" y="84422"/>
                </a:cubicBezTo>
                <a:lnTo>
                  <a:pt x="1223351" y="40129"/>
                </a:lnTo>
                <a:cubicBezTo>
                  <a:pt x="1223351" y="36175"/>
                  <a:pt x="1223167" y="33704"/>
                  <a:pt x="1222800" y="32715"/>
                </a:cubicBezTo>
                <a:cubicBezTo>
                  <a:pt x="1222432" y="31727"/>
                  <a:pt x="1221747" y="30885"/>
                  <a:pt x="1220746" y="30191"/>
                </a:cubicBezTo>
                <a:cubicBezTo>
                  <a:pt x="1219745" y="29497"/>
                  <a:pt x="1218590" y="29150"/>
                  <a:pt x="1217282" y="29150"/>
                </a:cubicBezTo>
                <a:cubicBezTo>
                  <a:pt x="1215198" y="29150"/>
                  <a:pt x="1212664" y="29823"/>
                  <a:pt x="1209680" y="31169"/>
                </a:cubicBezTo>
                <a:lnTo>
                  <a:pt x="1208577" y="28898"/>
                </a:lnTo>
                <a:lnTo>
                  <a:pt x="1239168" y="14512"/>
                </a:lnTo>
                <a:lnTo>
                  <a:pt x="1241191" y="14512"/>
                </a:lnTo>
                <a:close/>
                <a:moveTo>
                  <a:pt x="1315063" y="101837"/>
                </a:moveTo>
                <a:lnTo>
                  <a:pt x="1266142" y="101837"/>
                </a:lnTo>
                <a:lnTo>
                  <a:pt x="1266142" y="100448"/>
                </a:lnTo>
                <a:cubicBezTo>
                  <a:pt x="1281141" y="82082"/>
                  <a:pt x="1290245" y="69727"/>
                  <a:pt x="1293453" y="63382"/>
                </a:cubicBezTo>
                <a:cubicBezTo>
                  <a:pt x="1296661" y="57035"/>
                  <a:pt x="1298265" y="50836"/>
                  <a:pt x="1298265" y="44784"/>
                </a:cubicBezTo>
                <a:cubicBezTo>
                  <a:pt x="1298265" y="40371"/>
                  <a:pt x="1296937" y="36705"/>
                  <a:pt x="1294281" y="33784"/>
                </a:cubicBezTo>
                <a:cubicBezTo>
                  <a:pt x="1291624" y="30863"/>
                  <a:pt x="1288375" y="29403"/>
                  <a:pt x="1284533" y="29403"/>
                </a:cubicBezTo>
                <a:cubicBezTo>
                  <a:pt x="1278239" y="29403"/>
                  <a:pt x="1273355" y="32637"/>
                  <a:pt x="1269881" y="39106"/>
                </a:cubicBezTo>
                <a:lnTo>
                  <a:pt x="1267613" y="38287"/>
                </a:lnTo>
                <a:cubicBezTo>
                  <a:pt x="1269820" y="30194"/>
                  <a:pt x="1273171" y="24208"/>
                  <a:pt x="1277667" y="20331"/>
                </a:cubicBezTo>
                <a:cubicBezTo>
                  <a:pt x="1282163" y="16452"/>
                  <a:pt x="1287353" y="14512"/>
                  <a:pt x="1293238" y="14512"/>
                </a:cubicBezTo>
                <a:cubicBezTo>
                  <a:pt x="1297448" y="14512"/>
                  <a:pt x="1301290" y="15522"/>
                  <a:pt x="1304764" y="17541"/>
                </a:cubicBezTo>
                <a:cubicBezTo>
                  <a:pt x="1308238" y="19560"/>
                  <a:pt x="1310955" y="22325"/>
                  <a:pt x="1312917" y="25838"/>
                </a:cubicBezTo>
                <a:cubicBezTo>
                  <a:pt x="1314879" y="29350"/>
                  <a:pt x="1315860" y="32642"/>
                  <a:pt x="1315860" y="35712"/>
                </a:cubicBezTo>
                <a:cubicBezTo>
                  <a:pt x="1315860" y="41307"/>
                  <a:pt x="1314348" y="46985"/>
                  <a:pt x="1311323" y="52748"/>
                </a:cubicBezTo>
                <a:cubicBezTo>
                  <a:pt x="1307195" y="60530"/>
                  <a:pt x="1298184" y="71382"/>
                  <a:pt x="1284288" y="85306"/>
                </a:cubicBezTo>
                <a:lnTo>
                  <a:pt x="1302250" y="85306"/>
                </a:lnTo>
                <a:cubicBezTo>
                  <a:pt x="1306664" y="85306"/>
                  <a:pt x="1309535" y="85116"/>
                  <a:pt x="1310864" y="84738"/>
                </a:cubicBezTo>
                <a:cubicBezTo>
                  <a:pt x="1312192" y="84359"/>
                  <a:pt x="1313285" y="83718"/>
                  <a:pt x="1314143" y="82813"/>
                </a:cubicBezTo>
                <a:cubicBezTo>
                  <a:pt x="1315002" y="81909"/>
                  <a:pt x="1316125" y="80005"/>
                  <a:pt x="1317515" y="77103"/>
                </a:cubicBezTo>
                <a:lnTo>
                  <a:pt x="1319722" y="77103"/>
                </a:lnTo>
                <a:lnTo>
                  <a:pt x="1315063" y="101837"/>
                </a:lnTo>
                <a:close/>
                <a:moveTo>
                  <a:pt x="1327385" y="127706"/>
                </a:moveTo>
                <a:lnTo>
                  <a:pt x="1327385" y="124803"/>
                </a:lnTo>
                <a:cubicBezTo>
                  <a:pt x="1331636" y="121902"/>
                  <a:pt x="1334762" y="119086"/>
                  <a:pt x="1336765" y="116355"/>
                </a:cubicBezTo>
                <a:cubicBezTo>
                  <a:pt x="1339503" y="112570"/>
                  <a:pt x="1341669" y="107735"/>
                  <a:pt x="1343263" y="101850"/>
                </a:cubicBezTo>
                <a:cubicBezTo>
                  <a:pt x="1345225" y="94451"/>
                  <a:pt x="1346206" y="84151"/>
                  <a:pt x="1346206" y="70951"/>
                </a:cubicBezTo>
                <a:cubicBezTo>
                  <a:pt x="1346206" y="58508"/>
                  <a:pt x="1345317" y="48850"/>
                  <a:pt x="1343539" y="41976"/>
                </a:cubicBezTo>
                <a:cubicBezTo>
                  <a:pt x="1341761" y="35103"/>
                  <a:pt x="1339339" y="29543"/>
                  <a:pt x="1336274" y="25297"/>
                </a:cubicBezTo>
                <a:cubicBezTo>
                  <a:pt x="1334149" y="22354"/>
                  <a:pt x="1331186" y="19769"/>
                  <a:pt x="1327385" y="17541"/>
                </a:cubicBezTo>
                <a:lnTo>
                  <a:pt x="1327385" y="14386"/>
                </a:lnTo>
                <a:cubicBezTo>
                  <a:pt x="1337235" y="17792"/>
                  <a:pt x="1345582" y="24739"/>
                  <a:pt x="1352428" y="35229"/>
                </a:cubicBezTo>
                <a:cubicBezTo>
                  <a:pt x="1359274" y="45718"/>
                  <a:pt x="1362696" y="57772"/>
                  <a:pt x="1362696" y="71393"/>
                </a:cubicBezTo>
                <a:cubicBezTo>
                  <a:pt x="1362696" y="84803"/>
                  <a:pt x="1359274" y="96690"/>
                  <a:pt x="1352428" y="107052"/>
                </a:cubicBezTo>
                <a:cubicBezTo>
                  <a:pt x="1345582" y="117415"/>
                  <a:pt x="1337235" y="124300"/>
                  <a:pt x="1327385" y="12770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44C15-9B3D-4A8C-88FB-E51AB141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053" y="2491662"/>
            <a:ext cx="2949566" cy="10"/>
          </a:xfrm>
          <a:custGeom xmlns:a="http://schemas.openxmlformats.org/drawingml/2006/main">
            <a:pathLst>
              <a:path w="2949566" h="1" fill="none">
                <a:moveTo>
                  <a:pt x="0" y="0"/>
                </a:moveTo>
                <a:lnTo>
                  <a:pt x="2949566" y="1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A7C89-1239-4F51-B054-0FE00297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835" y="1818138"/>
            <a:ext cx="10" cy="1347049"/>
          </a:xfrm>
          <a:custGeom xmlns:a="http://schemas.openxmlformats.org/drawingml/2006/main">
            <a:pathLst>
              <a:path w="1" h="1347049" fill="none">
                <a:moveTo>
                  <a:pt x="1" y="0"/>
                </a:moveTo>
                <a:lnTo>
                  <a:pt x="0" y="1347049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122" name="Text IssueID">
            <a:extLst xmlns:a="http://schemas.openxmlformats.org/drawingml/2006/main">
              <a:ext uri="{FF2B5EF4-FFF2-40B4-BE49-F238E27FC236}">
                <a16:creationId xmlns:a16="http://schemas.microsoft.com/office/drawing/2014/main" id="{EA558DFD-5BC8-4E19-BD9E-642FAE07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970" y="2114891"/>
            <a:ext cx="416821" cy="87325"/>
          </a:xfrm>
          <a:custGeom xmlns:a="http://schemas.openxmlformats.org/drawingml/2006/main">
            <a:pathLst>
              <a:path w="416821" h="87325">
                <a:moveTo>
                  <a:pt x="35618" y="83223"/>
                </a:moveTo>
                <a:lnTo>
                  <a:pt x="35618" y="85558"/>
                </a:lnTo>
                <a:lnTo>
                  <a:pt x="0" y="85558"/>
                </a:lnTo>
                <a:lnTo>
                  <a:pt x="0" y="83223"/>
                </a:lnTo>
                <a:lnTo>
                  <a:pt x="2943" y="83223"/>
                </a:lnTo>
                <a:cubicBezTo>
                  <a:pt x="6376" y="83223"/>
                  <a:pt x="8869" y="82193"/>
                  <a:pt x="10422" y="80132"/>
                </a:cubicBezTo>
                <a:cubicBezTo>
                  <a:pt x="11403" y="78786"/>
                  <a:pt x="11893" y="75547"/>
                  <a:pt x="11893" y="70415"/>
                </a:cubicBezTo>
                <a:lnTo>
                  <a:pt x="11893" y="15143"/>
                </a:lnTo>
                <a:cubicBezTo>
                  <a:pt x="11893" y="10810"/>
                  <a:pt x="11627" y="7950"/>
                  <a:pt x="11096" y="6562"/>
                </a:cubicBezTo>
                <a:cubicBezTo>
                  <a:pt x="10687" y="5510"/>
                  <a:pt x="9850" y="4606"/>
                  <a:pt x="8583" y="3849"/>
                </a:cubicBezTo>
                <a:cubicBezTo>
                  <a:pt x="6784" y="2839"/>
                  <a:pt x="4904" y="2335"/>
                  <a:pt x="2943" y="2335"/>
                </a:cubicBezTo>
                <a:lnTo>
                  <a:pt x="0" y="2335"/>
                </a:lnTo>
                <a:lnTo>
                  <a:pt x="0" y="0"/>
                </a:lnTo>
                <a:lnTo>
                  <a:pt x="35618" y="0"/>
                </a:lnTo>
                <a:lnTo>
                  <a:pt x="35618" y="2335"/>
                </a:lnTo>
                <a:lnTo>
                  <a:pt x="32614" y="2335"/>
                </a:lnTo>
                <a:cubicBezTo>
                  <a:pt x="29222" y="2335"/>
                  <a:pt x="26749" y="3365"/>
                  <a:pt x="25196" y="5426"/>
                </a:cubicBezTo>
                <a:cubicBezTo>
                  <a:pt x="24174" y="6772"/>
                  <a:pt x="23664" y="10011"/>
                  <a:pt x="23664" y="15143"/>
                </a:cubicBezTo>
                <a:lnTo>
                  <a:pt x="23664" y="70415"/>
                </a:lnTo>
                <a:cubicBezTo>
                  <a:pt x="23664" y="74747"/>
                  <a:pt x="23929" y="77608"/>
                  <a:pt x="24461" y="78996"/>
                </a:cubicBezTo>
                <a:cubicBezTo>
                  <a:pt x="24869" y="80048"/>
                  <a:pt x="25727" y="80952"/>
                  <a:pt x="27035" y="81709"/>
                </a:cubicBezTo>
                <a:cubicBezTo>
                  <a:pt x="28793" y="82719"/>
                  <a:pt x="30652" y="83223"/>
                  <a:pt x="32614" y="83223"/>
                </a:cubicBezTo>
                <a:lnTo>
                  <a:pt x="35618" y="83223"/>
                </a:lnTo>
                <a:close/>
                <a:moveTo>
                  <a:pt x="79689" y="26122"/>
                </a:moveTo>
                <a:lnTo>
                  <a:pt x="79689" y="45681"/>
                </a:lnTo>
                <a:lnTo>
                  <a:pt x="77666" y="45681"/>
                </a:lnTo>
                <a:cubicBezTo>
                  <a:pt x="76113" y="39547"/>
                  <a:pt x="74120" y="35374"/>
                  <a:pt x="71689" y="33163"/>
                </a:cubicBezTo>
                <a:cubicBezTo>
                  <a:pt x="69257" y="30950"/>
                  <a:pt x="66161" y="29844"/>
                  <a:pt x="62401" y="29844"/>
                </a:cubicBezTo>
                <a:cubicBezTo>
                  <a:pt x="59540" y="29844"/>
                  <a:pt x="57231" y="30622"/>
                  <a:pt x="55474" y="32177"/>
                </a:cubicBezTo>
                <a:cubicBezTo>
                  <a:pt x="53716" y="33731"/>
                  <a:pt x="52837" y="35453"/>
                  <a:pt x="52837" y="37345"/>
                </a:cubicBezTo>
                <a:cubicBezTo>
                  <a:pt x="52837" y="39698"/>
                  <a:pt x="53491" y="41714"/>
                  <a:pt x="54799" y="43394"/>
                </a:cubicBezTo>
                <a:cubicBezTo>
                  <a:pt x="56066" y="45117"/>
                  <a:pt x="58641" y="46945"/>
                  <a:pt x="62524" y="48878"/>
                </a:cubicBezTo>
                <a:lnTo>
                  <a:pt x="71474" y="53353"/>
                </a:lnTo>
                <a:cubicBezTo>
                  <a:pt x="79771" y="57512"/>
                  <a:pt x="83919" y="62996"/>
                  <a:pt x="83919" y="69804"/>
                </a:cubicBezTo>
                <a:cubicBezTo>
                  <a:pt x="83919" y="75055"/>
                  <a:pt x="81988" y="79288"/>
                  <a:pt x="78126" y="82504"/>
                </a:cubicBezTo>
                <a:cubicBezTo>
                  <a:pt x="74263" y="85718"/>
                  <a:pt x="69941" y="87325"/>
                  <a:pt x="65160" y="87325"/>
                </a:cubicBezTo>
                <a:cubicBezTo>
                  <a:pt x="61727" y="87325"/>
                  <a:pt x="57803" y="86694"/>
                  <a:pt x="53389" y="85432"/>
                </a:cubicBezTo>
                <a:cubicBezTo>
                  <a:pt x="52041" y="85011"/>
                  <a:pt x="50937" y="84801"/>
                  <a:pt x="50079" y="84801"/>
                </a:cubicBezTo>
                <a:cubicBezTo>
                  <a:pt x="49139" y="84801"/>
                  <a:pt x="48403" y="85348"/>
                  <a:pt x="47872" y="86441"/>
                </a:cubicBezTo>
                <a:lnTo>
                  <a:pt x="45849" y="86441"/>
                </a:lnTo>
                <a:lnTo>
                  <a:pt x="45849" y="65746"/>
                </a:lnTo>
                <a:lnTo>
                  <a:pt x="47872" y="65746"/>
                </a:lnTo>
                <a:cubicBezTo>
                  <a:pt x="49016" y="71656"/>
                  <a:pt x="51203" y="76109"/>
                  <a:pt x="54431" y="79106"/>
                </a:cubicBezTo>
                <a:cubicBezTo>
                  <a:pt x="57660" y="82103"/>
                  <a:pt x="61277" y="83602"/>
                  <a:pt x="65282" y="83602"/>
                </a:cubicBezTo>
                <a:cubicBezTo>
                  <a:pt x="68102" y="83602"/>
                  <a:pt x="70401" y="82751"/>
                  <a:pt x="72179" y="81050"/>
                </a:cubicBezTo>
                <a:cubicBezTo>
                  <a:pt x="73957" y="79348"/>
                  <a:pt x="74846" y="77300"/>
                  <a:pt x="74846" y="74905"/>
                </a:cubicBezTo>
                <a:cubicBezTo>
                  <a:pt x="74846" y="72005"/>
                  <a:pt x="73855" y="69568"/>
                  <a:pt x="71873" y="67593"/>
                </a:cubicBezTo>
                <a:cubicBezTo>
                  <a:pt x="69890" y="65619"/>
                  <a:pt x="65936" y="63119"/>
                  <a:pt x="60010" y="60095"/>
                </a:cubicBezTo>
                <a:cubicBezTo>
                  <a:pt x="54084" y="57069"/>
                  <a:pt x="50201" y="54337"/>
                  <a:pt x="48362" y="51900"/>
                </a:cubicBezTo>
                <a:cubicBezTo>
                  <a:pt x="46523" y="49505"/>
                  <a:pt x="45604" y="46480"/>
                  <a:pt x="45604" y="42824"/>
                </a:cubicBezTo>
                <a:cubicBezTo>
                  <a:pt x="45604" y="38076"/>
                  <a:pt x="47187" y="34106"/>
                  <a:pt x="50355" y="30913"/>
                </a:cubicBezTo>
                <a:cubicBezTo>
                  <a:pt x="53522" y="27719"/>
                  <a:pt x="57619" y="26122"/>
                  <a:pt x="62646" y="26122"/>
                </a:cubicBezTo>
                <a:cubicBezTo>
                  <a:pt x="64853" y="26122"/>
                  <a:pt x="67530" y="26605"/>
                  <a:pt x="70677" y="27573"/>
                </a:cubicBezTo>
                <a:cubicBezTo>
                  <a:pt x="72761" y="28204"/>
                  <a:pt x="74151" y="28519"/>
                  <a:pt x="74846" y="28519"/>
                </a:cubicBezTo>
                <a:cubicBezTo>
                  <a:pt x="75500" y="28519"/>
                  <a:pt x="76011" y="28372"/>
                  <a:pt x="76378" y="28078"/>
                </a:cubicBezTo>
                <a:cubicBezTo>
                  <a:pt x="76746" y="27783"/>
                  <a:pt x="77175" y="27131"/>
                  <a:pt x="77666" y="26122"/>
                </a:cubicBezTo>
                <a:lnTo>
                  <a:pt x="79689" y="26122"/>
                </a:lnTo>
                <a:close/>
                <a:moveTo>
                  <a:pt x="129018" y="26122"/>
                </a:moveTo>
                <a:lnTo>
                  <a:pt x="129018" y="45681"/>
                </a:lnTo>
                <a:lnTo>
                  <a:pt x="126995" y="45681"/>
                </a:lnTo>
                <a:cubicBezTo>
                  <a:pt x="125442" y="39547"/>
                  <a:pt x="123450" y="35374"/>
                  <a:pt x="121018" y="33163"/>
                </a:cubicBezTo>
                <a:cubicBezTo>
                  <a:pt x="118586" y="30950"/>
                  <a:pt x="115491" y="29844"/>
                  <a:pt x="111731" y="29844"/>
                </a:cubicBezTo>
                <a:cubicBezTo>
                  <a:pt x="108870" y="29844"/>
                  <a:pt x="106561" y="30622"/>
                  <a:pt x="104803" y="32177"/>
                </a:cubicBezTo>
                <a:cubicBezTo>
                  <a:pt x="103046" y="33731"/>
                  <a:pt x="102167" y="35453"/>
                  <a:pt x="102167" y="37345"/>
                </a:cubicBezTo>
                <a:cubicBezTo>
                  <a:pt x="102167" y="39698"/>
                  <a:pt x="102821" y="41714"/>
                  <a:pt x="104129" y="43394"/>
                </a:cubicBezTo>
                <a:cubicBezTo>
                  <a:pt x="105396" y="45117"/>
                  <a:pt x="107971" y="46945"/>
                  <a:pt x="111853" y="48878"/>
                </a:cubicBezTo>
                <a:lnTo>
                  <a:pt x="120804" y="53353"/>
                </a:lnTo>
                <a:cubicBezTo>
                  <a:pt x="129100" y="57512"/>
                  <a:pt x="133248" y="62996"/>
                  <a:pt x="133248" y="69804"/>
                </a:cubicBezTo>
                <a:cubicBezTo>
                  <a:pt x="133248" y="75055"/>
                  <a:pt x="131317" y="79288"/>
                  <a:pt x="127455" y="82504"/>
                </a:cubicBezTo>
                <a:cubicBezTo>
                  <a:pt x="123593" y="85718"/>
                  <a:pt x="119271" y="87325"/>
                  <a:pt x="114489" y="87325"/>
                </a:cubicBezTo>
                <a:cubicBezTo>
                  <a:pt x="111056" y="87325"/>
                  <a:pt x="107133" y="86694"/>
                  <a:pt x="102719" y="85432"/>
                </a:cubicBezTo>
                <a:cubicBezTo>
                  <a:pt x="101370" y="85011"/>
                  <a:pt x="100267" y="84801"/>
                  <a:pt x="99408" y="84801"/>
                </a:cubicBezTo>
                <a:cubicBezTo>
                  <a:pt x="98468" y="84801"/>
                  <a:pt x="97733" y="85348"/>
                  <a:pt x="97201" y="86441"/>
                </a:cubicBezTo>
                <a:lnTo>
                  <a:pt x="95178" y="86441"/>
                </a:lnTo>
                <a:lnTo>
                  <a:pt x="95178" y="65746"/>
                </a:lnTo>
                <a:lnTo>
                  <a:pt x="97201" y="65746"/>
                </a:lnTo>
                <a:cubicBezTo>
                  <a:pt x="98346" y="71656"/>
                  <a:pt x="100532" y="76109"/>
                  <a:pt x="103761" y="79106"/>
                </a:cubicBezTo>
                <a:cubicBezTo>
                  <a:pt x="106990" y="82103"/>
                  <a:pt x="110607" y="83602"/>
                  <a:pt x="114612" y="83602"/>
                </a:cubicBezTo>
                <a:cubicBezTo>
                  <a:pt x="117432" y="83602"/>
                  <a:pt x="119731" y="82751"/>
                  <a:pt x="121509" y="81050"/>
                </a:cubicBezTo>
                <a:cubicBezTo>
                  <a:pt x="123286" y="79348"/>
                  <a:pt x="124175" y="77300"/>
                  <a:pt x="124175" y="74905"/>
                </a:cubicBezTo>
                <a:cubicBezTo>
                  <a:pt x="124175" y="72005"/>
                  <a:pt x="123184" y="69568"/>
                  <a:pt x="121202" y="67593"/>
                </a:cubicBezTo>
                <a:cubicBezTo>
                  <a:pt x="119220" y="65619"/>
                  <a:pt x="115266" y="63119"/>
                  <a:pt x="109340" y="60095"/>
                </a:cubicBezTo>
                <a:cubicBezTo>
                  <a:pt x="103414" y="57069"/>
                  <a:pt x="99531" y="54337"/>
                  <a:pt x="97692" y="51900"/>
                </a:cubicBezTo>
                <a:cubicBezTo>
                  <a:pt x="95853" y="49505"/>
                  <a:pt x="94933" y="46480"/>
                  <a:pt x="94933" y="42824"/>
                </a:cubicBezTo>
                <a:cubicBezTo>
                  <a:pt x="94933" y="38076"/>
                  <a:pt x="96517" y="34106"/>
                  <a:pt x="99684" y="30913"/>
                </a:cubicBezTo>
                <a:cubicBezTo>
                  <a:pt x="102852" y="27719"/>
                  <a:pt x="106949" y="26122"/>
                  <a:pt x="111976" y="26122"/>
                </a:cubicBezTo>
                <a:cubicBezTo>
                  <a:pt x="114183" y="26122"/>
                  <a:pt x="116860" y="26605"/>
                  <a:pt x="120007" y="27573"/>
                </a:cubicBezTo>
                <a:cubicBezTo>
                  <a:pt x="122091" y="28204"/>
                  <a:pt x="123481" y="28519"/>
                  <a:pt x="124175" y="28519"/>
                </a:cubicBezTo>
                <a:cubicBezTo>
                  <a:pt x="124829" y="28519"/>
                  <a:pt x="125340" y="28372"/>
                  <a:pt x="125708" y="28078"/>
                </a:cubicBezTo>
                <a:cubicBezTo>
                  <a:pt x="126076" y="27783"/>
                  <a:pt x="126505" y="27131"/>
                  <a:pt x="126995" y="26122"/>
                </a:cubicBezTo>
                <a:lnTo>
                  <a:pt x="129018" y="26122"/>
                </a:lnTo>
                <a:close/>
                <a:moveTo>
                  <a:pt x="191283" y="27762"/>
                </a:moveTo>
                <a:lnTo>
                  <a:pt x="191283" y="62780"/>
                </a:lnTo>
                <a:cubicBezTo>
                  <a:pt x="191283" y="69468"/>
                  <a:pt x="191436" y="73559"/>
                  <a:pt x="191743" y="75052"/>
                </a:cubicBezTo>
                <a:cubicBezTo>
                  <a:pt x="192049" y="76546"/>
                  <a:pt x="192539" y="77587"/>
                  <a:pt x="193214" y="78176"/>
                </a:cubicBezTo>
                <a:cubicBezTo>
                  <a:pt x="193888" y="78765"/>
                  <a:pt x="194675" y="79059"/>
                  <a:pt x="195574" y="79059"/>
                </a:cubicBezTo>
                <a:cubicBezTo>
                  <a:pt x="196841" y="79059"/>
                  <a:pt x="198271" y="78701"/>
                  <a:pt x="199865" y="77986"/>
                </a:cubicBezTo>
                <a:lnTo>
                  <a:pt x="200724" y="80195"/>
                </a:lnTo>
                <a:lnTo>
                  <a:pt x="183926" y="87325"/>
                </a:lnTo>
                <a:lnTo>
                  <a:pt x="181167" y="87325"/>
                </a:lnTo>
                <a:lnTo>
                  <a:pt x="181167" y="75084"/>
                </a:lnTo>
                <a:cubicBezTo>
                  <a:pt x="176345" y="80468"/>
                  <a:pt x="172667" y="83854"/>
                  <a:pt x="170133" y="85242"/>
                </a:cubicBezTo>
                <a:cubicBezTo>
                  <a:pt x="167599" y="86631"/>
                  <a:pt x="164922" y="87325"/>
                  <a:pt x="162102" y="87325"/>
                </a:cubicBezTo>
                <a:cubicBezTo>
                  <a:pt x="158955" y="87325"/>
                  <a:pt x="156227" y="86389"/>
                  <a:pt x="153918" y="84517"/>
                </a:cubicBezTo>
                <a:cubicBezTo>
                  <a:pt x="151608" y="82645"/>
                  <a:pt x="150004" y="80237"/>
                  <a:pt x="149105" y="77292"/>
                </a:cubicBezTo>
                <a:cubicBezTo>
                  <a:pt x="148206" y="74348"/>
                  <a:pt x="147757" y="70184"/>
                  <a:pt x="147757" y="64799"/>
                </a:cubicBezTo>
                <a:lnTo>
                  <a:pt x="147757" y="38993"/>
                </a:lnTo>
                <a:cubicBezTo>
                  <a:pt x="147757" y="36259"/>
                  <a:pt x="147470" y="34366"/>
                  <a:pt x="146898" y="33315"/>
                </a:cubicBezTo>
                <a:cubicBezTo>
                  <a:pt x="146326" y="32263"/>
                  <a:pt x="145478" y="31453"/>
                  <a:pt x="144354" y="30885"/>
                </a:cubicBezTo>
                <a:cubicBezTo>
                  <a:pt x="143230" y="30318"/>
                  <a:pt x="141197" y="30055"/>
                  <a:pt x="138254" y="30097"/>
                </a:cubicBezTo>
                <a:lnTo>
                  <a:pt x="138254" y="27762"/>
                </a:lnTo>
                <a:lnTo>
                  <a:pt x="157933" y="27762"/>
                </a:lnTo>
                <a:lnTo>
                  <a:pt x="157933" y="66345"/>
                </a:lnTo>
                <a:cubicBezTo>
                  <a:pt x="157933" y="71716"/>
                  <a:pt x="158842" y="75241"/>
                  <a:pt x="160661" y="76920"/>
                </a:cubicBezTo>
                <a:cubicBezTo>
                  <a:pt x="162480" y="78598"/>
                  <a:pt x="164677" y="79438"/>
                  <a:pt x="167251" y="79438"/>
                </a:cubicBezTo>
                <a:cubicBezTo>
                  <a:pt x="169009" y="79438"/>
                  <a:pt x="171001" y="78871"/>
                  <a:pt x="173229" y="77738"/>
                </a:cubicBezTo>
                <a:cubicBezTo>
                  <a:pt x="175456" y="76605"/>
                  <a:pt x="178102" y="74444"/>
                  <a:pt x="181167" y="71257"/>
                </a:cubicBezTo>
                <a:lnTo>
                  <a:pt x="181167" y="38593"/>
                </a:lnTo>
                <a:cubicBezTo>
                  <a:pt x="181167" y="35320"/>
                  <a:pt x="180585" y="33107"/>
                  <a:pt x="179420" y="31954"/>
                </a:cubicBezTo>
                <a:cubicBezTo>
                  <a:pt x="178256" y="30800"/>
                  <a:pt x="175834" y="30181"/>
                  <a:pt x="172156" y="30097"/>
                </a:cubicBezTo>
                <a:lnTo>
                  <a:pt x="172156" y="27762"/>
                </a:lnTo>
                <a:lnTo>
                  <a:pt x="191283" y="27762"/>
                </a:lnTo>
                <a:close/>
                <a:moveTo>
                  <a:pt x="214272" y="49593"/>
                </a:moveTo>
                <a:cubicBezTo>
                  <a:pt x="214231" y="58155"/>
                  <a:pt x="216254" y="64870"/>
                  <a:pt x="220341" y="69739"/>
                </a:cubicBezTo>
                <a:cubicBezTo>
                  <a:pt x="224428" y="74606"/>
                  <a:pt x="229231" y="77040"/>
                  <a:pt x="234748" y="77040"/>
                </a:cubicBezTo>
                <a:cubicBezTo>
                  <a:pt x="238426" y="77040"/>
                  <a:pt x="241624" y="75999"/>
                  <a:pt x="244342" y="73917"/>
                </a:cubicBezTo>
                <a:cubicBezTo>
                  <a:pt x="247060" y="71835"/>
                  <a:pt x="249338" y="68270"/>
                  <a:pt x="251178" y="63222"/>
                </a:cubicBezTo>
                <a:lnTo>
                  <a:pt x="253078" y="64484"/>
                </a:lnTo>
                <a:cubicBezTo>
                  <a:pt x="252220" y="70247"/>
                  <a:pt x="249727" y="75494"/>
                  <a:pt x="245599" y="80226"/>
                </a:cubicBezTo>
                <a:cubicBezTo>
                  <a:pt x="241471" y="84958"/>
                  <a:pt x="236301" y="87325"/>
                  <a:pt x="230089" y="87325"/>
                </a:cubicBezTo>
                <a:cubicBezTo>
                  <a:pt x="223345" y="87325"/>
                  <a:pt x="217572" y="84628"/>
                  <a:pt x="212770" y="79235"/>
                </a:cubicBezTo>
                <a:cubicBezTo>
                  <a:pt x="207968" y="73840"/>
                  <a:pt x="205567" y="66588"/>
                  <a:pt x="205567" y="57478"/>
                </a:cubicBezTo>
                <a:cubicBezTo>
                  <a:pt x="205567" y="47614"/>
                  <a:pt x="208029" y="39923"/>
                  <a:pt x="212954" y="34403"/>
                </a:cubicBezTo>
                <a:cubicBezTo>
                  <a:pt x="217879" y="28882"/>
                  <a:pt x="224061" y="26122"/>
                  <a:pt x="231499" y="26122"/>
                </a:cubicBezTo>
                <a:cubicBezTo>
                  <a:pt x="237793" y="26122"/>
                  <a:pt x="242963" y="28251"/>
                  <a:pt x="247009" y="32510"/>
                </a:cubicBezTo>
                <a:cubicBezTo>
                  <a:pt x="251055" y="36768"/>
                  <a:pt x="253078" y="42462"/>
                  <a:pt x="253078" y="49593"/>
                </a:cubicBezTo>
                <a:lnTo>
                  <a:pt x="214272" y="49593"/>
                </a:lnTo>
                <a:moveTo>
                  <a:pt x="214272" y="45934"/>
                </a:moveTo>
                <a:lnTo>
                  <a:pt x="240265" y="45934"/>
                </a:lnTo>
                <a:cubicBezTo>
                  <a:pt x="240061" y="42232"/>
                  <a:pt x="239632" y="39624"/>
                  <a:pt x="238978" y="38110"/>
                </a:cubicBezTo>
                <a:cubicBezTo>
                  <a:pt x="237956" y="35754"/>
                  <a:pt x="236434" y="33903"/>
                  <a:pt x="234411" y="32557"/>
                </a:cubicBezTo>
                <a:cubicBezTo>
                  <a:pt x="232388" y="31211"/>
                  <a:pt x="230273" y="30538"/>
                  <a:pt x="228066" y="30538"/>
                </a:cubicBezTo>
                <a:cubicBezTo>
                  <a:pt x="224674" y="30538"/>
                  <a:pt x="221639" y="31895"/>
                  <a:pt x="218962" y="34608"/>
                </a:cubicBezTo>
                <a:cubicBezTo>
                  <a:pt x="216285" y="37321"/>
                  <a:pt x="214722" y="41096"/>
                  <a:pt x="214272" y="45934"/>
                </a:cubicBezTo>
                <a:close/>
                <a:moveTo>
                  <a:pt x="327078" y="83223"/>
                </a:moveTo>
                <a:lnTo>
                  <a:pt x="327078" y="85558"/>
                </a:lnTo>
                <a:lnTo>
                  <a:pt x="291460" y="85558"/>
                </a:lnTo>
                <a:lnTo>
                  <a:pt x="291460" y="83223"/>
                </a:lnTo>
                <a:lnTo>
                  <a:pt x="294402" y="83223"/>
                </a:lnTo>
                <a:cubicBezTo>
                  <a:pt x="297836" y="83223"/>
                  <a:pt x="300329" y="82193"/>
                  <a:pt x="301882" y="80132"/>
                </a:cubicBezTo>
                <a:cubicBezTo>
                  <a:pt x="302863" y="78786"/>
                  <a:pt x="303353" y="75547"/>
                  <a:pt x="303353" y="70415"/>
                </a:cubicBezTo>
                <a:lnTo>
                  <a:pt x="303353" y="15143"/>
                </a:lnTo>
                <a:cubicBezTo>
                  <a:pt x="303353" y="10810"/>
                  <a:pt x="303087" y="7950"/>
                  <a:pt x="302556" y="6562"/>
                </a:cubicBezTo>
                <a:cubicBezTo>
                  <a:pt x="302147" y="5510"/>
                  <a:pt x="301309" y="4606"/>
                  <a:pt x="300042" y="3849"/>
                </a:cubicBezTo>
                <a:cubicBezTo>
                  <a:pt x="298244" y="2839"/>
                  <a:pt x="296364" y="2335"/>
                  <a:pt x="294402" y="2335"/>
                </a:cubicBezTo>
                <a:lnTo>
                  <a:pt x="291460" y="2335"/>
                </a:lnTo>
                <a:lnTo>
                  <a:pt x="291460" y="0"/>
                </a:lnTo>
                <a:lnTo>
                  <a:pt x="327078" y="0"/>
                </a:lnTo>
                <a:lnTo>
                  <a:pt x="327078" y="2335"/>
                </a:lnTo>
                <a:lnTo>
                  <a:pt x="324074" y="2335"/>
                </a:lnTo>
                <a:cubicBezTo>
                  <a:pt x="320682" y="2335"/>
                  <a:pt x="318209" y="3365"/>
                  <a:pt x="316656" y="5426"/>
                </a:cubicBezTo>
                <a:cubicBezTo>
                  <a:pt x="315634" y="6772"/>
                  <a:pt x="315123" y="10011"/>
                  <a:pt x="315123" y="15143"/>
                </a:cubicBezTo>
                <a:lnTo>
                  <a:pt x="315123" y="70415"/>
                </a:lnTo>
                <a:cubicBezTo>
                  <a:pt x="315123" y="74747"/>
                  <a:pt x="315389" y="77608"/>
                  <a:pt x="315920" y="78996"/>
                </a:cubicBezTo>
                <a:cubicBezTo>
                  <a:pt x="316329" y="80048"/>
                  <a:pt x="317187" y="80952"/>
                  <a:pt x="318495" y="81709"/>
                </a:cubicBezTo>
                <a:cubicBezTo>
                  <a:pt x="320253" y="82719"/>
                  <a:pt x="322112" y="83223"/>
                  <a:pt x="324074" y="83223"/>
                </a:cubicBezTo>
                <a:lnTo>
                  <a:pt x="327078" y="83223"/>
                </a:lnTo>
                <a:close/>
                <a:moveTo>
                  <a:pt x="333079" y="85558"/>
                </a:moveTo>
                <a:lnTo>
                  <a:pt x="333079" y="83223"/>
                </a:lnTo>
                <a:lnTo>
                  <a:pt x="336205" y="83223"/>
                </a:lnTo>
                <a:cubicBezTo>
                  <a:pt x="339720" y="83223"/>
                  <a:pt x="342213" y="82067"/>
                  <a:pt x="343684" y="79753"/>
                </a:cubicBezTo>
                <a:cubicBezTo>
                  <a:pt x="344583" y="78365"/>
                  <a:pt x="345033" y="75252"/>
                  <a:pt x="345033" y="70415"/>
                </a:cubicBezTo>
                <a:lnTo>
                  <a:pt x="345033" y="15143"/>
                </a:lnTo>
                <a:cubicBezTo>
                  <a:pt x="345033" y="9801"/>
                  <a:pt x="344461" y="6457"/>
                  <a:pt x="343316" y="5111"/>
                </a:cubicBezTo>
                <a:cubicBezTo>
                  <a:pt x="341723" y="3260"/>
                  <a:pt x="339352" y="2335"/>
                  <a:pt x="336205" y="2335"/>
                </a:cubicBezTo>
                <a:lnTo>
                  <a:pt x="333079" y="2335"/>
                </a:lnTo>
                <a:lnTo>
                  <a:pt x="333079" y="0"/>
                </a:lnTo>
                <a:lnTo>
                  <a:pt x="366919" y="0"/>
                </a:lnTo>
                <a:cubicBezTo>
                  <a:pt x="379343" y="0"/>
                  <a:pt x="388794" y="1451"/>
                  <a:pt x="395272" y="4354"/>
                </a:cubicBezTo>
                <a:cubicBezTo>
                  <a:pt x="401750" y="7256"/>
                  <a:pt x="406961" y="12093"/>
                  <a:pt x="410905" y="18866"/>
                </a:cubicBezTo>
                <a:cubicBezTo>
                  <a:pt x="414849" y="25638"/>
                  <a:pt x="416821" y="33462"/>
                  <a:pt x="416821" y="42337"/>
                </a:cubicBezTo>
                <a:cubicBezTo>
                  <a:pt x="416821" y="54241"/>
                  <a:pt x="413306" y="64189"/>
                  <a:pt x="406276" y="72182"/>
                </a:cubicBezTo>
                <a:cubicBezTo>
                  <a:pt x="398388" y="81099"/>
                  <a:pt x="386373" y="85558"/>
                  <a:pt x="370229" y="85558"/>
                </a:cubicBezTo>
                <a:lnTo>
                  <a:pt x="333079" y="85558"/>
                </a:lnTo>
                <a:moveTo>
                  <a:pt x="356803" y="79438"/>
                </a:moveTo>
                <a:cubicBezTo>
                  <a:pt x="361994" y="80573"/>
                  <a:pt x="366347" y="81141"/>
                  <a:pt x="369861" y="81141"/>
                </a:cubicBezTo>
                <a:cubicBezTo>
                  <a:pt x="379343" y="81141"/>
                  <a:pt x="387211" y="77713"/>
                  <a:pt x="393464" y="70857"/>
                </a:cubicBezTo>
                <a:cubicBezTo>
                  <a:pt x="399717" y="64000"/>
                  <a:pt x="402843" y="54704"/>
                  <a:pt x="402843" y="42968"/>
                </a:cubicBezTo>
                <a:cubicBezTo>
                  <a:pt x="402843" y="31148"/>
                  <a:pt x="399717" y="21831"/>
                  <a:pt x="393464" y="15017"/>
                </a:cubicBezTo>
                <a:cubicBezTo>
                  <a:pt x="387211" y="8202"/>
                  <a:pt x="379180" y="4795"/>
                  <a:pt x="369371" y="4795"/>
                </a:cubicBezTo>
                <a:cubicBezTo>
                  <a:pt x="365693" y="4795"/>
                  <a:pt x="361503" y="5405"/>
                  <a:pt x="356803" y="6625"/>
                </a:cubicBezTo>
                <a:lnTo>
                  <a:pt x="356803" y="794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BugID">
            <a:extLst xmlns:a="http://schemas.openxmlformats.org/drawingml/2006/main">
              <a:ext uri="{FF2B5EF4-FFF2-40B4-BE49-F238E27FC236}">
                <a16:creationId xmlns:a16="http://schemas.microsoft.com/office/drawing/2014/main" id="{13BB29AA-212E-462B-8B92-6F766818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322" y="2318689"/>
            <a:ext cx="366296" cy="113446"/>
          </a:xfrm>
          <a:custGeom xmlns:a="http://schemas.openxmlformats.org/drawingml/2006/main">
            <a:pathLst>
              <a:path w="366296" h="113446">
                <a:moveTo>
                  <a:pt x="55910" y="41933"/>
                </a:moveTo>
                <a:cubicBezTo>
                  <a:pt x="61672" y="43194"/>
                  <a:pt x="65984" y="45211"/>
                  <a:pt x="68845" y="47984"/>
                </a:cubicBezTo>
                <a:cubicBezTo>
                  <a:pt x="72809" y="51852"/>
                  <a:pt x="74792" y="56580"/>
                  <a:pt x="74792" y="62169"/>
                </a:cubicBezTo>
                <a:cubicBezTo>
                  <a:pt x="74792" y="66414"/>
                  <a:pt x="73484" y="70480"/>
                  <a:pt x="70868" y="74368"/>
                </a:cubicBezTo>
                <a:cubicBezTo>
                  <a:pt x="68252" y="78255"/>
                  <a:pt x="64666" y="81092"/>
                  <a:pt x="60109" y="82878"/>
                </a:cubicBezTo>
                <a:cubicBezTo>
                  <a:pt x="55552" y="84665"/>
                  <a:pt x="48594" y="85558"/>
                  <a:pt x="39235" y="85558"/>
                </a:cubicBezTo>
                <a:lnTo>
                  <a:pt x="0" y="85558"/>
                </a:lnTo>
                <a:lnTo>
                  <a:pt x="0" y="83223"/>
                </a:lnTo>
                <a:lnTo>
                  <a:pt x="3127" y="83223"/>
                </a:lnTo>
                <a:cubicBezTo>
                  <a:pt x="6600" y="83223"/>
                  <a:pt x="9094" y="82088"/>
                  <a:pt x="10606" y="79816"/>
                </a:cubicBezTo>
                <a:cubicBezTo>
                  <a:pt x="11546" y="78344"/>
                  <a:pt x="12016" y="75210"/>
                  <a:pt x="12016" y="70415"/>
                </a:cubicBezTo>
                <a:lnTo>
                  <a:pt x="12016" y="15143"/>
                </a:lnTo>
                <a:cubicBezTo>
                  <a:pt x="12016" y="9843"/>
                  <a:pt x="11423" y="6499"/>
                  <a:pt x="10238" y="5111"/>
                </a:cubicBezTo>
                <a:cubicBezTo>
                  <a:pt x="8644" y="3260"/>
                  <a:pt x="6273" y="2335"/>
                  <a:pt x="3127" y="2335"/>
                </a:cubicBezTo>
                <a:lnTo>
                  <a:pt x="0" y="2335"/>
                </a:lnTo>
                <a:lnTo>
                  <a:pt x="0" y="0"/>
                </a:lnTo>
                <a:lnTo>
                  <a:pt x="35924" y="0"/>
                </a:lnTo>
                <a:cubicBezTo>
                  <a:pt x="42627" y="0"/>
                  <a:pt x="48001" y="505"/>
                  <a:pt x="52048" y="1516"/>
                </a:cubicBezTo>
                <a:cubicBezTo>
                  <a:pt x="58178" y="3032"/>
                  <a:pt x="62858" y="5716"/>
                  <a:pt x="66086" y="9569"/>
                </a:cubicBezTo>
                <a:cubicBezTo>
                  <a:pt x="69315" y="13420"/>
                  <a:pt x="70929" y="17851"/>
                  <a:pt x="70929" y="22860"/>
                </a:cubicBezTo>
                <a:cubicBezTo>
                  <a:pt x="70929" y="27155"/>
                  <a:pt x="69662" y="30997"/>
                  <a:pt x="67128" y="34387"/>
                </a:cubicBezTo>
                <a:cubicBezTo>
                  <a:pt x="64595" y="37776"/>
                  <a:pt x="60855" y="40291"/>
                  <a:pt x="55910" y="41933"/>
                </a:cubicBezTo>
                <a:moveTo>
                  <a:pt x="23786" y="38488"/>
                </a:moveTo>
                <a:cubicBezTo>
                  <a:pt x="25298" y="38783"/>
                  <a:pt x="27025" y="39004"/>
                  <a:pt x="28966" y="39151"/>
                </a:cubicBezTo>
                <a:cubicBezTo>
                  <a:pt x="30908" y="39298"/>
                  <a:pt x="33043" y="39372"/>
                  <a:pt x="35373" y="39372"/>
                </a:cubicBezTo>
                <a:cubicBezTo>
                  <a:pt x="41340" y="39372"/>
                  <a:pt x="45825" y="38708"/>
                  <a:pt x="48829" y="37380"/>
                </a:cubicBezTo>
                <a:cubicBezTo>
                  <a:pt x="51833" y="36053"/>
                  <a:pt x="54132" y="34020"/>
                  <a:pt x="55726" y="31282"/>
                </a:cubicBezTo>
                <a:cubicBezTo>
                  <a:pt x="57320" y="28542"/>
                  <a:pt x="58117" y="25550"/>
                  <a:pt x="58117" y="22304"/>
                </a:cubicBezTo>
                <a:cubicBezTo>
                  <a:pt x="58117" y="17291"/>
                  <a:pt x="56135" y="13014"/>
                  <a:pt x="52170" y="9474"/>
                </a:cubicBezTo>
                <a:cubicBezTo>
                  <a:pt x="48206" y="5934"/>
                  <a:pt x="42423" y="4164"/>
                  <a:pt x="34821" y="4164"/>
                </a:cubicBezTo>
                <a:cubicBezTo>
                  <a:pt x="30734" y="4164"/>
                  <a:pt x="27056" y="4648"/>
                  <a:pt x="23786" y="5616"/>
                </a:cubicBezTo>
                <a:lnTo>
                  <a:pt x="23786" y="38488"/>
                </a:lnTo>
                <a:moveTo>
                  <a:pt x="23786" y="79438"/>
                </a:moveTo>
                <a:cubicBezTo>
                  <a:pt x="28527" y="80573"/>
                  <a:pt x="33207" y="81141"/>
                  <a:pt x="37825" y="81141"/>
                </a:cubicBezTo>
                <a:cubicBezTo>
                  <a:pt x="45222" y="81141"/>
                  <a:pt x="50862" y="79427"/>
                  <a:pt x="54745" y="75999"/>
                </a:cubicBezTo>
                <a:cubicBezTo>
                  <a:pt x="58628" y="72571"/>
                  <a:pt x="60569" y="68333"/>
                  <a:pt x="60569" y="63285"/>
                </a:cubicBezTo>
                <a:cubicBezTo>
                  <a:pt x="60569" y="59962"/>
                  <a:pt x="59690" y="56765"/>
                  <a:pt x="57933" y="53695"/>
                </a:cubicBezTo>
                <a:cubicBezTo>
                  <a:pt x="56175" y="50624"/>
                  <a:pt x="53315" y="48205"/>
                  <a:pt x="49350" y="46439"/>
                </a:cubicBezTo>
                <a:cubicBezTo>
                  <a:pt x="45386" y="44672"/>
                  <a:pt x="40481" y="43788"/>
                  <a:pt x="34637" y="43788"/>
                </a:cubicBezTo>
                <a:cubicBezTo>
                  <a:pt x="32103" y="43788"/>
                  <a:pt x="29937" y="43831"/>
                  <a:pt x="28139" y="43915"/>
                </a:cubicBezTo>
                <a:cubicBezTo>
                  <a:pt x="26341" y="43999"/>
                  <a:pt x="24890" y="44146"/>
                  <a:pt x="23786" y="44356"/>
                </a:cubicBezTo>
                <a:lnTo>
                  <a:pt x="23786" y="79438"/>
                </a:lnTo>
                <a:close/>
                <a:moveTo>
                  <a:pt x="134018" y="27762"/>
                </a:moveTo>
                <a:lnTo>
                  <a:pt x="134018" y="62780"/>
                </a:lnTo>
                <a:cubicBezTo>
                  <a:pt x="134018" y="69468"/>
                  <a:pt x="134172" y="73559"/>
                  <a:pt x="134478" y="75052"/>
                </a:cubicBezTo>
                <a:cubicBezTo>
                  <a:pt x="134785" y="76546"/>
                  <a:pt x="135275" y="77587"/>
                  <a:pt x="135950" y="78176"/>
                </a:cubicBezTo>
                <a:cubicBezTo>
                  <a:pt x="136624" y="78765"/>
                  <a:pt x="137411" y="79059"/>
                  <a:pt x="138310" y="79059"/>
                </a:cubicBezTo>
                <a:cubicBezTo>
                  <a:pt x="139577" y="79059"/>
                  <a:pt x="141007" y="78701"/>
                  <a:pt x="142601" y="77986"/>
                </a:cubicBezTo>
                <a:lnTo>
                  <a:pt x="143459" y="80195"/>
                </a:lnTo>
                <a:lnTo>
                  <a:pt x="126662" y="87325"/>
                </a:lnTo>
                <a:lnTo>
                  <a:pt x="123903" y="87325"/>
                </a:lnTo>
                <a:lnTo>
                  <a:pt x="123903" y="75084"/>
                </a:lnTo>
                <a:cubicBezTo>
                  <a:pt x="119081" y="80468"/>
                  <a:pt x="115402" y="83854"/>
                  <a:pt x="112868" y="85242"/>
                </a:cubicBezTo>
                <a:cubicBezTo>
                  <a:pt x="110334" y="86631"/>
                  <a:pt x="107658" y="87325"/>
                  <a:pt x="104838" y="87325"/>
                </a:cubicBezTo>
                <a:cubicBezTo>
                  <a:pt x="101691" y="87325"/>
                  <a:pt x="98963" y="86389"/>
                  <a:pt x="96653" y="84517"/>
                </a:cubicBezTo>
                <a:cubicBezTo>
                  <a:pt x="94344" y="82645"/>
                  <a:pt x="92740" y="80237"/>
                  <a:pt x="91841" y="77292"/>
                </a:cubicBezTo>
                <a:cubicBezTo>
                  <a:pt x="90942" y="74348"/>
                  <a:pt x="90492" y="70184"/>
                  <a:pt x="90492" y="64799"/>
                </a:cubicBezTo>
                <a:lnTo>
                  <a:pt x="90492" y="38993"/>
                </a:lnTo>
                <a:cubicBezTo>
                  <a:pt x="90492" y="36259"/>
                  <a:pt x="90206" y="34366"/>
                  <a:pt x="89634" y="33315"/>
                </a:cubicBezTo>
                <a:cubicBezTo>
                  <a:pt x="89062" y="32263"/>
                  <a:pt x="88214" y="31453"/>
                  <a:pt x="87090" y="30885"/>
                </a:cubicBezTo>
                <a:cubicBezTo>
                  <a:pt x="85966" y="30318"/>
                  <a:pt x="83933" y="30055"/>
                  <a:pt x="80990" y="30097"/>
                </a:cubicBezTo>
                <a:lnTo>
                  <a:pt x="80990" y="27762"/>
                </a:lnTo>
                <a:lnTo>
                  <a:pt x="100669" y="27762"/>
                </a:lnTo>
                <a:lnTo>
                  <a:pt x="100669" y="66345"/>
                </a:lnTo>
                <a:cubicBezTo>
                  <a:pt x="100669" y="71716"/>
                  <a:pt x="101578" y="75241"/>
                  <a:pt x="103397" y="76920"/>
                </a:cubicBezTo>
                <a:cubicBezTo>
                  <a:pt x="105216" y="78598"/>
                  <a:pt x="107412" y="79438"/>
                  <a:pt x="109987" y="79438"/>
                </a:cubicBezTo>
                <a:cubicBezTo>
                  <a:pt x="111744" y="79438"/>
                  <a:pt x="113737" y="78871"/>
                  <a:pt x="115964" y="77738"/>
                </a:cubicBezTo>
                <a:cubicBezTo>
                  <a:pt x="118192" y="76605"/>
                  <a:pt x="120838" y="74444"/>
                  <a:pt x="123903" y="71257"/>
                </a:cubicBezTo>
                <a:lnTo>
                  <a:pt x="123903" y="38593"/>
                </a:lnTo>
                <a:cubicBezTo>
                  <a:pt x="123903" y="35320"/>
                  <a:pt x="123321" y="33107"/>
                  <a:pt x="122156" y="31954"/>
                </a:cubicBezTo>
                <a:cubicBezTo>
                  <a:pt x="120991" y="30800"/>
                  <a:pt x="118570" y="30181"/>
                  <a:pt x="114891" y="30097"/>
                </a:cubicBezTo>
                <a:lnTo>
                  <a:pt x="114891" y="27762"/>
                </a:lnTo>
                <a:lnTo>
                  <a:pt x="134018" y="27762"/>
                </a:lnTo>
                <a:close/>
                <a:moveTo>
                  <a:pt x="162587" y="64498"/>
                </a:moveTo>
                <a:cubicBezTo>
                  <a:pt x="159154" y="62776"/>
                  <a:pt x="156518" y="60371"/>
                  <a:pt x="154678" y="57283"/>
                </a:cubicBezTo>
                <a:cubicBezTo>
                  <a:pt x="152839" y="54195"/>
                  <a:pt x="151920" y="50782"/>
                  <a:pt x="151920" y="47042"/>
                </a:cubicBezTo>
                <a:cubicBezTo>
                  <a:pt x="151920" y="41329"/>
                  <a:pt x="154014" y="36414"/>
                  <a:pt x="158203" y="32297"/>
                </a:cubicBezTo>
                <a:cubicBezTo>
                  <a:pt x="162393" y="28180"/>
                  <a:pt x="167757" y="26122"/>
                  <a:pt x="174296" y="26122"/>
                </a:cubicBezTo>
                <a:cubicBezTo>
                  <a:pt x="179650" y="26122"/>
                  <a:pt x="184288" y="27468"/>
                  <a:pt x="188212" y="30160"/>
                </a:cubicBezTo>
                <a:lnTo>
                  <a:pt x="200105" y="30160"/>
                </a:lnTo>
                <a:cubicBezTo>
                  <a:pt x="201862" y="30160"/>
                  <a:pt x="202884" y="30212"/>
                  <a:pt x="203170" y="30316"/>
                </a:cubicBezTo>
                <a:cubicBezTo>
                  <a:pt x="203456" y="30419"/>
                  <a:pt x="203661" y="30596"/>
                  <a:pt x="203783" y="30846"/>
                </a:cubicBezTo>
                <a:cubicBezTo>
                  <a:pt x="204029" y="31221"/>
                  <a:pt x="204151" y="31886"/>
                  <a:pt x="204151" y="32843"/>
                </a:cubicBezTo>
                <a:cubicBezTo>
                  <a:pt x="204151" y="33924"/>
                  <a:pt x="204049" y="34672"/>
                  <a:pt x="203845" y="35089"/>
                </a:cubicBezTo>
                <a:cubicBezTo>
                  <a:pt x="203722" y="35297"/>
                  <a:pt x="203507" y="35463"/>
                  <a:pt x="203201" y="35588"/>
                </a:cubicBezTo>
                <a:cubicBezTo>
                  <a:pt x="202894" y="35713"/>
                  <a:pt x="201862" y="35775"/>
                  <a:pt x="200105" y="35775"/>
                </a:cubicBezTo>
                <a:lnTo>
                  <a:pt x="192810" y="35775"/>
                </a:lnTo>
                <a:cubicBezTo>
                  <a:pt x="195099" y="38810"/>
                  <a:pt x="196243" y="42688"/>
                  <a:pt x="196243" y="47409"/>
                </a:cubicBezTo>
                <a:cubicBezTo>
                  <a:pt x="196243" y="52803"/>
                  <a:pt x="194240" y="57418"/>
                  <a:pt x="190235" y="61254"/>
                </a:cubicBezTo>
                <a:cubicBezTo>
                  <a:pt x="186230" y="65090"/>
                  <a:pt x="180855" y="67008"/>
                  <a:pt x="174112" y="67008"/>
                </a:cubicBezTo>
                <a:cubicBezTo>
                  <a:pt x="171333" y="67008"/>
                  <a:pt x="168492" y="66579"/>
                  <a:pt x="165591" y="65720"/>
                </a:cubicBezTo>
                <a:cubicBezTo>
                  <a:pt x="163792" y="67317"/>
                  <a:pt x="162576" y="68715"/>
                  <a:pt x="161943" y="69914"/>
                </a:cubicBezTo>
                <a:cubicBezTo>
                  <a:pt x="161310" y="71112"/>
                  <a:pt x="160993" y="72130"/>
                  <a:pt x="160993" y="72970"/>
                </a:cubicBezTo>
                <a:cubicBezTo>
                  <a:pt x="160993" y="73685"/>
                  <a:pt x="161330" y="74379"/>
                  <a:pt x="162004" y="75052"/>
                </a:cubicBezTo>
                <a:cubicBezTo>
                  <a:pt x="162679" y="75724"/>
                  <a:pt x="163997" y="76207"/>
                  <a:pt x="165958" y="76502"/>
                </a:cubicBezTo>
                <a:cubicBezTo>
                  <a:pt x="167103" y="76670"/>
                  <a:pt x="169964" y="76817"/>
                  <a:pt x="174541" y="76943"/>
                </a:cubicBezTo>
                <a:cubicBezTo>
                  <a:pt x="182960" y="77152"/>
                  <a:pt x="188416" y="77446"/>
                  <a:pt x="190909" y="77825"/>
                </a:cubicBezTo>
                <a:cubicBezTo>
                  <a:pt x="194710" y="78372"/>
                  <a:pt x="197745" y="79822"/>
                  <a:pt x="200013" y="82176"/>
                </a:cubicBezTo>
                <a:cubicBezTo>
                  <a:pt x="202281" y="84529"/>
                  <a:pt x="203416" y="87429"/>
                  <a:pt x="203416" y="90876"/>
                </a:cubicBezTo>
                <a:cubicBezTo>
                  <a:pt x="203416" y="95625"/>
                  <a:pt x="201249" y="100080"/>
                  <a:pt x="196917" y="104242"/>
                </a:cubicBezTo>
                <a:cubicBezTo>
                  <a:pt x="190542" y="110378"/>
                  <a:pt x="182225" y="113446"/>
                  <a:pt x="171966" y="113446"/>
                </a:cubicBezTo>
                <a:cubicBezTo>
                  <a:pt x="164078" y="113446"/>
                  <a:pt x="157417" y="111619"/>
                  <a:pt x="151981" y="107965"/>
                </a:cubicBezTo>
                <a:cubicBezTo>
                  <a:pt x="148916" y="105864"/>
                  <a:pt x="147383" y="103680"/>
                  <a:pt x="147383" y="101411"/>
                </a:cubicBezTo>
                <a:cubicBezTo>
                  <a:pt x="147383" y="100404"/>
                  <a:pt x="147608" y="99396"/>
                  <a:pt x="148058" y="98388"/>
                </a:cubicBezTo>
                <a:cubicBezTo>
                  <a:pt x="148752" y="96833"/>
                  <a:pt x="150183" y="94669"/>
                  <a:pt x="152349" y="91897"/>
                </a:cubicBezTo>
                <a:cubicBezTo>
                  <a:pt x="152635" y="91520"/>
                  <a:pt x="154719" y="89252"/>
                  <a:pt x="158602" y="85093"/>
                </a:cubicBezTo>
                <a:cubicBezTo>
                  <a:pt x="156477" y="83787"/>
                  <a:pt x="154975" y="82619"/>
                  <a:pt x="154096" y="81587"/>
                </a:cubicBezTo>
                <a:cubicBezTo>
                  <a:pt x="153217" y="80555"/>
                  <a:pt x="152778" y="79386"/>
                  <a:pt x="152778" y="78081"/>
                </a:cubicBezTo>
                <a:cubicBezTo>
                  <a:pt x="152778" y="76606"/>
                  <a:pt x="153360" y="74879"/>
                  <a:pt x="154525" y="72899"/>
                </a:cubicBezTo>
                <a:cubicBezTo>
                  <a:pt x="155690" y="70920"/>
                  <a:pt x="158377" y="68119"/>
                  <a:pt x="162587" y="64498"/>
                </a:cubicBezTo>
                <a:moveTo>
                  <a:pt x="173254" y="29276"/>
                </a:moveTo>
                <a:cubicBezTo>
                  <a:pt x="170229" y="29276"/>
                  <a:pt x="167695" y="30511"/>
                  <a:pt x="165652" y="32979"/>
                </a:cubicBezTo>
                <a:cubicBezTo>
                  <a:pt x="163608" y="35447"/>
                  <a:pt x="162587" y="39232"/>
                  <a:pt x="162587" y="44337"/>
                </a:cubicBezTo>
                <a:cubicBezTo>
                  <a:pt x="162587" y="50947"/>
                  <a:pt x="163976" y="56072"/>
                  <a:pt x="166755" y="59710"/>
                </a:cubicBezTo>
                <a:cubicBezTo>
                  <a:pt x="168881" y="62472"/>
                  <a:pt x="171578" y="63853"/>
                  <a:pt x="174848" y="63853"/>
                </a:cubicBezTo>
                <a:cubicBezTo>
                  <a:pt x="177954" y="63853"/>
                  <a:pt x="180508" y="62661"/>
                  <a:pt x="182511" y="60276"/>
                </a:cubicBezTo>
                <a:cubicBezTo>
                  <a:pt x="184513" y="57892"/>
                  <a:pt x="185515" y="54147"/>
                  <a:pt x="185515" y="49043"/>
                </a:cubicBezTo>
                <a:cubicBezTo>
                  <a:pt x="185515" y="42392"/>
                  <a:pt x="184105" y="37183"/>
                  <a:pt x="181285" y="33417"/>
                </a:cubicBezTo>
                <a:cubicBezTo>
                  <a:pt x="179200" y="30657"/>
                  <a:pt x="176523" y="29276"/>
                  <a:pt x="173254" y="29276"/>
                </a:cubicBezTo>
                <a:moveTo>
                  <a:pt x="161974" y="85595"/>
                </a:moveTo>
                <a:cubicBezTo>
                  <a:pt x="160053" y="87737"/>
                  <a:pt x="158602" y="89731"/>
                  <a:pt x="157621" y="91578"/>
                </a:cubicBezTo>
                <a:cubicBezTo>
                  <a:pt x="156640" y="93426"/>
                  <a:pt x="156150" y="95127"/>
                  <a:pt x="156150" y="96680"/>
                </a:cubicBezTo>
                <a:cubicBezTo>
                  <a:pt x="156150" y="98696"/>
                  <a:pt x="157335" y="100459"/>
                  <a:pt x="159705" y="101971"/>
                </a:cubicBezTo>
                <a:cubicBezTo>
                  <a:pt x="163792" y="104573"/>
                  <a:pt x="169698" y="105875"/>
                  <a:pt x="177422" y="105875"/>
                </a:cubicBezTo>
                <a:cubicBezTo>
                  <a:pt x="184779" y="105875"/>
                  <a:pt x="190204" y="104541"/>
                  <a:pt x="193699" y="101874"/>
                </a:cubicBezTo>
                <a:cubicBezTo>
                  <a:pt x="197193" y="99208"/>
                  <a:pt x="198940" y="96364"/>
                  <a:pt x="198940" y="93342"/>
                </a:cubicBezTo>
                <a:cubicBezTo>
                  <a:pt x="198940" y="91159"/>
                  <a:pt x="197898" y="89605"/>
                  <a:pt x="195814" y="88681"/>
                </a:cubicBezTo>
                <a:cubicBezTo>
                  <a:pt x="193689" y="87757"/>
                  <a:pt x="189479" y="87212"/>
                  <a:pt x="183185" y="87045"/>
                </a:cubicBezTo>
                <a:cubicBezTo>
                  <a:pt x="173989" y="86792"/>
                  <a:pt x="166919" y="86309"/>
                  <a:pt x="161974" y="85595"/>
                </a:cubicBezTo>
                <a:close/>
                <a:moveTo>
                  <a:pt x="276554" y="83223"/>
                </a:moveTo>
                <a:lnTo>
                  <a:pt x="276554" y="85558"/>
                </a:lnTo>
                <a:lnTo>
                  <a:pt x="240936" y="85558"/>
                </a:lnTo>
                <a:lnTo>
                  <a:pt x="240936" y="83223"/>
                </a:lnTo>
                <a:lnTo>
                  <a:pt x="243878" y="83223"/>
                </a:lnTo>
                <a:cubicBezTo>
                  <a:pt x="247311" y="83223"/>
                  <a:pt x="249804" y="82193"/>
                  <a:pt x="251357" y="80132"/>
                </a:cubicBezTo>
                <a:cubicBezTo>
                  <a:pt x="252338" y="78786"/>
                  <a:pt x="252829" y="75547"/>
                  <a:pt x="252829" y="70415"/>
                </a:cubicBezTo>
                <a:lnTo>
                  <a:pt x="252829" y="15143"/>
                </a:lnTo>
                <a:cubicBezTo>
                  <a:pt x="252829" y="10810"/>
                  <a:pt x="252563" y="7950"/>
                  <a:pt x="252032" y="6562"/>
                </a:cubicBezTo>
                <a:cubicBezTo>
                  <a:pt x="251623" y="5510"/>
                  <a:pt x="250785" y="4606"/>
                  <a:pt x="249518" y="3849"/>
                </a:cubicBezTo>
                <a:cubicBezTo>
                  <a:pt x="247720" y="2839"/>
                  <a:pt x="245840" y="2335"/>
                  <a:pt x="243878" y="2335"/>
                </a:cubicBezTo>
                <a:lnTo>
                  <a:pt x="240936" y="2335"/>
                </a:lnTo>
                <a:lnTo>
                  <a:pt x="240936" y="0"/>
                </a:lnTo>
                <a:lnTo>
                  <a:pt x="276554" y="0"/>
                </a:lnTo>
                <a:lnTo>
                  <a:pt x="276554" y="2335"/>
                </a:lnTo>
                <a:lnTo>
                  <a:pt x="273550" y="2335"/>
                </a:lnTo>
                <a:cubicBezTo>
                  <a:pt x="270157" y="2335"/>
                  <a:pt x="267685" y="3365"/>
                  <a:pt x="266132" y="5426"/>
                </a:cubicBezTo>
                <a:cubicBezTo>
                  <a:pt x="265110" y="6772"/>
                  <a:pt x="264599" y="10011"/>
                  <a:pt x="264599" y="15143"/>
                </a:cubicBezTo>
                <a:lnTo>
                  <a:pt x="264599" y="70415"/>
                </a:lnTo>
                <a:cubicBezTo>
                  <a:pt x="264599" y="74747"/>
                  <a:pt x="264865" y="77608"/>
                  <a:pt x="265396" y="78996"/>
                </a:cubicBezTo>
                <a:cubicBezTo>
                  <a:pt x="265805" y="80048"/>
                  <a:pt x="266663" y="80952"/>
                  <a:pt x="267971" y="81709"/>
                </a:cubicBezTo>
                <a:cubicBezTo>
                  <a:pt x="269728" y="82719"/>
                  <a:pt x="271588" y="83223"/>
                  <a:pt x="273550" y="83223"/>
                </a:cubicBezTo>
                <a:lnTo>
                  <a:pt x="276554" y="83223"/>
                </a:lnTo>
                <a:close/>
                <a:moveTo>
                  <a:pt x="282554" y="85558"/>
                </a:moveTo>
                <a:lnTo>
                  <a:pt x="282554" y="83223"/>
                </a:lnTo>
                <a:lnTo>
                  <a:pt x="285681" y="83223"/>
                </a:lnTo>
                <a:cubicBezTo>
                  <a:pt x="289195" y="83223"/>
                  <a:pt x="291688" y="82067"/>
                  <a:pt x="293160" y="79753"/>
                </a:cubicBezTo>
                <a:cubicBezTo>
                  <a:pt x="294059" y="78365"/>
                  <a:pt x="294508" y="75252"/>
                  <a:pt x="294508" y="70415"/>
                </a:cubicBezTo>
                <a:lnTo>
                  <a:pt x="294508" y="15143"/>
                </a:lnTo>
                <a:cubicBezTo>
                  <a:pt x="294508" y="9801"/>
                  <a:pt x="293936" y="6457"/>
                  <a:pt x="292792" y="5111"/>
                </a:cubicBezTo>
                <a:cubicBezTo>
                  <a:pt x="291198" y="3260"/>
                  <a:pt x="288828" y="2335"/>
                  <a:pt x="285681" y="2335"/>
                </a:cubicBezTo>
                <a:lnTo>
                  <a:pt x="282554" y="2335"/>
                </a:lnTo>
                <a:lnTo>
                  <a:pt x="282554" y="0"/>
                </a:lnTo>
                <a:lnTo>
                  <a:pt x="316394" y="0"/>
                </a:lnTo>
                <a:cubicBezTo>
                  <a:pt x="328819" y="0"/>
                  <a:pt x="338270" y="1451"/>
                  <a:pt x="344748" y="4354"/>
                </a:cubicBezTo>
                <a:cubicBezTo>
                  <a:pt x="351225" y="7256"/>
                  <a:pt x="356436" y="12093"/>
                  <a:pt x="360380" y="18866"/>
                </a:cubicBezTo>
                <a:cubicBezTo>
                  <a:pt x="364324" y="25638"/>
                  <a:pt x="366296" y="33462"/>
                  <a:pt x="366296" y="42337"/>
                </a:cubicBezTo>
                <a:cubicBezTo>
                  <a:pt x="366296" y="54241"/>
                  <a:pt x="362781" y="64189"/>
                  <a:pt x="355752" y="72182"/>
                </a:cubicBezTo>
                <a:cubicBezTo>
                  <a:pt x="347864" y="81099"/>
                  <a:pt x="335848" y="85558"/>
                  <a:pt x="319705" y="85558"/>
                </a:cubicBezTo>
                <a:lnTo>
                  <a:pt x="282554" y="85558"/>
                </a:lnTo>
                <a:moveTo>
                  <a:pt x="306279" y="79438"/>
                </a:moveTo>
                <a:cubicBezTo>
                  <a:pt x="311469" y="80573"/>
                  <a:pt x="315822" y="81141"/>
                  <a:pt x="319337" y="81141"/>
                </a:cubicBezTo>
                <a:cubicBezTo>
                  <a:pt x="328819" y="81141"/>
                  <a:pt x="336686" y="77713"/>
                  <a:pt x="342939" y="70857"/>
                </a:cubicBezTo>
                <a:cubicBezTo>
                  <a:pt x="349192" y="64000"/>
                  <a:pt x="352319" y="54704"/>
                  <a:pt x="352319" y="42968"/>
                </a:cubicBezTo>
                <a:cubicBezTo>
                  <a:pt x="352319" y="31148"/>
                  <a:pt x="349192" y="21831"/>
                  <a:pt x="342939" y="15017"/>
                </a:cubicBezTo>
                <a:cubicBezTo>
                  <a:pt x="336686" y="8202"/>
                  <a:pt x="328655" y="4795"/>
                  <a:pt x="318846" y="4795"/>
                </a:cubicBezTo>
                <a:cubicBezTo>
                  <a:pt x="315168" y="4795"/>
                  <a:pt x="310979" y="5405"/>
                  <a:pt x="306279" y="6625"/>
                </a:cubicBezTo>
                <a:lnTo>
                  <a:pt x="306279" y="794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CVE/CommitID">
            <a:extLst xmlns:a="http://schemas.openxmlformats.org/drawingml/2006/main">
              <a:ext uri="{FF2B5EF4-FFF2-40B4-BE49-F238E27FC236}">
                <a16:creationId xmlns:a16="http://schemas.microsoft.com/office/drawing/2014/main" id="{9FE115D4-8E77-44F7-A2B3-6D113481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413" y="2110726"/>
            <a:ext cx="854842" cy="91615"/>
          </a:xfrm>
          <a:custGeom xmlns:a="http://schemas.openxmlformats.org/drawingml/2006/main">
            <a:pathLst>
              <a:path w="854842" h="91615">
                <a:moveTo>
                  <a:pt x="71052" y="2271"/>
                </a:moveTo>
                <a:lnTo>
                  <a:pt x="72952" y="31296"/>
                </a:lnTo>
                <a:lnTo>
                  <a:pt x="71052" y="31296"/>
                </a:lnTo>
                <a:cubicBezTo>
                  <a:pt x="68518" y="22566"/>
                  <a:pt x="64901" y="16283"/>
                  <a:pt x="60201" y="12446"/>
                </a:cubicBezTo>
                <a:cubicBezTo>
                  <a:pt x="55501" y="8607"/>
                  <a:pt x="49861" y="6688"/>
                  <a:pt x="43281" y="6688"/>
                </a:cubicBezTo>
                <a:cubicBezTo>
                  <a:pt x="37764" y="6688"/>
                  <a:pt x="32778" y="8130"/>
                  <a:pt x="28323" y="11014"/>
                </a:cubicBezTo>
                <a:cubicBezTo>
                  <a:pt x="23868" y="13897"/>
                  <a:pt x="20363" y="18496"/>
                  <a:pt x="17809" y="24810"/>
                </a:cubicBezTo>
                <a:cubicBezTo>
                  <a:pt x="15255" y="31125"/>
                  <a:pt x="13977" y="38977"/>
                  <a:pt x="13977" y="48365"/>
                </a:cubicBezTo>
                <a:cubicBezTo>
                  <a:pt x="13977" y="56110"/>
                  <a:pt x="15183" y="62824"/>
                  <a:pt x="17594" y="68508"/>
                </a:cubicBezTo>
                <a:cubicBezTo>
                  <a:pt x="20006" y="74191"/>
                  <a:pt x="23633" y="78548"/>
                  <a:pt x="28476" y="81579"/>
                </a:cubicBezTo>
                <a:cubicBezTo>
                  <a:pt x="33319" y="84610"/>
                  <a:pt x="38847" y="86126"/>
                  <a:pt x="45059" y="86126"/>
                </a:cubicBezTo>
                <a:cubicBezTo>
                  <a:pt x="50454" y="86126"/>
                  <a:pt x="55215" y="84937"/>
                  <a:pt x="59343" y="82561"/>
                </a:cubicBezTo>
                <a:cubicBezTo>
                  <a:pt x="63471" y="80184"/>
                  <a:pt x="68007" y="75463"/>
                  <a:pt x="72952" y="68396"/>
                </a:cubicBezTo>
                <a:lnTo>
                  <a:pt x="74853" y="69654"/>
                </a:lnTo>
                <a:cubicBezTo>
                  <a:pt x="70684" y="77248"/>
                  <a:pt x="65821" y="82807"/>
                  <a:pt x="60262" y="86331"/>
                </a:cubicBezTo>
                <a:cubicBezTo>
                  <a:pt x="54704" y="89854"/>
                  <a:pt x="48104" y="91615"/>
                  <a:pt x="40461" y="91615"/>
                </a:cubicBezTo>
                <a:cubicBezTo>
                  <a:pt x="26688" y="91615"/>
                  <a:pt x="16021" y="86364"/>
                  <a:pt x="8460" y="75863"/>
                </a:cubicBezTo>
                <a:cubicBezTo>
                  <a:pt x="2820" y="68051"/>
                  <a:pt x="0" y="58852"/>
                  <a:pt x="0" y="48266"/>
                </a:cubicBezTo>
                <a:cubicBezTo>
                  <a:pt x="0" y="39739"/>
                  <a:pt x="1860" y="31905"/>
                  <a:pt x="5579" y="24765"/>
                </a:cubicBezTo>
                <a:cubicBezTo>
                  <a:pt x="9298" y="17625"/>
                  <a:pt x="14417" y="12091"/>
                  <a:pt x="20936" y="8163"/>
                </a:cubicBezTo>
                <a:cubicBezTo>
                  <a:pt x="27454" y="4235"/>
                  <a:pt x="34576" y="2271"/>
                  <a:pt x="42300" y="2271"/>
                </a:cubicBezTo>
                <a:cubicBezTo>
                  <a:pt x="48308" y="2271"/>
                  <a:pt x="54234" y="3786"/>
                  <a:pt x="60078" y="6814"/>
                </a:cubicBezTo>
                <a:cubicBezTo>
                  <a:pt x="61795" y="7740"/>
                  <a:pt x="63021" y="8202"/>
                  <a:pt x="63757" y="8202"/>
                </a:cubicBezTo>
                <a:cubicBezTo>
                  <a:pt x="64860" y="8202"/>
                  <a:pt x="65821" y="7803"/>
                  <a:pt x="66638" y="7004"/>
                </a:cubicBezTo>
                <a:cubicBezTo>
                  <a:pt x="67701" y="5868"/>
                  <a:pt x="68457" y="4291"/>
                  <a:pt x="68906" y="2271"/>
                </a:cubicBezTo>
                <a:lnTo>
                  <a:pt x="71052" y="2271"/>
                </a:lnTo>
                <a:close/>
                <a:moveTo>
                  <a:pt x="167552" y="4164"/>
                </a:moveTo>
                <a:lnTo>
                  <a:pt x="167552" y="6499"/>
                </a:lnTo>
                <a:cubicBezTo>
                  <a:pt x="164610" y="7046"/>
                  <a:pt x="162382" y="8013"/>
                  <a:pt x="160870" y="9399"/>
                </a:cubicBezTo>
                <a:cubicBezTo>
                  <a:pt x="158704" y="11459"/>
                  <a:pt x="156783" y="14611"/>
                  <a:pt x="155108" y="18856"/>
                </a:cubicBezTo>
                <a:lnTo>
                  <a:pt x="126110" y="91615"/>
                </a:lnTo>
                <a:lnTo>
                  <a:pt x="123842" y="91615"/>
                </a:lnTo>
                <a:lnTo>
                  <a:pt x="92700" y="17911"/>
                </a:lnTo>
                <a:cubicBezTo>
                  <a:pt x="91106" y="14128"/>
                  <a:pt x="89982" y="11816"/>
                  <a:pt x="89328" y="10975"/>
                </a:cubicBezTo>
                <a:cubicBezTo>
                  <a:pt x="88306" y="9672"/>
                  <a:pt x="87049" y="8653"/>
                  <a:pt x="85558" y="7919"/>
                </a:cubicBezTo>
                <a:cubicBezTo>
                  <a:pt x="84066" y="7182"/>
                  <a:pt x="82053" y="6709"/>
                  <a:pt x="79519" y="6499"/>
                </a:cubicBezTo>
                <a:lnTo>
                  <a:pt x="79519" y="4164"/>
                </a:lnTo>
                <a:lnTo>
                  <a:pt x="113482" y="4164"/>
                </a:lnTo>
                <a:lnTo>
                  <a:pt x="113482" y="6499"/>
                </a:lnTo>
                <a:cubicBezTo>
                  <a:pt x="109640" y="6877"/>
                  <a:pt x="107147" y="7550"/>
                  <a:pt x="106003" y="8518"/>
                </a:cubicBezTo>
                <a:cubicBezTo>
                  <a:pt x="104858" y="9484"/>
                  <a:pt x="104286" y="10724"/>
                  <a:pt x="104286" y="12237"/>
                </a:cubicBezTo>
                <a:cubicBezTo>
                  <a:pt x="104286" y="14339"/>
                  <a:pt x="105226" y="17617"/>
                  <a:pt x="107106" y="22072"/>
                </a:cubicBezTo>
                <a:lnTo>
                  <a:pt x="128256" y="72195"/>
                </a:lnTo>
                <a:lnTo>
                  <a:pt x="147874" y="22703"/>
                </a:lnTo>
                <a:cubicBezTo>
                  <a:pt x="149794" y="17827"/>
                  <a:pt x="150755" y="14444"/>
                  <a:pt x="150755" y="12552"/>
                </a:cubicBezTo>
                <a:cubicBezTo>
                  <a:pt x="150755" y="11332"/>
                  <a:pt x="150162" y="10166"/>
                  <a:pt x="148977" y="9052"/>
                </a:cubicBezTo>
                <a:cubicBezTo>
                  <a:pt x="147792" y="7939"/>
                  <a:pt x="145789" y="7151"/>
                  <a:pt x="142969" y="6688"/>
                </a:cubicBezTo>
                <a:cubicBezTo>
                  <a:pt x="142765" y="6646"/>
                  <a:pt x="142417" y="6583"/>
                  <a:pt x="141927" y="6499"/>
                </a:cubicBezTo>
                <a:lnTo>
                  <a:pt x="141927" y="4164"/>
                </a:lnTo>
                <a:lnTo>
                  <a:pt x="167552" y="4164"/>
                </a:lnTo>
                <a:close/>
                <a:moveTo>
                  <a:pt x="194336" y="8833"/>
                </a:moveTo>
                <a:lnTo>
                  <a:pt x="194336" y="42653"/>
                </a:lnTo>
                <a:lnTo>
                  <a:pt x="212604" y="42653"/>
                </a:lnTo>
                <a:cubicBezTo>
                  <a:pt x="217345" y="42653"/>
                  <a:pt x="220513" y="41913"/>
                  <a:pt x="222107" y="40433"/>
                </a:cubicBezTo>
                <a:cubicBezTo>
                  <a:pt x="224232" y="38488"/>
                  <a:pt x="225417" y="35064"/>
                  <a:pt x="225662" y="30160"/>
                </a:cubicBezTo>
                <a:lnTo>
                  <a:pt x="227931" y="30160"/>
                </a:lnTo>
                <a:lnTo>
                  <a:pt x="227931" y="59941"/>
                </a:lnTo>
                <a:lnTo>
                  <a:pt x="225662" y="59941"/>
                </a:lnTo>
                <a:cubicBezTo>
                  <a:pt x="225090" y="55817"/>
                  <a:pt x="224518" y="53173"/>
                  <a:pt x="223946" y="52007"/>
                </a:cubicBezTo>
                <a:cubicBezTo>
                  <a:pt x="223210" y="50549"/>
                  <a:pt x="222004" y="49404"/>
                  <a:pt x="220329" y="48572"/>
                </a:cubicBezTo>
                <a:cubicBezTo>
                  <a:pt x="218653" y="47739"/>
                  <a:pt x="216078" y="47322"/>
                  <a:pt x="212604" y="47322"/>
                </a:cubicBezTo>
                <a:lnTo>
                  <a:pt x="194336" y="47322"/>
                </a:lnTo>
                <a:lnTo>
                  <a:pt x="194336" y="75478"/>
                </a:lnTo>
                <a:cubicBezTo>
                  <a:pt x="194336" y="79258"/>
                  <a:pt x="194499" y="81557"/>
                  <a:pt x="194826" y="82375"/>
                </a:cubicBezTo>
                <a:cubicBezTo>
                  <a:pt x="195153" y="83194"/>
                  <a:pt x="195725" y="83846"/>
                  <a:pt x="196543" y="84329"/>
                </a:cubicBezTo>
                <a:cubicBezTo>
                  <a:pt x="197360" y="84812"/>
                  <a:pt x="198913" y="85053"/>
                  <a:pt x="201202" y="85053"/>
                </a:cubicBezTo>
                <a:lnTo>
                  <a:pt x="215302" y="85053"/>
                </a:lnTo>
                <a:cubicBezTo>
                  <a:pt x="220002" y="85053"/>
                  <a:pt x="223414" y="84717"/>
                  <a:pt x="225540" y="84044"/>
                </a:cubicBezTo>
                <a:cubicBezTo>
                  <a:pt x="227665" y="83371"/>
                  <a:pt x="229708" y="82046"/>
                  <a:pt x="231670" y="80069"/>
                </a:cubicBezTo>
                <a:cubicBezTo>
                  <a:pt x="234204" y="77461"/>
                  <a:pt x="236799" y="73528"/>
                  <a:pt x="239456" y="68270"/>
                </a:cubicBezTo>
                <a:lnTo>
                  <a:pt x="241908" y="68270"/>
                </a:lnTo>
                <a:lnTo>
                  <a:pt x="234735" y="89722"/>
                </a:lnTo>
                <a:lnTo>
                  <a:pt x="170672" y="89722"/>
                </a:lnTo>
                <a:lnTo>
                  <a:pt x="170672" y="87388"/>
                </a:lnTo>
                <a:lnTo>
                  <a:pt x="173615" y="87388"/>
                </a:lnTo>
                <a:cubicBezTo>
                  <a:pt x="175576" y="87388"/>
                  <a:pt x="177436" y="86904"/>
                  <a:pt x="179193" y="85936"/>
                </a:cubicBezTo>
                <a:cubicBezTo>
                  <a:pt x="180501" y="85263"/>
                  <a:pt x="181390" y="84254"/>
                  <a:pt x="181860" y="82908"/>
                </a:cubicBezTo>
                <a:cubicBezTo>
                  <a:pt x="182330" y="81562"/>
                  <a:pt x="182565" y="78807"/>
                  <a:pt x="182565" y="74642"/>
                </a:cubicBezTo>
                <a:lnTo>
                  <a:pt x="182565" y="19055"/>
                </a:lnTo>
                <a:cubicBezTo>
                  <a:pt x="182565" y="13629"/>
                  <a:pt x="182034" y="10285"/>
                  <a:pt x="180971" y="9023"/>
                </a:cubicBezTo>
                <a:cubicBezTo>
                  <a:pt x="179500" y="7340"/>
                  <a:pt x="177048" y="6499"/>
                  <a:pt x="173615" y="6499"/>
                </a:cubicBezTo>
                <a:lnTo>
                  <a:pt x="170672" y="6499"/>
                </a:lnTo>
                <a:lnTo>
                  <a:pt x="170672" y="4164"/>
                </a:lnTo>
                <a:lnTo>
                  <a:pt x="234735" y="4164"/>
                </a:lnTo>
                <a:lnTo>
                  <a:pt x="235655" y="22841"/>
                </a:lnTo>
                <a:lnTo>
                  <a:pt x="233264" y="22841"/>
                </a:lnTo>
                <a:cubicBezTo>
                  <a:pt x="232406" y="18360"/>
                  <a:pt x="231456" y="15282"/>
                  <a:pt x="230413" y="13607"/>
                </a:cubicBezTo>
                <a:cubicBezTo>
                  <a:pt x="229371" y="11932"/>
                  <a:pt x="227828" y="10655"/>
                  <a:pt x="225785" y="9776"/>
                </a:cubicBezTo>
                <a:cubicBezTo>
                  <a:pt x="224150" y="9148"/>
                  <a:pt x="221269" y="8833"/>
                  <a:pt x="217141" y="8833"/>
                </a:cubicBezTo>
                <a:lnTo>
                  <a:pt x="194336" y="8833"/>
                </a:lnTo>
                <a:close/>
                <a:moveTo>
                  <a:pt x="279509" y="0"/>
                </a:moveTo>
                <a:lnTo>
                  <a:pt x="249408" y="91489"/>
                </a:lnTo>
                <a:lnTo>
                  <a:pt x="244504" y="91489"/>
                </a:lnTo>
                <a:lnTo>
                  <a:pt x="274604" y="0"/>
                </a:lnTo>
                <a:lnTo>
                  <a:pt x="279509" y="0"/>
                </a:lnTo>
                <a:close/>
                <a:moveTo>
                  <a:pt x="355778" y="2271"/>
                </a:moveTo>
                <a:lnTo>
                  <a:pt x="357679" y="31296"/>
                </a:lnTo>
                <a:lnTo>
                  <a:pt x="355778" y="31296"/>
                </a:lnTo>
                <a:cubicBezTo>
                  <a:pt x="353244" y="22566"/>
                  <a:pt x="349628" y="16283"/>
                  <a:pt x="344928" y="12446"/>
                </a:cubicBezTo>
                <a:cubicBezTo>
                  <a:pt x="340227" y="8607"/>
                  <a:pt x="334587" y="6688"/>
                  <a:pt x="328007" y="6688"/>
                </a:cubicBezTo>
                <a:cubicBezTo>
                  <a:pt x="322490" y="6688"/>
                  <a:pt x="317504" y="8130"/>
                  <a:pt x="313049" y="11014"/>
                </a:cubicBezTo>
                <a:cubicBezTo>
                  <a:pt x="308594" y="13897"/>
                  <a:pt x="305090" y="18496"/>
                  <a:pt x="302535" y="24810"/>
                </a:cubicBezTo>
                <a:cubicBezTo>
                  <a:pt x="299981" y="31125"/>
                  <a:pt x="298704" y="38977"/>
                  <a:pt x="298704" y="48365"/>
                </a:cubicBezTo>
                <a:cubicBezTo>
                  <a:pt x="298704" y="56110"/>
                  <a:pt x="299910" y="62824"/>
                  <a:pt x="302321" y="68508"/>
                </a:cubicBezTo>
                <a:cubicBezTo>
                  <a:pt x="304732" y="74191"/>
                  <a:pt x="308359" y="78548"/>
                  <a:pt x="313202" y="81579"/>
                </a:cubicBezTo>
                <a:cubicBezTo>
                  <a:pt x="318045" y="84610"/>
                  <a:pt x="323573" y="86126"/>
                  <a:pt x="329785" y="86126"/>
                </a:cubicBezTo>
                <a:cubicBezTo>
                  <a:pt x="335180" y="86126"/>
                  <a:pt x="339941" y="84937"/>
                  <a:pt x="344069" y="82561"/>
                </a:cubicBezTo>
                <a:cubicBezTo>
                  <a:pt x="348197" y="80184"/>
                  <a:pt x="352734" y="75463"/>
                  <a:pt x="357679" y="68396"/>
                </a:cubicBezTo>
                <a:lnTo>
                  <a:pt x="359579" y="69654"/>
                </a:lnTo>
                <a:cubicBezTo>
                  <a:pt x="355411" y="77248"/>
                  <a:pt x="350547" y="82807"/>
                  <a:pt x="344989" y="86331"/>
                </a:cubicBezTo>
                <a:cubicBezTo>
                  <a:pt x="339431" y="89854"/>
                  <a:pt x="332830" y="91615"/>
                  <a:pt x="325187" y="91615"/>
                </a:cubicBezTo>
                <a:cubicBezTo>
                  <a:pt x="311414" y="91615"/>
                  <a:pt x="300747" y="86364"/>
                  <a:pt x="293186" y="75863"/>
                </a:cubicBezTo>
                <a:cubicBezTo>
                  <a:pt x="287546" y="68051"/>
                  <a:pt x="284726" y="58852"/>
                  <a:pt x="284726" y="48266"/>
                </a:cubicBezTo>
                <a:cubicBezTo>
                  <a:pt x="284726" y="39739"/>
                  <a:pt x="286586" y="31905"/>
                  <a:pt x="290305" y="24765"/>
                </a:cubicBezTo>
                <a:cubicBezTo>
                  <a:pt x="294024" y="17625"/>
                  <a:pt x="299143" y="12091"/>
                  <a:pt x="305662" y="8163"/>
                </a:cubicBezTo>
                <a:cubicBezTo>
                  <a:pt x="312181" y="4235"/>
                  <a:pt x="319302" y="2271"/>
                  <a:pt x="327027" y="2271"/>
                </a:cubicBezTo>
                <a:cubicBezTo>
                  <a:pt x="333034" y="2271"/>
                  <a:pt x="338961" y="3786"/>
                  <a:pt x="344805" y="6814"/>
                </a:cubicBezTo>
                <a:cubicBezTo>
                  <a:pt x="346521" y="7740"/>
                  <a:pt x="347748" y="8202"/>
                  <a:pt x="348483" y="8202"/>
                </a:cubicBezTo>
                <a:cubicBezTo>
                  <a:pt x="349587" y="8202"/>
                  <a:pt x="350547" y="7803"/>
                  <a:pt x="351364" y="7004"/>
                </a:cubicBezTo>
                <a:cubicBezTo>
                  <a:pt x="352427" y="5868"/>
                  <a:pt x="353183" y="4291"/>
                  <a:pt x="353633" y="2271"/>
                </a:cubicBezTo>
                <a:lnTo>
                  <a:pt x="355778" y="2271"/>
                </a:lnTo>
                <a:close/>
                <a:moveTo>
                  <a:pt x="394530" y="30286"/>
                </a:moveTo>
                <a:cubicBezTo>
                  <a:pt x="403031" y="30286"/>
                  <a:pt x="409856" y="33606"/>
                  <a:pt x="415005" y="40245"/>
                </a:cubicBezTo>
                <a:cubicBezTo>
                  <a:pt x="419378" y="45917"/>
                  <a:pt x="421565" y="52431"/>
                  <a:pt x="421565" y="59785"/>
                </a:cubicBezTo>
                <a:cubicBezTo>
                  <a:pt x="421565" y="64954"/>
                  <a:pt x="420359" y="70186"/>
                  <a:pt x="417948" y="75480"/>
                </a:cubicBezTo>
                <a:cubicBezTo>
                  <a:pt x="415537" y="80774"/>
                  <a:pt x="412216" y="84765"/>
                  <a:pt x="407986" y="87455"/>
                </a:cubicBezTo>
                <a:cubicBezTo>
                  <a:pt x="403756" y="90144"/>
                  <a:pt x="399046" y="91489"/>
                  <a:pt x="393855" y="91489"/>
                </a:cubicBezTo>
                <a:cubicBezTo>
                  <a:pt x="385395" y="91489"/>
                  <a:pt x="378672" y="88022"/>
                  <a:pt x="373686" y="81088"/>
                </a:cubicBezTo>
                <a:cubicBezTo>
                  <a:pt x="369477" y="75248"/>
                  <a:pt x="367372" y="68693"/>
                  <a:pt x="367372" y="61424"/>
                </a:cubicBezTo>
                <a:cubicBezTo>
                  <a:pt x="367372" y="56129"/>
                  <a:pt x="368649" y="50866"/>
                  <a:pt x="371203" y="45634"/>
                </a:cubicBezTo>
                <a:cubicBezTo>
                  <a:pt x="373758" y="40402"/>
                  <a:pt x="377119" y="36536"/>
                  <a:pt x="381288" y="34036"/>
                </a:cubicBezTo>
                <a:cubicBezTo>
                  <a:pt x="385457" y="31536"/>
                  <a:pt x="389870" y="30286"/>
                  <a:pt x="394530" y="30286"/>
                </a:cubicBezTo>
                <a:moveTo>
                  <a:pt x="392629" y="34450"/>
                </a:moveTo>
                <a:cubicBezTo>
                  <a:pt x="390463" y="34450"/>
                  <a:pt x="388287" y="35112"/>
                  <a:pt x="386100" y="36436"/>
                </a:cubicBezTo>
                <a:cubicBezTo>
                  <a:pt x="383914" y="37760"/>
                  <a:pt x="382146" y="40081"/>
                  <a:pt x="380797" y="43400"/>
                </a:cubicBezTo>
                <a:cubicBezTo>
                  <a:pt x="379449" y="46719"/>
                  <a:pt x="378774" y="50983"/>
                  <a:pt x="378774" y="56193"/>
                </a:cubicBezTo>
                <a:cubicBezTo>
                  <a:pt x="378774" y="64595"/>
                  <a:pt x="380399" y="71842"/>
                  <a:pt x="383648" y="77935"/>
                </a:cubicBezTo>
                <a:cubicBezTo>
                  <a:pt x="386897" y="84027"/>
                  <a:pt x="391178" y="87072"/>
                  <a:pt x="396491" y="87072"/>
                </a:cubicBezTo>
                <a:cubicBezTo>
                  <a:pt x="400456" y="87072"/>
                  <a:pt x="403725" y="85392"/>
                  <a:pt x="406300" y="82030"/>
                </a:cubicBezTo>
                <a:cubicBezTo>
                  <a:pt x="408875" y="78669"/>
                  <a:pt x="410162" y="72893"/>
                  <a:pt x="410162" y="64701"/>
                </a:cubicBezTo>
                <a:cubicBezTo>
                  <a:pt x="410162" y="54449"/>
                  <a:pt x="408017" y="46382"/>
                  <a:pt x="403725" y="40500"/>
                </a:cubicBezTo>
                <a:cubicBezTo>
                  <a:pt x="400824" y="36467"/>
                  <a:pt x="397125" y="34450"/>
                  <a:pt x="392629" y="34450"/>
                </a:cubicBezTo>
                <a:close/>
                <a:moveTo>
                  <a:pt x="446516" y="42590"/>
                </a:moveTo>
                <a:cubicBezTo>
                  <a:pt x="450603" y="38383"/>
                  <a:pt x="453014" y="35965"/>
                  <a:pt x="453750" y="35334"/>
                </a:cubicBezTo>
                <a:cubicBezTo>
                  <a:pt x="455589" y="33735"/>
                  <a:pt x="457571" y="32494"/>
                  <a:pt x="459696" y="31611"/>
                </a:cubicBezTo>
                <a:cubicBezTo>
                  <a:pt x="461822" y="30728"/>
                  <a:pt x="463926" y="30286"/>
                  <a:pt x="466011" y="30286"/>
                </a:cubicBezTo>
                <a:cubicBezTo>
                  <a:pt x="469526" y="30286"/>
                  <a:pt x="472550" y="31338"/>
                  <a:pt x="475084" y="33441"/>
                </a:cubicBezTo>
                <a:cubicBezTo>
                  <a:pt x="477618" y="35544"/>
                  <a:pt x="479314" y="38594"/>
                  <a:pt x="480172" y="42590"/>
                </a:cubicBezTo>
                <a:cubicBezTo>
                  <a:pt x="484382" y="37542"/>
                  <a:pt x="487937" y="34229"/>
                  <a:pt x="490839" y="32652"/>
                </a:cubicBezTo>
                <a:cubicBezTo>
                  <a:pt x="493741" y="31075"/>
                  <a:pt x="496724" y="30286"/>
                  <a:pt x="499790" y="30286"/>
                </a:cubicBezTo>
                <a:cubicBezTo>
                  <a:pt x="502773" y="30286"/>
                  <a:pt x="505419" y="31073"/>
                  <a:pt x="507728" y="32648"/>
                </a:cubicBezTo>
                <a:cubicBezTo>
                  <a:pt x="510038" y="34222"/>
                  <a:pt x="511867" y="36792"/>
                  <a:pt x="513215" y="40360"/>
                </a:cubicBezTo>
                <a:cubicBezTo>
                  <a:pt x="514114" y="42794"/>
                  <a:pt x="514564" y="46613"/>
                  <a:pt x="514564" y="51817"/>
                </a:cubicBezTo>
                <a:lnTo>
                  <a:pt x="514564" y="76622"/>
                </a:lnTo>
                <a:cubicBezTo>
                  <a:pt x="514564" y="80232"/>
                  <a:pt x="514830" y="82708"/>
                  <a:pt x="515361" y="84051"/>
                </a:cubicBezTo>
                <a:cubicBezTo>
                  <a:pt x="515770" y="84974"/>
                  <a:pt x="516526" y="85761"/>
                  <a:pt x="517629" y="86412"/>
                </a:cubicBezTo>
                <a:cubicBezTo>
                  <a:pt x="518733" y="87062"/>
                  <a:pt x="520531" y="87388"/>
                  <a:pt x="523024" y="87388"/>
                </a:cubicBezTo>
                <a:lnTo>
                  <a:pt x="523024" y="89722"/>
                </a:lnTo>
                <a:lnTo>
                  <a:pt x="495314" y="89722"/>
                </a:lnTo>
                <a:lnTo>
                  <a:pt x="495314" y="87388"/>
                </a:lnTo>
                <a:lnTo>
                  <a:pt x="496479" y="87388"/>
                </a:lnTo>
                <a:cubicBezTo>
                  <a:pt x="498890" y="87388"/>
                  <a:pt x="500770" y="86907"/>
                  <a:pt x="502119" y="85944"/>
                </a:cubicBezTo>
                <a:cubicBezTo>
                  <a:pt x="503059" y="85274"/>
                  <a:pt x="503733" y="84207"/>
                  <a:pt x="504142" y="82742"/>
                </a:cubicBezTo>
                <a:cubicBezTo>
                  <a:pt x="504306" y="82031"/>
                  <a:pt x="504387" y="80002"/>
                  <a:pt x="504387" y="76653"/>
                </a:cubicBezTo>
                <a:lnTo>
                  <a:pt x="504387" y="51920"/>
                </a:lnTo>
                <a:cubicBezTo>
                  <a:pt x="504387" y="47232"/>
                  <a:pt x="503836" y="43927"/>
                  <a:pt x="502732" y="42002"/>
                </a:cubicBezTo>
                <a:cubicBezTo>
                  <a:pt x="501138" y="39323"/>
                  <a:pt x="498584" y="37984"/>
                  <a:pt x="495069" y="37984"/>
                </a:cubicBezTo>
                <a:cubicBezTo>
                  <a:pt x="492903" y="37984"/>
                  <a:pt x="490727" y="38538"/>
                  <a:pt x="488540" y="39648"/>
                </a:cubicBezTo>
                <a:cubicBezTo>
                  <a:pt x="486354" y="40756"/>
                  <a:pt x="483707" y="42817"/>
                  <a:pt x="480601" y="45831"/>
                </a:cubicBezTo>
                <a:lnTo>
                  <a:pt x="480479" y="46521"/>
                </a:lnTo>
                <a:lnTo>
                  <a:pt x="480601" y="49221"/>
                </a:lnTo>
                <a:lnTo>
                  <a:pt x="480601" y="76653"/>
                </a:lnTo>
                <a:cubicBezTo>
                  <a:pt x="480601" y="80588"/>
                  <a:pt x="480816" y="83036"/>
                  <a:pt x="481245" y="83998"/>
                </a:cubicBezTo>
                <a:cubicBezTo>
                  <a:pt x="481674" y="84960"/>
                  <a:pt x="482481" y="85766"/>
                  <a:pt x="483666" y="86416"/>
                </a:cubicBezTo>
                <a:cubicBezTo>
                  <a:pt x="484852" y="87064"/>
                  <a:pt x="486875" y="87388"/>
                  <a:pt x="489736" y="87388"/>
                </a:cubicBezTo>
                <a:lnTo>
                  <a:pt x="489736" y="89722"/>
                </a:lnTo>
                <a:lnTo>
                  <a:pt x="461352" y="89722"/>
                </a:lnTo>
                <a:lnTo>
                  <a:pt x="461352" y="87388"/>
                </a:lnTo>
                <a:cubicBezTo>
                  <a:pt x="464458" y="87388"/>
                  <a:pt x="466593" y="87011"/>
                  <a:pt x="467758" y="86258"/>
                </a:cubicBezTo>
                <a:cubicBezTo>
                  <a:pt x="468923" y="85505"/>
                  <a:pt x="469730" y="84375"/>
                  <a:pt x="470179" y="82868"/>
                </a:cubicBezTo>
                <a:cubicBezTo>
                  <a:pt x="470384" y="82156"/>
                  <a:pt x="470486" y="80084"/>
                  <a:pt x="470486" y="76653"/>
                </a:cubicBezTo>
                <a:lnTo>
                  <a:pt x="470486" y="51920"/>
                </a:lnTo>
                <a:cubicBezTo>
                  <a:pt x="470486" y="47232"/>
                  <a:pt x="469812" y="43863"/>
                  <a:pt x="468463" y="41813"/>
                </a:cubicBezTo>
                <a:cubicBezTo>
                  <a:pt x="466665" y="39134"/>
                  <a:pt x="464151" y="37794"/>
                  <a:pt x="460922" y="37794"/>
                </a:cubicBezTo>
                <a:cubicBezTo>
                  <a:pt x="458715" y="37794"/>
                  <a:pt x="456529" y="38401"/>
                  <a:pt x="454363" y="39614"/>
                </a:cubicBezTo>
                <a:cubicBezTo>
                  <a:pt x="450971" y="41456"/>
                  <a:pt x="448355" y="43528"/>
                  <a:pt x="446516" y="45829"/>
                </a:cubicBezTo>
                <a:lnTo>
                  <a:pt x="446516" y="76653"/>
                </a:lnTo>
                <a:cubicBezTo>
                  <a:pt x="446516" y="80420"/>
                  <a:pt x="446771" y="82868"/>
                  <a:pt x="447282" y="83998"/>
                </a:cubicBezTo>
                <a:cubicBezTo>
                  <a:pt x="447793" y="85127"/>
                  <a:pt x="448549" y="85975"/>
                  <a:pt x="449550" y="86540"/>
                </a:cubicBezTo>
                <a:cubicBezTo>
                  <a:pt x="450552" y="87105"/>
                  <a:pt x="452585" y="87388"/>
                  <a:pt x="455650" y="87388"/>
                </a:cubicBezTo>
                <a:lnTo>
                  <a:pt x="455650" y="89722"/>
                </a:lnTo>
                <a:lnTo>
                  <a:pt x="427879" y="89722"/>
                </a:lnTo>
                <a:lnTo>
                  <a:pt x="427879" y="87388"/>
                </a:lnTo>
                <a:cubicBezTo>
                  <a:pt x="430454" y="87388"/>
                  <a:pt x="432252" y="87104"/>
                  <a:pt x="433274" y="86538"/>
                </a:cubicBezTo>
                <a:cubicBezTo>
                  <a:pt x="434296" y="85971"/>
                  <a:pt x="435072" y="85069"/>
                  <a:pt x="435604" y="83831"/>
                </a:cubicBezTo>
                <a:cubicBezTo>
                  <a:pt x="436135" y="82592"/>
                  <a:pt x="436401" y="80189"/>
                  <a:pt x="436401" y="76622"/>
                </a:cubicBezTo>
                <a:lnTo>
                  <a:pt x="436401" y="54588"/>
                </a:lnTo>
                <a:cubicBezTo>
                  <a:pt x="436401" y="48249"/>
                  <a:pt x="436217" y="44157"/>
                  <a:pt x="435849" y="42312"/>
                </a:cubicBezTo>
                <a:cubicBezTo>
                  <a:pt x="435563" y="40926"/>
                  <a:pt x="435113" y="39971"/>
                  <a:pt x="434500" y="39447"/>
                </a:cubicBezTo>
                <a:cubicBezTo>
                  <a:pt x="433887" y="38922"/>
                  <a:pt x="433049" y="38660"/>
                  <a:pt x="431987" y="38660"/>
                </a:cubicBezTo>
                <a:cubicBezTo>
                  <a:pt x="430842" y="38660"/>
                  <a:pt x="429473" y="38975"/>
                  <a:pt x="427879" y="39604"/>
                </a:cubicBezTo>
                <a:lnTo>
                  <a:pt x="426960" y="37337"/>
                </a:lnTo>
                <a:lnTo>
                  <a:pt x="443880" y="30286"/>
                </a:lnTo>
                <a:lnTo>
                  <a:pt x="446516" y="30286"/>
                </a:lnTo>
                <a:lnTo>
                  <a:pt x="446516" y="42590"/>
                </a:lnTo>
                <a:close/>
                <a:moveTo>
                  <a:pt x="545162" y="42590"/>
                </a:moveTo>
                <a:cubicBezTo>
                  <a:pt x="549249" y="38383"/>
                  <a:pt x="551660" y="35965"/>
                  <a:pt x="552396" y="35334"/>
                </a:cubicBezTo>
                <a:cubicBezTo>
                  <a:pt x="554235" y="33735"/>
                  <a:pt x="556217" y="32494"/>
                  <a:pt x="558342" y="31611"/>
                </a:cubicBezTo>
                <a:cubicBezTo>
                  <a:pt x="560468" y="30728"/>
                  <a:pt x="562572" y="30286"/>
                  <a:pt x="564657" y="30286"/>
                </a:cubicBezTo>
                <a:cubicBezTo>
                  <a:pt x="568172" y="30286"/>
                  <a:pt x="571196" y="31338"/>
                  <a:pt x="573730" y="33441"/>
                </a:cubicBezTo>
                <a:cubicBezTo>
                  <a:pt x="576264" y="35544"/>
                  <a:pt x="577960" y="38594"/>
                  <a:pt x="578818" y="42590"/>
                </a:cubicBezTo>
                <a:cubicBezTo>
                  <a:pt x="583028" y="37542"/>
                  <a:pt x="586583" y="34229"/>
                  <a:pt x="589485" y="32652"/>
                </a:cubicBezTo>
                <a:cubicBezTo>
                  <a:pt x="592387" y="31075"/>
                  <a:pt x="595370" y="30286"/>
                  <a:pt x="598436" y="30286"/>
                </a:cubicBezTo>
                <a:cubicBezTo>
                  <a:pt x="601419" y="30286"/>
                  <a:pt x="604065" y="31073"/>
                  <a:pt x="606375" y="32648"/>
                </a:cubicBezTo>
                <a:cubicBezTo>
                  <a:pt x="608684" y="34222"/>
                  <a:pt x="610513" y="36792"/>
                  <a:pt x="611861" y="40360"/>
                </a:cubicBezTo>
                <a:cubicBezTo>
                  <a:pt x="612760" y="42794"/>
                  <a:pt x="613210" y="46613"/>
                  <a:pt x="613210" y="51817"/>
                </a:cubicBezTo>
                <a:lnTo>
                  <a:pt x="613210" y="76622"/>
                </a:lnTo>
                <a:cubicBezTo>
                  <a:pt x="613210" y="80232"/>
                  <a:pt x="613476" y="82708"/>
                  <a:pt x="614007" y="84051"/>
                </a:cubicBezTo>
                <a:cubicBezTo>
                  <a:pt x="614416" y="84974"/>
                  <a:pt x="615172" y="85761"/>
                  <a:pt x="616275" y="86412"/>
                </a:cubicBezTo>
                <a:cubicBezTo>
                  <a:pt x="617379" y="87062"/>
                  <a:pt x="619177" y="87388"/>
                  <a:pt x="621670" y="87388"/>
                </a:cubicBezTo>
                <a:lnTo>
                  <a:pt x="621670" y="89722"/>
                </a:lnTo>
                <a:lnTo>
                  <a:pt x="593960" y="89722"/>
                </a:lnTo>
                <a:lnTo>
                  <a:pt x="593960" y="87388"/>
                </a:lnTo>
                <a:lnTo>
                  <a:pt x="595125" y="87388"/>
                </a:lnTo>
                <a:cubicBezTo>
                  <a:pt x="597536" y="87388"/>
                  <a:pt x="599416" y="86907"/>
                  <a:pt x="600765" y="85944"/>
                </a:cubicBezTo>
                <a:cubicBezTo>
                  <a:pt x="601705" y="85274"/>
                  <a:pt x="602380" y="84207"/>
                  <a:pt x="602788" y="82742"/>
                </a:cubicBezTo>
                <a:cubicBezTo>
                  <a:pt x="602952" y="82031"/>
                  <a:pt x="603033" y="80002"/>
                  <a:pt x="603033" y="76653"/>
                </a:cubicBezTo>
                <a:lnTo>
                  <a:pt x="603033" y="51920"/>
                </a:lnTo>
                <a:cubicBezTo>
                  <a:pt x="603033" y="47232"/>
                  <a:pt x="602482" y="43927"/>
                  <a:pt x="601378" y="42002"/>
                </a:cubicBezTo>
                <a:cubicBezTo>
                  <a:pt x="599784" y="39323"/>
                  <a:pt x="597230" y="37984"/>
                  <a:pt x="593715" y="37984"/>
                </a:cubicBezTo>
                <a:cubicBezTo>
                  <a:pt x="591549" y="37984"/>
                  <a:pt x="589373" y="38538"/>
                  <a:pt x="587186" y="39648"/>
                </a:cubicBezTo>
                <a:cubicBezTo>
                  <a:pt x="585000" y="40756"/>
                  <a:pt x="582353" y="42817"/>
                  <a:pt x="579247" y="45831"/>
                </a:cubicBezTo>
                <a:lnTo>
                  <a:pt x="579125" y="46521"/>
                </a:lnTo>
                <a:lnTo>
                  <a:pt x="579247" y="49221"/>
                </a:lnTo>
                <a:lnTo>
                  <a:pt x="579247" y="76653"/>
                </a:lnTo>
                <a:cubicBezTo>
                  <a:pt x="579247" y="80588"/>
                  <a:pt x="579462" y="83036"/>
                  <a:pt x="579891" y="83998"/>
                </a:cubicBezTo>
                <a:cubicBezTo>
                  <a:pt x="580320" y="84960"/>
                  <a:pt x="581127" y="85766"/>
                  <a:pt x="582312" y="86416"/>
                </a:cubicBezTo>
                <a:cubicBezTo>
                  <a:pt x="583498" y="87064"/>
                  <a:pt x="585521" y="87388"/>
                  <a:pt x="588382" y="87388"/>
                </a:cubicBezTo>
                <a:lnTo>
                  <a:pt x="588382" y="89722"/>
                </a:lnTo>
                <a:lnTo>
                  <a:pt x="559998" y="89722"/>
                </a:lnTo>
                <a:lnTo>
                  <a:pt x="559998" y="87388"/>
                </a:lnTo>
                <a:cubicBezTo>
                  <a:pt x="563104" y="87388"/>
                  <a:pt x="565239" y="87011"/>
                  <a:pt x="566404" y="86258"/>
                </a:cubicBezTo>
                <a:cubicBezTo>
                  <a:pt x="567569" y="85505"/>
                  <a:pt x="568376" y="84375"/>
                  <a:pt x="568825" y="82868"/>
                </a:cubicBezTo>
                <a:cubicBezTo>
                  <a:pt x="569030" y="82156"/>
                  <a:pt x="569132" y="80084"/>
                  <a:pt x="569132" y="76653"/>
                </a:cubicBezTo>
                <a:lnTo>
                  <a:pt x="569132" y="51920"/>
                </a:lnTo>
                <a:cubicBezTo>
                  <a:pt x="569132" y="47232"/>
                  <a:pt x="568458" y="43863"/>
                  <a:pt x="567109" y="41813"/>
                </a:cubicBezTo>
                <a:cubicBezTo>
                  <a:pt x="565311" y="39134"/>
                  <a:pt x="562797" y="37794"/>
                  <a:pt x="559568" y="37794"/>
                </a:cubicBezTo>
                <a:cubicBezTo>
                  <a:pt x="557362" y="37794"/>
                  <a:pt x="555175" y="38401"/>
                  <a:pt x="553009" y="39614"/>
                </a:cubicBezTo>
                <a:cubicBezTo>
                  <a:pt x="549617" y="41456"/>
                  <a:pt x="547001" y="43528"/>
                  <a:pt x="545162" y="45829"/>
                </a:cubicBezTo>
                <a:lnTo>
                  <a:pt x="545162" y="76653"/>
                </a:lnTo>
                <a:cubicBezTo>
                  <a:pt x="545162" y="80420"/>
                  <a:pt x="545417" y="82868"/>
                  <a:pt x="545928" y="83998"/>
                </a:cubicBezTo>
                <a:cubicBezTo>
                  <a:pt x="546439" y="85127"/>
                  <a:pt x="547195" y="85975"/>
                  <a:pt x="548196" y="86540"/>
                </a:cubicBezTo>
                <a:cubicBezTo>
                  <a:pt x="549198" y="87105"/>
                  <a:pt x="551231" y="87388"/>
                  <a:pt x="554296" y="87388"/>
                </a:cubicBezTo>
                <a:lnTo>
                  <a:pt x="554296" y="89722"/>
                </a:lnTo>
                <a:lnTo>
                  <a:pt x="526525" y="89722"/>
                </a:lnTo>
                <a:lnTo>
                  <a:pt x="526525" y="87388"/>
                </a:lnTo>
                <a:cubicBezTo>
                  <a:pt x="529100" y="87388"/>
                  <a:pt x="530898" y="87104"/>
                  <a:pt x="531920" y="86538"/>
                </a:cubicBezTo>
                <a:cubicBezTo>
                  <a:pt x="532942" y="85971"/>
                  <a:pt x="533718" y="85069"/>
                  <a:pt x="534250" y="83831"/>
                </a:cubicBezTo>
                <a:cubicBezTo>
                  <a:pt x="534781" y="82592"/>
                  <a:pt x="535047" y="80189"/>
                  <a:pt x="535047" y="76622"/>
                </a:cubicBezTo>
                <a:lnTo>
                  <a:pt x="535047" y="54588"/>
                </a:lnTo>
                <a:cubicBezTo>
                  <a:pt x="535047" y="48249"/>
                  <a:pt x="534863" y="44157"/>
                  <a:pt x="534495" y="42312"/>
                </a:cubicBezTo>
                <a:cubicBezTo>
                  <a:pt x="534209" y="40926"/>
                  <a:pt x="533759" y="39971"/>
                  <a:pt x="533146" y="39447"/>
                </a:cubicBezTo>
                <a:cubicBezTo>
                  <a:pt x="532533" y="38922"/>
                  <a:pt x="531695" y="38660"/>
                  <a:pt x="530633" y="38660"/>
                </a:cubicBezTo>
                <a:cubicBezTo>
                  <a:pt x="529488" y="38660"/>
                  <a:pt x="528119" y="38975"/>
                  <a:pt x="526525" y="39604"/>
                </a:cubicBezTo>
                <a:lnTo>
                  <a:pt x="525606" y="37337"/>
                </a:lnTo>
                <a:lnTo>
                  <a:pt x="542526" y="30286"/>
                </a:lnTo>
                <a:lnTo>
                  <a:pt x="545162" y="30286"/>
                </a:lnTo>
                <a:lnTo>
                  <a:pt x="545162" y="42590"/>
                </a:lnTo>
                <a:close/>
                <a:moveTo>
                  <a:pt x="641417" y="0"/>
                </a:moveTo>
                <a:cubicBezTo>
                  <a:pt x="643134" y="0"/>
                  <a:pt x="644595" y="624"/>
                  <a:pt x="645800" y="1871"/>
                </a:cubicBezTo>
                <a:cubicBezTo>
                  <a:pt x="647006" y="3117"/>
                  <a:pt x="647609" y="4628"/>
                  <a:pt x="647609" y="6404"/>
                </a:cubicBezTo>
                <a:cubicBezTo>
                  <a:pt x="647609" y="8180"/>
                  <a:pt x="647006" y="9702"/>
                  <a:pt x="645800" y="10971"/>
                </a:cubicBezTo>
                <a:cubicBezTo>
                  <a:pt x="644595" y="12238"/>
                  <a:pt x="643134" y="12872"/>
                  <a:pt x="641417" y="12872"/>
                </a:cubicBezTo>
                <a:cubicBezTo>
                  <a:pt x="639701" y="12872"/>
                  <a:pt x="638229" y="12238"/>
                  <a:pt x="637003" y="10971"/>
                </a:cubicBezTo>
                <a:cubicBezTo>
                  <a:pt x="635777" y="9702"/>
                  <a:pt x="635164" y="8180"/>
                  <a:pt x="635164" y="6404"/>
                </a:cubicBezTo>
                <a:cubicBezTo>
                  <a:pt x="635164" y="4628"/>
                  <a:pt x="635767" y="3117"/>
                  <a:pt x="636973" y="1871"/>
                </a:cubicBezTo>
                <a:cubicBezTo>
                  <a:pt x="638178" y="624"/>
                  <a:pt x="639660" y="0"/>
                  <a:pt x="641417" y="0"/>
                </a:cubicBezTo>
                <a:moveTo>
                  <a:pt x="646505" y="30286"/>
                </a:moveTo>
                <a:lnTo>
                  <a:pt x="646505" y="76622"/>
                </a:lnTo>
                <a:cubicBezTo>
                  <a:pt x="646505" y="80232"/>
                  <a:pt x="646761" y="82634"/>
                  <a:pt x="647272" y="83831"/>
                </a:cubicBezTo>
                <a:cubicBezTo>
                  <a:pt x="647783" y="85027"/>
                  <a:pt x="648539" y="85919"/>
                  <a:pt x="649540" y="86506"/>
                </a:cubicBezTo>
                <a:cubicBezTo>
                  <a:pt x="650541" y="87094"/>
                  <a:pt x="652370" y="87388"/>
                  <a:pt x="655027" y="87388"/>
                </a:cubicBezTo>
                <a:lnTo>
                  <a:pt x="655027" y="89722"/>
                </a:lnTo>
                <a:lnTo>
                  <a:pt x="627746" y="89722"/>
                </a:lnTo>
                <a:lnTo>
                  <a:pt x="627746" y="87388"/>
                </a:lnTo>
                <a:cubicBezTo>
                  <a:pt x="630484" y="87388"/>
                  <a:pt x="632324" y="87115"/>
                  <a:pt x="633264" y="86569"/>
                </a:cubicBezTo>
                <a:cubicBezTo>
                  <a:pt x="634204" y="86024"/>
                  <a:pt x="634949" y="85121"/>
                  <a:pt x="635501" y="83862"/>
                </a:cubicBezTo>
                <a:cubicBezTo>
                  <a:pt x="636053" y="82603"/>
                  <a:pt x="636329" y="80189"/>
                  <a:pt x="636329" y="76622"/>
                </a:cubicBezTo>
                <a:lnTo>
                  <a:pt x="636329" y="54398"/>
                </a:lnTo>
                <a:cubicBezTo>
                  <a:pt x="636329" y="48144"/>
                  <a:pt x="636145" y="44094"/>
                  <a:pt x="635777" y="42249"/>
                </a:cubicBezTo>
                <a:cubicBezTo>
                  <a:pt x="635491" y="40905"/>
                  <a:pt x="635041" y="39971"/>
                  <a:pt x="634428" y="39447"/>
                </a:cubicBezTo>
                <a:cubicBezTo>
                  <a:pt x="633815" y="38922"/>
                  <a:pt x="632977" y="38660"/>
                  <a:pt x="631915" y="38660"/>
                </a:cubicBezTo>
                <a:cubicBezTo>
                  <a:pt x="630771" y="38660"/>
                  <a:pt x="629381" y="38975"/>
                  <a:pt x="627746" y="39604"/>
                </a:cubicBezTo>
                <a:lnTo>
                  <a:pt x="626888" y="37337"/>
                </a:lnTo>
                <a:lnTo>
                  <a:pt x="643808" y="30286"/>
                </a:lnTo>
                <a:lnTo>
                  <a:pt x="646505" y="30286"/>
                </a:lnTo>
                <a:close/>
                <a:moveTo>
                  <a:pt x="679310" y="12872"/>
                </a:moveTo>
                <a:lnTo>
                  <a:pt x="679310" y="31926"/>
                </a:lnTo>
                <a:lnTo>
                  <a:pt x="692430" y="31926"/>
                </a:lnTo>
                <a:lnTo>
                  <a:pt x="692430" y="36343"/>
                </a:lnTo>
                <a:lnTo>
                  <a:pt x="679310" y="36343"/>
                </a:lnTo>
                <a:lnTo>
                  <a:pt x="679310" y="73771"/>
                </a:lnTo>
                <a:cubicBezTo>
                  <a:pt x="679310" y="77511"/>
                  <a:pt x="679831" y="80032"/>
                  <a:pt x="680874" y="81334"/>
                </a:cubicBezTo>
                <a:cubicBezTo>
                  <a:pt x="681916" y="82636"/>
                  <a:pt x="683254" y="83286"/>
                  <a:pt x="684889" y="83286"/>
                </a:cubicBezTo>
                <a:cubicBezTo>
                  <a:pt x="686238" y="83286"/>
                  <a:pt x="687546" y="82855"/>
                  <a:pt x="688813" y="81993"/>
                </a:cubicBezTo>
                <a:cubicBezTo>
                  <a:pt x="690080" y="81131"/>
                  <a:pt x="691060" y="79858"/>
                  <a:pt x="691755" y="78176"/>
                </a:cubicBezTo>
                <a:lnTo>
                  <a:pt x="694146" y="78176"/>
                </a:lnTo>
                <a:cubicBezTo>
                  <a:pt x="692716" y="82310"/>
                  <a:pt x="690693" y="85436"/>
                  <a:pt x="688077" y="87555"/>
                </a:cubicBezTo>
                <a:cubicBezTo>
                  <a:pt x="685461" y="89673"/>
                  <a:pt x="682764" y="90732"/>
                  <a:pt x="679985" y="90732"/>
                </a:cubicBezTo>
                <a:cubicBezTo>
                  <a:pt x="678105" y="90732"/>
                  <a:pt x="676266" y="90195"/>
                  <a:pt x="674467" y="89121"/>
                </a:cubicBezTo>
                <a:cubicBezTo>
                  <a:pt x="672669" y="88047"/>
                  <a:pt x="671341" y="86510"/>
                  <a:pt x="670482" y="84511"/>
                </a:cubicBezTo>
                <a:cubicBezTo>
                  <a:pt x="669624" y="82510"/>
                  <a:pt x="669195" y="79425"/>
                  <a:pt x="669195" y="75256"/>
                </a:cubicBezTo>
                <a:lnTo>
                  <a:pt x="669195" y="36343"/>
                </a:lnTo>
                <a:lnTo>
                  <a:pt x="660306" y="36343"/>
                </a:lnTo>
                <a:lnTo>
                  <a:pt x="660306" y="34261"/>
                </a:lnTo>
                <a:cubicBezTo>
                  <a:pt x="662554" y="33333"/>
                  <a:pt x="664853" y="31762"/>
                  <a:pt x="667203" y="29547"/>
                </a:cubicBezTo>
                <a:cubicBezTo>
                  <a:pt x="669553" y="27332"/>
                  <a:pt x="671647" y="24705"/>
                  <a:pt x="673486" y="21667"/>
                </a:cubicBezTo>
                <a:cubicBezTo>
                  <a:pt x="674426" y="20065"/>
                  <a:pt x="675734" y="17133"/>
                  <a:pt x="677410" y="12872"/>
                </a:cubicBezTo>
                <a:lnTo>
                  <a:pt x="679310" y="12872"/>
                </a:lnTo>
                <a:close/>
                <a:moveTo>
                  <a:pt x="765099" y="87388"/>
                </a:moveTo>
                <a:lnTo>
                  <a:pt x="765099" y="89722"/>
                </a:lnTo>
                <a:lnTo>
                  <a:pt x="729481" y="89722"/>
                </a:lnTo>
                <a:lnTo>
                  <a:pt x="729481" y="87388"/>
                </a:lnTo>
                <a:lnTo>
                  <a:pt x="732423" y="87388"/>
                </a:lnTo>
                <a:cubicBezTo>
                  <a:pt x="735856" y="87388"/>
                  <a:pt x="738349" y="86357"/>
                  <a:pt x="739903" y="84296"/>
                </a:cubicBezTo>
                <a:cubicBezTo>
                  <a:pt x="740883" y="82950"/>
                  <a:pt x="741374" y="79711"/>
                  <a:pt x="741374" y="74579"/>
                </a:cubicBezTo>
                <a:lnTo>
                  <a:pt x="741374" y="19307"/>
                </a:lnTo>
                <a:cubicBezTo>
                  <a:pt x="741374" y="14975"/>
                  <a:pt x="741108" y="12114"/>
                  <a:pt x="740577" y="10726"/>
                </a:cubicBezTo>
                <a:cubicBezTo>
                  <a:pt x="740168" y="9675"/>
                  <a:pt x="739330" y="8770"/>
                  <a:pt x="738063" y="8013"/>
                </a:cubicBezTo>
                <a:cubicBezTo>
                  <a:pt x="736265" y="7004"/>
                  <a:pt x="734385" y="6499"/>
                  <a:pt x="732423" y="6499"/>
                </a:cubicBezTo>
                <a:lnTo>
                  <a:pt x="729481" y="6499"/>
                </a:lnTo>
                <a:lnTo>
                  <a:pt x="729481" y="4164"/>
                </a:lnTo>
                <a:lnTo>
                  <a:pt x="765099" y="4164"/>
                </a:lnTo>
                <a:lnTo>
                  <a:pt x="765099" y="6499"/>
                </a:lnTo>
                <a:lnTo>
                  <a:pt x="762095" y="6499"/>
                </a:lnTo>
                <a:cubicBezTo>
                  <a:pt x="758703" y="6499"/>
                  <a:pt x="756230" y="7529"/>
                  <a:pt x="754677" y="9591"/>
                </a:cubicBezTo>
                <a:cubicBezTo>
                  <a:pt x="753655" y="10937"/>
                  <a:pt x="753144" y="14176"/>
                  <a:pt x="753144" y="19307"/>
                </a:cubicBezTo>
                <a:lnTo>
                  <a:pt x="753144" y="74579"/>
                </a:lnTo>
                <a:cubicBezTo>
                  <a:pt x="753144" y="78912"/>
                  <a:pt x="753410" y="81772"/>
                  <a:pt x="753941" y="83160"/>
                </a:cubicBezTo>
                <a:cubicBezTo>
                  <a:pt x="754350" y="84212"/>
                  <a:pt x="755208" y="85116"/>
                  <a:pt x="756516" y="85873"/>
                </a:cubicBezTo>
                <a:cubicBezTo>
                  <a:pt x="758273" y="86883"/>
                  <a:pt x="760133" y="87388"/>
                  <a:pt x="762095" y="87388"/>
                </a:cubicBezTo>
                <a:lnTo>
                  <a:pt x="765099" y="87388"/>
                </a:lnTo>
                <a:close/>
                <a:moveTo>
                  <a:pt x="771100" y="89722"/>
                </a:moveTo>
                <a:lnTo>
                  <a:pt x="771100" y="87388"/>
                </a:lnTo>
                <a:lnTo>
                  <a:pt x="774226" y="87388"/>
                </a:lnTo>
                <a:cubicBezTo>
                  <a:pt x="777741" y="87388"/>
                  <a:pt x="780234" y="86231"/>
                  <a:pt x="781705" y="83917"/>
                </a:cubicBezTo>
                <a:cubicBezTo>
                  <a:pt x="782604" y="82529"/>
                  <a:pt x="783054" y="79417"/>
                  <a:pt x="783054" y="74579"/>
                </a:cubicBezTo>
                <a:lnTo>
                  <a:pt x="783054" y="19307"/>
                </a:lnTo>
                <a:cubicBezTo>
                  <a:pt x="783054" y="13965"/>
                  <a:pt x="782482" y="10621"/>
                  <a:pt x="781337" y="9275"/>
                </a:cubicBezTo>
                <a:cubicBezTo>
                  <a:pt x="779743" y="7424"/>
                  <a:pt x="777373" y="6499"/>
                  <a:pt x="774226" y="6499"/>
                </a:cubicBezTo>
                <a:lnTo>
                  <a:pt x="771100" y="6499"/>
                </a:lnTo>
                <a:lnTo>
                  <a:pt x="771100" y="4164"/>
                </a:lnTo>
                <a:lnTo>
                  <a:pt x="804940" y="4164"/>
                </a:lnTo>
                <a:cubicBezTo>
                  <a:pt x="817364" y="4164"/>
                  <a:pt x="826815" y="5616"/>
                  <a:pt x="833293" y="8518"/>
                </a:cubicBezTo>
                <a:cubicBezTo>
                  <a:pt x="839771" y="11420"/>
                  <a:pt x="844982" y="16258"/>
                  <a:pt x="848926" y="23030"/>
                </a:cubicBezTo>
                <a:cubicBezTo>
                  <a:pt x="852870" y="29802"/>
                  <a:pt x="854842" y="37626"/>
                  <a:pt x="854842" y="46502"/>
                </a:cubicBezTo>
                <a:cubicBezTo>
                  <a:pt x="854842" y="58406"/>
                  <a:pt x="851327" y="68354"/>
                  <a:pt x="844297" y="76346"/>
                </a:cubicBezTo>
                <a:cubicBezTo>
                  <a:pt x="836409" y="85263"/>
                  <a:pt x="824394" y="89722"/>
                  <a:pt x="808250" y="89722"/>
                </a:cubicBezTo>
                <a:lnTo>
                  <a:pt x="771100" y="89722"/>
                </a:lnTo>
                <a:moveTo>
                  <a:pt x="794824" y="83602"/>
                </a:moveTo>
                <a:cubicBezTo>
                  <a:pt x="800015" y="84738"/>
                  <a:pt x="804367" y="85306"/>
                  <a:pt x="807882" y="85306"/>
                </a:cubicBezTo>
                <a:cubicBezTo>
                  <a:pt x="817364" y="85306"/>
                  <a:pt x="825231" y="81877"/>
                  <a:pt x="831484" y="75021"/>
                </a:cubicBezTo>
                <a:cubicBezTo>
                  <a:pt x="837738" y="68164"/>
                  <a:pt x="840864" y="58868"/>
                  <a:pt x="840864" y="47133"/>
                </a:cubicBezTo>
                <a:cubicBezTo>
                  <a:pt x="840864" y="35313"/>
                  <a:pt x="837738" y="25995"/>
                  <a:pt x="831484" y="19181"/>
                </a:cubicBezTo>
                <a:cubicBezTo>
                  <a:pt x="825231" y="12367"/>
                  <a:pt x="817201" y="8960"/>
                  <a:pt x="807392" y="8960"/>
                </a:cubicBezTo>
                <a:cubicBezTo>
                  <a:pt x="803714" y="8960"/>
                  <a:pt x="799524" y="9570"/>
                  <a:pt x="794824" y="10789"/>
                </a:cubicBezTo>
                <a:lnTo>
                  <a:pt x="794824" y="836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Author/Committer">
            <a:extLst xmlns:a="http://schemas.openxmlformats.org/drawingml/2006/main">
              <a:ext uri="{FF2B5EF4-FFF2-40B4-BE49-F238E27FC236}">
                <a16:creationId xmlns:a16="http://schemas.microsoft.com/office/drawing/2014/main" id="{D3CAA76C-1928-467D-B9B3-CBA438CC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624" y="2323385"/>
            <a:ext cx="940651" cy="91615"/>
          </a:xfrm>
          <a:custGeom xmlns:a="http://schemas.openxmlformats.org/drawingml/2006/main">
            <a:pathLst>
              <a:path w="940651" h="91615">
                <a:moveTo>
                  <a:pt x="56461" y="61077"/>
                </a:moveTo>
                <a:lnTo>
                  <a:pt x="24277" y="61077"/>
                </a:lnTo>
                <a:lnTo>
                  <a:pt x="18637" y="74579"/>
                </a:lnTo>
                <a:cubicBezTo>
                  <a:pt x="17247" y="77902"/>
                  <a:pt x="16552" y="80384"/>
                  <a:pt x="16552" y="82025"/>
                </a:cubicBezTo>
                <a:cubicBezTo>
                  <a:pt x="16552" y="83329"/>
                  <a:pt x="17155" y="84475"/>
                  <a:pt x="18361" y="85463"/>
                </a:cubicBezTo>
                <a:cubicBezTo>
                  <a:pt x="19566" y="86452"/>
                  <a:pt x="22172" y="87093"/>
                  <a:pt x="26177" y="87388"/>
                </a:cubicBezTo>
                <a:lnTo>
                  <a:pt x="26177" y="89722"/>
                </a:lnTo>
                <a:lnTo>
                  <a:pt x="0" y="89722"/>
                </a:lnTo>
                <a:lnTo>
                  <a:pt x="0" y="87388"/>
                </a:lnTo>
                <a:cubicBezTo>
                  <a:pt x="3474" y="86757"/>
                  <a:pt x="5722" y="85937"/>
                  <a:pt x="6744" y="84929"/>
                </a:cubicBezTo>
                <a:cubicBezTo>
                  <a:pt x="8828" y="82911"/>
                  <a:pt x="11137" y="78813"/>
                  <a:pt x="13671" y="72635"/>
                </a:cubicBezTo>
                <a:lnTo>
                  <a:pt x="42913" y="2271"/>
                </a:lnTo>
                <a:lnTo>
                  <a:pt x="45059" y="2271"/>
                </a:lnTo>
                <a:lnTo>
                  <a:pt x="73995" y="73390"/>
                </a:lnTo>
                <a:cubicBezTo>
                  <a:pt x="76324" y="79107"/>
                  <a:pt x="78439" y="82817"/>
                  <a:pt x="80340" y="84519"/>
                </a:cubicBezTo>
                <a:cubicBezTo>
                  <a:pt x="82240" y="86221"/>
                  <a:pt x="84886" y="87177"/>
                  <a:pt x="88279" y="87388"/>
                </a:cubicBezTo>
                <a:lnTo>
                  <a:pt x="88279" y="89722"/>
                </a:lnTo>
                <a:lnTo>
                  <a:pt x="55481" y="89722"/>
                </a:lnTo>
                <a:lnTo>
                  <a:pt x="55481" y="87388"/>
                </a:lnTo>
                <a:cubicBezTo>
                  <a:pt x="58791" y="87219"/>
                  <a:pt x="61029" y="86652"/>
                  <a:pt x="62193" y="85684"/>
                </a:cubicBezTo>
                <a:cubicBezTo>
                  <a:pt x="63358" y="84717"/>
                  <a:pt x="63941" y="83539"/>
                  <a:pt x="63941" y="82151"/>
                </a:cubicBezTo>
                <a:cubicBezTo>
                  <a:pt x="63941" y="80300"/>
                  <a:pt x="63123" y="77376"/>
                  <a:pt x="61488" y="73380"/>
                </a:cubicBezTo>
                <a:lnTo>
                  <a:pt x="56461" y="61077"/>
                </a:lnTo>
                <a:moveTo>
                  <a:pt x="54745" y="56408"/>
                </a:moveTo>
                <a:lnTo>
                  <a:pt x="40645" y="21880"/>
                </a:lnTo>
                <a:lnTo>
                  <a:pt x="26177" y="56408"/>
                </a:lnTo>
                <a:lnTo>
                  <a:pt x="54745" y="56408"/>
                </a:lnTo>
                <a:close/>
                <a:moveTo>
                  <a:pt x="141852" y="31926"/>
                </a:moveTo>
                <a:lnTo>
                  <a:pt x="141852" y="66945"/>
                </a:lnTo>
                <a:cubicBezTo>
                  <a:pt x="141852" y="73633"/>
                  <a:pt x="142005" y="77723"/>
                  <a:pt x="142311" y="79217"/>
                </a:cubicBezTo>
                <a:cubicBezTo>
                  <a:pt x="142618" y="80710"/>
                  <a:pt x="143108" y="81751"/>
                  <a:pt x="143783" y="82340"/>
                </a:cubicBezTo>
                <a:cubicBezTo>
                  <a:pt x="144457" y="82929"/>
                  <a:pt x="145244" y="83223"/>
                  <a:pt x="146143" y="83223"/>
                </a:cubicBezTo>
                <a:cubicBezTo>
                  <a:pt x="147410" y="83223"/>
                  <a:pt x="148840" y="82866"/>
                  <a:pt x="150434" y="82151"/>
                </a:cubicBezTo>
                <a:lnTo>
                  <a:pt x="151293" y="84359"/>
                </a:lnTo>
                <a:lnTo>
                  <a:pt x="134495" y="91489"/>
                </a:lnTo>
                <a:lnTo>
                  <a:pt x="131736" y="91489"/>
                </a:lnTo>
                <a:lnTo>
                  <a:pt x="131736" y="79248"/>
                </a:lnTo>
                <a:cubicBezTo>
                  <a:pt x="126914" y="84632"/>
                  <a:pt x="123236" y="88019"/>
                  <a:pt x="120702" y="89407"/>
                </a:cubicBezTo>
                <a:cubicBezTo>
                  <a:pt x="118168" y="90795"/>
                  <a:pt x="115491" y="91489"/>
                  <a:pt x="112671" y="91489"/>
                </a:cubicBezTo>
                <a:cubicBezTo>
                  <a:pt x="109524" y="91489"/>
                  <a:pt x="106796" y="90553"/>
                  <a:pt x="104487" y="88681"/>
                </a:cubicBezTo>
                <a:cubicBezTo>
                  <a:pt x="102177" y="86809"/>
                  <a:pt x="100573" y="84401"/>
                  <a:pt x="99674" y="81457"/>
                </a:cubicBezTo>
                <a:cubicBezTo>
                  <a:pt x="98775" y="78512"/>
                  <a:pt x="98325" y="74348"/>
                  <a:pt x="98325" y="68964"/>
                </a:cubicBezTo>
                <a:lnTo>
                  <a:pt x="98325" y="43158"/>
                </a:lnTo>
                <a:cubicBezTo>
                  <a:pt x="98325" y="40423"/>
                  <a:pt x="98039" y="38530"/>
                  <a:pt x="97467" y="37479"/>
                </a:cubicBezTo>
                <a:cubicBezTo>
                  <a:pt x="96895" y="36427"/>
                  <a:pt x="96047" y="35618"/>
                  <a:pt x="94923" y="35050"/>
                </a:cubicBezTo>
                <a:cubicBezTo>
                  <a:pt x="93799" y="34482"/>
                  <a:pt x="91766" y="34219"/>
                  <a:pt x="88823" y="34261"/>
                </a:cubicBezTo>
                <a:lnTo>
                  <a:pt x="88823" y="31926"/>
                </a:lnTo>
                <a:lnTo>
                  <a:pt x="108502" y="31926"/>
                </a:lnTo>
                <a:lnTo>
                  <a:pt x="108502" y="70510"/>
                </a:lnTo>
                <a:cubicBezTo>
                  <a:pt x="108502" y="75881"/>
                  <a:pt x="109411" y="79405"/>
                  <a:pt x="111230" y="81084"/>
                </a:cubicBezTo>
                <a:cubicBezTo>
                  <a:pt x="113049" y="82763"/>
                  <a:pt x="115245" y="83602"/>
                  <a:pt x="117820" y="83602"/>
                </a:cubicBezTo>
                <a:cubicBezTo>
                  <a:pt x="119578" y="83602"/>
                  <a:pt x="121570" y="83035"/>
                  <a:pt x="123797" y="81902"/>
                </a:cubicBezTo>
                <a:cubicBezTo>
                  <a:pt x="126025" y="80769"/>
                  <a:pt x="128671" y="78609"/>
                  <a:pt x="131736" y="75421"/>
                </a:cubicBezTo>
                <a:lnTo>
                  <a:pt x="131736" y="42757"/>
                </a:lnTo>
                <a:cubicBezTo>
                  <a:pt x="131736" y="39484"/>
                  <a:pt x="131154" y="37271"/>
                  <a:pt x="129989" y="36118"/>
                </a:cubicBezTo>
                <a:cubicBezTo>
                  <a:pt x="128824" y="34964"/>
                  <a:pt x="126403" y="34345"/>
                  <a:pt x="122725" y="34261"/>
                </a:cubicBezTo>
                <a:lnTo>
                  <a:pt x="122725" y="31926"/>
                </a:lnTo>
                <a:lnTo>
                  <a:pt x="141852" y="31926"/>
                </a:lnTo>
                <a:close/>
                <a:moveTo>
                  <a:pt x="171707" y="12872"/>
                </a:moveTo>
                <a:lnTo>
                  <a:pt x="171707" y="31926"/>
                </a:lnTo>
                <a:lnTo>
                  <a:pt x="184826" y="31926"/>
                </a:lnTo>
                <a:lnTo>
                  <a:pt x="184826" y="36343"/>
                </a:lnTo>
                <a:lnTo>
                  <a:pt x="171707" y="36343"/>
                </a:lnTo>
                <a:lnTo>
                  <a:pt x="171707" y="73771"/>
                </a:lnTo>
                <a:cubicBezTo>
                  <a:pt x="171707" y="77511"/>
                  <a:pt x="172228" y="80032"/>
                  <a:pt x="173270" y="81334"/>
                </a:cubicBezTo>
                <a:cubicBezTo>
                  <a:pt x="174312" y="82636"/>
                  <a:pt x="175651" y="83286"/>
                  <a:pt x="177285" y="83286"/>
                </a:cubicBezTo>
                <a:cubicBezTo>
                  <a:pt x="178634" y="83286"/>
                  <a:pt x="179942" y="82855"/>
                  <a:pt x="181209" y="81993"/>
                </a:cubicBezTo>
                <a:cubicBezTo>
                  <a:pt x="182476" y="81131"/>
                  <a:pt x="183457" y="79858"/>
                  <a:pt x="184152" y="78176"/>
                </a:cubicBezTo>
                <a:lnTo>
                  <a:pt x="186542" y="78176"/>
                </a:lnTo>
                <a:cubicBezTo>
                  <a:pt x="185112" y="82310"/>
                  <a:pt x="183089" y="85436"/>
                  <a:pt x="180473" y="87555"/>
                </a:cubicBezTo>
                <a:cubicBezTo>
                  <a:pt x="177858" y="89673"/>
                  <a:pt x="175160" y="90732"/>
                  <a:pt x="172381" y="90732"/>
                </a:cubicBezTo>
                <a:cubicBezTo>
                  <a:pt x="170501" y="90732"/>
                  <a:pt x="168662" y="90195"/>
                  <a:pt x="166864" y="89121"/>
                </a:cubicBezTo>
                <a:cubicBezTo>
                  <a:pt x="165065" y="88047"/>
                  <a:pt x="163737" y="86510"/>
                  <a:pt x="162879" y="84511"/>
                </a:cubicBezTo>
                <a:cubicBezTo>
                  <a:pt x="162021" y="82510"/>
                  <a:pt x="161591" y="79425"/>
                  <a:pt x="161591" y="75256"/>
                </a:cubicBezTo>
                <a:lnTo>
                  <a:pt x="161591" y="36343"/>
                </a:lnTo>
                <a:lnTo>
                  <a:pt x="152702" y="36343"/>
                </a:lnTo>
                <a:lnTo>
                  <a:pt x="152702" y="34261"/>
                </a:lnTo>
                <a:cubicBezTo>
                  <a:pt x="154950" y="33333"/>
                  <a:pt x="157249" y="31762"/>
                  <a:pt x="159599" y="29547"/>
                </a:cubicBezTo>
                <a:cubicBezTo>
                  <a:pt x="161949" y="27332"/>
                  <a:pt x="164044" y="24705"/>
                  <a:pt x="165883" y="21667"/>
                </a:cubicBezTo>
                <a:cubicBezTo>
                  <a:pt x="166823" y="20065"/>
                  <a:pt x="168131" y="17133"/>
                  <a:pt x="169806" y="12872"/>
                </a:cubicBezTo>
                <a:lnTo>
                  <a:pt x="171707" y="12872"/>
                </a:lnTo>
                <a:close/>
                <a:moveTo>
                  <a:pt x="207761" y="0"/>
                </a:moveTo>
                <a:lnTo>
                  <a:pt x="207761" y="42337"/>
                </a:lnTo>
                <a:cubicBezTo>
                  <a:pt x="212297" y="37205"/>
                  <a:pt x="215894" y="33914"/>
                  <a:pt x="218550" y="32463"/>
                </a:cubicBezTo>
                <a:cubicBezTo>
                  <a:pt x="221207" y="31012"/>
                  <a:pt x="223863" y="30286"/>
                  <a:pt x="226520" y="30286"/>
                </a:cubicBezTo>
                <a:cubicBezTo>
                  <a:pt x="229708" y="30286"/>
                  <a:pt x="232446" y="31188"/>
                  <a:pt x="234735" y="32993"/>
                </a:cubicBezTo>
                <a:cubicBezTo>
                  <a:pt x="237023" y="34798"/>
                  <a:pt x="238720" y="37631"/>
                  <a:pt x="239823" y="41491"/>
                </a:cubicBezTo>
                <a:cubicBezTo>
                  <a:pt x="240600" y="44178"/>
                  <a:pt x="240988" y="49089"/>
                  <a:pt x="240988" y="56224"/>
                </a:cubicBezTo>
                <a:lnTo>
                  <a:pt x="240988" y="76622"/>
                </a:lnTo>
                <a:cubicBezTo>
                  <a:pt x="240988" y="80274"/>
                  <a:pt x="241274" y="82771"/>
                  <a:pt x="241846" y="84115"/>
                </a:cubicBezTo>
                <a:cubicBezTo>
                  <a:pt x="242255" y="85121"/>
                  <a:pt x="242950" y="85919"/>
                  <a:pt x="243930" y="86506"/>
                </a:cubicBezTo>
                <a:cubicBezTo>
                  <a:pt x="244911" y="87094"/>
                  <a:pt x="246710" y="87388"/>
                  <a:pt x="249325" y="87388"/>
                </a:cubicBezTo>
                <a:lnTo>
                  <a:pt x="249325" y="89722"/>
                </a:lnTo>
                <a:lnTo>
                  <a:pt x="221738" y="89722"/>
                </a:lnTo>
                <a:lnTo>
                  <a:pt x="221738" y="87388"/>
                </a:lnTo>
                <a:lnTo>
                  <a:pt x="223026" y="87388"/>
                </a:lnTo>
                <a:cubicBezTo>
                  <a:pt x="225641" y="87388"/>
                  <a:pt x="227460" y="86978"/>
                  <a:pt x="228482" y="86157"/>
                </a:cubicBezTo>
                <a:cubicBezTo>
                  <a:pt x="229503" y="85337"/>
                  <a:pt x="230219" y="84128"/>
                  <a:pt x="230627" y="82529"/>
                </a:cubicBezTo>
                <a:cubicBezTo>
                  <a:pt x="230750" y="81856"/>
                  <a:pt x="230811" y="79879"/>
                  <a:pt x="230811" y="76598"/>
                </a:cubicBezTo>
                <a:lnTo>
                  <a:pt x="230811" y="56155"/>
                </a:lnTo>
                <a:cubicBezTo>
                  <a:pt x="230811" y="49846"/>
                  <a:pt x="230495" y="45702"/>
                  <a:pt x="229861" y="43725"/>
                </a:cubicBezTo>
                <a:cubicBezTo>
                  <a:pt x="229228" y="41748"/>
                  <a:pt x="228216" y="40266"/>
                  <a:pt x="226827" y="39277"/>
                </a:cubicBezTo>
                <a:cubicBezTo>
                  <a:pt x="225437" y="38289"/>
                  <a:pt x="223761" y="37794"/>
                  <a:pt x="221800" y="37794"/>
                </a:cubicBezTo>
                <a:cubicBezTo>
                  <a:pt x="219797" y="37794"/>
                  <a:pt x="217713" y="38341"/>
                  <a:pt x="215546" y="39435"/>
                </a:cubicBezTo>
                <a:cubicBezTo>
                  <a:pt x="213380" y="40529"/>
                  <a:pt x="210785" y="42737"/>
                  <a:pt x="207761" y="46060"/>
                </a:cubicBezTo>
                <a:lnTo>
                  <a:pt x="207761" y="76598"/>
                </a:lnTo>
                <a:cubicBezTo>
                  <a:pt x="207761" y="80552"/>
                  <a:pt x="207975" y="83013"/>
                  <a:pt x="208404" y="83980"/>
                </a:cubicBezTo>
                <a:cubicBezTo>
                  <a:pt x="208834" y="84948"/>
                  <a:pt x="209631" y="85758"/>
                  <a:pt x="210795" y="86410"/>
                </a:cubicBezTo>
                <a:cubicBezTo>
                  <a:pt x="211960" y="87062"/>
                  <a:pt x="213973" y="87388"/>
                  <a:pt x="216834" y="87388"/>
                </a:cubicBezTo>
                <a:lnTo>
                  <a:pt x="216834" y="89722"/>
                </a:lnTo>
                <a:lnTo>
                  <a:pt x="189002" y="89722"/>
                </a:lnTo>
                <a:lnTo>
                  <a:pt x="189002" y="87388"/>
                </a:lnTo>
                <a:cubicBezTo>
                  <a:pt x="191495" y="87388"/>
                  <a:pt x="193456" y="86988"/>
                  <a:pt x="194887" y="86189"/>
                </a:cubicBezTo>
                <a:cubicBezTo>
                  <a:pt x="195704" y="85770"/>
                  <a:pt x="196358" y="84972"/>
                  <a:pt x="196849" y="83795"/>
                </a:cubicBezTo>
                <a:cubicBezTo>
                  <a:pt x="197339" y="82617"/>
                  <a:pt x="197584" y="80221"/>
                  <a:pt x="197584" y="76606"/>
                </a:cubicBezTo>
                <a:lnTo>
                  <a:pt x="197584" y="24337"/>
                </a:lnTo>
                <a:cubicBezTo>
                  <a:pt x="197584" y="17738"/>
                  <a:pt x="197431" y="13683"/>
                  <a:pt x="197124" y="12170"/>
                </a:cubicBezTo>
                <a:cubicBezTo>
                  <a:pt x="196818" y="10655"/>
                  <a:pt x="196348" y="9625"/>
                  <a:pt x="195714" y="9080"/>
                </a:cubicBezTo>
                <a:cubicBezTo>
                  <a:pt x="195081" y="8533"/>
                  <a:pt x="194233" y="8260"/>
                  <a:pt x="193170" y="8260"/>
                </a:cubicBezTo>
                <a:cubicBezTo>
                  <a:pt x="192312" y="8260"/>
                  <a:pt x="190922" y="8596"/>
                  <a:pt x="189002" y="9269"/>
                </a:cubicBezTo>
                <a:lnTo>
                  <a:pt x="188143" y="7061"/>
                </a:lnTo>
                <a:lnTo>
                  <a:pt x="204941" y="0"/>
                </a:lnTo>
                <a:lnTo>
                  <a:pt x="207761" y="0"/>
                </a:lnTo>
                <a:close/>
                <a:moveTo>
                  <a:pt x="281510" y="30286"/>
                </a:moveTo>
                <a:cubicBezTo>
                  <a:pt x="290011" y="30286"/>
                  <a:pt x="296837" y="33606"/>
                  <a:pt x="301986" y="40245"/>
                </a:cubicBezTo>
                <a:cubicBezTo>
                  <a:pt x="306359" y="45917"/>
                  <a:pt x="308546" y="52431"/>
                  <a:pt x="308546" y="59785"/>
                </a:cubicBezTo>
                <a:cubicBezTo>
                  <a:pt x="308546" y="64954"/>
                  <a:pt x="307340" y="70186"/>
                  <a:pt x="304929" y="75480"/>
                </a:cubicBezTo>
                <a:cubicBezTo>
                  <a:pt x="302517" y="80774"/>
                  <a:pt x="299197" y="84765"/>
                  <a:pt x="294967" y="87455"/>
                </a:cubicBezTo>
                <a:cubicBezTo>
                  <a:pt x="290737" y="90144"/>
                  <a:pt x="286027" y="91489"/>
                  <a:pt x="280836" y="91489"/>
                </a:cubicBezTo>
                <a:cubicBezTo>
                  <a:pt x="272376" y="91489"/>
                  <a:pt x="265653" y="88022"/>
                  <a:pt x="260667" y="81088"/>
                </a:cubicBezTo>
                <a:cubicBezTo>
                  <a:pt x="256457" y="75248"/>
                  <a:pt x="254353" y="68693"/>
                  <a:pt x="254353" y="61424"/>
                </a:cubicBezTo>
                <a:cubicBezTo>
                  <a:pt x="254353" y="56129"/>
                  <a:pt x="255630" y="50866"/>
                  <a:pt x="258184" y="45634"/>
                </a:cubicBezTo>
                <a:cubicBezTo>
                  <a:pt x="260738" y="40402"/>
                  <a:pt x="264100" y="36536"/>
                  <a:pt x="268269" y="34036"/>
                </a:cubicBezTo>
                <a:cubicBezTo>
                  <a:pt x="272437" y="31536"/>
                  <a:pt x="276851" y="30286"/>
                  <a:pt x="281510" y="30286"/>
                </a:cubicBezTo>
                <a:moveTo>
                  <a:pt x="279610" y="34450"/>
                </a:moveTo>
                <a:cubicBezTo>
                  <a:pt x="277444" y="34450"/>
                  <a:pt x="275268" y="35112"/>
                  <a:pt x="273081" y="36436"/>
                </a:cubicBezTo>
                <a:cubicBezTo>
                  <a:pt x="270895" y="37760"/>
                  <a:pt x="269127" y="40081"/>
                  <a:pt x="267778" y="43400"/>
                </a:cubicBezTo>
                <a:cubicBezTo>
                  <a:pt x="266430" y="46719"/>
                  <a:pt x="265755" y="50983"/>
                  <a:pt x="265755" y="56193"/>
                </a:cubicBezTo>
                <a:cubicBezTo>
                  <a:pt x="265755" y="64595"/>
                  <a:pt x="267380" y="71842"/>
                  <a:pt x="270629" y="77935"/>
                </a:cubicBezTo>
                <a:cubicBezTo>
                  <a:pt x="273878" y="84027"/>
                  <a:pt x="278159" y="87072"/>
                  <a:pt x="283472" y="87072"/>
                </a:cubicBezTo>
                <a:cubicBezTo>
                  <a:pt x="287437" y="87072"/>
                  <a:pt x="290706" y="85392"/>
                  <a:pt x="293281" y="82030"/>
                </a:cubicBezTo>
                <a:cubicBezTo>
                  <a:pt x="295856" y="78669"/>
                  <a:pt x="297143" y="72893"/>
                  <a:pt x="297143" y="64701"/>
                </a:cubicBezTo>
                <a:cubicBezTo>
                  <a:pt x="297143" y="54449"/>
                  <a:pt x="294997" y="46382"/>
                  <a:pt x="290706" y="40500"/>
                </a:cubicBezTo>
                <a:cubicBezTo>
                  <a:pt x="287804" y="36467"/>
                  <a:pt x="284106" y="34450"/>
                  <a:pt x="279610" y="34450"/>
                </a:cubicBezTo>
                <a:close/>
                <a:moveTo>
                  <a:pt x="333251" y="30286"/>
                </a:moveTo>
                <a:lnTo>
                  <a:pt x="333251" y="43284"/>
                </a:lnTo>
                <a:cubicBezTo>
                  <a:pt x="337951" y="34619"/>
                  <a:pt x="342774" y="30286"/>
                  <a:pt x="347719" y="30286"/>
                </a:cubicBezTo>
                <a:cubicBezTo>
                  <a:pt x="349967" y="30286"/>
                  <a:pt x="351827" y="30991"/>
                  <a:pt x="353298" y="32400"/>
                </a:cubicBezTo>
                <a:cubicBezTo>
                  <a:pt x="354769" y="33809"/>
                  <a:pt x="355505" y="35439"/>
                  <a:pt x="355505" y="37290"/>
                </a:cubicBezTo>
                <a:cubicBezTo>
                  <a:pt x="355505" y="38930"/>
                  <a:pt x="354974" y="40318"/>
                  <a:pt x="353911" y="41454"/>
                </a:cubicBezTo>
                <a:cubicBezTo>
                  <a:pt x="352848" y="42590"/>
                  <a:pt x="351582" y="43158"/>
                  <a:pt x="350110" y="43158"/>
                </a:cubicBezTo>
                <a:cubicBezTo>
                  <a:pt x="348680" y="43158"/>
                  <a:pt x="347076" y="42432"/>
                  <a:pt x="345298" y="40981"/>
                </a:cubicBezTo>
                <a:cubicBezTo>
                  <a:pt x="343520" y="39530"/>
                  <a:pt x="342202" y="38804"/>
                  <a:pt x="341344" y="38804"/>
                </a:cubicBezTo>
                <a:cubicBezTo>
                  <a:pt x="340608" y="38804"/>
                  <a:pt x="339811" y="39223"/>
                  <a:pt x="338953" y="40062"/>
                </a:cubicBezTo>
                <a:cubicBezTo>
                  <a:pt x="337114" y="41783"/>
                  <a:pt x="335213" y="44615"/>
                  <a:pt x="333251" y="48558"/>
                </a:cubicBezTo>
                <a:lnTo>
                  <a:pt x="333251" y="76186"/>
                </a:lnTo>
                <a:cubicBezTo>
                  <a:pt x="333251" y="79374"/>
                  <a:pt x="333640" y="81786"/>
                  <a:pt x="334416" y="83422"/>
                </a:cubicBezTo>
                <a:cubicBezTo>
                  <a:pt x="334948" y="84556"/>
                  <a:pt x="335888" y="85500"/>
                  <a:pt x="337236" y="86256"/>
                </a:cubicBezTo>
                <a:cubicBezTo>
                  <a:pt x="338585" y="87010"/>
                  <a:pt x="340526" y="87388"/>
                  <a:pt x="343060" y="87388"/>
                </a:cubicBezTo>
                <a:lnTo>
                  <a:pt x="343060" y="89722"/>
                </a:lnTo>
                <a:lnTo>
                  <a:pt x="314308" y="89722"/>
                </a:lnTo>
                <a:lnTo>
                  <a:pt x="314308" y="87388"/>
                </a:lnTo>
                <a:cubicBezTo>
                  <a:pt x="317169" y="87388"/>
                  <a:pt x="319294" y="86926"/>
                  <a:pt x="320684" y="86004"/>
                </a:cubicBezTo>
                <a:cubicBezTo>
                  <a:pt x="321706" y="85332"/>
                  <a:pt x="322421" y="84261"/>
                  <a:pt x="322830" y="82792"/>
                </a:cubicBezTo>
                <a:cubicBezTo>
                  <a:pt x="323034" y="82078"/>
                  <a:pt x="323136" y="80042"/>
                  <a:pt x="323136" y="76685"/>
                </a:cubicBezTo>
                <a:lnTo>
                  <a:pt x="323136" y="54335"/>
                </a:lnTo>
                <a:cubicBezTo>
                  <a:pt x="323136" y="47620"/>
                  <a:pt x="323003" y="43622"/>
                  <a:pt x="322738" y="42343"/>
                </a:cubicBezTo>
                <a:cubicBezTo>
                  <a:pt x="322472" y="41063"/>
                  <a:pt x="321982" y="40129"/>
                  <a:pt x="321266" y="39541"/>
                </a:cubicBezTo>
                <a:cubicBezTo>
                  <a:pt x="320551" y="38954"/>
                  <a:pt x="319662" y="38660"/>
                  <a:pt x="318600" y="38660"/>
                </a:cubicBezTo>
                <a:cubicBezTo>
                  <a:pt x="317333" y="38660"/>
                  <a:pt x="315902" y="38975"/>
                  <a:pt x="314308" y="39604"/>
                </a:cubicBezTo>
                <a:lnTo>
                  <a:pt x="313695" y="37337"/>
                </a:lnTo>
                <a:lnTo>
                  <a:pt x="330677" y="30286"/>
                </a:lnTo>
                <a:lnTo>
                  <a:pt x="333251" y="30286"/>
                </a:lnTo>
                <a:close/>
                <a:moveTo>
                  <a:pt x="390687" y="0"/>
                </a:moveTo>
                <a:lnTo>
                  <a:pt x="360586" y="91489"/>
                </a:lnTo>
                <a:lnTo>
                  <a:pt x="355682" y="91489"/>
                </a:lnTo>
                <a:lnTo>
                  <a:pt x="385782" y="0"/>
                </a:lnTo>
                <a:lnTo>
                  <a:pt x="390687" y="0"/>
                </a:lnTo>
                <a:close/>
                <a:moveTo>
                  <a:pt x="466957" y="2271"/>
                </a:moveTo>
                <a:lnTo>
                  <a:pt x="468857" y="31296"/>
                </a:lnTo>
                <a:lnTo>
                  <a:pt x="466957" y="31296"/>
                </a:lnTo>
                <a:cubicBezTo>
                  <a:pt x="464423" y="22566"/>
                  <a:pt x="460806" y="16283"/>
                  <a:pt x="456106" y="12446"/>
                </a:cubicBezTo>
                <a:cubicBezTo>
                  <a:pt x="451406" y="8607"/>
                  <a:pt x="445766" y="6688"/>
                  <a:pt x="439186" y="6688"/>
                </a:cubicBezTo>
                <a:cubicBezTo>
                  <a:pt x="433668" y="6688"/>
                  <a:pt x="428682" y="8130"/>
                  <a:pt x="424227" y="11014"/>
                </a:cubicBezTo>
                <a:cubicBezTo>
                  <a:pt x="419773" y="13897"/>
                  <a:pt x="416268" y="18496"/>
                  <a:pt x="413714" y="24810"/>
                </a:cubicBezTo>
                <a:cubicBezTo>
                  <a:pt x="411159" y="31125"/>
                  <a:pt x="409882" y="38977"/>
                  <a:pt x="409882" y="48365"/>
                </a:cubicBezTo>
                <a:cubicBezTo>
                  <a:pt x="409882" y="56110"/>
                  <a:pt x="411088" y="62824"/>
                  <a:pt x="413499" y="68508"/>
                </a:cubicBezTo>
                <a:cubicBezTo>
                  <a:pt x="415910" y="74191"/>
                  <a:pt x="419538" y="78548"/>
                  <a:pt x="424381" y="81579"/>
                </a:cubicBezTo>
                <a:cubicBezTo>
                  <a:pt x="429224" y="84610"/>
                  <a:pt x="434751" y="86126"/>
                  <a:pt x="440964" y="86126"/>
                </a:cubicBezTo>
                <a:cubicBezTo>
                  <a:pt x="446358" y="86126"/>
                  <a:pt x="451120" y="84937"/>
                  <a:pt x="455248" y="82561"/>
                </a:cubicBezTo>
                <a:cubicBezTo>
                  <a:pt x="459375" y="80184"/>
                  <a:pt x="463912" y="75463"/>
                  <a:pt x="468857" y="68396"/>
                </a:cubicBezTo>
                <a:lnTo>
                  <a:pt x="470758" y="69654"/>
                </a:lnTo>
                <a:cubicBezTo>
                  <a:pt x="466589" y="77248"/>
                  <a:pt x="461725" y="82807"/>
                  <a:pt x="456167" y="86331"/>
                </a:cubicBezTo>
                <a:cubicBezTo>
                  <a:pt x="450609" y="89854"/>
                  <a:pt x="444008" y="91615"/>
                  <a:pt x="436366" y="91615"/>
                </a:cubicBezTo>
                <a:cubicBezTo>
                  <a:pt x="422593" y="91615"/>
                  <a:pt x="411926" y="86364"/>
                  <a:pt x="404365" y="75863"/>
                </a:cubicBezTo>
                <a:cubicBezTo>
                  <a:pt x="398725" y="68051"/>
                  <a:pt x="395905" y="58852"/>
                  <a:pt x="395905" y="48266"/>
                </a:cubicBezTo>
                <a:cubicBezTo>
                  <a:pt x="395905" y="39739"/>
                  <a:pt x="397764" y="31905"/>
                  <a:pt x="401483" y="24765"/>
                </a:cubicBezTo>
                <a:cubicBezTo>
                  <a:pt x="405203" y="17625"/>
                  <a:pt x="410321" y="12091"/>
                  <a:pt x="416840" y="8163"/>
                </a:cubicBezTo>
                <a:cubicBezTo>
                  <a:pt x="423359" y="4235"/>
                  <a:pt x="430480" y="2271"/>
                  <a:pt x="438205" y="2271"/>
                </a:cubicBezTo>
                <a:cubicBezTo>
                  <a:pt x="444213" y="2271"/>
                  <a:pt x="450139" y="3786"/>
                  <a:pt x="455983" y="6814"/>
                </a:cubicBezTo>
                <a:cubicBezTo>
                  <a:pt x="457700" y="7740"/>
                  <a:pt x="458926" y="8202"/>
                  <a:pt x="459661" y="8202"/>
                </a:cubicBezTo>
                <a:cubicBezTo>
                  <a:pt x="460765" y="8202"/>
                  <a:pt x="461725" y="7803"/>
                  <a:pt x="462543" y="7004"/>
                </a:cubicBezTo>
                <a:cubicBezTo>
                  <a:pt x="463605" y="5868"/>
                  <a:pt x="464361" y="4291"/>
                  <a:pt x="464811" y="2271"/>
                </a:cubicBezTo>
                <a:lnTo>
                  <a:pt x="466957" y="2271"/>
                </a:lnTo>
                <a:close/>
                <a:moveTo>
                  <a:pt x="505708" y="30286"/>
                </a:moveTo>
                <a:cubicBezTo>
                  <a:pt x="514209" y="30286"/>
                  <a:pt x="521035" y="33606"/>
                  <a:pt x="526184" y="40245"/>
                </a:cubicBezTo>
                <a:cubicBezTo>
                  <a:pt x="530557" y="45917"/>
                  <a:pt x="532744" y="52431"/>
                  <a:pt x="532744" y="59785"/>
                </a:cubicBezTo>
                <a:cubicBezTo>
                  <a:pt x="532744" y="64954"/>
                  <a:pt x="531538" y="70186"/>
                  <a:pt x="529127" y="75480"/>
                </a:cubicBezTo>
                <a:cubicBezTo>
                  <a:pt x="526715" y="80774"/>
                  <a:pt x="523395" y="84765"/>
                  <a:pt x="519165" y="87455"/>
                </a:cubicBezTo>
                <a:cubicBezTo>
                  <a:pt x="514935" y="90144"/>
                  <a:pt x="510225" y="91489"/>
                  <a:pt x="505034" y="91489"/>
                </a:cubicBezTo>
                <a:cubicBezTo>
                  <a:pt x="496574" y="91489"/>
                  <a:pt x="489851" y="88022"/>
                  <a:pt x="484865" y="81088"/>
                </a:cubicBezTo>
                <a:cubicBezTo>
                  <a:pt x="480655" y="75248"/>
                  <a:pt x="478551" y="68693"/>
                  <a:pt x="478551" y="61424"/>
                </a:cubicBezTo>
                <a:cubicBezTo>
                  <a:pt x="478551" y="56129"/>
                  <a:pt x="479828" y="50866"/>
                  <a:pt x="482382" y="45634"/>
                </a:cubicBezTo>
                <a:cubicBezTo>
                  <a:pt x="484936" y="40402"/>
                  <a:pt x="488298" y="36536"/>
                  <a:pt x="492467" y="34036"/>
                </a:cubicBezTo>
                <a:cubicBezTo>
                  <a:pt x="496635" y="31536"/>
                  <a:pt x="501049" y="30286"/>
                  <a:pt x="505708" y="30286"/>
                </a:cubicBezTo>
                <a:moveTo>
                  <a:pt x="503808" y="34450"/>
                </a:moveTo>
                <a:cubicBezTo>
                  <a:pt x="501642" y="34450"/>
                  <a:pt x="499466" y="35112"/>
                  <a:pt x="497279" y="36436"/>
                </a:cubicBezTo>
                <a:cubicBezTo>
                  <a:pt x="495093" y="37760"/>
                  <a:pt x="493325" y="40081"/>
                  <a:pt x="491976" y="43400"/>
                </a:cubicBezTo>
                <a:cubicBezTo>
                  <a:pt x="490628" y="46719"/>
                  <a:pt x="489953" y="50983"/>
                  <a:pt x="489953" y="56193"/>
                </a:cubicBezTo>
                <a:cubicBezTo>
                  <a:pt x="489953" y="64595"/>
                  <a:pt x="491578" y="71842"/>
                  <a:pt x="494827" y="77935"/>
                </a:cubicBezTo>
                <a:cubicBezTo>
                  <a:pt x="498076" y="84027"/>
                  <a:pt x="502357" y="87072"/>
                  <a:pt x="507670" y="87072"/>
                </a:cubicBezTo>
                <a:cubicBezTo>
                  <a:pt x="511635" y="87072"/>
                  <a:pt x="514904" y="85392"/>
                  <a:pt x="517479" y="82030"/>
                </a:cubicBezTo>
                <a:cubicBezTo>
                  <a:pt x="520054" y="78669"/>
                  <a:pt x="521341" y="72893"/>
                  <a:pt x="521341" y="64701"/>
                </a:cubicBezTo>
                <a:cubicBezTo>
                  <a:pt x="521341" y="54449"/>
                  <a:pt x="519195" y="46382"/>
                  <a:pt x="514904" y="40500"/>
                </a:cubicBezTo>
                <a:cubicBezTo>
                  <a:pt x="512002" y="36467"/>
                  <a:pt x="508304" y="34450"/>
                  <a:pt x="503808" y="34450"/>
                </a:cubicBezTo>
                <a:close/>
                <a:moveTo>
                  <a:pt x="557694" y="42590"/>
                </a:moveTo>
                <a:cubicBezTo>
                  <a:pt x="561781" y="38383"/>
                  <a:pt x="564192" y="35965"/>
                  <a:pt x="564928" y="35334"/>
                </a:cubicBezTo>
                <a:cubicBezTo>
                  <a:pt x="566767" y="33735"/>
                  <a:pt x="568749" y="32494"/>
                  <a:pt x="570875" y="31611"/>
                </a:cubicBezTo>
                <a:cubicBezTo>
                  <a:pt x="573000" y="30728"/>
                  <a:pt x="575105" y="30286"/>
                  <a:pt x="577189" y="30286"/>
                </a:cubicBezTo>
                <a:cubicBezTo>
                  <a:pt x="580704" y="30286"/>
                  <a:pt x="583728" y="31338"/>
                  <a:pt x="586262" y="33441"/>
                </a:cubicBezTo>
                <a:cubicBezTo>
                  <a:pt x="588796" y="35544"/>
                  <a:pt x="590492" y="38594"/>
                  <a:pt x="591350" y="42590"/>
                </a:cubicBezTo>
                <a:cubicBezTo>
                  <a:pt x="595560" y="37542"/>
                  <a:pt x="599116" y="34229"/>
                  <a:pt x="602017" y="32652"/>
                </a:cubicBezTo>
                <a:cubicBezTo>
                  <a:pt x="604919" y="31075"/>
                  <a:pt x="607903" y="30286"/>
                  <a:pt x="610968" y="30286"/>
                </a:cubicBezTo>
                <a:cubicBezTo>
                  <a:pt x="613951" y="30286"/>
                  <a:pt x="616598" y="31073"/>
                  <a:pt x="618907" y="32648"/>
                </a:cubicBezTo>
                <a:cubicBezTo>
                  <a:pt x="621216" y="34222"/>
                  <a:pt x="623045" y="36792"/>
                  <a:pt x="624393" y="40360"/>
                </a:cubicBezTo>
                <a:cubicBezTo>
                  <a:pt x="625293" y="42794"/>
                  <a:pt x="625742" y="46613"/>
                  <a:pt x="625742" y="51817"/>
                </a:cubicBezTo>
                <a:lnTo>
                  <a:pt x="625742" y="76622"/>
                </a:lnTo>
                <a:cubicBezTo>
                  <a:pt x="625742" y="80232"/>
                  <a:pt x="626008" y="82708"/>
                  <a:pt x="626539" y="84051"/>
                </a:cubicBezTo>
                <a:cubicBezTo>
                  <a:pt x="626948" y="84974"/>
                  <a:pt x="627704" y="85761"/>
                  <a:pt x="628807" y="86412"/>
                </a:cubicBezTo>
                <a:cubicBezTo>
                  <a:pt x="629911" y="87062"/>
                  <a:pt x="631709" y="87388"/>
                  <a:pt x="634202" y="87388"/>
                </a:cubicBezTo>
                <a:lnTo>
                  <a:pt x="634202" y="89722"/>
                </a:lnTo>
                <a:lnTo>
                  <a:pt x="606493" y="89722"/>
                </a:lnTo>
                <a:lnTo>
                  <a:pt x="606493" y="87388"/>
                </a:lnTo>
                <a:lnTo>
                  <a:pt x="607657" y="87388"/>
                </a:lnTo>
                <a:cubicBezTo>
                  <a:pt x="610069" y="87388"/>
                  <a:pt x="611949" y="86907"/>
                  <a:pt x="613297" y="85944"/>
                </a:cubicBezTo>
                <a:cubicBezTo>
                  <a:pt x="614237" y="85274"/>
                  <a:pt x="614912" y="84207"/>
                  <a:pt x="615320" y="82742"/>
                </a:cubicBezTo>
                <a:cubicBezTo>
                  <a:pt x="615484" y="82031"/>
                  <a:pt x="615566" y="80002"/>
                  <a:pt x="615566" y="76653"/>
                </a:cubicBezTo>
                <a:lnTo>
                  <a:pt x="615566" y="51920"/>
                </a:lnTo>
                <a:cubicBezTo>
                  <a:pt x="615566" y="47232"/>
                  <a:pt x="615014" y="43927"/>
                  <a:pt x="613910" y="42002"/>
                </a:cubicBezTo>
                <a:cubicBezTo>
                  <a:pt x="612316" y="39323"/>
                  <a:pt x="609762" y="37984"/>
                  <a:pt x="606247" y="37984"/>
                </a:cubicBezTo>
                <a:cubicBezTo>
                  <a:pt x="604081" y="37984"/>
                  <a:pt x="601905" y="38538"/>
                  <a:pt x="599718" y="39648"/>
                </a:cubicBezTo>
                <a:cubicBezTo>
                  <a:pt x="597532" y="40756"/>
                  <a:pt x="594886" y="42817"/>
                  <a:pt x="591779" y="45831"/>
                </a:cubicBezTo>
                <a:lnTo>
                  <a:pt x="591657" y="46521"/>
                </a:lnTo>
                <a:lnTo>
                  <a:pt x="591779" y="49221"/>
                </a:lnTo>
                <a:lnTo>
                  <a:pt x="591779" y="76653"/>
                </a:lnTo>
                <a:cubicBezTo>
                  <a:pt x="591779" y="80588"/>
                  <a:pt x="591994" y="83036"/>
                  <a:pt x="592423" y="83998"/>
                </a:cubicBezTo>
                <a:cubicBezTo>
                  <a:pt x="592852" y="84960"/>
                  <a:pt x="593659" y="85766"/>
                  <a:pt x="594845" y="86416"/>
                </a:cubicBezTo>
                <a:cubicBezTo>
                  <a:pt x="596030" y="87064"/>
                  <a:pt x="598053" y="87388"/>
                  <a:pt x="600914" y="87388"/>
                </a:cubicBezTo>
                <a:lnTo>
                  <a:pt x="600914" y="89722"/>
                </a:lnTo>
                <a:lnTo>
                  <a:pt x="572530" y="89722"/>
                </a:lnTo>
                <a:lnTo>
                  <a:pt x="572530" y="87388"/>
                </a:lnTo>
                <a:cubicBezTo>
                  <a:pt x="575636" y="87388"/>
                  <a:pt x="577771" y="87011"/>
                  <a:pt x="578936" y="86258"/>
                </a:cubicBezTo>
                <a:cubicBezTo>
                  <a:pt x="580101" y="85505"/>
                  <a:pt x="580908" y="84375"/>
                  <a:pt x="581358" y="82868"/>
                </a:cubicBezTo>
                <a:cubicBezTo>
                  <a:pt x="581562" y="82156"/>
                  <a:pt x="581664" y="80084"/>
                  <a:pt x="581664" y="76653"/>
                </a:cubicBezTo>
                <a:lnTo>
                  <a:pt x="581664" y="51920"/>
                </a:lnTo>
                <a:cubicBezTo>
                  <a:pt x="581664" y="47232"/>
                  <a:pt x="580990" y="43863"/>
                  <a:pt x="579641" y="41813"/>
                </a:cubicBezTo>
                <a:cubicBezTo>
                  <a:pt x="577843" y="39134"/>
                  <a:pt x="575329" y="37794"/>
                  <a:pt x="572101" y="37794"/>
                </a:cubicBezTo>
                <a:cubicBezTo>
                  <a:pt x="569894" y="37794"/>
                  <a:pt x="567707" y="38401"/>
                  <a:pt x="565541" y="39614"/>
                </a:cubicBezTo>
                <a:cubicBezTo>
                  <a:pt x="562149" y="41456"/>
                  <a:pt x="559533" y="43528"/>
                  <a:pt x="557694" y="45829"/>
                </a:cubicBezTo>
                <a:lnTo>
                  <a:pt x="557694" y="76653"/>
                </a:lnTo>
                <a:cubicBezTo>
                  <a:pt x="557694" y="80420"/>
                  <a:pt x="557950" y="82868"/>
                  <a:pt x="558460" y="83998"/>
                </a:cubicBezTo>
                <a:cubicBezTo>
                  <a:pt x="558971" y="85127"/>
                  <a:pt x="559727" y="85975"/>
                  <a:pt x="560729" y="86540"/>
                </a:cubicBezTo>
                <a:cubicBezTo>
                  <a:pt x="561730" y="87105"/>
                  <a:pt x="563763" y="87388"/>
                  <a:pt x="566829" y="87388"/>
                </a:cubicBezTo>
                <a:lnTo>
                  <a:pt x="566829" y="89722"/>
                </a:lnTo>
                <a:lnTo>
                  <a:pt x="539058" y="89722"/>
                </a:lnTo>
                <a:lnTo>
                  <a:pt x="539058" y="87388"/>
                </a:lnTo>
                <a:cubicBezTo>
                  <a:pt x="541632" y="87388"/>
                  <a:pt x="543431" y="87104"/>
                  <a:pt x="544452" y="86538"/>
                </a:cubicBezTo>
                <a:cubicBezTo>
                  <a:pt x="545474" y="85971"/>
                  <a:pt x="546251" y="85069"/>
                  <a:pt x="546782" y="83831"/>
                </a:cubicBezTo>
                <a:cubicBezTo>
                  <a:pt x="547313" y="82592"/>
                  <a:pt x="547579" y="80189"/>
                  <a:pt x="547579" y="76622"/>
                </a:cubicBezTo>
                <a:lnTo>
                  <a:pt x="547579" y="54588"/>
                </a:lnTo>
                <a:cubicBezTo>
                  <a:pt x="547579" y="48249"/>
                  <a:pt x="547395" y="44157"/>
                  <a:pt x="547027" y="42312"/>
                </a:cubicBezTo>
                <a:cubicBezTo>
                  <a:pt x="546741" y="40926"/>
                  <a:pt x="546291" y="39971"/>
                  <a:pt x="545678" y="39447"/>
                </a:cubicBezTo>
                <a:cubicBezTo>
                  <a:pt x="545065" y="38922"/>
                  <a:pt x="544228" y="38660"/>
                  <a:pt x="543165" y="38660"/>
                </a:cubicBezTo>
                <a:cubicBezTo>
                  <a:pt x="542021" y="38660"/>
                  <a:pt x="540651" y="38975"/>
                  <a:pt x="539058" y="39604"/>
                </a:cubicBezTo>
                <a:lnTo>
                  <a:pt x="538138" y="37337"/>
                </a:lnTo>
                <a:lnTo>
                  <a:pt x="555058" y="30286"/>
                </a:lnTo>
                <a:lnTo>
                  <a:pt x="557694" y="30286"/>
                </a:lnTo>
                <a:lnTo>
                  <a:pt x="557694" y="42590"/>
                </a:lnTo>
                <a:close/>
                <a:moveTo>
                  <a:pt x="656340" y="42590"/>
                </a:moveTo>
                <a:cubicBezTo>
                  <a:pt x="660427" y="38383"/>
                  <a:pt x="662838" y="35965"/>
                  <a:pt x="663574" y="35334"/>
                </a:cubicBezTo>
                <a:cubicBezTo>
                  <a:pt x="665413" y="33735"/>
                  <a:pt x="667395" y="32494"/>
                  <a:pt x="669521" y="31611"/>
                </a:cubicBezTo>
                <a:cubicBezTo>
                  <a:pt x="671646" y="30728"/>
                  <a:pt x="673751" y="30286"/>
                  <a:pt x="675835" y="30286"/>
                </a:cubicBezTo>
                <a:cubicBezTo>
                  <a:pt x="679350" y="30286"/>
                  <a:pt x="682374" y="31338"/>
                  <a:pt x="684908" y="33441"/>
                </a:cubicBezTo>
                <a:cubicBezTo>
                  <a:pt x="687442" y="35544"/>
                  <a:pt x="689138" y="38594"/>
                  <a:pt x="689996" y="42590"/>
                </a:cubicBezTo>
                <a:cubicBezTo>
                  <a:pt x="694206" y="37542"/>
                  <a:pt x="697762" y="34229"/>
                  <a:pt x="700663" y="32652"/>
                </a:cubicBezTo>
                <a:cubicBezTo>
                  <a:pt x="703565" y="31075"/>
                  <a:pt x="706549" y="30286"/>
                  <a:pt x="709614" y="30286"/>
                </a:cubicBezTo>
                <a:cubicBezTo>
                  <a:pt x="712597" y="30286"/>
                  <a:pt x="715244" y="31073"/>
                  <a:pt x="717553" y="32648"/>
                </a:cubicBezTo>
                <a:cubicBezTo>
                  <a:pt x="719862" y="34222"/>
                  <a:pt x="721691" y="36792"/>
                  <a:pt x="723040" y="40360"/>
                </a:cubicBezTo>
                <a:cubicBezTo>
                  <a:pt x="723939" y="42794"/>
                  <a:pt x="724388" y="46613"/>
                  <a:pt x="724388" y="51817"/>
                </a:cubicBezTo>
                <a:lnTo>
                  <a:pt x="724388" y="76622"/>
                </a:lnTo>
                <a:cubicBezTo>
                  <a:pt x="724388" y="80232"/>
                  <a:pt x="724654" y="82708"/>
                  <a:pt x="725185" y="84051"/>
                </a:cubicBezTo>
                <a:cubicBezTo>
                  <a:pt x="725594" y="84974"/>
                  <a:pt x="726350" y="85761"/>
                  <a:pt x="727453" y="86412"/>
                </a:cubicBezTo>
                <a:cubicBezTo>
                  <a:pt x="728557" y="87062"/>
                  <a:pt x="730355" y="87388"/>
                  <a:pt x="732848" y="87388"/>
                </a:cubicBezTo>
                <a:lnTo>
                  <a:pt x="732848" y="89722"/>
                </a:lnTo>
                <a:lnTo>
                  <a:pt x="705139" y="89722"/>
                </a:lnTo>
                <a:lnTo>
                  <a:pt x="705139" y="87388"/>
                </a:lnTo>
                <a:lnTo>
                  <a:pt x="706303" y="87388"/>
                </a:lnTo>
                <a:cubicBezTo>
                  <a:pt x="708715" y="87388"/>
                  <a:pt x="710595" y="86907"/>
                  <a:pt x="711943" y="85944"/>
                </a:cubicBezTo>
                <a:cubicBezTo>
                  <a:pt x="712883" y="85274"/>
                  <a:pt x="713558" y="84207"/>
                  <a:pt x="713966" y="82742"/>
                </a:cubicBezTo>
                <a:cubicBezTo>
                  <a:pt x="714130" y="82031"/>
                  <a:pt x="714212" y="80002"/>
                  <a:pt x="714212" y="76653"/>
                </a:cubicBezTo>
                <a:lnTo>
                  <a:pt x="714212" y="51920"/>
                </a:lnTo>
                <a:cubicBezTo>
                  <a:pt x="714212" y="47232"/>
                  <a:pt x="713660" y="43927"/>
                  <a:pt x="712556" y="42002"/>
                </a:cubicBezTo>
                <a:cubicBezTo>
                  <a:pt x="710963" y="39323"/>
                  <a:pt x="708408" y="37984"/>
                  <a:pt x="704893" y="37984"/>
                </a:cubicBezTo>
                <a:cubicBezTo>
                  <a:pt x="702727" y="37984"/>
                  <a:pt x="700551" y="38538"/>
                  <a:pt x="698364" y="39648"/>
                </a:cubicBezTo>
                <a:cubicBezTo>
                  <a:pt x="696178" y="40756"/>
                  <a:pt x="693532" y="42817"/>
                  <a:pt x="690426" y="45831"/>
                </a:cubicBezTo>
                <a:lnTo>
                  <a:pt x="690303" y="46521"/>
                </a:lnTo>
                <a:lnTo>
                  <a:pt x="690426" y="49221"/>
                </a:lnTo>
                <a:lnTo>
                  <a:pt x="690426" y="76653"/>
                </a:lnTo>
                <a:cubicBezTo>
                  <a:pt x="690426" y="80588"/>
                  <a:pt x="690640" y="83036"/>
                  <a:pt x="691069" y="83998"/>
                </a:cubicBezTo>
                <a:cubicBezTo>
                  <a:pt x="691498" y="84960"/>
                  <a:pt x="692306" y="85766"/>
                  <a:pt x="693491" y="86416"/>
                </a:cubicBezTo>
                <a:cubicBezTo>
                  <a:pt x="694676" y="87064"/>
                  <a:pt x="696699" y="87388"/>
                  <a:pt x="699560" y="87388"/>
                </a:cubicBezTo>
                <a:lnTo>
                  <a:pt x="699560" y="89722"/>
                </a:lnTo>
                <a:lnTo>
                  <a:pt x="671176" y="89722"/>
                </a:lnTo>
                <a:lnTo>
                  <a:pt x="671176" y="87388"/>
                </a:lnTo>
                <a:cubicBezTo>
                  <a:pt x="674282" y="87388"/>
                  <a:pt x="676417" y="87011"/>
                  <a:pt x="677582" y="86258"/>
                </a:cubicBezTo>
                <a:cubicBezTo>
                  <a:pt x="678747" y="85505"/>
                  <a:pt x="679554" y="84375"/>
                  <a:pt x="680004" y="82868"/>
                </a:cubicBezTo>
                <a:cubicBezTo>
                  <a:pt x="680208" y="82156"/>
                  <a:pt x="680310" y="80084"/>
                  <a:pt x="680310" y="76653"/>
                </a:cubicBezTo>
                <a:lnTo>
                  <a:pt x="680310" y="51920"/>
                </a:lnTo>
                <a:cubicBezTo>
                  <a:pt x="680310" y="47232"/>
                  <a:pt x="679636" y="43863"/>
                  <a:pt x="678287" y="41813"/>
                </a:cubicBezTo>
                <a:cubicBezTo>
                  <a:pt x="676489" y="39134"/>
                  <a:pt x="673975" y="37794"/>
                  <a:pt x="670747" y="37794"/>
                </a:cubicBezTo>
                <a:cubicBezTo>
                  <a:pt x="668540" y="37794"/>
                  <a:pt x="666353" y="38401"/>
                  <a:pt x="664187" y="39614"/>
                </a:cubicBezTo>
                <a:cubicBezTo>
                  <a:pt x="660795" y="41456"/>
                  <a:pt x="658179" y="43528"/>
                  <a:pt x="656340" y="45829"/>
                </a:cubicBezTo>
                <a:lnTo>
                  <a:pt x="656340" y="76653"/>
                </a:lnTo>
                <a:cubicBezTo>
                  <a:pt x="656340" y="80420"/>
                  <a:pt x="656596" y="82868"/>
                  <a:pt x="657106" y="83998"/>
                </a:cubicBezTo>
                <a:cubicBezTo>
                  <a:pt x="657617" y="85127"/>
                  <a:pt x="658373" y="85975"/>
                  <a:pt x="659375" y="86540"/>
                </a:cubicBezTo>
                <a:cubicBezTo>
                  <a:pt x="660376" y="87105"/>
                  <a:pt x="662409" y="87388"/>
                  <a:pt x="665475" y="87388"/>
                </a:cubicBezTo>
                <a:lnTo>
                  <a:pt x="665475" y="89722"/>
                </a:lnTo>
                <a:lnTo>
                  <a:pt x="637704" y="89722"/>
                </a:lnTo>
                <a:lnTo>
                  <a:pt x="637704" y="87388"/>
                </a:lnTo>
                <a:cubicBezTo>
                  <a:pt x="640278" y="87388"/>
                  <a:pt x="642077" y="87104"/>
                  <a:pt x="643098" y="86538"/>
                </a:cubicBezTo>
                <a:cubicBezTo>
                  <a:pt x="644120" y="85971"/>
                  <a:pt x="644897" y="85069"/>
                  <a:pt x="645428" y="83831"/>
                </a:cubicBezTo>
                <a:cubicBezTo>
                  <a:pt x="645959" y="82592"/>
                  <a:pt x="646225" y="80189"/>
                  <a:pt x="646225" y="76622"/>
                </a:cubicBezTo>
                <a:lnTo>
                  <a:pt x="646225" y="54588"/>
                </a:lnTo>
                <a:cubicBezTo>
                  <a:pt x="646225" y="48249"/>
                  <a:pt x="646041" y="44157"/>
                  <a:pt x="645673" y="42312"/>
                </a:cubicBezTo>
                <a:cubicBezTo>
                  <a:pt x="645387" y="40926"/>
                  <a:pt x="644938" y="39971"/>
                  <a:pt x="644324" y="39447"/>
                </a:cubicBezTo>
                <a:cubicBezTo>
                  <a:pt x="643711" y="38922"/>
                  <a:pt x="642874" y="38660"/>
                  <a:pt x="641811" y="38660"/>
                </a:cubicBezTo>
                <a:cubicBezTo>
                  <a:pt x="640667" y="38660"/>
                  <a:pt x="639298" y="38975"/>
                  <a:pt x="637704" y="39604"/>
                </a:cubicBezTo>
                <a:lnTo>
                  <a:pt x="636784" y="37337"/>
                </a:lnTo>
                <a:lnTo>
                  <a:pt x="653704" y="30286"/>
                </a:lnTo>
                <a:lnTo>
                  <a:pt x="656340" y="30286"/>
                </a:lnTo>
                <a:lnTo>
                  <a:pt x="656340" y="42590"/>
                </a:lnTo>
                <a:close/>
                <a:moveTo>
                  <a:pt x="752595" y="0"/>
                </a:moveTo>
                <a:cubicBezTo>
                  <a:pt x="754312" y="0"/>
                  <a:pt x="755773" y="624"/>
                  <a:pt x="756979" y="1871"/>
                </a:cubicBezTo>
                <a:cubicBezTo>
                  <a:pt x="758184" y="3117"/>
                  <a:pt x="758787" y="4628"/>
                  <a:pt x="758787" y="6404"/>
                </a:cubicBezTo>
                <a:cubicBezTo>
                  <a:pt x="758787" y="8180"/>
                  <a:pt x="758184" y="9702"/>
                  <a:pt x="756979" y="10971"/>
                </a:cubicBezTo>
                <a:cubicBezTo>
                  <a:pt x="755773" y="12238"/>
                  <a:pt x="754312" y="12872"/>
                  <a:pt x="752595" y="12872"/>
                </a:cubicBezTo>
                <a:cubicBezTo>
                  <a:pt x="750879" y="12872"/>
                  <a:pt x="749408" y="12238"/>
                  <a:pt x="748181" y="10971"/>
                </a:cubicBezTo>
                <a:cubicBezTo>
                  <a:pt x="746955" y="9702"/>
                  <a:pt x="746342" y="8180"/>
                  <a:pt x="746342" y="6404"/>
                </a:cubicBezTo>
                <a:cubicBezTo>
                  <a:pt x="746342" y="4628"/>
                  <a:pt x="746945" y="3117"/>
                  <a:pt x="748151" y="1871"/>
                </a:cubicBezTo>
                <a:cubicBezTo>
                  <a:pt x="749356" y="624"/>
                  <a:pt x="750838" y="0"/>
                  <a:pt x="752595" y="0"/>
                </a:cubicBezTo>
                <a:moveTo>
                  <a:pt x="757684" y="30286"/>
                </a:moveTo>
                <a:lnTo>
                  <a:pt x="757684" y="76622"/>
                </a:lnTo>
                <a:cubicBezTo>
                  <a:pt x="757684" y="80232"/>
                  <a:pt x="757939" y="82634"/>
                  <a:pt x="758450" y="83831"/>
                </a:cubicBezTo>
                <a:cubicBezTo>
                  <a:pt x="758961" y="85027"/>
                  <a:pt x="759717" y="85919"/>
                  <a:pt x="760718" y="86506"/>
                </a:cubicBezTo>
                <a:cubicBezTo>
                  <a:pt x="761720" y="87094"/>
                  <a:pt x="763548" y="87388"/>
                  <a:pt x="766205" y="87388"/>
                </a:cubicBezTo>
                <a:lnTo>
                  <a:pt x="766205" y="89722"/>
                </a:lnTo>
                <a:lnTo>
                  <a:pt x="738924" y="89722"/>
                </a:lnTo>
                <a:lnTo>
                  <a:pt x="738924" y="87388"/>
                </a:lnTo>
                <a:cubicBezTo>
                  <a:pt x="741663" y="87388"/>
                  <a:pt x="743502" y="87115"/>
                  <a:pt x="744442" y="86569"/>
                </a:cubicBezTo>
                <a:cubicBezTo>
                  <a:pt x="745382" y="86024"/>
                  <a:pt x="746128" y="85121"/>
                  <a:pt x="746679" y="83862"/>
                </a:cubicBezTo>
                <a:cubicBezTo>
                  <a:pt x="747231" y="82603"/>
                  <a:pt x="747507" y="80189"/>
                  <a:pt x="747507" y="76622"/>
                </a:cubicBezTo>
                <a:lnTo>
                  <a:pt x="747507" y="54398"/>
                </a:lnTo>
                <a:cubicBezTo>
                  <a:pt x="747507" y="48144"/>
                  <a:pt x="747323" y="44094"/>
                  <a:pt x="746955" y="42249"/>
                </a:cubicBezTo>
                <a:cubicBezTo>
                  <a:pt x="746669" y="40905"/>
                  <a:pt x="746220" y="39971"/>
                  <a:pt x="745607" y="39447"/>
                </a:cubicBezTo>
                <a:cubicBezTo>
                  <a:pt x="744994" y="38922"/>
                  <a:pt x="744156" y="38660"/>
                  <a:pt x="743093" y="38660"/>
                </a:cubicBezTo>
                <a:cubicBezTo>
                  <a:pt x="741949" y="38660"/>
                  <a:pt x="740559" y="38975"/>
                  <a:pt x="738924" y="39604"/>
                </a:cubicBezTo>
                <a:lnTo>
                  <a:pt x="738066" y="37337"/>
                </a:lnTo>
                <a:lnTo>
                  <a:pt x="754986" y="30286"/>
                </a:lnTo>
                <a:lnTo>
                  <a:pt x="757684" y="30286"/>
                </a:lnTo>
                <a:close/>
                <a:moveTo>
                  <a:pt x="790489" y="12872"/>
                </a:moveTo>
                <a:lnTo>
                  <a:pt x="790489" y="31926"/>
                </a:lnTo>
                <a:lnTo>
                  <a:pt x="803608" y="31926"/>
                </a:lnTo>
                <a:lnTo>
                  <a:pt x="803608" y="36343"/>
                </a:lnTo>
                <a:lnTo>
                  <a:pt x="790489" y="36343"/>
                </a:lnTo>
                <a:lnTo>
                  <a:pt x="790489" y="73771"/>
                </a:lnTo>
                <a:cubicBezTo>
                  <a:pt x="790489" y="77511"/>
                  <a:pt x="791010" y="80032"/>
                  <a:pt x="792052" y="81334"/>
                </a:cubicBezTo>
                <a:cubicBezTo>
                  <a:pt x="793094" y="82636"/>
                  <a:pt x="794433" y="83286"/>
                  <a:pt x="796067" y="83286"/>
                </a:cubicBezTo>
                <a:cubicBezTo>
                  <a:pt x="797416" y="83286"/>
                  <a:pt x="798724" y="82855"/>
                  <a:pt x="799991" y="81993"/>
                </a:cubicBezTo>
                <a:cubicBezTo>
                  <a:pt x="801258" y="81131"/>
                  <a:pt x="802239" y="79858"/>
                  <a:pt x="802933" y="78176"/>
                </a:cubicBezTo>
                <a:lnTo>
                  <a:pt x="805324" y="78176"/>
                </a:lnTo>
                <a:cubicBezTo>
                  <a:pt x="803894" y="82310"/>
                  <a:pt x="801871" y="85436"/>
                  <a:pt x="799255" y="87555"/>
                </a:cubicBezTo>
                <a:cubicBezTo>
                  <a:pt x="796639" y="89673"/>
                  <a:pt x="793942" y="90732"/>
                  <a:pt x="791163" y="90732"/>
                </a:cubicBezTo>
                <a:cubicBezTo>
                  <a:pt x="789283" y="90732"/>
                  <a:pt x="787444" y="90195"/>
                  <a:pt x="785646" y="89121"/>
                </a:cubicBezTo>
                <a:cubicBezTo>
                  <a:pt x="783847" y="88047"/>
                  <a:pt x="782519" y="86510"/>
                  <a:pt x="781661" y="84511"/>
                </a:cubicBezTo>
                <a:cubicBezTo>
                  <a:pt x="780802" y="82510"/>
                  <a:pt x="780373" y="79425"/>
                  <a:pt x="780373" y="75256"/>
                </a:cubicBezTo>
                <a:lnTo>
                  <a:pt x="780373" y="36343"/>
                </a:lnTo>
                <a:lnTo>
                  <a:pt x="771484" y="36343"/>
                </a:lnTo>
                <a:lnTo>
                  <a:pt x="771484" y="34261"/>
                </a:lnTo>
                <a:cubicBezTo>
                  <a:pt x="773732" y="33333"/>
                  <a:pt x="776031" y="31762"/>
                  <a:pt x="778381" y="29547"/>
                </a:cubicBezTo>
                <a:cubicBezTo>
                  <a:pt x="780731" y="27332"/>
                  <a:pt x="782826" y="24705"/>
                  <a:pt x="784665" y="21667"/>
                </a:cubicBezTo>
                <a:cubicBezTo>
                  <a:pt x="785605" y="20065"/>
                  <a:pt x="786912" y="17133"/>
                  <a:pt x="788588" y="12872"/>
                </a:cubicBezTo>
                <a:lnTo>
                  <a:pt x="790489" y="12872"/>
                </a:lnTo>
                <a:close/>
                <a:moveTo>
                  <a:pt x="826359" y="12872"/>
                </a:moveTo>
                <a:lnTo>
                  <a:pt x="826359" y="31926"/>
                </a:lnTo>
                <a:lnTo>
                  <a:pt x="839478" y="31926"/>
                </a:lnTo>
                <a:lnTo>
                  <a:pt x="839478" y="36343"/>
                </a:lnTo>
                <a:lnTo>
                  <a:pt x="826359" y="36343"/>
                </a:lnTo>
                <a:lnTo>
                  <a:pt x="826359" y="73771"/>
                </a:lnTo>
                <a:cubicBezTo>
                  <a:pt x="826359" y="77511"/>
                  <a:pt x="826880" y="80032"/>
                  <a:pt x="827922" y="81334"/>
                </a:cubicBezTo>
                <a:cubicBezTo>
                  <a:pt x="828965" y="82636"/>
                  <a:pt x="830303" y="83286"/>
                  <a:pt x="831938" y="83286"/>
                </a:cubicBezTo>
                <a:cubicBezTo>
                  <a:pt x="833286" y="83286"/>
                  <a:pt x="834594" y="82855"/>
                  <a:pt x="835861" y="81993"/>
                </a:cubicBezTo>
                <a:cubicBezTo>
                  <a:pt x="837128" y="81131"/>
                  <a:pt x="838109" y="79858"/>
                  <a:pt x="838804" y="78176"/>
                </a:cubicBezTo>
                <a:lnTo>
                  <a:pt x="841195" y="78176"/>
                </a:lnTo>
                <a:cubicBezTo>
                  <a:pt x="839764" y="82310"/>
                  <a:pt x="837741" y="85436"/>
                  <a:pt x="835126" y="87555"/>
                </a:cubicBezTo>
                <a:cubicBezTo>
                  <a:pt x="832510" y="89673"/>
                  <a:pt x="829813" y="90732"/>
                  <a:pt x="827033" y="90732"/>
                </a:cubicBezTo>
                <a:cubicBezTo>
                  <a:pt x="825153" y="90732"/>
                  <a:pt x="823314" y="90195"/>
                  <a:pt x="821516" y="89121"/>
                </a:cubicBezTo>
                <a:cubicBezTo>
                  <a:pt x="819718" y="88047"/>
                  <a:pt x="818389" y="86510"/>
                  <a:pt x="817531" y="84511"/>
                </a:cubicBezTo>
                <a:cubicBezTo>
                  <a:pt x="816673" y="82510"/>
                  <a:pt x="816244" y="79425"/>
                  <a:pt x="816244" y="75256"/>
                </a:cubicBezTo>
                <a:lnTo>
                  <a:pt x="816244" y="36343"/>
                </a:lnTo>
                <a:lnTo>
                  <a:pt x="807355" y="36343"/>
                </a:lnTo>
                <a:lnTo>
                  <a:pt x="807355" y="34261"/>
                </a:lnTo>
                <a:cubicBezTo>
                  <a:pt x="809602" y="33333"/>
                  <a:pt x="811901" y="31762"/>
                  <a:pt x="814251" y="29547"/>
                </a:cubicBezTo>
                <a:cubicBezTo>
                  <a:pt x="816601" y="27332"/>
                  <a:pt x="818696" y="24705"/>
                  <a:pt x="820535" y="21667"/>
                </a:cubicBezTo>
                <a:cubicBezTo>
                  <a:pt x="821475" y="20065"/>
                  <a:pt x="822783" y="17133"/>
                  <a:pt x="824459" y="12872"/>
                </a:cubicBezTo>
                <a:lnTo>
                  <a:pt x="826359" y="12872"/>
                </a:lnTo>
                <a:close/>
                <a:moveTo>
                  <a:pt x="855363" y="53758"/>
                </a:moveTo>
                <a:cubicBezTo>
                  <a:pt x="855322" y="62319"/>
                  <a:pt x="857345" y="69034"/>
                  <a:pt x="861432" y="73903"/>
                </a:cubicBezTo>
                <a:cubicBezTo>
                  <a:pt x="865519" y="78770"/>
                  <a:pt x="870321" y="81204"/>
                  <a:pt x="875839" y="81204"/>
                </a:cubicBezTo>
                <a:cubicBezTo>
                  <a:pt x="879517" y="81204"/>
                  <a:pt x="882715" y="80163"/>
                  <a:pt x="885433" y="78081"/>
                </a:cubicBezTo>
                <a:cubicBezTo>
                  <a:pt x="888151" y="75999"/>
                  <a:pt x="890429" y="72434"/>
                  <a:pt x="892268" y="67386"/>
                </a:cubicBezTo>
                <a:lnTo>
                  <a:pt x="894169" y="68648"/>
                </a:lnTo>
                <a:cubicBezTo>
                  <a:pt x="893310" y="74411"/>
                  <a:pt x="890817" y="79658"/>
                  <a:pt x="886690" y="84391"/>
                </a:cubicBezTo>
                <a:cubicBezTo>
                  <a:pt x="882562" y="89123"/>
                  <a:pt x="877392" y="91489"/>
                  <a:pt x="871179" y="91489"/>
                </a:cubicBezTo>
                <a:cubicBezTo>
                  <a:pt x="864436" y="91489"/>
                  <a:pt x="858663" y="88792"/>
                  <a:pt x="853861" y="83399"/>
                </a:cubicBezTo>
                <a:cubicBezTo>
                  <a:pt x="849059" y="78004"/>
                  <a:pt x="846658" y="70752"/>
                  <a:pt x="846658" y="61643"/>
                </a:cubicBezTo>
                <a:cubicBezTo>
                  <a:pt x="846658" y="51779"/>
                  <a:pt x="849120" y="44087"/>
                  <a:pt x="854045" y="38567"/>
                </a:cubicBezTo>
                <a:cubicBezTo>
                  <a:pt x="858970" y="33046"/>
                  <a:pt x="865151" y="30286"/>
                  <a:pt x="872589" y="30286"/>
                </a:cubicBezTo>
                <a:cubicBezTo>
                  <a:pt x="878883" y="30286"/>
                  <a:pt x="884053" y="32415"/>
                  <a:pt x="888100" y="36674"/>
                </a:cubicBezTo>
                <a:cubicBezTo>
                  <a:pt x="892146" y="40932"/>
                  <a:pt x="894169" y="46626"/>
                  <a:pt x="894169" y="53758"/>
                </a:cubicBezTo>
                <a:lnTo>
                  <a:pt x="855363" y="53758"/>
                </a:lnTo>
                <a:moveTo>
                  <a:pt x="855363" y="50098"/>
                </a:moveTo>
                <a:lnTo>
                  <a:pt x="881356" y="50098"/>
                </a:lnTo>
                <a:cubicBezTo>
                  <a:pt x="881152" y="46396"/>
                  <a:pt x="880723" y="43788"/>
                  <a:pt x="880069" y="42274"/>
                </a:cubicBezTo>
                <a:cubicBezTo>
                  <a:pt x="879047" y="39919"/>
                  <a:pt x="877524" y="38068"/>
                  <a:pt x="875501" y="36722"/>
                </a:cubicBezTo>
                <a:cubicBezTo>
                  <a:pt x="873478" y="35376"/>
                  <a:pt x="871363" y="34703"/>
                  <a:pt x="869156" y="34703"/>
                </a:cubicBezTo>
                <a:cubicBezTo>
                  <a:pt x="865764" y="34703"/>
                  <a:pt x="862730" y="36059"/>
                  <a:pt x="860053" y="38772"/>
                </a:cubicBezTo>
                <a:cubicBezTo>
                  <a:pt x="857376" y="41485"/>
                  <a:pt x="855812" y="45261"/>
                  <a:pt x="855363" y="50098"/>
                </a:cubicBezTo>
                <a:close/>
                <a:moveTo>
                  <a:pt x="918398" y="30286"/>
                </a:moveTo>
                <a:lnTo>
                  <a:pt x="918398" y="43284"/>
                </a:lnTo>
                <a:cubicBezTo>
                  <a:pt x="923098" y="34619"/>
                  <a:pt x="927920" y="30286"/>
                  <a:pt x="932866" y="30286"/>
                </a:cubicBezTo>
                <a:cubicBezTo>
                  <a:pt x="935113" y="30286"/>
                  <a:pt x="936973" y="30991"/>
                  <a:pt x="938444" y="32400"/>
                </a:cubicBezTo>
                <a:cubicBezTo>
                  <a:pt x="939916" y="33809"/>
                  <a:pt x="940651" y="35439"/>
                  <a:pt x="940651" y="37290"/>
                </a:cubicBezTo>
                <a:cubicBezTo>
                  <a:pt x="940651" y="38930"/>
                  <a:pt x="940120" y="40318"/>
                  <a:pt x="939057" y="41454"/>
                </a:cubicBezTo>
                <a:cubicBezTo>
                  <a:pt x="937995" y="42590"/>
                  <a:pt x="936728" y="43158"/>
                  <a:pt x="935256" y="43158"/>
                </a:cubicBezTo>
                <a:cubicBezTo>
                  <a:pt x="933826" y="43158"/>
                  <a:pt x="932222" y="42432"/>
                  <a:pt x="930444" y="40981"/>
                </a:cubicBezTo>
                <a:cubicBezTo>
                  <a:pt x="928666" y="39530"/>
                  <a:pt x="927348" y="38804"/>
                  <a:pt x="926490" y="38804"/>
                </a:cubicBezTo>
                <a:cubicBezTo>
                  <a:pt x="925754" y="38804"/>
                  <a:pt x="924957" y="39223"/>
                  <a:pt x="924099" y="40062"/>
                </a:cubicBezTo>
                <a:cubicBezTo>
                  <a:pt x="922260" y="41783"/>
                  <a:pt x="920359" y="44615"/>
                  <a:pt x="918398" y="48558"/>
                </a:cubicBezTo>
                <a:lnTo>
                  <a:pt x="918398" y="76186"/>
                </a:lnTo>
                <a:cubicBezTo>
                  <a:pt x="918398" y="79374"/>
                  <a:pt x="918786" y="81786"/>
                  <a:pt x="919563" y="83422"/>
                </a:cubicBezTo>
                <a:cubicBezTo>
                  <a:pt x="920094" y="84556"/>
                  <a:pt x="921034" y="85500"/>
                  <a:pt x="922383" y="86256"/>
                </a:cubicBezTo>
                <a:cubicBezTo>
                  <a:pt x="923731" y="87010"/>
                  <a:pt x="925673" y="87388"/>
                  <a:pt x="928206" y="87388"/>
                </a:cubicBezTo>
                <a:lnTo>
                  <a:pt x="928206" y="89722"/>
                </a:lnTo>
                <a:lnTo>
                  <a:pt x="899455" y="89722"/>
                </a:lnTo>
                <a:lnTo>
                  <a:pt x="899455" y="87388"/>
                </a:lnTo>
                <a:cubicBezTo>
                  <a:pt x="902316" y="87388"/>
                  <a:pt x="904441" y="86926"/>
                  <a:pt x="905830" y="86004"/>
                </a:cubicBezTo>
                <a:cubicBezTo>
                  <a:pt x="906852" y="85332"/>
                  <a:pt x="907567" y="84261"/>
                  <a:pt x="907976" y="82792"/>
                </a:cubicBezTo>
                <a:cubicBezTo>
                  <a:pt x="908180" y="82078"/>
                  <a:pt x="908282" y="80042"/>
                  <a:pt x="908282" y="76685"/>
                </a:cubicBezTo>
                <a:lnTo>
                  <a:pt x="908282" y="54335"/>
                </a:lnTo>
                <a:cubicBezTo>
                  <a:pt x="908282" y="47620"/>
                  <a:pt x="908150" y="43622"/>
                  <a:pt x="907884" y="42343"/>
                </a:cubicBezTo>
                <a:cubicBezTo>
                  <a:pt x="907618" y="41063"/>
                  <a:pt x="907128" y="40129"/>
                  <a:pt x="906413" y="39541"/>
                </a:cubicBezTo>
                <a:cubicBezTo>
                  <a:pt x="905697" y="38954"/>
                  <a:pt x="904809" y="38660"/>
                  <a:pt x="903746" y="38660"/>
                </a:cubicBezTo>
                <a:cubicBezTo>
                  <a:pt x="902479" y="38660"/>
                  <a:pt x="901049" y="38975"/>
                  <a:pt x="899455" y="39604"/>
                </a:cubicBezTo>
                <a:lnTo>
                  <a:pt x="898842" y="37337"/>
                </a:lnTo>
                <a:lnTo>
                  <a:pt x="915823" y="30286"/>
                </a:lnTo>
                <a:lnTo>
                  <a:pt x="918398" y="302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53a8486ab4bd7"/>
          <a:stretch xmlns:a="http://schemas.openxmlformats.org/drawingml/2006/main"/>
        </p:blipFill>
        <p:spPr>
          <a:xfrm xmlns:a="http://schemas.openxmlformats.org/drawingml/2006/main">
            <a:off x="7060234" y="2065510"/>
            <a:ext cx="150044" cy="153617"/>
          </a:xfrm>
          <a:prstGeom xmlns:a="http://schemas.openxmlformats.org/drawingml/2006/main" prst="rect">
            <a:avLst/>
          </a:prstGeom>
        </p:spPr>
      </p:pic>
      <p:sp>
        <p:nvSpPr>
          <p:cNvPr id="127" name="Text CodeCommit-1">
            <a:extLst xmlns:a="http://schemas.openxmlformats.org/drawingml/2006/main">
              <a:ext uri="{FF2B5EF4-FFF2-40B4-BE49-F238E27FC236}">
                <a16:creationId xmlns:a16="http://schemas.microsoft.com/office/drawing/2014/main" id="{03D8F0AB-59FE-46EA-9DE0-CBCCAAF8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822" y="2101865"/>
            <a:ext cx="859000" cy="91615"/>
          </a:xfrm>
          <a:custGeom xmlns:a="http://schemas.openxmlformats.org/drawingml/2006/main">
            <a:pathLst>
              <a:path w="859000" h="91615">
                <a:moveTo>
                  <a:pt x="71052" y="2271"/>
                </a:moveTo>
                <a:lnTo>
                  <a:pt x="72952" y="31296"/>
                </a:lnTo>
                <a:lnTo>
                  <a:pt x="71052" y="31296"/>
                </a:lnTo>
                <a:cubicBezTo>
                  <a:pt x="68518" y="22566"/>
                  <a:pt x="64901" y="16283"/>
                  <a:pt x="60201" y="12446"/>
                </a:cubicBezTo>
                <a:cubicBezTo>
                  <a:pt x="55501" y="8607"/>
                  <a:pt x="49861" y="6688"/>
                  <a:pt x="43281" y="6688"/>
                </a:cubicBezTo>
                <a:cubicBezTo>
                  <a:pt x="37764" y="6688"/>
                  <a:pt x="32778" y="8130"/>
                  <a:pt x="28323" y="11014"/>
                </a:cubicBezTo>
                <a:cubicBezTo>
                  <a:pt x="23868" y="13897"/>
                  <a:pt x="20363" y="18496"/>
                  <a:pt x="17809" y="24810"/>
                </a:cubicBezTo>
                <a:cubicBezTo>
                  <a:pt x="15255" y="31125"/>
                  <a:pt x="13977" y="38977"/>
                  <a:pt x="13977" y="48365"/>
                </a:cubicBezTo>
                <a:cubicBezTo>
                  <a:pt x="13977" y="56110"/>
                  <a:pt x="15183" y="62824"/>
                  <a:pt x="17594" y="68508"/>
                </a:cubicBezTo>
                <a:cubicBezTo>
                  <a:pt x="20006" y="74191"/>
                  <a:pt x="23633" y="78548"/>
                  <a:pt x="28476" y="81579"/>
                </a:cubicBezTo>
                <a:cubicBezTo>
                  <a:pt x="33319" y="84610"/>
                  <a:pt x="38847" y="86126"/>
                  <a:pt x="45059" y="86126"/>
                </a:cubicBezTo>
                <a:cubicBezTo>
                  <a:pt x="50454" y="86126"/>
                  <a:pt x="55215" y="84937"/>
                  <a:pt x="59343" y="82561"/>
                </a:cubicBezTo>
                <a:cubicBezTo>
                  <a:pt x="63471" y="80184"/>
                  <a:pt x="68007" y="75463"/>
                  <a:pt x="72952" y="68396"/>
                </a:cubicBezTo>
                <a:lnTo>
                  <a:pt x="74853" y="69654"/>
                </a:lnTo>
                <a:cubicBezTo>
                  <a:pt x="70684" y="77248"/>
                  <a:pt x="65821" y="82807"/>
                  <a:pt x="60262" y="86331"/>
                </a:cubicBezTo>
                <a:cubicBezTo>
                  <a:pt x="54704" y="89854"/>
                  <a:pt x="48104" y="91615"/>
                  <a:pt x="40461" y="91615"/>
                </a:cubicBezTo>
                <a:cubicBezTo>
                  <a:pt x="26688" y="91615"/>
                  <a:pt x="16021" y="86364"/>
                  <a:pt x="8460" y="75863"/>
                </a:cubicBezTo>
                <a:cubicBezTo>
                  <a:pt x="2820" y="68051"/>
                  <a:pt x="0" y="58852"/>
                  <a:pt x="0" y="48266"/>
                </a:cubicBezTo>
                <a:cubicBezTo>
                  <a:pt x="0" y="39739"/>
                  <a:pt x="1860" y="31905"/>
                  <a:pt x="5579" y="24765"/>
                </a:cubicBezTo>
                <a:cubicBezTo>
                  <a:pt x="9298" y="17625"/>
                  <a:pt x="14417" y="12091"/>
                  <a:pt x="20936" y="8163"/>
                </a:cubicBezTo>
                <a:cubicBezTo>
                  <a:pt x="27454" y="4235"/>
                  <a:pt x="34576" y="2271"/>
                  <a:pt x="42300" y="2271"/>
                </a:cubicBezTo>
                <a:cubicBezTo>
                  <a:pt x="48308" y="2271"/>
                  <a:pt x="54234" y="3786"/>
                  <a:pt x="60078" y="6814"/>
                </a:cubicBezTo>
                <a:cubicBezTo>
                  <a:pt x="61795" y="7740"/>
                  <a:pt x="63021" y="8202"/>
                  <a:pt x="63757" y="8202"/>
                </a:cubicBezTo>
                <a:cubicBezTo>
                  <a:pt x="64860" y="8202"/>
                  <a:pt x="65821" y="7803"/>
                  <a:pt x="66638" y="7004"/>
                </a:cubicBezTo>
                <a:cubicBezTo>
                  <a:pt x="67701" y="5868"/>
                  <a:pt x="68457" y="4291"/>
                  <a:pt x="68906" y="2271"/>
                </a:cubicBezTo>
                <a:lnTo>
                  <a:pt x="71052" y="2271"/>
                </a:lnTo>
                <a:close/>
                <a:moveTo>
                  <a:pt x="109803" y="30286"/>
                </a:moveTo>
                <a:cubicBezTo>
                  <a:pt x="118304" y="30286"/>
                  <a:pt x="125130" y="33606"/>
                  <a:pt x="130279" y="40245"/>
                </a:cubicBezTo>
                <a:cubicBezTo>
                  <a:pt x="134652" y="45917"/>
                  <a:pt x="136839" y="52431"/>
                  <a:pt x="136839" y="59785"/>
                </a:cubicBezTo>
                <a:cubicBezTo>
                  <a:pt x="136839" y="64954"/>
                  <a:pt x="135633" y="70186"/>
                  <a:pt x="133222" y="75480"/>
                </a:cubicBezTo>
                <a:cubicBezTo>
                  <a:pt x="130811" y="80774"/>
                  <a:pt x="127490" y="84765"/>
                  <a:pt x="123260" y="87455"/>
                </a:cubicBezTo>
                <a:cubicBezTo>
                  <a:pt x="119030" y="90144"/>
                  <a:pt x="114320" y="91489"/>
                  <a:pt x="109129" y="91489"/>
                </a:cubicBezTo>
                <a:cubicBezTo>
                  <a:pt x="100669" y="91489"/>
                  <a:pt x="93946" y="88022"/>
                  <a:pt x="88960" y="81088"/>
                </a:cubicBezTo>
                <a:cubicBezTo>
                  <a:pt x="84750" y="75248"/>
                  <a:pt x="82646" y="68693"/>
                  <a:pt x="82646" y="61424"/>
                </a:cubicBezTo>
                <a:cubicBezTo>
                  <a:pt x="82646" y="56129"/>
                  <a:pt x="83923" y="50866"/>
                  <a:pt x="86477" y="45634"/>
                </a:cubicBezTo>
                <a:cubicBezTo>
                  <a:pt x="89031" y="40402"/>
                  <a:pt x="92393" y="36536"/>
                  <a:pt x="96562" y="34036"/>
                </a:cubicBezTo>
                <a:cubicBezTo>
                  <a:pt x="100730" y="31536"/>
                  <a:pt x="105144" y="30286"/>
                  <a:pt x="109803" y="30286"/>
                </a:cubicBezTo>
                <a:moveTo>
                  <a:pt x="107903" y="34450"/>
                </a:moveTo>
                <a:cubicBezTo>
                  <a:pt x="105737" y="34450"/>
                  <a:pt x="103561" y="35112"/>
                  <a:pt x="101374" y="36436"/>
                </a:cubicBezTo>
                <a:cubicBezTo>
                  <a:pt x="99188" y="37760"/>
                  <a:pt x="97420" y="40081"/>
                  <a:pt x="96071" y="43400"/>
                </a:cubicBezTo>
                <a:cubicBezTo>
                  <a:pt x="94723" y="46719"/>
                  <a:pt x="94048" y="50983"/>
                  <a:pt x="94048" y="56193"/>
                </a:cubicBezTo>
                <a:cubicBezTo>
                  <a:pt x="94048" y="64595"/>
                  <a:pt x="95673" y="71842"/>
                  <a:pt x="98922" y="77935"/>
                </a:cubicBezTo>
                <a:cubicBezTo>
                  <a:pt x="102171" y="84027"/>
                  <a:pt x="106452" y="87072"/>
                  <a:pt x="111765" y="87072"/>
                </a:cubicBezTo>
                <a:cubicBezTo>
                  <a:pt x="115730" y="87072"/>
                  <a:pt x="118999" y="85392"/>
                  <a:pt x="121574" y="82030"/>
                </a:cubicBezTo>
                <a:cubicBezTo>
                  <a:pt x="124149" y="78669"/>
                  <a:pt x="125436" y="72893"/>
                  <a:pt x="125436" y="64701"/>
                </a:cubicBezTo>
                <a:cubicBezTo>
                  <a:pt x="125436" y="54449"/>
                  <a:pt x="123290" y="46382"/>
                  <a:pt x="118999" y="40500"/>
                </a:cubicBezTo>
                <a:cubicBezTo>
                  <a:pt x="116097" y="36467"/>
                  <a:pt x="112399" y="34450"/>
                  <a:pt x="107903" y="34450"/>
                </a:cubicBezTo>
                <a:close/>
                <a:moveTo>
                  <a:pt x="184779" y="83223"/>
                </a:moveTo>
                <a:cubicBezTo>
                  <a:pt x="182041" y="86168"/>
                  <a:pt x="179364" y="88282"/>
                  <a:pt x="176749" y="89564"/>
                </a:cubicBezTo>
                <a:cubicBezTo>
                  <a:pt x="174133" y="90847"/>
                  <a:pt x="171313" y="91489"/>
                  <a:pt x="168289" y="91489"/>
                </a:cubicBezTo>
                <a:cubicBezTo>
                  <a:pt x="162158" y="91489"/>
                  <a:pt x="156804" y="88855"/>
                  <a:pt x="152227" y="83588"/>
                </a:cubicBezTo>
                <a:cubicBezTo>
                  <a:pt x="147649" y="78320"/>
                  <a:pt x="145361" y="71550"/>
                  <a:pt x="145361" y="63279"/>
                </a:cubicBezTo>
                <a:cubicBezTo>
                  <a:pt x="145361" y="55010"/>
                  <a:pt x="147895" y="47443"/>
                  <a:pt x="152962" y="40580"/>
                </a:cubicBezTo>
                <a:cubicBezTo>
                  <a:pt x="158030" y="33717"/>
                  <a:pt x="164549" y="30286"/>
                  <a:pt x="172519" y="30286"/>
                </a:cubicBezTo>
                <a:cubicBezTo>
                  <a:pt x="177464" y="30286"/>
                  <a:pt x="181551" y="31905"/>
                  <a:pt x="184779" y="35144"/>
                </a:cubicBezTo>
                <a:lnTo>
                  <a:pt x="184779" y="24458"/>
                </a:lnTo>
                <a:cubicBezTo>
                  <a:pt x="184779" y="17826"/>
                  <a:pt x="184626" y="13750"/>
                  <a:pt x="184320" y="12229"/>
                </a:cubicBezTo>
                <a:cubicBezTo>
                  <a:pt x="184013" y="10708"/>
                  <a:pt x="183533" y="9673"/>
                  <a:pt x="182879" y="9125"/>
                </a:cubicBezTo>
                <a:cubicBezTo>
                  <a:pt x="182225" y="8576"/>
                  <a:pt x="181408" y="8301"/>
                  <a:pt x="180427" y="8301"/>
                </a:cubicBezTo>
                <a:cubicBezTo>
                  <a:pt x="179364" y="8301"/>
                  <a:pt x="177954" y="8639"/>
                  <a:pt x="176197" y="9315"/>
                </a:cubicBezTo>
                <a:lnTo>
                  <a:pt x="175400" y="7096"/>
                </a:lnTo>
                <a:lnTo>
                  <a:pt x="192136" y="0"/>
                </a:lnTo>
                <a:lnTo>
                  <a:pt x="194895" y="0"/>
                </a:lnTo>
                <a:lnTo>
                  <a:pt x="194895" y="66818"/>
                </a:lnTo>
                <a:cubicBezTo>
                  <a:pt x="194895" y="73591"/>
                  <a:pt x="195048" y="77723"/>
                  <a:pt x="195355" y="79217"/>
                </a:cubicBezTo>
                <a:cubicBezTo>
                  <a:pt x="195661" y="80710"/>
                  <a:pt x="196151" y="81751"/>
                  <a:pt x="196826" y="82340"/>
                </a:cubicBezTo>
                <a:cubicBezTo>
                  <a:pt x="197500" y="82929"/>
                  <a:pt x="198287" y="83223"/>
                  <a:pt x="199186" y="83223"/>
                </a:cubicBezTo>
                <a:cubicBezTo>
                  <a:pt x="200290" y="83223"/>
                  <a:pt x="201761" y="82866"/>
                  <a:pt x="203600" y="82151"/>
                </a:cubicBezTo>
                <a:lnTo>
                  <a:pt x="204274" y="84359"/>
                </a:lnTo>
                <a:lnTo>
                  <a:pt x="187600" y="91489"/>
                </a:lnTo>
                <a:lnTo>
                  <a:pt x="184779" y="91489"/>
                </a:lnTo>
                <a:lnTo>
                  <a:pt x="184779" y="83223"/>
                </a:lnTo>
                <a:moveTo>
                  <a:pt x="184779" y="78820"/>
                </a:moveTo>
                <a:lnTo>
                  <a:pt x="184779" y="49114"/>
                </a:lnTo>
                <a:cubicBezTo>
                  <a:pt x="184534" y="46260"/>
                  <a:pt x="183799" y="43659"/>
                  <a:pt x="182573" y="41310"/>
                </a:cubicBezTo>
                <a:cubicBezTo>
                  <a:pt x="181346" y="38960"/>
                  <a:pt x="179722" y="37187"/>
                  <a:pt x="177699" y="35992"/>
                </a:cubicBezTo>
                <a:cubicBezTo>
                  <a:pt x="175676" y="34796"/>
                  <a:pt x="173704" y="34198"/>
                  <a:pt x="171783" y="34198"/>
                </a:cubicBezTo>
                <a:cubicBezTo>
                  <a:pt x="168186" y="34198"/>
                  <a:pt x="164978" y="35855"/>
                  <a:pt x="162158" y="39171"/>
                </a:cubicBezTo>
                <a:cubicBezTo>
                  <a:pt x="158439" y="43533"/>
                  <a:pt x="156579" y="49911"/>
                  <a:pt x="156579" y="58302"/>
                </a:cubicBezTo>
                <a:cubicBezTo>
                  <a:pt x="156579" y="66778"/>
                  <a:pt x="158378" y="73272"/>
                  <a:pt x="161974" y="77783"/>
                </a:cubicBezTo>
                <a:cubicBezTo>
                  <a:pt x="165571" y="82293"/>
                  <a:pt x="169576" y="84548"/>
                  <a:pt x="173990" y="84548"/>
                </a:cubicBezTo>
                <a:cubicBezTo>
                  <a:pt x="177709" y="84548"/>
                  <a:pt x="181306" y="82639"/>
                  <a:pt x="184779" y="78820"/>
                </a:cubicBezTo>
                <a:close/>
                <a:moveTo>
                  <a:pt x="217332" y="53758"/>
                </a:moveTo>
                <a:cubicBezTo>
                  <a:pt x="217291" y="62319"/>
                  <a:pt x="219314" y="69034"/>
                  <a:pt x="223401" y="73903"/>
                </a:cubicBezTo>
                <a:cubicBezTo>
                  <a:pt x="227488" y="78770"/>
                  <a:pt x="232290" y="81204"/>
                  <a:pt x="237807" y="81204"/>
                </a:cubicBezTo>
                <a:cubicBezTo>
                  <a:pt x="241486" y="81204"/>
                  <a:pt x="244684" y="80163"/>
                  <a:pt x="247402" y="78081"/>
                </a:cubicBezTo>
                <a:cubicBezTo>
                  <a:pt x="250119" y="75999"/>
                  <a:pt x="252398" y="72434"/>
                  <a:pt x="254237" y="67386"/>
                </a:cubicBezTo>
                <a:lnTo>
                  <a:pt x="256137" y="68648"/>
                </a:lnTo>
                <a:cubicBezTo>
                  <a:pt x="255279" y="74411"/>
                  <a:pt x="252786" y="79658"/>
                  <a:pt x="248658" y="84391"/>
                </a:cubicBezTo>
                <a:cubicBezTo>
                  <a:pt x="244530" y="89123"/>
                  <a:pt x="239360" y="91489"/>
                  <a:pt x="233148" y="91489"/>
                </a:cubicBezTo>
                <a:cubicBezTo>
                  <a:pt x="226405" y="91489"/>
                  <a:pt x="220632" y="88792"/>
                  <a:pt x="215830" y="83399"/>
                </a:cubicBezTo>
                <a:cubicBezTo>
                  <a:pt x="211027" y="78004"/>
                  <a:pt x="208626" y="70752"/>
                  <a:pt x="208626" y="61643"/>
                </a:cubicBezTo>
                <a:cubicBezTo>
                  <a:pt x="208626" y="51779"/>
                  <a:pt x="211089" y="44087"/>
                  <a:pt x="216014" y="38567"/>
                </a:cubicBezTo>
                <a:cubicBezTo>
                  <a:pt x="220938" y="33046"/>
                  <a:pt x="227120" y="30286"/>
                  <a:pt x="234558" y="30286"/>
                </a:cubicBezTo>
                <a:cubicBezTo>
                  <a:pt x="240852" y="30286"/>
                  <a:pt x="246022" y="32415"/>
                  <a:pt x="250068" y="36674"/>
                </a:cubicBezTo>
                <a:cubicBezTo>
                  <a:pt x="254114" y="40932"/>
                  <a:pt x="256137" y="46626"/>
                  <a:pt x="256137" y="53758"/>
                </a:cubicBezTo>
                <a:lnTo>
                  <a:pt x="217332" y="53758"/>
                </a:lnTo>
                <a:moveTo>
                  <a:pt x="217332" y="50098"/>
                </a:moveTo>
                <a:lnTo>
                  <a:pt x="243325" y="50098"/>
                </a:lnTo>
                <a:cubicBezTo>
                  <a:pt x="243120" y="46396"/>
                  <a:pt x="242691" y="43788"/>
                  <a:pt x="242037" y="42274"/>
                </a:cubicBezTo>
                <a:cubicBezTo>
                  <a:pt x="241016" y="39919"/>
                  <a:pt x="239493" y="38068"/>
                  <a:pt x="237470" y="36722"/>
                </a:cubicBezTo>
                <a:cubicBezTo>
                  <a:pt x="235447" y="35376"/>
                  <a:pt x="233332" y="34703"/>
                  <a:pt x="231125" y="34703"/>
                </a:cubicBezTo>
                <a:cubicBezTo>
                  <a:pt x="227733" y="34703"/>
                  <a:pt x="224698" y="36059"/>
                  <a:pt x="222021" y="38772"/>
                </a:cubicBezTo>
                <a:cubicBezTo>
                  <a:pt x="219344" y="41485"/>
                  <a:pt x="217781" y="45261"/>
                  <a:pt x="217332" y="50098"/>
                </a:cubicBezTo>
                <a:close/>
                <a:moveTo>
                  <a:pt x="366995" y="2271"/>
                </a:moveTo>
                <a:lnTo>
                  <a:pt x="368896" y="31296"/>
                </a:lnTo>
                <a:lnTo>
                  <a:pt x="366995" y="31296"/>
                </a:lnTo>
                <a:cubicBezTo>
                  <a:pt x="364461" y="22566"/>
                  <a:pt x="360844" y="16283"/>
                  <a:pt x="356144" y="12446"/>
                </a:cubicBezTo>
                <a:cubicBezTo>
                  <a:pt x="351444" y="8607"/>
                  <a:pt x="345804" y="6688"/>
                  <a:pt x="339224" y="6688"/>
                </a:cubicBezTo>
                <a:cubicBezTo>
                  <a:pt x="333707" y="6688"/>
                  <a:pt x="328721" y="8130"/>
                  <a:pt x="324266" y="11014"/>
                </a:cubicBezTo>
                <a:cubicBezTo>
                  <a:pt x="319811" y="13897"/>
                  <a:pt x="316307" y="18496"/>
                  <a:pt x="313752" y="24810"/>
                </a:cubicBezTo>
                <a:cubicBezTo>
                  <a:pt x="311198" y="31125"/>
                  <a:pt x="309921" y="38977"/>
                  <a:pt x="309921" y="48365"/>
                </a:cubicBezTo>
                <a:cubicBezTo>
                  <a:pt x="309921" y="56110"/>
                  <a:pt x="311126" y="62824"/>
                  <a:pt x="313538" y="68508"/>
                </a:cubicBezTo>
                <a:cubicBezTo>
                  <a:pt x="315949" y="74191"/>
                  <a:pt x="319576" y="78548"/>
                  <a:pt x="324419" y="81579"/>
                </a:cubicBezTo>
                <a:cubicBezTo>
                  <a:pt x="329262" y="84610"/>
                  <a:pt x="334790" y="86126"/>
                  <a:pt x="341002" y="86126"/>
                </a:cubicBezTo>
                <a:cubicBezTo>
                  <a:pt x="346397" y="86126"/>
                  <a:pt x="351158" y="84937"/>
                  <a:pt x="355286" y="82561"/>
                </a:cubicBezTo>
                <a:cubicBezTo>
                  <a:pt x="359414" y="80184"/>
                  <a:pt x="363950" y="75463"/>
                  <a:pt x="368896" y="68396"/>
                </a:cubicBezTo>
                <a:lnTo>
                  <a:pt x="370796" y="69654"/>
                </a:lnTo>
                <a:cubicBezTo>
                  <a:pt x="366627" y="77248"/>
                  <a:pt x="361764" y="82807"/>
                  <a:pt x="356206" y="86331"/>
                </a:cubicBezTo>
                <a:cubicBezTo>
                  <a:pt x="350647" y="89854"/>
                  <a:pt x="344047" y="91615"/>
                  <a:pt x="336404" y="91615"/>
                </a:cubicBezTo>
                <a:cubicBezTo>
                  <a:pt x="322631" y="91615"/>
                  <a:pt x="311964" y="86364"/>
                  <a:pt x="304403" y="75863"/>
                </a:cubicBezTo>
                <a:cubicBezTo>
                  <a:pt x="298763" y="68051"/>
                  <a:pt x="295943" y="58852"/>
                  <a:pt x="295943" y="48266"/>
                </a:cubicBezTo>
                <a:cubicBezTo>
                  <a:pt x="295943" y="39739"/>
                  <a:pt x="297803" y="31905"/>
                  <a:pt x="301522" y="24765"/>
                </a:cubicBezTo>
                <a:cubicBezTo>
                  <a:pt x="305241" y="17625"/>
                  <a:pt x="310360" y="12091"/>
                  <a:pt x="316879" y="8163"/>
                </a:cubicBezTo>
                <a:cubicBezTo>
                  <a:pt x="323397" y="4235"/>
                  <a:pt x="330519" y="2271"/>
                  <a:pt x="338243" y="2271"/>
                </a:cubicBezTo>
                <a:cubicBezTo>
                  <a:pt x="344251" y="2271"/>
                  <a:pt x="350177" y="3786"/>
                  <a:pt x="356022" y="6814"/>
                </a:cubicBezTo>
                <a:cubicBezTo>
                  <a:pt x="357738" y="7740"/>
                  <a:pt x="358964" y="8202"/>
                  <a:pt x="359700" y="8202"/>
                </a:cubicBezTo>
                <a:cubicBezTo>
                  <a:pt x="360803" y="8202"/>
                  <a:pt x="361764" y="7803"/>
                  <a:pt x="362581" y="7004"/>
                </a:cubicBezTo>
                <a:cubicBezTo>
                  <a:pt x="363644" y="5868"/>
                  <a:pt x="364400" y="4291"/>
                  <a:pt x="364850" y="2271"/>
                </a:cubicBezTo>
                <a:lnTo>
                  <a:pt x="366995" y="2271"/>
                </a:lnTo>
                <a:close/>
                <a:moveTo>
                  <a:pt x="405747" y="30286"/>
                </a:moveTo>
                <a:cubicBezTo>
                  <a:pt x="414248" y="30286"/>
                  <a:pt x="421073" y="33606"/>
                  <a:pt x="426222" y="40245"/>
                </a:cubicBezTo>
                <a:cubicBezTo>
                  <a:pt x="430596" y="45917"/>
                  <a:pt x="432782" y="52431"/>
                  <a:pt x="432782" y="59785"/>
                </a:cubicBezTo>
                <a:cubicBezTo>
                  <a:pt x="432782" y="64954"/>
                  <a:pt x="431576" y="70186"/>
                  <a:pt x="429165" y="75480"/>
                </a:cubicBezTo>
                <a:cubicBezTo>
                  <a:pt x="426754" y="80774"/>
                  <a:pt x="423433" y="84765"/>
                  <a:pt x="419203" y="87455"/>
                </a:cubicBezTo>
                <a:cubicBezTo>
                  <a:pt x="414973" y="90144"/>
                  <a:pt x="410263" y="91489"/>
                  <a:pt x="405072" y="91489"/>
                </a:cubicBezTo>
                <a:cubicBezTo>
                  <a:pt x="396612" y="91489"/>
                  <a:pt x="389889" y="88022"/>
                  <a:pt x="384903" y="81088"/>
                </a:cubicBezTo>
                <a:cubicBezTo>
                  <a:pt x="380694" y="75248"/>
                  <a:pt x="378589" y="68693"/>
                  <a:pt x="378589" y="61424"/>
                </a:cubicBezTo>
                <a:cubicBezTo>
                  <a:pt x="378589" y="56129"/>
                  <a:pt x="379866" y="50866"/>
                  <a:pt x="382420" y="45634"/>
                </a:cubicBezTo>
                <a:cubicBezTo>
                  <a:pt x="384975" y="40402"/>
                  <a:pt x="388336" y="36536"/>
                  <a:pt x="392505" y="34036"/>
                </a:cubicBezTo>
                <a:cubicBezTo>
                  <a:pt x="396674" y="31536"/>
                  <a:pt x="401088" y="30286"/>
                  <a:pt x="405747" y="30286"/>
                </a:cubicBezTo>
                <a:moveTo>
                  <a:pt x="403846" y="34450"/>
                </a:moveTo>
                <a:cubicBezTo>
                  <a:pt x="401680" y="34450"/>
                  <a:pt x="399504" y="35112"/>
                  <a:pt x="397317" y="36436"/>
                </a:cubicBezTo>
                <a:cubicBezTo>
                  <a:pt x="395131" y="37760"/>
                  <a:pt x="393363" y="40081"/>
                  <a:pt x="392015" y="43400"/>
                </a:cubicBezTo>
                <a:cubicBezTo>
                  <a:pt x="390666" y="46719"/>
                  <a:pt x="389991" y="50983"/>
                  <a:pt x="389991" y="56193"/>
                </a:cubicBezTo>
                <a:cubicBezTo>
                  <a:pt x="389991" y="64595"/>
                  <a:pt x="391616" y="71842"/>
                  <a:pt x="394865" y="77935"/>
                </a:cubicBezTo>
                <a:cubicBezTo>
                  <a:pt x="398114" y="84027"/>
                  <a:pt x="402395" y="87072"/>
                  <a:pt x="407708" y="87072"/>
                </a:cubicBezTo>
                <a:cubicBezTo>
                  <a:pt x="411673" y="87072"/>
                  <a:pt x="414942" y="85392"/>
                  <a:pt x="417517" y="82030"/>
                </a:cubicBezTo>
                <a:cubicBezTo>
                  <a:pt x="420092" y="78669"/>
                  <a:pt x="421379" y="72893"/>
                  <a:pt x="421379" y="64701"/>
                </a:cubicBezTo>
                <a:cubicBezTo>
                  <a:pt x="421379" y="54449"/>
                  <a:pt x="419234" y="46382"/>
                  <a:pt x="414942" y="40500"/>
                </a:cubicBezTo>
                <a:cubicBezTo>
                  <a:pt x="412041" y="36467"/>
                  <a:pt x="408342" y="34450"/>
                  <a:pt x="403846" y="34450"/>
                </a:cubicBezTo>
                <a:close/>
                <a:moveTo>
                  <a:pt x="457734" y="42590"/>
                </a:moveTo>
                <a:cubicBezTo>
                  <a:pt x="461821" y="38383"/>
                  <a:pt x="464232" y="35965"/>
                  <a:pt x="464968" y="35334"/>
                </a:cubicBezTo>
                <a:cubicBezTo>
                  <a:pt x="466807" y="33735"/>
                  <a:pt x="468789" y="32494"/>
                  <a:pt x="470914" y="31611"/>
                </a:cubicBezTo>
                <a:cubicBezTo>
                  <a:pt x="473039" y="30728"/>
                  <a:pt x="475144" y="30286"/>
                  <a:pt x="477228" y="30286"/>
                </a:cubicBezTo>
                <a:cubicBezTo>
                  <a:pt x="480743" y="30286"/>
                  <a:pt x="483768" y="31338"/>
                  <a:pt x="486301" y="33441"/>
                </a:cubicBezTo>
                <a:cubicBezTo>
                  <a:pt x="488835" y="35544"/>
                  <a:pt x="490532" y="38594"/>
                  <a:pt x="491390" y="42590"/>
                </a:cubicBezTo>
                <a:cubicBezTo>
                  <a:pt x="495599" y="37542"/>
                  <a:pt x="499155" y="34229"/>
                  <a:pt x="502057" y="32652"/>
                </a:cubicBezTo>
                <a:cubicBezTo>
                  <a:pt x="504959" y="31075"/>
                  <a:pt x="507942" y="30286"/>
                  <a:pt x="511007" y="30286"/>
                </a:cubicBezTo>
                <a:cubicBezTo>
                  <a:pt x="513991" y="30286"/>
                  <a:pt x="516637" y="31073"/>
                  <a:pt x="518946" y="32648"/>
                </a:cubicBezTo>
                <a:cubicBezTo>
                  <a:pt x="521255" y="34222"/>
                  <a:pt x="523084" y="36792"/>
                  <a:pt x="524433" y="40360"/>
                </a:cubicBezTo>
                <a:cubicBezTo>
                  <a:pt x="525332" y="42794"/>
                  <a:pt x="525782" y="46613"/>
                  <a:pt x="525782" y="51817"/>
                </a:cubicBezTo>
                <a:lnTo>
                  <a:pt x="525782" y="76622"/>
                </a:lnTo>
                <a:cubicBezTo>
                  <a:pt x="525782" y="80232"/>
                  <a:pt x="526047" y="82708"/>
                  <a:pt x="526579" y="84051"/>
                </a:cubicBezTo>
                <a:cubicBezTo>
                  <a:pt x="526987" y="84974"/>
                  <a:pt x="527743" y="85761"/>
                  <a:pt x="528847" y="86412"/>
                </a:cubicBezTo>
                <a:cubicBezTo>
                  <a:pt x="529950" y="87062"/>
                  <a:pt x="531749" y="87388"/>
                  <a:pt x="534242" y="87388"/>
                </a:cubicBezTo>
                <a:lnTo>
                  <a:pt x="534242" y="89722"/>
                </a:lnTo>
                <a:lnTo>
                  <a:pt x="506532" y="89722"/>
                </a:lnTo>
                <a:lnTo>
                  <a:pt x="506532" y="87388"/>
                </a:lnTo>
                <a:lnTo>
                  <a:pt x="507697" y="87388"/>
                </a:lnTo>
                <a:cubicBezTo>
                  <a:pt x="510108" y="87388"/>
                  <a:pt x="511988" y="86907"/>
                  <a:pt x="513337" y="85944"/>
                </a:cubicBezTo>
                <a:cubicBezTo>
                  <a:pt x="514277" y="85274"/>
                  <a:pt x="514951" y="84207"/>
                  <a:pt x="515360" y="82742"/>
                </a:cubicBezTo>
                <a:cubicBezTo>
                  <a:pt x="515523" y="82031"/>
                  <a:pt x="515605" y="80002"/>
                  <a:pt x="515605" y="76653"/>
                </a:cubicBezTo>
                <a:lnTo>
                  <a:pt x="515605" y="51920"/>
                </a:lnTo>
                <a:cubicBezTo>
                  <a:pt x="515605" y="47232"/>
                  <a:pt x="515053" y="43927"/>
                  <a:pt x="513950" y="42002"/>
                </a:cubicBezTo>
                <a:cubicBezTo>
                  <a:pt x="512356" y="39323"/>
                  <a:pt x="509802" y="37984"/>
                  <a:pt x="506287" y="37984"/>
                </a:cubicBezTo>
                <a:cubicBezTo>
                  <a:pt x="504121" y="37984"/>
                  <a:pt x="501944" y="38538"/>
                  <a:pt x="499758" y="39648"/>
                </a:cubicBezTo>
                <a:cubicBezTo>
                  <a:pt x="497571" y="40756"/>
                  <a:pt x="494925" y="42817"/>
                  <a:pt x="491819" y="45831"/>
                </a:cubicBezTo>
                <a:lnTo>
                  <a:pt x="491696" y="46521"/>
                </a:lnTo>
                <a:lnTo>
                  <a:pt x="491819" y="49221"/>
                </a:lnTo>
                <a:lnTo>
                  <a:pt x="491819" y="76653"/>
                </a:lnTo>
                <a:cubicBezTo>
                  <a:pt x="491819" y="80588"/>
                  <a:pt x="492033" y="83036"/>
                  <a:pt x="492463" y="83998"/>
                </a:cubicBezTo>
                <a:cubicBezTo>
                  <a:pt x="492892" y="84960"/>
                  <a:pt x="493699" y="85766"/>
                  <a:pt x="494884" y="86416"/>
                </a:cubicBezTo>
                <a:cubicBezTo>
                  <a:pt x="496069" y="87064"/>
                  <a:pt x="498092" y="87388"/>
                  <a:pt x="500953" y="87388"/>
                </a:cubicBezTo>
                <a:lnTo>
                  <a:pt x="500953" y="89722"/>
                </a:lnTo>
                <a:lnTo>
                  <a:pt x="472569" y="89722"/>
                </a:lnTo>
                <a:lnTo>
                  <a:pt x="472569" y="87388"/>
                </a:lnTo>
                <a:cubicBezTo>
                  <a:pt x="475675" y="87388"/>
                  <a:pt x="477811" y="87011"/>
                  <a:pt x="478976" y="86258"/>
                </a:cubicBezTo>
                <a:cubicBezTo>
                  <a:pt x="480140" y="85505"/>
                  <a:pt x="480948" y="84375"/>
                  <a:pt x="481397" y="82868"/>
                </a:cubicBezTo>
                <a:cubicBezTo>
                  <a:pt x="481601" y="82156"/>
                  <a:pt x="481704" y="80084"/>
                  <a:pt x="481704" y="76653"/>
                </a:cubicBezTo>
                <a:lnTo>
                  <a:pt x="481704" y="51920"/>
                </a:lnTo>
                <a:cubicBezTo>
                  <a:pt x="481704" y="47232"/>
                  <a:pt x="481029" y="43863"/>
                  <a:pt x="479681" y="41813"/>
                </a:cubicBezTo>
                <a:cubicBezTo>
                  <a:pt x="477882" y="39134"/>
                  <a:pt x="475369" y="37794"/>
                  <a:pt x="472140" y="37794"/>
                </a:cubicBezTo>
                <a:cubicBezTo>
                  <a:pt x="469933" y="37794"/>
                  <a:pt x="467747" y="38401"/>
                  <a:pt x="465581" y="39614"/>
                </a:cubicBezTo>
                <a:cubicBezTo>
                  <a:pt x="462188" y="41456"/>
                  <a:pt x="459573" y="43528"/>
                  <a:pt x="457734" y="45829"/>
                </a:cubicBezTo>
                <a:lnTo>
                  <a:pt x="457734" y="76653"/>
                </a:lnTo>
                <a:cubicBezTo>
                  <a:pt x="457734" y="80420"/>
                  <a:pt x="457989" y="82868"/>
                  <a:pt x="458500" y="83998"/>
                </a:cubicBezTo>
                <a:cubicBezTo>
                  <a:pt x="459011" y="85127"/>
                  <a:pt x="459767" y="85975"/>
                  <a:pt x="460768" y="86540"/>
                </a:cubicBezTo>
                <a:cubicBezTo>
                  <a:pt x="461769" y="87105"/>
                  <a:pt x="463803" y="87388"/>
                  <a:pt x="466868" y="87388"/>
                </a:cubicBezTo>
                <a:lnTo>
                  <a:pt x="466868" y="89722"/>
                </a:lnTo>
                <a:lnTo>
                  <a:pt x="439097" y="89722"/>
                </a:lnTo>
                <a:lnTo>
                  <a:pt x="439097" y="87388"/>
                </a:lnTo>
                <a:cubicBezTo>
                  <a:pt x="441672" y="87388"/>
                  <a:pt x="443470" y="87104"/>
                  <a:pt x="444492" y="86538"/>
                </a:cubicBezTo>
                <a:cubicBezTo>
                  <a:pt x="445514" y="85971"/>
                  <a:pt x="446290" y="85069"/>
                  <a:pt x="446821" y="83831"/>
                </a:cubicBezTo>
                <a:cubicBezTo>
                  <a:pt x="447353" y="82592"/>
                  <a:pt x="447618" y="80189"/>
                  <a:pt x="447618" y="76622"/>
                </a:cubicBezTo>
                <a:lnTo>
                  <a:pt x="447618" y="54588"/>
                </a:lnTo>
                <a:cubicBezTo>
                  <a:pt x="447618" y="48249"/>
                  <a:pt x="447434" y="44157"/>
                  <a:pt x="447067" y="42312"/>
                </a:cubicBezTo>
                <a:cubicBezTo>
                  <a:pt x="446780" y="40926"/>
                  <a:pt x="446331" y="39971"/>
                  <a:pt x="445718" y="39447"/>
                </a:cubicBezTo>
                <a:cubicBezTo>
                  <a:pt x="445105" y="38922"/>
                  <a:pt x="444267" y="38660"/>
                  <a:pt x="443204" y="38660"/>
                </a:cubicBezTo>
                <a:cubicBezTo>
                  <a:pt x="442060" y="38660"/>
                  <a:pt x="440691" y="38975"/>
                  <a:pt x="439097" y="39604"/>
                </a:cubicBezTo>
                <a:lnTo>
                  <a:pt x="438177" y="37337"/>
                </a:lnTo>
                <a:lnTo>
                  <a:pt x="455097" y="30286"/>
                </a:lnTo>
                <a:lnTo>
                  <a:pt x="457734" y="30286"/>
                </a:lnTo>
                <a:lnTo>
                  <a:pt x="457734" y="42590"/>
                </a:lnTo>
                <a:close/>
                <a:moveTo>
                  <a:pt x="556378" y="42590"/>
                </a:moveTo>
                <a:cubicBezTo>
                  <a:pt x="560465" y="38383"/>
                  <a:pt x="562877" y="35965"/>
                  <a:pt x="563612" y="35334"/>
                </a:cubicBezTo>
                <a:cubicBezTo>
                  <a:pt x="565452" y="33735"/>
                  <a:pt x="567434" y="32494"/>
                  <a:pt x="569559" y="31611"/>
                </a:cubicBezTo>
                <a:cubicBezTo>
                  <a:pt x="571684" y="30728"/>
                  <a:pt x="573789" y="30286"/>
                  <a:pt x="575873" y="30286"/>
                </a:cubicBezTo>
                <a:cubicBezTo>
                  <a:pt x="579388" y="30286"/>
                  <a:pt x="582412" y="31338"/>
                  <a:pt x="584946" y="33441"/>
                </a:cubicBezTo>
                <a:cubicBezTo>
                  <a:pt x="587480" y="35544"/>
                  <a:pt x="589176" y="38594"/>
                  <a:pt x="590035" y="42590"/>
                </a:cubicBezTo>
                <a:cubicBezTo>
                  <a:pt x="594244" y="37542"/>
                  <a:pt x="597800" y="34229"/>
                  <a:pt x="600702" y="32652"/>
                </a:cubicBezTo>
                <a:cubicBezTo>
                  <a:pt x="603603" y="31075"/>
                  <a:pt x="606587" y="30286"/>
                  <a:pt x="609652" y="30286"/>
                </a:cubicBezTo>
                <a:cubicBezTo>
                  <a:pt x="612636" y="30286"/>
                  <a:pt x="615282" y="31073"/>
                  <a:pt x="617591" y="32648"/>
                </a:cubicBezTo>
                <a:cubicBezTo>
                  <a:pt x="619900" y="34222"/>
                  <a:pt x="621729" y="36792"/>
                  <a:pt x="623078" y="40360"/>
                </a:cubicBezTo>
                <a:cubicBezTo>
                  <a:pt x="623977" y="42794"/>
                  <a:pt x="624427" y="46613"/>
                  <a:pt x="624427" y="51817"/>
                </a:cubicBezTo>
                <a:lnTo>
                  <a:pt x="624427" y="76622"/>
                </a:lnTo>
                <a:cubicBezTo>
                  <a:pt x="624427" y="80232"/>
                  <a:pt x="624692" y="82708"/>
                  <a:pt x="625223" y="84051"/>
                </a:cubicBezTo>
                <a:cubicBezTo>
                  <a:pt x="625632" y="84974"/>
                  <a:pt x="626388" y="85761"/>
                  <a:pt x="627492" y="86412"/>
                </a:cubicBezTo>
                <a:cubicBezTo>
                  <a:pt x="628595" y="87062"/>
                  <a:pt x="630393" y="87388"/>
                  <a:pt x="632887" y="87388"/>
                </a:cubicBezTo>
                <a:lnTo>
                  <a:pt x="632887" y="89722"/>
                </a:lnTo>
                <a:lnTo>
                  <a:pt x="605177" y="89722"/>
                </a:lnTo>
                <a:lnTo>
                  <a:pt x="605177" y="87388"/>
                </a:lnTo>
                <a:lnTo>
                  <a:pt x="606342" y="87388"/>
                </a:lnTo>
                <a:cubicBezTo>
                  <a:pt x="608753" y="87388"/>
                  <a:pt x="610633" y="86907"/>
                  <a:pt x="611982" y="85944"/>
                </a:cubicBezTo>
                <a:cubicBezTo>
                  <a:pt x="612922" y="85274"/>
                  <a:pt x="613596" y="84207"/>
                  <a:pt x="614005" y="82742"/>
                </a:cubicBezTo>
                <a:cubicBezTo>
                  <a:pt x="614168" y="82031"/>
                  <a:pt x="614250" y="80002"/>
                  <a:pt x="614250" y="76653"/>
                </a:cubicBezTo>
                <a:lnTo>
                  <a:pt x="614250" y="51920"/>
                </a:lnTo>
                <a:cubicBezTo>
                  <a:pt x="614250" y="47232"/>
                  <a:pt x="613698" y="43927"/>
                  <a:pt x="612595" y="42002"/>
                </a:cubicBezTo>
                <a:cubicBezTo>
                  <a:pt x="611001" y="39323"/>
                  <a:pt x="608446" y="37984"/>
                  <a:pt x="604932" y="37984"/>
                </a:cubicBezTo>
                <a:cubicBezTo>
                  <a:pt x="602766" y="37984"/>
                  <a:pt x="600589" y="38538"/>
                  <a:pt x="598403" y="39648"/>
                </a:cubicBezTo>
                <a:cubicBezTo>
                  <a:pt x="596216" y="40756"/>
                  <a:pt x="593570" y="42817"/>
                  <a:pt x="590464" y="45831"/>
                </a:cubicBezTo>
                <a:lnTo>
                  <a:pt x="590341" y="46521"/>
                </a:lnTo>
                <a:lnTo>
                  <a:pt x="590464" y="49221"/>
                </a:lnTo>
                <a:lnTo>
                  <a:pt x="590464" y="76653"/>
                </a:lnTo>
                <a:cubicBezTo>
                  <a:pt x="590464" y="80588"/>
                  <a:pt x="590678" y="83036"/>
                  <a:pt x="591107" y="83998"/>
                </a:cubicBezTo>
                <a:cubicBezTo>
                  <a:pt x="591537" y="84960"/>
                  <a:pt x="592344" y="85766"/>
                  <a:pt x="593529" y="86416"/>
                </a:cubicBezTo>
                <a:cubicBezTo>
                  <a:pt x="594714" y="87064"/>
                  <a:pt x="596737" y="87388"/>
                  <a:pt x="599598" y="87388"/>
                </a:cubicBezTo>
                <a:lnTo>
                  <a:pt x="599598" y="89722"/>
                </a:lnTo>
                <a:lnTo>
                  <a:pt x="571214" y="89722"/>
                </a:lnTo>
                <a:lnTo>
                  <a:pt x="571214" y="87388"/>
                </a:lnTo>
                <a:cubicBezTo>
                  <a:pt x="574320" y="87388"/>
                  <a:pt x="576456" y="87011"/>
                  <a:pt x="577620" y="86258"/>
                </a:cubicBezTo>
                <a:cubicBezTo>
                  <a:pt x="578785" y="85505"/>
                  <a:pt x="579592" y="84375"/>
                  <a:pt x="580042" y="82868"/>
                </a:cubicBezTo>
                <a:cubicBezTo>
                  <a:pt x="580246" y="82156"/>
                  <a:pt x="580349" y="80084"/>
                  <a:pt x="580349" y="76653"/>
                </a:cubicBezTo>
                <a:lnTo>
                  <a:pt x="580349" y="51920"/>
                </a:lnTo>
                <a:cubicBezTo>
                  <a:pt x="580349" y="47232"/>
                  <a:pt x="579674" y="43863"/>
                  <a:pt x="578325" y="41813"/>
                </a:cubicBezTo>
                <a:cubicBezTo>
                  <a:pt x="576527" y="39134"/>
                  <a:pt x="574014" y="37794"/>
                  <a:pt x="570785" y="37794"/>
                </a:cubicBezTo>
                <a:cubicBezTo>
                  <a:pt x="568578" y="37794"/>
                  <a:pt x="566392" y="38401"/>
                  <a:pt x="564225" y="39614"/>
                </a:cubicBezTo>
                <a:cubicBezTo>
                  <a:pt x="560833" y="41456"/>
                  <a:pt x="558218" y="43528"/>
                  <a:pt x="556378" y="45829"/>
                </a:cubicBezTo>
                <a:lnTo>
                  <a:pt x="556378" y="76653"/>
                </a:lnTo>
                <a:cubicBezTo>
                  <a:pt x="556378" y="80420"/>
                  <a:pt x="556634" y="82868"/>
                  <a:pt x="557145" y="83998"/>
                </a:cubicBezTo>
                <a:cubicBezTo>
                  <a:pt x="557656" y="85127"/>
                  <a:pt x="558412" y="85975"/>
                  <a:pt x="559413" y="86540"/>
                </a:cubicBezTo>
                <a:cubicBezTo>
                  <a:pt x="560414" y="87105"/>
                  <a:pt x="562448" y="87388"/>
                  <a:pt x="565513" y="87388"/>
                </a:cubicBezTo>
                <a:lnTo>
                  <a:pt x="565513" y="89722"/>
                </a:lnTo>
                <a:lnTo>
                  <a:pt x="537742" y="89722"/>
                </a:lnTo>
                <a:lnTo>
                  <a:pt x="537742" y="87388"/>
                </a:lnTo>
                <a:cubicBezTo>
                  <a:pt x="540317" y="87388"/>
                  <a:pt x="542115" y="87104"/>
                  <a:pt x="543137" y="86538"/>
                </a:cubicBezTo>
                <a:cubicBezTo>
                  <a:pt x="544158" y="85971"/>
                  <a:pt x="544935" y="85069"/>
                  <a:pt x="545466" y="83831"/>
                </a:cubicBezTo>
                <a:cubicBezTo>
                  <a:pt x="545998" y="82592"/>
                  <a:pt x="546263" y="80189"/>
                  <a:pt x="546263" y="76622"/>
                </a:cubicBezTo>
                <a:lnTo>
                  <a:pt x="546263" y="54588"/>
                </a:lnTo>
                <a:cubicBezTo>
                  <a:pt x="546263" y="48249"/>
                  <a:pt x="546079" y="44157"/>
                  <a:pt x="545711" y="42312"/>
                </a:cubicBezTo>
                <a:cubicBezTo>
                  <a:pt x="545425" y="40926"/>
                  <a:pt x="544976" y="39971"/>
                  <a:pt x="544363" y="39447"/>
                </a:cubicBezTo>
                <a:cubicBezTo>
                  <a:pt x="543750" y="38922"/>
                  <a:pt x="542912" y="38660"/>
                  <a:pt x="541849" y="38660"/>
                </a:cubicBezTo>
                <a:cubicBezTo>
                  <a:pt x="540705" y="38660"/>
                  <a:pt x="539336" y="38975"/>
                  <a:pt x="537742" y="39604"/>
                </a:cubicBezTo>
                <a:lnTo>
                  <a:pt x="536822" y="37337"/>
                </a:lnTo>
                <a:lnTo>
                  <a:pt x="553742" y="30286"/>
                </a:lnTo>
                <a:lnTo>
                  <a:pt x="556378" y="30286"/>
                </a:lnTo>
                <a:lnTo>
                  <a:pt x="556378" y="42590"/>
                </a:lnTo>
                <a:close/>
                <a:moveTo>
                  <a:pt x="652634" y="0"/>
                </a:moveTo>
                <a:cubicBezTo>
                  <a:pt x="654350" y="0"/>
                  <a:pt x="655812" y="624"/>
                  <a:pt x="657017" y="1871"/>
                </a:cubicBezTo>
                <a:cubicBezTo>
                  <a:pt x="658223" y="3117"/>
                  <a:pt x="658826" y="4628"/>
                  <a:pt x="658826" y="6404"/>
                </a:cubicBezTo>
                <a:cubicBezTo>
                  <a:pt x="658826" y="8180"/>
                  <a:pt x="658223" y="9702"/>
                  <a:pt x="657017" y="10971"/>
                </a:cubicBezTo>
                <a:cubicBezTo>
                  <a:pt x="655812" y="12238"/>
                  <a:pt x="654350" y="12872"/>
                  <a:pt x="652634" y="12872"/>
                </a:cubicBezTo>
                <a:cubicBezTo>
                  <a:pt x="650917" y="12872"/>
                  <a:pt x="649446" y="12238"/>
                  <a:pt x="648220" y="10971"/>
                </a:cubicBezTo>
                <a:cubicBezTo>
                  <a:pt x="646994" y="9702"/>
                  <a:pt x="646381" y="8180"/>
                  <a:pt x="646381" y="6404"/>
                </a:cubicBezTo>
                <a:cubicBezTo>
                  <a:pt x="646381" y="4628"/>
                  <a:pt x="646984" y="3117"/>
                  <a:pt x="648189" y="1871"/>
                </a:cubicBezTo>
                <a:cubicBezTo>
                  <a:pt x="649395" y="624"/>
                  <a:pt x="650877" y="0"/>
                  <a:pt x="652634" y="0"/>
                </a:cubicBezTo>
                <a:moveTo>
                  <a:pt x="657722" y="30286"/>
                </a:moveTo>
                <a:lnTo>
                  <a:pt x="657722" y="76622"/>
                </a:lnTo>
                <a:cubicBezTo>
                  <a:pt x="657722" y="80232"/>
                  <a:pt x="657978" y="82634"/>
                  <a:pt x="658489" y="83831"/>
                </a:cubicBezTo>
                <a:cubicBezTo>
                  <a:pt x="658999" y="85027"/>
                  <a:pt x="659755" y="85919"/>
                  <a:pt x="660757" y="86506"/>
                </a:cubicBezTo>
                <a:cubicBezTo>
                  <a:pt x="661758" y="87094"/>
                  <a:pt x="663587" y="87388"/>
                  <a:pt x="666244" y="87388"/>
                </a:cubicBezTo>
                <a:lnTo>
                  <a:pt x="666244" y="89722"/>
                </a:lnTo>
                <a:lnTo>
                  <a:pt x="638963" y="89722"/>
                </a:lnTo>
                <a:lnTo>
                  <a:pt x="638963" y="87388"/>
                </a:lnTo>
                <a:cubicBezTo>
                  <a:pt x="641701" y="87388"/>
                  <a:pt x="643540" y="87115"/>
                  <a:pt x="644480" y="86569"/>
                </a:cubicBezTo>
                <a:cubicBezTo>
                  <a:pt x="645420" y="86024"/>
                  <a:pt x="646166" y="85121"/>
                  <a:pt x="646718" y="83862"/>
                </a:cubicBezTo>
                <a:cubicBezTo>
                  <a:pt x="647270" y="82603"/>
                  <a:pt x="647546" y="80189"/>
                  <a:pt x="647546" y="76622"/>
                </a:cubicBezTo>
                <a:lnTo>
                  <a:pt x="647546" y="54398"/>
                </a:lnTo>
                <a:cubicBezTo>
                  <a:pt x="647546" y="48144"/>
                  <a:pt x="647362" y="44094"/>
                  <a:pt x="646994" y="42249"/>
                </a:cubicBezTo>
                <a:cubicBezTo>
                  <a:pt x="646708" y="40905"/>
                  <a:pt x="646258" y="39971"/>
                  <a:pt x="645645" y="39447"/>
                </a:cubicBezTo>
                <a:cubicBezTo>
                  <a:pt x="645032" y="38922"/>
                  <a:pt x="644194" y="38660"/>
                  <a:pt x="643132" y="38660"/>
                </a:cubicBezTo>
                <a:cubicBezTo>
                  <a:pt x="641987" y="38660"/>
                  <a:pt x="640598" y="38975"/>
                  <a:pt x="638963" y="39604"/>
                </a:cubicBezTo>
                <a:lnTo>
                  <a:pt x="638105" y="37337"/>
                </a:lnTo>
                <a:lnTo>
                  <a:pt x="655025" y="30286"/>
                </a:lnTo>
                <a:lnTo>
                  <a:pt x="657722" y="30286"/>
                </a:lnTo>
                <a:close/>
                <a:moveTo>
                  <a:pt x="690527" y="12872"/>
                </a:moveTo>
                <a:lnTo>
                  <a:pt x="690527" y="31926"/>
                </a:lnTo>
                <a:lnTo>
                  <a:pt x="703647" y="31926"/>
                </a:lnTo>
                <a:lnTo>
                  <a:pt x="703647" y="36343"/>
                </a:lnTo>
                <a:lnTo>
                  <a:pt x="690527" y="36343"/>
                </a:lnTo>
                <a:lnTo>
                  <a:pt x="690527" y="73771"/>
                </a:lnTo>
                <a:cubicBezTo>
                  <a:pt x="690527" y="77511"/>
                  <a:pt x="691049" y="80032"/>
                  <a:pt x="692091" y="81334"/>
                </a:cubicBezTo>
                <a:cubicBezTo>
                  <a:pt x="693133" y="82636"/>
                  <a:pt x="694471" y="83286"/>
                  <a:pt x="696106" y="83286"/>
                </a:cubicBezTo>
                <a:cubicBezTo>
                  <a:pt x="697455" y="83286"/>
                  <a:pt x="698763" y="82855"/>
                  <a:pt x="700030" y="81993"/>
                </a:cubicBezTo>
                <a:cubicBezTo>
                  <a:pt x="701297" y="81131"/>
                  <a:pt x="702277" y="79858"/>
                  <a:pt x="702972" y="78176"/>
                </a:cubicBezTo>
                <a:lnTo>
                  <a:pt x="705363" y="78176"/>
                </a:lnTo>
                <a:cubicBezTo>
                  <a:pt x="703933" y="82310"/>
                  <a:pt x="701910" y="85436"/>
                  <a:pt x="699294" y="87555"/>
                </a:cubicBezTo>
                <a:cubicBezTo>
                  <a:pt x="696678" y="89673"/>
                  <a:pt x="693981" y="90732"/>
                  <a:pt x="691202" y="90732"/>
                </a:cubicBezTo>
                <a:cubicBezTo>
                  <a:pt x="689322" y="90732"/>
                  <a:pt x="687483" y="90195"/>
                  <a:pt x="685684" y="89121"/>
                </a:cubicBezTo>
                <a:cubicBezTo>
                  <a:pt x="683886" y="88047"/>
                  <a:pt x="682558" y="86510"/>
                  <a:pt x="681700" y="84511"/>
                </a:cubicBezTo>
                <a:cubicBezTo>
                  <a:pt x="680841" y="82510"/>
                  <a:pt x="680412" y="79425"/>
                  <a:pt x="680412" y="75256"/>
                </a:cubicBezTo>
                <a:lnTo>
                  <a:pt x="680412" y="36343"/>
                </a:lnTo>
                <a:lnTo>
                  <a:pt x="671523" y="36343"/>
                </a:lnTo>
                <a:lnTo>
                  <a:pt x="671523" y="34261"/>
                </a:lnTo>
                <a:cubicBezTo>
                  <a:pt x="673771" y="33333"/>
                  <a:pt x="676070" y="31762"/>
                  <a:pt x="678420" y="29547"/>
                </a:cubicBezTo>
                <a:cubicBezTo>
                  <a:pt x="680770" y="27332"/>
                  <a:pt x="682864" y="24705"/>
                  <a:pt x="684704" y="21667"/>
                </a:cubicBezTo>
                <a:cubicBezTo>
                  <a:pt x="685644" y="20065"/>
                  <a:pt x="686951" y="17133"/>
                  <a:pt x="688627" y="12872"/>
                </a:cubicBezTo>
                <a:lnTo>
                  <a:pt x="690527" y="12872"/>
                </a:lnTo>
                <a:close/>
                <a:moveTo>
                  <a:pt x="742652" y="55903"/>
                </a:moveTo>
                <a:lnTo>
                  <a:pt x="774347" y="55903"/>
                </a:lnTo>
                <a:lnTo>
                  <a:pt x="774347" y="65430"/>
                </a:lnTo>
                <a:lnTo>
                  <a:pt x="742652" y="65430"/>
                </a:lnTo>
                <a:lnTo>
                  <a:pt x="742652" y="55903"/>
                </a:lnTo>
                <a:close/>
                <a:moveTo>
                  <a:pt x="826263" y="12556"/>
                </a:moveTo>
                <a:lnTo>
                  <a:pt x="846494" y="2398"/>
                </a:lnTo>
                <a:lnTo>
                  <a:pt x="848517" y="2398"/>
                </a:lnTo>
                <a:lnTo>
                  <a:pt x="848517" y="74642"/>
                </a:lnTo>
                <a:cubicBezTo>
                  <a:pt x="848517" y="79438"/>
                  <a:pt x="848711" y="82424"/>
                  <a:pt x="849099" y="83602"/>
                </a:cubicBezTo>
                <a:cubicBezTo>
                  <a:pt x="849487" y="84780"/>
                  <a:pt x="850295" y="85684"/>
                  <a:pt x="851521" y="86315"/>
                </a:cubicBezTo>
                <a:cubicBezTo>
                  <a:pt x="852747" y="86946"/>
                  <a:pt x="855240" y="87304"/>
                  <a:pt x="859000" y="87388"/>
                </a:cubicBezTo>
                <a:lnTo>
                  <a:pt x="859000" y="89722"/>
                </a:lnTo>
                <a:lnTo>
                  <a:pt x="827734" y="89722"/>
                </a:lnTo>
                <a:lnTo>
                  <a:pt x="827734" y="87388"/>
                </a:lnTo>
                <a:cubicBezTo>
                  <a:pt x="831658" y="87304"/>
                  <a:pt x="834192" y="86957"/>
                  <a:pt x="835336" y="86347"/>
                </a:cubicBezTo>
                <a:cubicBezTo>
                  <a:pt x="836481" y="85737"/>
                  <a:pt x="837278" y="84916"/>
                  <a:pt x="837727" y="83886"/>
                </a:cubicBezTo>
                <a:cubicBezTo>
                  <a:pt x="838177" y="82855"/>
                  <a:pt x="838401" y="79774"/>
                  <a:pt x="838401" y="74642"/>
                </a:cubicBezTo>
                <a:lnTo>
                  <a:pt x="838401" y="28456"/>
                </a:lnTo>
                <a:cubicBezTo>
                  <a:pt x="838401" y="22231"/>
                  <a:pt x="838197" y="18235"/>
                  <a:pt x="837788" y="16468"/>
                </a:cubicBezTo>
                <a:cubicBezTo>
                  <a:pt x="837502" y="15122"/>
                  <a:pt x="836981" y="14133"/>
                  <a:pt x="836225" y="13502"/>
                </a:cubicBezTo>
                <a:cubicBezTo>
                  <a:pt x="835469" y="12872"/>
                  <a:pt x="834560" y="12556"/>
                  <a:pt x="833497" y="12556"/>
                </a:cubicBezTo>
                <a:cubicBezTo>
                  <a:pt x="831985" y="12556"/>
                  <a:pt x="829880" y="13208"/>
                  <a:pt x="827183" y="14512"/>
                </a:cubicBezTo>
                <a:lnTo>
                  <a:pt x="826263" y="125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acf7415fa437a"/>
          <a:stretch xmlns:a="http://schemas.openxmlformats.org/drawingml/2006/main"/>
        </p:blipFill>
        <p:spPr>
          <a:xfrm xmlns:a="http://schemas.openxmlformats.org/drawingml/2006/main">
            <a:off x="7057408" y="2265901"/>
            <a:ext cx="150045" cy="153617"/>
          </a:xfrm>
          <a:prstGeom xmlns:a="http://schemas.openxmlformats.org/drawingml/2006/main" prst="rect">
            <a:avLst/>
          </a:prstGeom>
        </p:spPr>
      </p:pic>
      <p:sp>
        <p:nvSpPr>
          <p:cNvPr id="129" name="Text CodeCommit-2">
            <a:extLst xmlns:a="http://schemas.openxmlformats.org/drawingml/2006/main">
              <a:ext uri="{FF2B5EF4-FFF2-40B4-BE49-F238E27FC236}">
                <a16:creationId xmlns:a16="http://schemas.microsoft.com/office/drawing/2014/main" id="{B0F4F53A-8426-4A94-913E-4C002B52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990" y="2314524"/>
            <a:ext cx="869114" cy="91615"/>
          </a:xfrm>
          <a:custGeom xmlns:a="http://schemas.openxmlformats.org/drawingml/2006/main">
            <a:pathLst>
              <a:path w="869114" h="91615">
                <a:moveTo>
                  <a:pt x="71052" y="2271"/>
                </a:moveTo>
                <a:lnTo>
                  <a:pt x="72952" y="31296"/>
                </a:lnTo>
                <a:lnTo>
                  <a:pt x="71052" y="31296"/>
                </a:lnTo>
                <a:cubicBezTo>
                  <a:pt x="68518" y="22566"/>
                  <a:pt x="64901" y="16283"/>
                  <a:pt x="60201" y="12446"/>
                </a:cubicBezTo>
                <a:cubicBezTo>
                  <a:pt x="55501" y="8607"/>
                  <a:pt x="49861" y="6688"/>
                  <a:pt x="43281" y="6688"/>
                </a:cubicBezTo>
                <a:cubicBezTo>
                  <a:pt x="37764" y="6688"/>
                  <a:pt x="32778" y="8130"/>
                  <a:pt x="28323" y="11014"/>
                </a:cubicBezTo>
                <a:cubicBezTo>
                  <a:pt x="23868" y="13897"/>
                  <a:pt x="20363" y="18496"/>
                  <a:pt x="17809" y="24810"/>
                </a:cubicBezTo>
                <a:cubicBezTo>
                  <a:pt x="15255" y="31125"/>
                  <a:pt x="13977" y="38977"/>
                  <a:pt x="13977" y="48365"/>
                </a:cubicBezTo>
                <a:cubicBezTo>
                  <a:pt x="13977" y="56110"/>
                  <a:pt x="15183" y="62824"/>
                  <a:pt x="17594" y="68508"/>
                </a:cubicBezTo>
                <a:cubicBezTo>
                  <a:pt x="20006" y="74191"/>
                  <a:pt x="23633" y="78548"/>
                  <a:pt x="28476" y="81579"/>
                </a:cubicBezTo>
                <a:cubicBezTo>
                  <a:pt x="33319" y="84610"/>
                  <a:pt x="38847" y="86126"/>
                  <a:pt x="45059" y="86126"/>
                </a:cubicBezTo>
                <a:cubicBezTo>
                  <a:pt x="50454" y="86126"/>
                  <a:pt x="55215" y="84937"/>
                  <a:pt x="59343" y="82561"/>
                </a:cubicBezTo>
                <a:cubicBezTo>
                  <a:pt x="63471" y="80184"/>
                  <a:pt x="68007" y="75463"/>
                  <a:pt x="72952" y="68396"/>
                </a:cubicBezTo>
                <a:lnTo>
                  <a:pt x="74853" y="69654"/>
                </a:lnTo>
                <a:cubicBezTo>
                  <a:pt x="70684" y="77248"/>
                  <a:pt x="65821" y="82807"/>
                  <a:pt x="60262" y="86331"/>
                </a:cubicBezTo>
                <a:cubicBezTo>
                  <a:pt x="54704" y="89854"/>
                  <a:pt x="48104" y="91615"/>
                  <a:pt x="40461" y="91615"/>
                </a:cubicBezTo>
                <a:cubicBezTo>
                  <a:pt x="26688" y="91615"/>
                  <a:pt x="16021" y="86364"/>
                  <a:pt x="8460" y="75863"/>
                </a:cubicBezTo>
                <a:cubicBezTo>
                  <a:pt x="2820" y="68051"/>
                  <a:pt x="0" y="58852"/>
                  <a:pt x="0" y="48266"/>
                </a:cubicBezTo>
                <a:cubicBezTo>
                  <a:pt x="0" y="39739"/>
                  <a:pt x="1860" y="31905"/>
                  <a:pt x="5579" y="24765"/>
                </a:cubicBezTo>
                <a:cubicBezTo>
                  <a:pt x="9298" y="17625"/>
                  <a:pt x="14417" y="12091"/>
                  <a:pt x="20936" y="8163"/>
                </a:cubicBezTo>
                <a:cubicBezTo>
                  <a:pt x="27454" y="4235"/>
                  <a:pt x="34576" y="2271"/>
                  <a:pt x="42300" y="2271"/>
                </a:cubicBezTo>
                <a:cubicBezTo>
                  <a:pt x="48308" y="2271"/>
                  <a:pt x="54234" y="3786"/>
                  <a:pt x="60078" y="6814"/>
                </a:cubicBezTo>
                <a:cubicBezTo>
                  <a:pt x="61795" y="7740"/>
                  <a:pt x="63021" y="8202"/>
                  <a:pt x="63757" y="8202"/>
                </a:cubicBezTo>
                <a:cubicBezTo>
                  <a:pt x="64860" y="8202"/>
                  <a:pt x="65821" y="7803"/>
                  <a:pt x="66638" y="7004"/>
                </a:cubicBezTo>
                <a:cubicBezTo>
                  <a:pt x="67701" y="5868"/>
                  <a:pt x="68457" y="4291"/>
                  <a:pt x="68906" y="2271"/>
                </a:cubicBezTo>
                <a:lnTo>
                  <a:pt x="71052" y="2271"/>
                </a:lnTo>
                <a:close/>
                <a:moveTo>
                  <a:pt x="109804" y="30286"/>
                </a:moveTo>
                <a:cubicBezTo>
                  <a:pt x="118305" y="30286"/>
                  <a:pt x="125130" y="33606"/>
                  <a:pt x="130280" y="40245"/>
                </a:cubicBezTo>
                <a:cubicBezTo>
                  <a:pt x="134653" y="45917"/>
                  <a:pt x="136839" y="52431"/>
                  <a:pt x="136839" y="59785"/>
                </a:cubicBezTo>
                <a:cubicBezTo>
                  <a:pt x="136839" y="64954"/>
                  <a:pt x="135634" y="70186"/>
                  <a:pt x="133222" y="75480"/>
                </a:cubicBezTo>
                <a:cubicBezTo>
                  <a:pt x="130811" y="80774"/>
                  <a:pt x="127490" y="84765"/>
                  <a:pt x="123260" y="87455"/>
                </a:cubicBezTo>
                <a:cubicBezTo>
                  <a:pt x="119030" y="90144"/>
                  <a:pt x="114320" y="91489"/>
                  <a:pt x="109130" y="91489"/>
                </a:cubicBezTo>
                <a:cubicBezTo>
                  <a:pt x="100670" y="91489"/>
                  <a:pt x="93947" y="88022"/>
                  <a:pt x="88960" y="81088"/>
                </a:cubicBezTo>
                <a:cubicBezTo>
                  <a:pt x="84751" y="75248"/>
                  <a:pt x="82646" y="68693"/>
                  <a:pt x="82646" y="61424"/>
                </a:cubicBezTo>
                <a:cubicBezTo>
                  <a:pt x="82646" y="56129"/>
                  <a:pt x="83923" y="50866"/>
                  <a:pt x="86478" y="45634"/>
                </a:cubicBezTo>
                <a:cubicBezTo>
                  <a:pt x="89032" y="40402"/>
                  <a:pt x="92394" y="36536"/>
                  <a:pt x="96562" y="34036"/>
                </a:cubicBezTo>
                <a:cubicBezTo>
                  <a:pt x="100731" y="31536"/>
                  <a:pt x="105145" y="30286"/>
                  <a:pt x="109804" y="30286"/>
                </a:cubicBezTo>
                <a:moveTo>
                  <a:pt x="107904" y="34450"/>
                </a:moveTo>
                <a:cubicBezTo>
                  <a:pt x="105738" y="34450"/>
                  <a:pt x="103561" y="35112"/>
                  <a:pt x="101375" y="36436"/>
                </a:cubicBezTo>
                <a:cubicBezTo>
                  <a:pt x="99188" y="37760"/>
                  <a:pt x="97421" y="40081"/>
                  <a:pt x="96072" y="43400"/>
                </a:cubicBezTo>
                <a:cubicBezTo>
                  <a:pt x="94723" y="46719"/>
                  <a:pt x="94049" y="50983"/>
                  <a:pt x="94049" y="56193"/>
                </a:cubicBezTo>
                <a:cubicBezTo>
                  <a:pt x="94049" y="64595"/>
                  <a:pt x="95673" y="71842"/>
                  <a:pt x="98922" y="77935"/>
                </a:cubicBezTo>
                <a:cubicBezTo>
                  <a:pt x="102172" y="84027"/>
                  <a:pt x="106453" y="87072"/>
                  <a:pt x="111766" y="87072"/>
                </a:cubicBezTo>
                <a:cubicBezTo>
                  <a:pt x="115730" y="87072"/>
                  <a:pt x="119000" y="85392"/>
                  <a:pt x="121575" y="82030"/>
                </a:cubicBezTo>
                <a:cubicBezTo>
                  <a:pt x="124149" y="78669"/>
                  <a:pt x="125437" y="72893"/>
                  <a:pt x="125437" y="64701"/>
                </a:cubicBezTo>
                <a:cubicBezTo>
                  <a:pt x="125437" y="54449"/>
                  <a:pt x="123291" y="46382"/>
                  <a:pt x="119000" y="40500"/>
                </a:cubicBezTo>
                <a:cubicBezTo>
                  <a:pt x="116098" y="36467"/>
                  <a:pt x="112399" y="34450"/>
                  <a:pt x="107904" y="34450"/>
                </a:cubicBezTo>
                <a:close/>
                <a:moveTo>
                  <a:pt x="184779" y="83223"/>
                </a:moveTo>
                <a:cubicBezTo>
                  <a:pt x="182040" y="86168"/>
                  <a:pt x="179363" y="88282"/>
                  <a:pt x="176748" y="89564"/>
                </a:cubicBezTo>
                <a:cubicBezTo>
                  <a:pt x="174132" y="90847"/>
                  <a:pt x="171312" y="91489"/>
                  <a:pt x="168288" y="91489"/>
                </a:cubicBezTo>
                <a:cubicBezTo>
                  <a:pt x="162157" y="91489"/>
                  <a:pt x="156803" y="88855"/>
                  <a:pt x="152226" y="83588"/>
                </a:cubicBezTo>
                <a:cubicBezTo>
                  <a:pt x="147649" y="78320"/>
                  <a:pt x="145360" y="71550"/>
                  <a:pt x="145360" y="63279"/>
                </a:cubicBezTo>
                <a:cubicBezTo>
                  <a:pt x="145360" y="55010"/>
                  <a:pt x="147894" y="47443"/>
                  <a:pt x="152962" y="40580"/>
                </a:cubicBezTo>
                <a:cubicBezTo>
                  <a:pt x="158029" y="33717"/>
                  <a:pt x="164548" y="30286"/>
                  <a:pt x="172518" y="30286"/>
                </a:cubicBezTo>
                <a:cubicBezTo>
                  <a:pt x="177463" y="30286"/>
                  <a:pt x="181550" y="31905"/>
                  <a:pt x="184779" y="35144"/>
                </a:cubicBezTo>
                <a:lnTo>
                  <a:pt x="184779" y="24458"/>
                </a:lnTo>
                <a:cubicBezTo>
                  <a:pt x="184779" y="17826"/>
                  <a:pt x="184625" y="13750"/>
                  <a:pt x="184319" y="12229"/>
                </a:cubicBezTo>
                <a:cubicBezTo>
                  <a:pt x="184012" y="10708"/>
                  <a:pt x="183532" y="9673"/>
                  <a:pt x="182878" y="9125"/>
                </a:cubicBezTo>
                <a:cubicBezTo>
                  <a:pt x="182224" y="8576"/>
                  <a:pt x="181407" y="8301"/>
                  <a:pt x="180426" y="8301"/>
                </a:cubicBezTo>
                <a:cubicBezTo>
                  <a:pt x="179363" y="8301"/>
                  <a:pt x="177953" y="8639"/>
                  <a:pt x="176196" y="9315"/>
                </a:cubicBezTo>
                <a:lnTo>
                  <a:pt x="175399" y="7096"/>
                </a:lnTo>
                <a:lnTo>
                  <a:pt x="192135" y="0"/>
                </a:lnTo>
                <a:lnTo>
                  <a:pt x="194894" y="0"/>
                </a:lnTo>
                <a:lnTo>
                  <a:pt x="194894" y="66818"/>
                </a:lnTo>
                <a:cubicBezTo>
                  <a:pt x="194894" y="73591"/>
                  <a:pt x="195047" y="77723"/>
                  <a:pt x="195354" y="79217"/>
                </a:cubicBezTo>
                <a:cubicBezTo>
                  <a:pt x="195660" y="80710"/>
                  <a:pt x="196151" y="81751"/>
                  <a:pt x="196825" y="82340"/>
                </a:cubicBezTo>
                <a:cubicBezTo>
                  <a:pt x="197499" y="82929"/>
                  <a:pt x="198286" y="83223"/>
                  <a:pt x="199185" y="83223"/>
                </a:cubicBezTo>
                <a:cubicBezTo>
                  <a:pt x="200289" y="83223"/>
                  <a:pt x="201760" y="82866"/>
                  <a:pt x="203599" y="82151"/>
                </a:cubicBezTo>
                <a:lnTo>
                  <a:pt x="204273" y="84359"/>
                </a:lnTo>
                <a:lnTo>
                  <a:pt x="187599" y="91489"/>
                </a:lnTo>
                <a:lnTo>
                  <a:pt x="184779" y="91489"/>
                </a:lnTo>
                <a:lnTo>
                  <a:pt x="184779" y="83223"/>
                </a:lnTo>
                <a:moveTo>
                  <a:pt x="184779" y="78820"/>
                </a:moveTo>
                <a:lnTo>
                  <a:pt x="184779" y="49114"/>
                </a:lnTo>
                <a:cubicBezTo>
                  <a:pt x="184533" y="46260"/>
                  <a:pt x="183798" y="43659"/>
                  <a:pt x="182572" y="41310"/>
                </a:cubicBezTo>
                <a:cubicBezTo>
                  <a:pt x="181346" y="38960"/>
                  <a:pt x="179721" y="37187"/>
                  <a:pt x="177698" y="35992"/>
                </a:cubicBezTo>
                <a:cubicBezTo>
                  <a:pt x="175675" y="34796"/>
                  <a:pt x="173703" y="34198"/>
                  <a:pt x="171782" y="34198"/>
                </a:cubicBezTo>
                <a:cubicBezTo>
                  <a:pt x="168186" y="34198"/>
                  <a:pt x="164977" y="35855"/>
                  <a:pt x="162157" y="39171"/>
                </a:cubicBezTo>
                <a:cubicBezTo>
                  <a:pt x="158438" y="43533"/>
                  <a:pt x="156579" y="49911"/>
                  <a:pt x="156579" y="58302"/>
                </a:cubicBezTo>
                <a:cubicBezTo>
                  <a:pt x="156579" y="66778"/>
                  <a:pt x="158377" y="73272"/>
                  <a:pt x="161973" y="77783"/>
                </a:cubicBezTo>
                <a:cubicBezTo>
                  <a:pt x="165570" y="82293"/>
                  <a:pt x="169575" y="84548"/>
                  <a:pt x="173989" y="84548"/>
                </a:cubicBezTo>
                <a:cubicBezTo>
                  <a:pt x="177708" y="84548"/>
                  <a:pt x="181305" y="82639"/>
                  <a:pt x="184779" y="78820"/>
                </a:cubicBezTo>
                <a:close/>
                <a:moveTo>
                  <a:pt x="217332" y="53758"/>
                </a:moveTo>
                <a:cubicBezTo>
                  <a:pt x="217291" y="62319"/>
                  <a:pt x="219314" y="69034"/>
                  <a:pt x="223401" y="73903"/>
                </a:cubicBezTo>
                <a:cubicBezTo>
                  <a:pt x="227488" y="78770"/>
                  <a:pt x="232290" y="81204"/>
                  <a:pt x="237807" y="81204"/>
                </a:cubicBezTo>
                <a:cubicBezTo>
                  <a:pt x="241486" y="81204"/>
                  <a:pt x="244684" y="80163"/>
                  <a:pt x="247402" y="78081"/>
                </a:cubicBezTo>
                <a:cubicBezTo>
                  <a:pt x="250119" y="75999"/>
                  <a:pt x="252398" y="72434"/>
                  <a:pt x="254237" y="67386"/>
                </a:cubicBezTo>
                <a:lnTo>
                  <a:pt x="256137" y="68648"/>
                </a:lnTo>
                <a:cubicBezTo>
                  <a:pt x="255279" y="74411"/>
                  <a:pt x="252786" y="79658"/>
                  <a:pt x="248658" y="84391"/>
                </a:cubicBezTo>
                <a:cubicBezTo>
                  <a:pt x="244530" y="89123"/>
                  <a:pt x="239360" y="91489"/>
                  <a:pt x="233148" y="91489"/>
                </a:cubicBezTo>
                <a:cubicBezTo>
                  <a:pt x="226405" y="91489"/>
                  <a:pt x="220632" y="88792"/>
                  <a:pt x="215830" y="83399"/>
                </a:cubicBezTo>
                <a:cubicBezTo>
                  <a:pt x="211027" y="78004"/>
                  <a:pt x="208626" y="70752"/>
                  <a:pt x="208626" y="61643"/>
                </a:cubicBezTo>
                <a:cubicBezTo>
                  <a:pt x="208626" y="51779"/>
                  <a:pt x="211089" y="44087"/>
                  <a:pt x="216014" y="38567"/>
                </a:cubicBezTo>
                <a:cubicBezTo>
                  <a:pt x="220938" y="33046"/>
                  <a:pt x="227120" y="30286"/>
                  <a:pt x="234558" y="30286"/>
                </a:cubicBezTo>
                <a:cubicBezTo>
                  <a:pt x="240852" y="30286"/>
                  <a:pt x="246022" y="32415"/>
                  <a:pt x="250068" y="36674"/>
                </a:cubicBezTo>
                <a:cubicBezTo>
                  <a:pt x="254114" y="40932"/>
                  <a:pt x="256137" y="46626"/>
                  <a:pt x="256137" y="53758"/>
                </a:cubicBezTo>
                <a:lnTo>
                  <a:pt x="217332" y="53758"/>
                </a:lnTo>
                <a:moveTo>
                  <a:pt x="217332" y="50098"/>
                </a:moveTo>
                <a:lnTo>
                  <a:pt x="243325" y="50098"/>
                </a:lnTo>
                <a:cubicBezTo>
                  <a:pt x="243120" y="46396"/>
                  <a:pt x="242691" y="43788"/>
                  <a:pt x="242037" y="42274"/>
                </a:cubicBezTo>
                <a:cubicBezTo>
                  <a:pt x="241016" y="39919"/>
                  <a:pt x="239493" y="38068"/>
                  <a:pt x="237470" y="36722"/>
                </a:cubicBezTo>
                <a:cubicBezTo>
                  <a:pt x="235447" y="35376"/>
                  <a:pt x="233332" y="34703"/>
                  <a:pt x="231125" y="34703"/>
                </a:cubicBezTo>
                <a:cubicBezTo>
                  <a:pt x="227733" y="34703"/>
                  <a:pt x="224698" y="36059"/>
                  <a:pt x="222021" y="38772"/>
                </a:cubicBezTo>
                <a:cubicBezTo>
                  <a:pt x="219344" y="41485"/>
                  <a:pt x="217781" y="45261"/>
                  <a:pt x="217332" y="50098"/>
                </a:cubicBezTo>
                <a:close/>
                <a:moveTo>
                  <a:pt x="366996" y="2271"/>
                </a:moveTo>
                <a:lnTo>
                  <a:pt x="368896" y="31296"/>
                </a:lnTo>
                <a:lnTo>
                  <a:pt x="366996" y="31296"/>
                </a:lnTo>
                <a:cubicBezTo>
                  <a:pt x="364462" y="22566"/>
                  <a:pt x="360845" y="16283"/>
                  <a:pt x="356145" y="12446"/>
                </a:cubicBezTo>
                <a:cubicBezTo>
                  <a:pt x="351445" y="8607"/>
                  <a:pt x="345805" y="6688"/>
                  <a:pt x="339225" y="6688"/>
                </a:cubicBezTo>
                <a:cubicBezTo>
                  <a:pt x="333707" y="6688"/>
                  <a:pt x="328721" y="8130"/>
                  <a:pt x="324266" y="11014"/>
                </a:cubicBezTo>
                <a:cubicBezTo>
                  <a:pt x="319811" y="13897"/>
                  <a:pt x="316307" y="18496"/>
                  <a:pt x="313753" y="24810"/>
                </a:cubicBezTo>
                <a:cubicBezTo>
                  <a:pt x="311198" y="31125"/>
                  <a:pt x="309921" y="38977"/>
                  <a:pt x="309921" y="48365"/>
                </a:cubicBezTo>
                <a:cubicBezTo>
                  <a:pt x="309921" y="56110"/>
                  <a:pt x="311127" y="62824"/>
                  <a:pt x="313538" y="68508"/>
                </a:cubicBezTo>
                <a:cubicBezTo>
                  <a:pt x="315949" y="74191"/>
                  <a:pt x="319576" y="78548"/>
                  <a:pt x="324420" y="81579"/>
                </a:cubicBezTo>
                <a:cubicBezTo>
                  <a:pt x="329263" y="84610"/>
                  <a:pt x="334790" y="86126"/>
                  <a:pt x="341002" y="86126"/>
                </a:cubicBezTo>
                <a:cubicBezTo>
                  <a:pt x="346397" y="86126"/>
                  <a:pt x="351159" y="84937"/>
                  <a:pt x="355286" y="82561"/>
                </a:cubicBezTo>
                <a:cubicBezTo>
                  <a:pt x="359414" y="80184"/>
                  <a:pt x="363951" y="75463"/>
                  <a:pt x="368896" y="68396"/>
                </a:cubicBezTo>
                <a:lnTo>
                  <a:pt x="370796" y="69654"/>
                </a:lnTo>
                <a:cubicBezTo>
                  <a:pt x="366628" y="77248"/>
                  <a:pt x="361764" y="82807"/>
                  <a:pt x="356206" y="86331"/>
                </a:cubicBezTo>
                <a:cubicBezTo>
                  <a:pt x="350648" y="89854"/>
                  <a:pt x="344047" y="91615"/>
                  <a:pt x="336405" y="91615"/>
                </a:cubicBezTo>
                <a:cubicBezTo>
                  <a:pt x="322631" y="91615"/>
                  <a:pt x="311964" y="86364"/>
                  <a:pt x="304404" y="75863"/>
                </a:cubicBezTo>
                <a:cubicBezTo>
                  <a:pt x="298764" y="68051"/>
                  <a:pt x="295944" y="58852"/>
                  <a:pt x="295944" y="48266"/>
                </a:cubicBezTo>
                <a:cubicBezTo>
                  <a:pt x="295944" y="39739"/>
                  <a:pt x="297803" y="31905"/>
                  <a:pt x="301522" y="24765"/>
                </a:cubicBezTo>
                <a:cubicBezTo>
                  <a:pt x="305241" y="17625"/>
                  <a:pt x="310360" y="12091"/>
                  <a:pt x="316879" y="8163"/>
                </a:cubicBezTo>
                <a:cubicBezTo>
                  <a:pt x="323398" y="4235"/>
                  <a:pt x="330519" y="2271"/>
                  <a:pt x="338244" y="2271"/>
                </a:cubicBezTo>
                <a:cubicBezTo>
                  <a:pt x="344252" y="2271"/>
                  <a:pt x="350178" y="3786"/>
                  <a:pt x="356022" y="6814"/>
                </a:cubicBezTo>
                <a:cubicBezTo>
                  <a:pt x="357739" y="7740"/>
                  <a:pt x="358965" y="8202"/>
                  <a:pt x="359700" y="8202"/>
                </a:cubicBezTo>
                <a:cubicBezTo>
                  <a:pt x="360804" y="8202"/>
                  <a:pt x="361764" y="7803"/>
                  <a:pt x="362582" y="7004"/>
                </a:cubicBezTo>
                <a:cubicBezTo>
                  <a:pt x="363644" y="5868"/>
                  <a:pt x="364400" y="4291"/>
                  <a:pt x="364850" y="2271"/>
                </a:cubicBezTo>
                <a:lnTo>
                  <a:pt x="366996" y="2271"/>
                </a:lnTo>
                <a:close/>
                <a:moveTo>
                  <a:pt x="405747" y="30286"/>
                </a:moveTo>
                <a:cubicBezTo>
                  <a:pt x="414248" y="30286"/>
                  <a:pt x="421073" y="33606"/>
                  <a:pt x="426223" y="40245"/>
                </a:cubicBezTo>
                <a:cubicBezTo>
                  <a:pt x="430596" y="45917"/>
                  <a:pt x="432783" y="52431"/>
                  <a:pt x="432783" y="59785"/>
                </a:cubicBezTo>
                <a:cubicBezTo>
                  <a:pt x="432783" y="64954"/>
                  <a:pt x="431577" y="70186"/>
                  <a:pt x="429166" y="75480"/>
                </a:cubicBezTo>
                <a:cubicBezTo>
                  <a:pt x="426754" y="80774"/>
                  <a:pt x="423434" y="84765"/>
                  <a:pt x="419204" y="87455"/>
                </a:cubicBezTo>
                <a:cubicBezTo>
                  <a:pt x="414974" y="90144"/>
                  <a:pt x="410263" y="91489"/>
                  <a:pt x="405073" y="91489"/>
                </a:cubicBezTo>
                <a:cubicBezTo>
                  <a:pt x="396613" y="91489"/>
                  <a:pt x="389890" y="88022"/>
                  <a:pt x="384904" y="81088"/>
                </a:cubicBezTo>
                <a:cubicBezTo>
                  <a:pt x="380694" y="75248"/>
                  <a:pt x="378589" y="68693"/>
                  <a:pt x="378589" y="61424"/>
                </a:cubicBezTo>
                <a:cubicBezTo>
                  <a:pt x="378589" y="56129"/>
                  <a:pt x="379867" y="50866"/>
                  <a:pt x="382421" y="45634"/>
                </a:cubicBezTo>
                <a:cubicBezTo>
                  <a:pt x="384975" y="40402"/>
                  <a:pt x="388337" y="36536"/>
                  <a:pt x="392506" y="34036"/>
                </a:cubicBezTo>
                <a:cubicBezTo>
                  <a:pt x="396674" y="31536"/>
                  <a:pt x="401088" y="30286"/>
                  <a:pt x="405747" y="30286"/>
                </a:cubicBezTo>
                <a:moveTo>
                  <a:pt x="403847" y="34450"/>
                </a:moveTo>
                <a:cubicBezTo>
                  <a:pt x="401681" y="34450"/>
                  <a:pt x="399504" y="35112"/>
                  <a:pt x="397318" y="36436"/>
                </a:cubicBezTo>
                <a:cubicBezTo>
                  <a:pt x="395131" y="37760"/>
                  <a:pt x="393364" y="40081"/>
                  <a:pt x="392015" y="43400"/>
                </a:cubicBezTo>
                <a:cubicBezTo>
                  <a:pt x="390666" y="46719"/>
                  <a:pt x="389992" y="50983"/>
                  <a:pt x="389992" y="56193"/>
                </a:cubicBezTo>
                <a:cubicBezTo>
                  <a:pt x="389992" y="64595"/>
                  <a:pt x="391617" y="71842"/>
                  <a:pt x="394866" y="77935"/>
                </a:cubicBezTo>
                <a:cubicBezTo>
                  <a:pt x="398115" y="84027"/>
                  <a:pt x="402396" y="87072"/>
                  <a:pt x="407709" y="87072"/>
                </a:cubicBezTo>
                <a:cubicBezTo>
                  <a:pt x="411673" y="87072"/>
                  <a:pt x="414943" y="85392"/>
                  <a:pt x="417518" y="82030"/>
                </a:cubicBezTo>
                <a:cubicBezTo>
                  <a:pt x="420093" y="78669"/>
                  <a:pt x="421380" y="72893"/>
                  <a:pt x="421380" y="64701"/>
                </a:cubicBezTo>
                <a:cubicBezTo>
                  <a:pt x="421380" y="54449"/>
                  <a:pt x="419234" y="46382"/>
                  <a:pt x="414943" y="40500"/>
                </a:cubicBezTo>
                <a:cubicBezTo>
                  <a:pt x="412041" y="36467"/>
                  <a:pt x="408343" y="34450"/>
                  <a:pt x="403847" y="34450"/>
                </a:cubicBezTo>
                <a:close/>
                <a:moveTo>
                  <a:pt x="457734" y="42590"/>
                </a:moveTo>
                <a:cubicBezTo>
                  <a:pt x="461821" y="38383"/>
                  <a:pt x="464232" y="35965"/>
                  <a:pt x="464968" y="35334"/>
                </a:cubicBezTo>
                <a:cubicBezTo>
                  <a:pt x="466807" y="33735"/>
                  <a:pt x="468789" y="32494"/>
                  <a:pt x="470915" y="31611"/>
                </a:cubicBezTo>
                <a:cubicBezTo>
                  <a:pt x="473040" y="30728"/>
                  <a:pt x="475145" y="30286"/>
                  <a:pt x="477229" y="30286"/>
                </a:cubicBezTo>
                <a:cubicBezTo>
                  <a:pt x="480744" y="30286"/>
                  <a:pt x="483768" y="31338"/>
                  <a:pt x="486302" y="33441"/>
                </a:cubicBezTo>
                <a:cubicBezTo>
                  <a:pt x="488836" y="35544"/>
                  <a:pt x="490532" y="38594"/>
                  <a:pt x="491390" y="42590"/>
                </a:cubicBezTo>
                <a:cubicBezTo>
                  <a:pt x="495600" y="37542"/>
                  <a:pt x="499156" y="34229"/>
                  <a:pt x="502057" y="32652"/>
                </a:cubicBezTo>
                <a:cubicBezTo>
                  <a:pt x="504959" y="31075"/>
                  <a:pt x="507943" y="30286"/>
                  <a:pt x="511008" y="30286"/>
                </a:cubicBezTo>
                <a:cubicBezTo>
                  <a:pt x="513991" y="30286"/>
                  <a:pt x="516638" y="31073"/>
                  <a:pt x="518947" y="32648"/>
                </a:cubicBezTo>
                <a:cubicBezTo>
                  <a:pt x="521256" y="34222"/>
                  <a:pt x="523085" y="36792"/>
                  <a:pt x="524433" y="40360"/>
                </a:cubicBezTo>
                <a:cubicBezTo>
                  <a:pt x="525333" y="42794"/>
                  <a:pt x="525782" y="46613"/>
                  <a:pt x="525782" y="51817"/>
                </a:cubicBezTo>
                <a:lnTo>
                  <a:pt x="525782" y="76622"/>
                </a:lnTo>
                <a:cubicBezTo>
                  <a:pt x="525782" y="80232"/>
                  <a:pt x="526048" y="82708"/>
                  <a:pt x="526579" y="84051"/>
                </a:cubicBezTo>
                <a:cubicBezTo>
                  <a:pt x="526988" y="84974"/>
                  <a:pt x="527744" y="85761"/>
                  <a:pt x="528847" y="86412"/>
                </a:cubicBezTo>
                <a:cubicBezTo>
                  <a:pt x="529951" y="87062"/>
                  <a:pt x="531749" y="87388"/>
                  <a:pt x="534242" y="87388"/>
                </a:cubicBezTo>
                <a:lnTo>
                  <a:pt x="534242" y="89722"/>
                </a:lnTo>
                <a:lnTo>
                  <a:pt x="506533" y="89722"/>
                </a:lnTo>
                <a:lnTo>
                  <a:pt x="506533" y="87388"/>
                </a:lnTo>
                <a:lnTo>
                  <a:pt x="507697" y="87388"/>
                </a:lnTo>
                <a:cubicBezTo>
                  <a:pt x="510109" y="87388"/>
                  <a:pt x="511989" y="86907"/>
                  <a:pt x="513337" y="85944"/>
                </a:cubicBezTo>
                <a:cubicBezTo>
                  <a:pt x="514277" y="85274"/>
                  <a:pt x="514952" y="84207"/>
                  <a:pt x="515360" y="82742"/>
                </a:cubicBezTo>
                <a:cubicBezTo>
                  <a:pt x="515524" y="82031"/>
                  <a:pt x="515606" y="80002"/>
                  <a:pt x="515606" y="76653"/>
                </a:cubicBezTo>
                <a:lnTo>
                  <a:pt x="515606" y="51920"/>
                </a:lnTo>
                <a:cubicBezTo>
                  <a:pt x="515606" y="47232"/>
                  <a:pt x="515054" y="43927"/>
                  <a:pt x="513950" y="42002"/>
                </a:cubicBezTo>
                <a:cubicBezTo>
                  <a:pt x="512356" y="39323"/>
                  <a:pt x="509802" y="37984"/>
                  <a:pt x="506287" y="37984"/>
                </a:cubicBezTo>
                <a:cubicBezTo>
                  <a:pt x="504121" y="37984"/>
                  <a:pt x="501945" y="38538"/>
                  <a:pt x="499758" y="39648"/>
                </a:cubicBezTo>
                <a:cubicBezTo>
                  <a:pt x="497572" y="40756"/>
                  <a:pt x="494926" y="42817"/>
                  <a:pt x="491819" y="45831"/>
                </a:cubicBezTo>
                <a:lnTo>
                  <a:pt x="491697" y="46521"/>
                </a:lnTo>
                <a:lnTo>
                  <a:pt x="491819" y="49221"/>
                </a:lnTo>
                <a:lnTo>
                  <a:pt x="491819" y="76653"/>
                </a:lnTo>
                <a:cubicBezTo>
                  <a:pt x="491819" y="80588"/>
                  <a:pt x="492034" y="83036"/>
                  <a:pt x="492463" y="83998"/>
                </a:cubicBezTo>
                <a:cubicBezTo>
                  <a:pt x="492892" y="84960"/>
                  <a:pt x="493699" y="85766"/>
                  <a:pt x="494885" y="86416"/>
                </a:cubicBezTo>
                <a:cubicBezTo>
                  <a:pt x="496070" y="87064"/>
                  <a:pt x="498093" y="87388"/>
                  <a:pt x="500954" y="87388"/>
                </a:cubicBezTo>
                <a:lnTo>
                  <a:pt x="500954" y="89722"/>
                </a:lnTo>
                <a:lnTo>
                  <a:pt x="472570" y="89722"/>
                </a:lnTo>
                <a:lnTo>
                  <a:pt x="472570" y="87388"/>
                </a:lnTo>
                <a:cubicBezTo>
                  <a:pt x="475676" y="87388"/>
                  <a:pt x="477811" y="87011"/>
                  <a:pt x="478976" y="86258"/>
                </a:cubicBezTo>
                <a:cubicBezTo>
                  <a:pt x="480141" y="85505"/>
                  <a:pt x="480948" y="84375"/>
                  <a:pt x="481398" y="82868"/>
                </a:cubicBezTo>
                <a:cubicBezTo>
                  <a:pt x="481602" y="82156"/>
                  <a:pt x="481704" y="80084"/>
                  <a:pt x="481704" y="76653"/>
                </a:cubicBezTo>
                <a:lnTo>
                  <a:pt x="481704" y="51920"/>
                </a:lnTo>
                <a:cubicBezTo>
                  <a:pt x="481704" y="47232"/>
                  <a:pt x="481030" y="43863"/>
                  <a:pt x="479681" y="41813"/>
                </a:cubicBezTo>
                <a:cubicBezTo>
                  <a:pt x="477883" y="39134"/>
                  <a:pt x="475369" y="37794"/>
                  <a:pt x="472141" y="37794"/>
                </a:cubicBezTo>
                <a:cubicBezTo>
                  <a:pt x="469934" y="37794"/>
                  <a:pt x="467747" y="38401"/>
                  <a:pt x="465581" y="39614"/>
                </a:cubicBezTo>
                <a:cubicBezTo>
                  <a:pt x="462189" y="41456"/>
                  <a:pt x="459573" y="43528"/>
                  <a:pt x="457734" y="45829"/>
                </a:cubicBezTo>
                <a:lnTo>
                  <a:pt x="457734" y="76653"/>
                </a:lnTo>
                <a:cubicBezTo>
                  <a:pt x="457734" y="80420"/>
                  <a:pt x="457990" y="82868"/>
                  <a:pt x="458500" y="83998"/>
                </a:cubicBezTo>
                <a:cubicBezTo>
                  <a:pt x="459011" y="85127"/>
                  <a:pt x="459767" y="85975"/>
                  <a:pt x="460769" y="86540"/>
                </a:cubicBezTo>
                <a:cubicBezTo>
                  <a:pt x="461770" y="87105"/>
                  <a:pt x="463803" y="87388"/>
                  <a:pt x="466869" y="87388"/>
                </a:cubicBezTo>
                <a:lnTo>
                  <a:pt x="466869" y="89722"/>
                </a:lnTo>
                <a:lnTo>
                  <a:pt x="439098" y="89722"/>
                </a:lnTo>
                <a:lnTo>
                  <a:pt x="439098" y="87388"/>
                </a:lnTo>
                <a:cubicBezTo>
                  <a:pt x="441672" y="87388"/>
                  <a:pt x="443471" y="87104"/>
                  <a:pt x="444492" y="86538"/>
                </a:cubicBezTo>
                <a:cubicBezTo>
                  <a:pt x="445514" y="85971"/>
                  <a:pt x="446291" y="85069"/>
                  <a:pt x="446822" y="83831"/>
                </a:cubicBezTo>
                <a:cubicBezTo>
                  <a:pt x="447353" y="82592"/>
                  <a:pt x="447619" y="80189"/>
                  <a:pt x="447619" y="76622"/>
                </a:cubicBezTo>
                <a:lnTo>
                  <a:pt x="447619" y="54588"/>
                </a:lnTo>
                <a:cubicBezTo>
                  <a:pt x="447619" y="48249"/>
                  <a:pt x="447435" y="44157"/>
                  <a:pt x="447067" y="42312"/>
                </a:cubicBezTo>
                <a:cubicBezTo>
                  <a:pt x="446781" y="40926"/>
                  <a:pt x="446331" y="39971"/>
                  <a:pt x="445718" y="39447"/>
                </a:cubicBezTo>
                <a:cubicBezTo>
                  <a:pt x="445105" y="38922"/>
                  <a:pt x="444268" y="38660"/>
                  <a:pt x="443205" y="38660"/>
                </a:cubicBezTo>
                <a:cubicBezTo>
                  <a:pt x="442061" y="38660"/>
                  <a:pt x="440691" y="38975"/>
                  <a:pt x="439098" y="39604"/>
                </a:cubicBezTo>
                <a:lnTo>
                  <a:pt x="438178" y="37337"/>
                </a:lnTo>
                <a:lnTo>
                  <a:pt x="455098" y="30286"/>
                </a:lnTo>
                <a:lnTo>
                  <a:pt x="457734" y="30286"/>
                </a:lnTo>
                <a:lnTo>
                  <a:pt x="457734" y="42590"/>
                </a:lnTo>
                <a:close/>
                <a:moveTo>
                  <a:pt x="556379" y="42590"/>
                </a:moveTo>
                <a:cubicBezTo>
                  <a:pt x="560466" y="38383"/>
                  <a:pt x="562877" y="35965"/>
                  <a:pt x="563613" y="35334"/>
                </a:cubicBezTo>
                <a:cubicBezTo>
                  <a:pt x="565452" y="33735"/>
                  <a:pt x="567434" y="32494"/>
                  <a:pt x="569559" y="31611"/>
                </a:cubicBezTo>
                <a:cubicBezTo>
                  <a:pt x="571684" y="30728"/>
                  <a:pt x="573789" y="30286"/>
                  <a:pt x="575874" y="30286"/>
                </a:cubicBezTo>
                <a:cubicBezTo>
                  <a:pt x="579388" y="30286"/>
                  <a:pt x="582413" y="31338"/>
                  <a:pt x="584947" y="33441"/>
                </a:cubicBezTo>
                <a:cubicBezTo>
                  <a:pt x="587481" y="35544"/>
                  <a:pt x="589177" y="38594"/>
                  <a:pt x="590035" y="42590"/>
                </a:cubicBezTo>
                <a:cubicBezTo>
                  <a:pt x="594245" y="37542"/>
                  <a:pt x="597800" y="34229"/>
                  <a:pt x="600702" y="32652"/>
                </a:cubicBezTo>
                <a:cubicBezTo>
                  <a:pt x="603604" y="31075"/>
                  <a:pt x="606587" y="30286"/>
                  <a:pt x="609652" y="30286"/>
                </a:cubicBezTo>
                <a:cubicBezTo>
                  <a:pt x="612636" y="30286"/>
                  <a:pt x="615282" y="31073"/>
                  <a:pt x="617591" y="32648"/>
                </a:cubicBezTo>
                <a:cubicBezTo>
                  <a:pt x="619900" y="34222"/>
                  <a:pt x="621729" y="36792"/>
                  <a:pt x="623078" y="40360"/>
                </a:cubicBezTo>
                <a:cubicBezTo>
                  <a:pt x="623977" y="42794"/>
                  <a:pt x="624427" y="46613"/>
                  <a:pt x="624427" y="51817"/>
                </a:cubicBezTo>
                <a:lnTo>
                  <a:pt x="624427" y="76622"/>
                </a:lnTo>
                <a:cubicBezTo>
                  <a:pt x="624427" y="80232"/>
                  <a:pt x="624692" y="82708"/>
                  <a:pt x="625224" y="84051"/>
                </a:cubicBezTo>
                <a:cubicBezTo>
                  <a:pt x="625632" y="84974"/>
                  <a:pt x="626389" y="85761"/>
                  <a:pt x="627492" y="86412"/>
                </a:cubicBezTo>
                <a:cubicBezTo>
                  <a:pt x="628596" y="87062"/>
                  <a:pt x="630394" y="87388"/>
                  <a:pt x="632887" y="87388"/>
                </a:cubicBezTo>
                <a:lnTo>
                  <a:pt x="632887" y="89722"/>
                </a:lnTo>
                <a:lnTo>
                  <a:pt x="605177" y="89722"/>
                </a:lnTo>
                <a:lnTo>
                  <a:pt x="605177" y="87388"/>
                </a:lnTo>
                <a:lnTo>
                  <a:pt x="606342" y="87388"/>
                </a:lnTo>
                <a:cubicBezTo>
                  <a:pt x="608753" y="87388"/>
                  <a:pt x="610633" y="86907"/>
                  <a:pt x="611982" y="85944"/>
                </a:cubicBezTo>
                <a:cubicBezTo>
                  <a:pt x="612922" y="85274"/>
                  <a:pt x="613596" y="84207"/>
                  <a:pt x="614005" y="82742"/>
                </a:cubicBezTo>
                <a:cubicBezTo>
                  <a:pt x="614169" y="82031"/>
                  <a:pt x="614250" y="80002"/>
                  <a:pt x="614250" y="76653"/>
                </a:cubicBezTo>
                <a:lnTo>
                  <a:pt x="614250" y="51920"/>
                </a:lnTo>
                <a:cubicBezTo>
                  <a:pt x="614250" y="47232"/>
                  <a:pt x="613699" y="43927"/>
                  <a:pt x="612595" y="42002"/>
                </a:cubicBezTo>
                <a:cubicBezTo>
                  <a:pt x="611001" y="39323"/>
                  <a:pt x="608447" y="37984"/>
                  <a:pt x="604932" y="37984"/>
                </a:cubicBezTo>
                <a:cubicBezTo>
                  <a:pt x="602766" y="37984"/>
                  <a:pt x="600590" y="38538"/>
                  <a:pt x="598403" y="39648"/>
                </a:cubicBezTo>
                <a:cubicBezTo>
                  <a:pt x="596216" y="40756"/>
                  <a:pt x="593570" y="42817"/>
                  <a:pt x="590464" y="45831"/>
                </a:cubicBezTo>
                <a:lnTo>
                  <a:pt x="590341" y="46521"/>
                </a:lnTo>
                <a:lnTo>
                  <a:pt x="590464" y="49221"/>
                </a:lnTo>
                <a:lnTo>
                  <a:pt x="590464" y="76653"/>
                </a:lnTo>
                <a:cubicBezTo>
                  <a:pt x="590464" y="80588"/>
                  <a:pt x="590679" y="83036"/>
                  <a:pt x="591108" y="83998"/>
                </a:cubicBezTo>
                <a:cubicBezTo>
                  <a:pt x="591537" y="84960"/>
                  <a:pt x="592344" y="85766"/>
                  <a:pt x="593529" y="86416"/>
                </a:cubicBezTo>
                <a:cubicBezTo>
                  <a:pt x="594715" y="87064"/>
                  <a:pt x="596738" y="87388"/>
                  <a:pt x="599598" y="87388"/>
                </a:cubicBezTo>
                <a:lnTo>
                  <a:pt x="599598" y="89722"/>
                </a:lnTo>
                <a:lnTo>
                  <a:pt x="571214" y="89722"/>
                </a:lnTo>
                <a:lnTo>
                  <a:pt x="571214" y="87388"/>
                </a:lnTo>
                <a:cubicBezTo>
                  <a:pt x="574321" y="87388"/>
                  <a:pt x="576456" y="87011"/>
                  <a:pt x="577621" y="86258"/>
                </a:cubicBezTo>
                <a:cubicBezTo>
                  <a:pt x="578786" y="85505"/>
                  <a:pt x="579593" y="84375"/>
                  <a:pt x="580042" y="82868"/>
                </a:cubicBezTo>
                <a:cubicBezTo>
                  <a:pt x="580247" y="82156"/>
                  <a:pt x="580349" y="80084"/>
                  <a:pt x="580349" y="76653"/>
                </a:cubicBezTo>
                <a:lnTo>
                  <a:pt x="580349" y="51920"/>
                </a:lnTo>
                <a:cubicBezTo>
                  <a:pt x="580349" y="47232"/>
                  <a:pt x="579674" y="43863"/>
                  <a:pt x="578326" y="41813"/>
                </a:cubicBezTo>
                <a:cubicBezTo>
                  <a:pt x="576528" y="39134"/>
                  <a:pt x="574014" y="37794"/>
                  <a:pt x="570785" y="37794"/>
                </a:cubicBezTo>
                <a:cubicBezTo>
                  <a:pt x="568578" y="37794"/>
                  <a:pt x="566392" y="38401"/>
                  <a:pt x="564226" y="39614"/>
                </a:cubicBezTo>
                <a:cubicBezTo>
                  <a:pt x="560834" y="41456"/>
                  <a:pt x="558218" y="43528"/>
                  <a:pt x="556379" y="45829"/>
                </a:cubicBezTo>
                <a:lnTo>
                  <a:pt x="556379" y="76653"/>
                </a:lnTo>
                <a:cubicBezTo>
                  <a:pt x="556379" y="80420"/>
                  <a:pt x="556634" y="82868"/>
                  <a:pt x="557145" y="83998"/>
                </a:cubicBezTo>
                <a:cubicBezTo>
                  <a:pt x="557656" y="85127"/>
                  <a:pt x="558412" y="85975"/>
                  <a:pt x="559413" y="86540"/>
                </a:cubicBezTo>
                <a:cubicBezTo>
                  <a:pt x="560415" y="87105"/>
                  <a:pt x="562448" y="87388"/>
                  <a:pt x="565513" y="87388"/>
                </a:cubicBezTo>
                <a:lnTo>
                  <a:pt x="565513" y="89722"/>
                </a:lnTo>
                <a:lnTo>
                  <a:pt x="537742" y="89722"/>
                </a:lnTo>
                <a:lnTo>
                  <a:pt x="537742" y="87388"/>
                </a:lnTo>
                <a:cubicBezTo>
                  <a:pt x="540317" y="87388"/>
                  <a:pt x="542115" y="87104"/>
                  <a:pt x="543137" y="86538"/>
                </a:cubicBezTo>
                <a:cubicBezTo>
                  <a:pt x="544159" y="85971"/>
                  <a:pt x="544935" y="85069"/>
                  <a:pt x="545467" y="83831"/>
                </a:cubicBezTo>
                <a:cubicBezTo>
                  <a:pt x="545998" y="82592"/>
                  <a:pt x="546264" y="80189"/>
                  <a:pt x="546264" y="76622"/>
                </a:cubicBezTo>
                <a:lnTo>
                  <a:pt x="546264" y="54588"/>
                </a:lnTo>
                <a:cubicBezTo>
                  <a:pt x="546264" y="48249"/>
                  <a:pt x="546080" y="44157"/>
                  <a:pt x="545712" y="42312"/>
                </a:cubicBezTo>
                <a:cubicBezTo>
                  <a:pt x="545426" y="40926"/>
                  <a:pt x="544976" y="39971"/>
                  <a:pt x="544363" y="39447"/>
                </a:cubicBezTo>
                <a:cubicBezTo>
                  <a:pt x="543750" y="38922"/>
                  <a:pt x="542912" y="38660"/>
                  <a:pt x="541850" y="38660"/>
                </a:cubicBezTo>
                <a:cubicBezTo>
                  <a:pt x="540705" y="38660"/>
                  <a:pt x="539336" y="38975"/>
                  <a:pt x="537742" y="39604"/>
                </a:cubicBezTo>
                <a:lnTo>
                  <a:pt x="536823" y="37337"/>
                </a:lnTo>
                <a:lnTo>
                  <a:pt x="553743" y="30286"/>
                </a:lnTo>
                <a:lnTo>
                  <a:pt x="556379" y="30286"/>
                </a:lnTo>
                <a:lnTo>
                  <a:pt x="556379" y="42590"/>
                </a:lnTo>
                <a:close/>
                <a:moveTo>
                  <a:pt x="652634" y="0"/>
                </a:moveTo>
                <a:cubicBezTo>
                  <a:pt x="654351" y="0"/>
                  <a:pt x="655812" y="624"/>
                  <a:pt x="657018" y="1871"/>
                </a:cubicBezTo>
                <a:cubicBezTo>
                  <a:pt x="658223" y="3117"/>
                  <a:pt x="658826" y="4628"/>
                  <a:pt x="658826" y="6404"/>
                </a:cubicBezTo>
                <a:cubicBezTo>
                  <a:pt x="658826" y="8180"/>
                  <a:pt x="658223" y="9702"/>
                  <a:pt x="657018" y="10971"/>
                </a:cubicBezTo>
                <a:cubicBezTo>
                  <a:pt x="655812" y="12238"/>
                  <a:pt x="654351" y="12872"/>
                  <a:pt x="652634" y="12872"/>
                </a:cubicBezTo>
                <a:cubicBezTo>
                  <a:pt x="650918" y="12872"/>
                  <a:pt x="649447" y="12238"/>
                  <a:pt x="648221" y="10971"/>
                </a:cubicBezTo>
                <a:cubicBezTo>
                  <a:pt x="646994" y="9702"/>
                  <a:pt x="646381" y="8180"/>
                  <a:pt x="646381" y="6404"/>
                </a:cubicBezTo>
                <a:cubicBezTo>
                  <a:pt x="646381" y="4628"/>
                  <a:pt x="646984" y="3117"/>
                  <a:pt x="648190" y="1871"/>
                </a:cubicBezTo>
                <a:cubicBezTo>
                  <a:pt x="649396" y="624"/>
                  <a:pt x="650877" y="0"/>
                  <a:pt x="652634" y="0"/>
                </a:cubicBezTo>
                <a:moveTo>
                  <a:pt x="657723" y="30286"/>
                </a:moveTo>
                <a:lnTo>
                  <a:pt x="657723" y="76622"/>
                </a:lnTo>
                <a:cubicBezTo>
                  <a:pt x="657723" y="80232"/>
                  <a:pt x="657978" y="82634"/>
                  <a:pt x="658489" y="83831"/>
                </a:cubicBezTo>
                <a:cubicBezTo>
                  <a:pt x="659000" y="85027"/>
                  <a:pt x="659756" y="85919"/>
                  <a:pt x="660757" y="86506"/>
                </a:cubicBezTo>
                <a:cubicBezTo>
                  <a:pt x="661759" y="87094"/>
                  <a:pt x="663588" y="87388"/>
                  <a:pt x="666244" y="87388"/>
                </a:cubicBezTo>
                <a:lnTo>
                  <a:pt x="666244" y="89722"/>
                </a:lnTo>
                <a:lnTo>
                  <a:pt x="638964" y="89722"/>
                </a:lnTo>
                <a:lnTo>
                  <a:pt x="638964" y="87388"/>
                </a:lnTo>
                <a:cubicBezTo>
                  <a:pt x="641702" y="87388"/>
                  <a:pt x="643541" y="87115"/>
                  <a:pt x="644481" y="86569"/>
                </a:cubicBezTo>
                <a:cubicBezTo>
                  <a:pt x="645421" y="86024"/>
                  <a:pt x="646167" y="85121"/>
                  <a:pt x="646719" y="83862"/>
                </a:cubicBezTo>
                <a:cubicBezTo>
                  <a:pt x="647270" y="82603"/>
                  <a:pt x="647546" y="80189"/>
                  <a:pt x="647546" y="76622"/>
                </a:cubicBezTo>
                <a:lnTo>
                  <a:pt x="647546" y="54398"/>
                </a:lnTo>
                <a:cubicBezTo>
                  <a:pt x="647546" y="48144"/>
                  <a:pt x="647362" y="44094"/>
                  <a:pt x="646994" y="42249"/>
                </a:cubicBezTo>
                <a:cubicBezTo>
                  <a:pt x="646708" y="40905"/>
                  <a:pt x="646259" y="39971"/>
                  <a:pt x="645646" y="39447"/>
                </a:cubicBezTo>
                <a:cubicBezTo>
                  <a:pt x="645033" y="38922"/>
                  <a:pt x="644195" y="38660"/>
                  <a:pt x="643132" y="38660"/>
                </a:cubicBezTo>
                <a:cubicBezTo>
                  <a:pt x="641988" y="38660"/>
                  <a:pt x="640598" y="38975"/>
                  <a:pt x="638964" y="39604"/>
                </a:cubicBezTo>
                <a:lnTo>
                  <a:pt x="638105" y="37337"/>
                </a:lnTo>
                <a:lnTo>
                  <a:pt x="655025" y="30286"/>
                </a:lnTo>
                <a:lnTo>
                  <a:pt x="657723" y="30286"/>
                </a:lnTo>
                <a:close/>
                <a:moveTo>
                  <a:pt x="690528" y="12872"/>
                </a:moveTo>
                <a:lnTo>
                  <a:pt x="690528" y="31926"/>
                </a:lnTo>
                <a:lnTo>
                  <a:pt x="703647" y="31926"/>
                </a:lnTo>
                <a:lnTo>
                  <a:pt x="703647" y="36343"/>
                </a:lnTo>
                <a:lnTo>
                  <a:pt x="690528" y="36343"/>
                </a:lnTo>
                <a:lnTo>
                  <a:pt x="690528" y="73771"/>
                </a:lnTo>
                <a:cubicBezTo>
                  <a:pt x="690528" y="77511"/>
                  <a:pt x="691049" y="80032"/>
                  <a:pt x="692091" y="81334"/>
                </a:cubicBezTo>
                <a:cubicBezTo>
                  <a:pt x="693133" y="82636"/>
                  <a:pt x="694472" y="83286"/>
                  <a:pt x="696106" y="83286"/>
                </a:cubicBezTo>
                <a:cubicBezTo>
                  <a:pt x="697455" y="83286"/>
                  <a:pt x="698763" y="82855"/>
                  <a:pt x="700030" y="81993"/>
                </a:cubicBezTo>
                <a:cubicBezTo>
                  <a:pt x="701297" y="81131"/>
                  <a:pt x="702278" y="79858"/>
                  <a:pt x="702973" y="78176"/>
                </a:cubicBezTo>
                <a:lnTo>
                  <a:pt x="705363" y="78176"/>
                </a:lnTo>
                <a:cubicBezTo>
                  <a:pt x="703933" y="82310"/>
                  <a:pt x="701910" y="85436"/>
                  <a:pt x="699294" y="87555"/>
                </a:cubicBezTo>
                <a:cubicBezTo>
                  <a:pt x="696679" y="89673"/>
                  <a:pt x="693981" y="90732"/>
                  <a:pt x="691202" y="90732"/>
                </a:cubicBezTo>
                <a:cubicBezTo>
                  <a:pt x="689322" y="90732"/>
                  <a:pt x="687483" y="90195"/>
                  <a:pt x="685685" y="89121"/>
                </a:cubicBezTo>
                <a:cubicBezTo>
                  <a:pt x="683886" y="88047"/>
                  <a:pt x="682558" y="86510"/>
                  <a:pt x="681700" y="84511"/>
                </a:cubicBezTo>
                <a:cubicBezTo>
                  <a:pt x="680842" y="82510"/>
                  <a:pt x="680412" y="79425"/>
                  <a:pt x="680412" y="75256"/>
                </a:cubicBezTo>
                <a:lnTo>
                  <a:pt x="680412" y="36343"/>
                </a:lnTo>
                <a:lnTo>
                  <a:pt x="671523" y="36343"/>
                </a:lnTo>
                <a:lnTo>
                  <a:pt x="671523" y="34261"/>
                </a:lnTo>
                <a:cubicBezTo>
                  <a:pt x="673771" y="33333"/>
                  <a:pt x="676070" y="31762"/>
                  <a:pt x="678420" y="29547"/>
                </a:cubicBezTo>
                <a:cubicBezTo>
                  <a:pt x="680770" y="27332"/>
                  <a:pt x="682865" y="24705"/>
                  <a:pt x="684704" y="21667"/>
                </a:cubicBezTo>
                <a:cubicBezTo>
                  <a:pt x="685644" y="20065"/>
                  <a:pt x="686952" y="17133"/>
                  <a:pt x="688627" y="12872"/>
                </a:cubicBezTo>
                <a:lnTo>
                  <a:pt x="690528" y="12872"/>
                </a:lnTo>
                <a:close/>
                <a:moveTo>
                  <a:pt x="742652" y="55903"/>
                </a:moveTo>
                <a:lnTo>
                  <a:pt x="774347" y="55903"/>
                </a:lnTo>
                <a:lnTo>
                  <a:pt x="774347" y="65430"/>
                </a:lnTo>
                <a:lnTo>
                  <a:pt x="742652" y="65430"/>
                </a:lnTo>
                <a:lnTo>
                  <a:pt x="742652" y="55903"/>
                </a:lnTo>
                <a:close/>
                <a:moveTo>
                  <a:pt x="869114" y="73191"/>
                </a:moveTo>
                <a:lnTo>
                  <a:pt x="863290" y="89722"/>
                </a:lnTo>
                <a:lnTo>
                  <a:pt x="814247" y="89722"/>
                </a:lnTo>
                <a:lnTo>
                  <a:pt x="814247" y="87384"/>
                </a:lnTo>
                <a:cubicBezTo>
                  <a:pt x="828674" y="73817"/>
                  <a:pt x="838830" y="62736"/>
                  <a:pt x="844715" y="54142"/>
                </a:cubicBezTo>
                <a:cubicBezTo>
                  <a:pt x="850600" y="45547"/>
                  <a:pt x="853543" y="37689"/>
                  <a:pt x="853543" y="30568"/>
                </a:cubicBezTo>
                <a:cubicBezTo>
                  <a:pt x="853543" y="25134"/>
                  <a:pt x="851928" y="20668"/>
                  <a:pt x="848700" y="17172"/>
                </a:cubicBezTo>
                <a:cubicBezTo>
                  <a:pt x="845471" y="13674"/>
                  <a:pt x="841609" y="11925"/>
                  <a:pt x="837113" y="11925"/>
                </a:cubicBezTo>
                <a:cubicBezTo>
                  <a:pt x="833026" y="11925"/>
                  <a:pt x="829358" y="13161"/>
                  <a:pt x="826109" y="15632"/>
                </a:cubicBezTo>
                <a:cubicBezTo>
                  <a:pt x="822860" y="18103"/>
                  <a:pt x="820459" y="21726"/>
                  <a:pt x="818906" y="26500"/>
                </a:cubicBezTo>
                <a:lnTo>
                  <a:pt x="816637" y="26500"/>
                </a:lnTo>
                <a:cubicBezTo>
                  <a:pt x="817659" y="18738"/>
                  <a:pt x="820285" y="12781"/>
                  <a:pt x="824515" y="8628"/>
                </a:cubicBezTo>
                <a:cubicBezTo>
                  <a:pt x="828745" y="4475"/>
                  <a:pt x="834028" y="2398"/>
                  <a:pt x="840362" y="2398"/>
                </a:cubicBezTo>
                <a:cubicBezTo>
                  <a:pt x="847106" y="2398"/>
                  <a:pt x="852736" y="4627"/>
                  <a:pt x="857252" y="9086"/>
                </a:cubicBezTo>
                <a:cubicBezTo>
                  <a:pt x="861768" y="13545"/>
                  <a:pt x="864026" y="18803"/>
                  <a:pt x="864026" y="24860"/>
                </a:cubicBezTo>
                <a:cubicBezTo>
                  <a:pt x="864026" y="29192"/>
                  <a:pt x="863045" y="33525"/>
                  <a:pt x="861083" y="37857"/>
                </a:cubicBezTo>
                <a:cubicBezTo>
                  <a:pt x="858059" y="44672"/>
                  <a:pt x="853155" y="51886"/>
                  <a:pt x="846370" y="59499"/>
                </a:cubicBezTo>
                <a:cubicBezTo>
                  <a:pt x="836194" y="70941"/>
                  <a:pt x="829838" y="77839"/>
                  <a:pt x="827304" y="80195"/>
                </a:cubicBezTo>
                <a:lnTo>
                  <a:pt x="849006" y="80195"/>
                </a:lnTo>
                <a:cubicBezTo>
                  <a:pt x="853420" y="80195"/>
                  <a:pt x="856516" y="80025"/>
                  <a:pt x="858294" y="79686"/>
                </a:cubicBezTo>
                <a:cubicBezTo>
                  <a:pt x="860072" y="79346"/>
                  <a:pt x="861676" y="78655"/>
                  <a:pt x="863106" y="77616"/>
                </a:cubicBezTo>
                <a:cubicBezTo>
                  <a:pt x="864537" y="76576"/>
                  <a:pt x="865783" y="75101"/>
                  <a:pt x="866846" y="73191"/>
                </a:cubicBezTo>
                <a:lnTo>
                  <a:pt x="869114" y="731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Code">
            <a:extLst xmlns:a="http://schemas.openxmlformats.org/drawingml/2006/main">
              <a:ext uri="{FF2B5EF4-FFF2-40B4-BE49-F238E27FC236}">
                <a16:creationId xmlns:a16="http://schemas.microsoft.com/office/drawing/2014/main" id="{E45E22BB-7A2D-46D4-8D85-F7BAD510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064" y="2978611"/>
            <a:ext cx="220192" cy="78527"/>
          </a:xfrm>
          <a:custGeom xmlns:a="http://schemas.openxmlformats.org/drawingml/2006/main">
            <a:pathLst>
              <a:path w="220192" h="78527">
                <a:moveTo>
                  <a:pt x="60902" y="1947"/>
                </a:moveTo>
                <a:lnTo>
                  <a:pt x="62531" y="26825"/>
                </a:lnTo>
                <a:lnTo>
                  <a:pt x="60902" y="26825"/>
                </a:lnTo>
                <a:cubicBezTo>
                  <a:pt x="58730" y="19342"/>
                  <a:pt x="55629" y="13957"/>
                  <a:pt x="51601" y="10668"/>
                </a:cubicBezTo>
                <a:cubicBezTo>
                  <a:pt x="47572" y="7378"/>
                  <a:pt x="42738" y="5733"/>
                  <a:pt x="37098" y="5733"/>
                </a:cubicBezTo>
                <a:cubicBezTo>
                  <a:pt x="32369" y="5733"/>
                  <a:pt x="28095" y="6969"/>
                  <a:pt x="24277" y="9441"/>
                </a:cubicBezTo>
                <a:cubicBezTo>
                  <a:pt x="20458" y="11912"/>
                  <a:pt x="17454" y="15853"/>
                  <a:pt x="15265" y="21266"/>
                </a:cubicBezTo>
                <a:cubicBezTo>
                  <a:pt x="13075" y="26679"/>
                  <a:pt x="11981" y="33409"/>
                  <a:pt x="11981" y="41456"/>
                </a:cubicBezTo>
                <a:cubicBezTo>
                  <a:pt x="11981" y="48094"/>
                  <a:pt x="13014" y="53849"/>
                  <a:pt x="15081" y="58721"/>
                </a:cubicBezTo>
                <a:cubicBezTo>
                  <a:pt x="17148" y="63592"/>
                  <a:pt x="20257" y="67327"/>
                  <a:pt x="24408" y="69925"/>
                </a:cubicBezTo>
                <a:cubicBezTo>
                  <a:pt x="28559" y="72523"/>
                  <a:pt x="33297" y="73822"/>
                  <a:pt x="38622" y="73822"/>
                </a:cubicBezTo>
                <a:cubicBezTo>
                  <a:pt x="43246" y="73822"/>
                  <a:pt x="47327" y="72804"/>
                  <a:pt x="50865" y="70766"/>
                </a:cubicBezTo>
                <a:cubicBezTo>
                  <a:pt x="54403" y="68729"/>
                  <a:pt x="58292" y="64682"/>
                  <a:pt x="62531" y="58625"/>
                </a:cubicBezTo>
                <a:lnTo>
                  <a:pt x="64160" y="59703"/>
                </a:lnTo>
                <a:cubicBezTo>
                  <a:pt x="60586" y="66212"/>
                  <a:pt x="56418" y="70977"/>
                  <a:pt x="51653" y="73998"/>
                </a:cubicBezTo>
                <a:cubicBezTo>
                  <a:pt x="46889" y="77017"/>
                  <a:pt x="41232" y="78527"/>
                  <a:pt x="34681" y="78527"/>
                </a:cubicBezTo>
                <a:cubicBezTo>
                  <a:pt x="22875" y="78527"/>
                  <a:pt x="13732" y="74027"/>
                  <a:pt x="7251" y="65025"/>
                </a:cubicBezTo>
                <a:cubicBezTo>
                  <a:pt x="2417" y="58329"/>
                  <a:pt x="0" y="50445"/>
                  <a:pt x="0" y="41371"/>
                </a:cubicBezTo>
                <a:cubicBezTo>
                  <a:pt x="0" y="34062"/>
                  <a:pt x="1594" y="27348"/>
                  <a:pt x="4782" y="21227"/>
                </a:cubicBezTo>
                <a:cubicBezTo>
                  <a:pt x="7970" y="15107"/>
                  <a:pt x="12357" y="10363"/>
                  <a:pt x="17945" y="6997"/>
                </a:cubicBezTo>
                <a:cubicBezTo>
                  <a:pt x="23532" y="3630"/>
                  <a:pt x="29636" y="1947"/>
                  <a:pt x="36257" y="1947"/>
                </a:cubicBezTo>
                <a:cubicBezTo>
                  <a:pt x="41407" y="1947"/>
                  <a:pt x="46486" y="3245"/>
                  <a:pt x="51496" y="5841"/>
                </a:cubicBezTo>
                <a:cubicBezTo>
                  <a:pt x="52967" y="6634"/>
                  <a:pt x="54018" y="7031"/>
                  <a:pt x="54649" y="7031"/>
                </a:cubicBezTo>
                <a:cubicBezTo>
                  <a:pt x="55594" y="7031"/>
                  <a:pt x="56418" y="6688"/>
                  <a:pt x="57118" y="6003"/>
                </a:cubicBezTo>
                <a:cubicBezTo>
                  <a:pt x="58029" y="5030"/>
                  <a:pt x="58677" y="3678"/>
                  <a:pt x="59063" y="1947"/>
                </a:cubicBezTo>
                <a:lnTo>
                  <a:pt x="60902" y="1947"/>
                </a:lnTo>
                <a:close/>
                <a:moveTo>
                  <a:pt x="94763" y="25959"/>
                </a:moveTo>
                <a:cubicBezTo>
                  <a:pt x="102050" y="25959"/>
                  <a:pt x="107900" y="28805"/>
                  <a:pt x="112314" y="34496"/>
                </a:cubicBezTo>
                <a:cubicBezTo>
                  <a:pt x="116062" y="39358"/>
                  <a:pt x="117936" y="44941"/>
                  <a:pt x="117936" y="51244"/>
                </a:cubicBezTo>
                <a:cubicBezTo>
                  <a:pt x="117936" y="55675"/>
                  <a:pt x="116903" y="60159"/>
                  <a:pt x="114836" y="64697"/>
                </a:cubicBezTo>
                <a:cubicBezTo>
                  <a:pt x="112769" y="69235"/>
                  <a:pt x="109923" y="72656"/>
                  <a:pt x="106297" y="74961"/>
                </a:cubicBezTo>
                <a:cubicBezTo>
                  <a:pt x="102671" y="77266"/>
                  <a:pt x="98634" y="78419"/>
                  <a:pt x="94185" y="78419"/>
                </a:cubicBezTo>
                <a:cubicBezTo>
                  <a:pt x="86934" y="78419"/>
                  <a:pt x="81171" y="75447"/>
                  <a:pt x="76897" y="69504"/>
                </a:cubicBezTo>
                <a:cubicBezTo>
                  <a:pt x="73289" y="64498"/>
                  <a:pt x="71485" y="58880"/>
                  <a:pt x="71485" y="52649"/>
                </a:cubicBezTo>
                <a:cubicBezTo>
                  <a:pt x="71485" y="48111"/>
                  <a:pt x="72580" y="43599"/>
                  <a:pt x="74769" y="39115"/>
                </a:cubicBezTo>
                <a:cubicBezTo>
                  <a:pt x="76958" y="34631"/>
                  <a:pt x="79840" y="31317"/>
                  <a:pt x="83413" y="29174"/>
                </a:cubicBezTo>
                <a:cubicBezTo>
                  <a:pt x="86986" y="27031"/>
                  <a:pt x="90769" y="25959"/>
                  <a:pt x="94763" y="25959"/>
                </a:cubicBezTo>
                <a:moveTo>
                  <a:pt x="93134" y="29529"/>
                </a:moveTo>
                <a:cubicBezTo>
                  <a:pt x="91277" y="29529"/>
                  <a:pt x="89412" y="30096"/>
                  <a:pt x="87538" y="31231"/>
                </a:cubicBezTo>
                <a:cubicBezTo>
                  <a:pt x="85664" y="32365"/>
                  <a:pt x="84149" y="34355"/>
                  <a:pt x="82993" y="37200"/>
                </a:cubicBezTo>
                <a:cubicBezTo>
                  <a:pt x="81837" y="40045"/>
                  <a:pt x="81259" y="43700"/>
                  <a:pt x="81259" y="48165"/>
                </a:cubicBezTo>
                <a:cubicBezTo>
                  <a:pt x="81259" y="55367"/>
                  <a:pt x="82651" y="61579"/>
                  <a:pt x="85436" y="66802"/>
                </a:cubicBezTo>
                <a:cubicBezTo>
                  <a:pt x="88221" y="72023"/>
                  <a:pt x="91890" y="74633"/>
                  <a:pt x="96445" y="74633"/>
                </a:cubicBezTo>
                <a:cubicBezTo>
                  <a:pt x="99843" y="74633"/>
                  <a:pt x="102645" y="73193"/>
                  <a:pt x="104852" y="70312"/>
                </a:cubicBezTo>
                <a:cubicBezTo>
                  <a:pt x="107059" y="67431"/>
                  <a:pt x="108162" y="62479"/>
                  <a:pt x="108162" y="55458"/>
                </a:cubicBezTo>
                <a:cubicBezTo>
                  <a:pt x="108162" y="46671"/>
                  <a:pt x="106323" y="39756"/>
                  <a:pt x="102645" y="34714"/>
                </a:cubicBezTo>
                <a:cubicBezTo>
                  <a:pt x="100158" y="31257"/>
                  <a:pt x="96987" y="29529"/>
                  <a:pt x="93134" y="29529"/>
                </a:cubicBezTo>
                <a:close/>
                <a:moveTo>
                  <a:pt x="159028" y="71334"/>
                </a:moveTo>
                <a:cubicBezTo>
                  <a:pt x="156681" y="73858"/>
                  <a:pt x="154386" y="75670"/>
                  <a:pt x="152144" y="76770"/>
                </a:cubicBezTo>
                <a:cubicBezTo>
                  <a:pt x="149902" y="77869"/>
                  <a:pt x="147485" y="78419"/>
                  <a:pt x="144893" y="78419"/>
                </a:cubicBezTo>
                <a:cubicBezTo>
                  <a:pt x="139638" y="78419"/>
                  <a:pt x="135049" y="76162"/>
                  <a:pt x="131125" y="71647"/>
                </a:cubicBezTo>
                <a:cubicBezTo>
                  <a:pt x="127202" y="67131"/>
                  <a:pt x="125240" y="61329"/>
                  <a:pt x="125240" y="54239"/>
                </a:cubicBezTo>
                <a:cubicBezTo>
                  <a:pt x="125240" y="47151"/>
                  <a:pt x="127412" y="40666"/>
                  <a:pt x="131756" y="34783"/>
                </a:cubicBezTo>
                <a:cubicBezTo>
                  <a:pt x="136100" y="28901"/>
                  <a:pt x="141687" y="25959"/>
                  <a:pt x="148518" y="25959"/>
                </a:cubicBezTo>
                <a:cubicBezTo>
                  <a:pt x="152757" y="25959"/>
                  <a:pt x="156260" y="27348"/>
                  <a:pt x="159028" y="30124"/>
                </a:cubicBezTo>
                <a:lnTo>
                  <a:pt x="159028" y="20964"/>
                </a:lnTo>
                <a:cubicBezTo>
                  <a:pt x="159028" y="15279"/>
                  <a:pt x="158896" y="11785"/>
                  <a:pt x="158634" y="10482"/>
                </a:cubicBezTo>
                <a:cubicBezTo>
                  <a:pt x="158371" y="9178"/>
                  <a:pt x="157959" y="8291"/>
                  <a:pt x="157399" y="7822"/>
                </a:cubicBezTo>
                <a:cubicBezTo>
                  <a:pt x="156838" y="7351"/>
                  <a:pt x="156138" y="7115"/>
                  <a:pt x="155297" y="7115"/>
                </a:cubicBezTo>
                <a:cubicBezTo>
                  <a:pt x="154386" y="7115"/>
                  <a:pt x="153177" y="7405"/>
                  <a:pt x="151671" y="7984"/>
                </a:cubicBezTo>
                <a:lnTo>
                  <a:pt x="150988" y="6083"/>
                </a:lnTo>
                <a:lnTo>
                  <a:pt x="165333" y="0"/>
                </a:lnTo>
                <a:lnTo>
                  <a:pt x="167698" y="0"/>
                </a:lnTo>
                <a:lnTo>
                  <a:pt x="167698" y="57273"/>
                </a:lnTo>
                <a:cubicBezTo>
                  <a:pt x="167698" y="63078"/>
                  <a:pt x="167829" y="66620"/>
                  <a:pt x="168092" y="67900"/>
                </a:cubicBezTo>
                <a:cubicBezTo>
                  <a:pt x="168355" y="69180"/>
                  <a:pt x="168775" y="70072"/>
                  <a:pt x="169353" y="70577"/>
                </a:cubicBezTo>
                <a:cubicBezTo>
                  <a:pt x="169931" y="71082"/>
                  <a:pt x="170605" y="71334"/>
                  <a:pt x="171376" y="71334"/>
                </a:cubicBezTo>
                <a:cubicBezTo>
                  <a:pt x="172322" y="71334"/>
                  <a:pt x="173583" y="71028"/>
                  <a:pt x="175160" y="70415"/>
                </a:cubicBezTo>
                <a:lnTo>
                  <a:pt x="175738" y="72308"/>
                </a:lnTo>
                <a:lnTo>
                  <a:pt x="161445" y="78419"/>
                </a:lnTo>
                <a:lnTo>
                  <a:pt x="159028" y="78419"/>
                </a:lnTo>
                <a:lnTo>
                  <a:pt x="159028" y="71334"/>
                </a:lnTo>
                <a:moveTo>
                  <a:pt x="159028" y="67560"/>
                </a:moveTo>
                <a:lnTo>
                  <a:pt x="159028" y="42098"/>
                </a:lnTo>
                <a:cubicBezTo>
                  <a:pt x="158818" y="39652"/>
                  <a:pt x="158187" y="37422"/>
                  <a:pt x="157136" y="35409"/>
                </a:cubicBezTo>
                <a:cubicBezTo>
                  <a:pt x="156085" y="33394"/>
                  <a:pt x="154693" y="31875"/>
                  <a:pt x="152959" y="30850"/>
                </a:cubicBezTo>
                <a:cubicBezTo>
                  <a:pt x="151224" y="29825"/>
                  <a:pt x="149534" y="29312"/>
                  <a:pt x="147888" y="29312"/>
                </a:cubicBezTo>
                <a:cubicBezTo>
                  <a:pt x="144805" y="29312"/>
                  <a:pt x="142055" y="30733"/>
                  <a:pt x="139638" y="33575"/>
                </a:cubicBezTo>
                <a:cubicBezTo>
                  <a:pt x="136450" y="37314"/>
                  <a:pt x="134856" y="42781"/>
                  <a:pt x="134856" y="49974"/>
                </a:cubicBezTo>
                <a:cubicBezTo>
                  <a:pt x="134856" y="57239"/>
                  <a:pt x="136398" y="62805"/>
                  <a:pt x="139480" y="66671"/>
                </a:cubicBezTo>
                <a:cubicBezTo>
                  <a:pt x="142563" y="70537"/>
                  <a:pt x="145996" y="72470"/>
                  <a:pt x="149779" y="72470"/>
                </a:cubicBezTo>
                <a:cubicBezTo>
                  <a:pt x="152967" y="72470"/>
                  <a:pt x="156050" y="70833"/>
                  <a:pt x="159028" y="67560"/>
                </a:cubicBezTo>
                <a:close/>
                <a:moveTo>
                  <a:pt x="186930" y="46078"/>
                </a:moveTo>
                <a:cubicBezTo>
                  <a:pt x="186895" y="53416"/>
                  <a:pt x="188629" y="59172"/>
                  <a:pt x="192132" y="63345"/>
                </a:cubicBezTo>
                <a:cubicBezTo>
                  <a:pt x="195635" y="67518"/>
                  <a:pt x="199751" y="69604"/>
                  <a:pt x="204481" y="69604"/>
                </a:cubicBezTo>
                <a:cubicBezTo>
                  <a:pt x="207633" y="69604"/>
                  <a:pt x="210375" y="68711"/>
                  <a:pt x="212704" y="66927"/>
                </a:cubicBezTo>
                <a:cubicBezTo>
                  <a:pt x="215034" y="65142"/>
                  <a:pt x="216987" y="62086"/>
                  <a:pt x="218563" y="57760"/>
                </a:cubicBezTo>
                <a:lnTo>
                  <a:pt x="220192" y="58841"/>
                </a:lnTo>
                <a:cubicBezTo>
                  <a:pt x="219456" y="63781"/>
                  <a:pt x="217320" y="68279"/>
                  <a:pt x="213781" y="72335"/>
                </a:cubicBezTo>
                <a:cubicBezTo>
                  <a:pt x="210243" y="76391"/>
                  <a:pt x="205812" y="78419"/>
                  <a:pt x="200487" y="78419"/>
                </a:cubicBezTo>
                <a:cubicBezTo>
                  <a:pt x="194707" y="78419"/>
                  <a:pt x="189759" y="76108"/>
                  <a:pt x="185643" y="71485"/>
                </a:cubicBezTo>
                <a:cubicBezTo>
                  <a:pt x="181526" y="66861"/>
                  <a:pt x="179468" y="60645"/>
                  <a:pt x="179468" y="52837"/>
                </a:cubicBezTo>
                <a:cubicBezTo>
                  <a:pt x="179468" y="44382"/>
                  <a:pt x="181579" y="37789"/>
                  <a:pt x="185800" y="33058"/>
                </a:cubicBezTo>
                <a:cubicBezTo>
                  <a:pt x="190022" y="28325"/>
                  <a:pt x="195320" y="25959"/>
                  <a:pt x="201696" y="25959"/>
                </a:cubicBezTo>
                <a:cubicBezTo>
                  <a:pt x="207090" y="25959"/>
                  <a:pt x="211522" y="27785"/>
                  <a:pt x="214990" y="31435"/>
                </a:cubicBezTo>
                <a:cubicBezTo>
                  <a:pt x="218458" y="35085"/>
                  <a:pt x="220192" y="39966"/>
                  <a:pt x="220192" y="46078"/>
                </a:cubicBezTo>
                <a:lnTo>
                  <a:pt x="186930" y="46078"/>
                </a:lnTo>
                <a:moveTo>
                  <a:pt x="186930" y="42941"/>
                </a:moveTo>
                <a:lnTo>
                  <a:pt x="209210" y="42941"/>
                </a:lnTo>
                <a:cubicBezTo>
                  <a:pt x="209035" y="39768"/>
                  <a:pt x="208667" y="37533"/>
                  <a:pt x="208106" y="36235"/>
                </a:cubicBezTo>
                <a:cubicBezTo>
                  <a:pt x="207231" y="34216"/>
                  <a:pt x="205926" y="32630"/>
                  <a:pt x="204192" y="31476"/>
                </a:cubicBezTo>
                <a:cubicBezTo>
                  <a:pt x="202458" y="30322"/>
                  <a:pt x="200645" y="29745"/>
                  <a:pt x="198753" y="29745"/>
                </a:cubicBezTo>
                <a:cubicBezTo>
                  <a:pt x="195845" y="29745"/>
                  <a:pt x="193244" y="30908"/>
                  <a:pt x="190950" y="33233"/>
                </a:cubicBezTo>
                <a:cubicBezTo>
                  <a:pt x="188655" y="35559"/>
                  <a:pt x="187315" y="38795"/>
                  <a:pt x="186930" y="42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Line">
            <a:extLst xmlns:a="http://schemas.openxmlformats.org/drawingml/2006/main">
              <a:ext uri="{FF2B5EF4-FFF2-40B4-BE49-F238E27FC236}">
                <a16:creationId xmlns:a16="http://schemas.microsoft.com/office/drawing/2014/main" id="{155BB2D7-5A07-4C6C-B4E1-D335463D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022" y="3071649"/>
            <a:ext cx="190535" cy="78419"/>
          </a:xfrm>
          <a:custGeom xmlns:a="http://schemas.openxmlformats.org/drawingml/2006/main">
            <a:pathLst>
              <a:path w="190535" h="78419">
                <a:moveTo>
                  <a:pt x="59535" y="56570"/>
                </a:moveTo>
                <a:lnTo>
                  <a:pt x="61270" y="56950"/>
                </a:lnTo>
                <a:lnTo>
                  <a:pt x="55174" y="76905"/>
                </a:lnTo>
                <a:lnTo>
                  <a:pt x="0" y="76905"/>
                </a:lnTo>
                <a:lnTo>
                  <a:pt x="0" y="74904"/>
                </a:lnTo>
                <a:lnTo>
                  <a:pt x="2680" y="74904"/>
                </a:lnTo>
                <a:cubicBezTo>
                  <a:pt x="5693" y="74904"/>
                  <a:pt x="7847" y="73894"/>
                  <a:pt x="9143" y="71875"/>
                </a:cubicBezTo>
                <a:cubicBezTo>
                  <a:pt x="9879" y="70721"/>
                  <a:pt x="10247" y="68053"/>
                  <a:pt x="10247" y="63871"/>
                </a:cubicBezTo>
                <a:lnTo>
                  <a:pt x="10247" y="16549"/>
                </a:lnTo>
                <a:cubicBezTo>
                  <a:pt x="10247" y="11970"/>
                  <a:pt x="9756" y="9104"/>
                  <a:pt x="8775" y="7950"/>
                </a:cubicBezTo>
                <a:cubicBezTo>
                  <a:pt x="7409" y="6364"/>
                  <a:pt x="5377" y="5570"/>
                  <a:pt x="2680" y="5570"/>
                </a:cubicBezTo>
                <a:lnTo>
                  <a:pt x="0" y="5570"/>
                </a:lnTo>
                <a:lnTo>
                  <a:pt x="0" y="3569"/>
                </a:lnTo>
                <a:lnTo>
                  <a:pt x="32264" y="3569"/>
                </a:lnTo>
                <a:lnTo>
                  <a:pt x="32264" y="5570"/>
                </a:lnTo>
                <a:cubicBezTo>
                  <a:pt x="28480" y="5534"/>
                  <a:pt x="25827" y="5896"/>
                  <a:pt x="24303" y="6654"/>
                </a:cubicBezTo>
                <a:cubicBezTo>
                  <a:pt x="22779" y="7411"/>
                  <a:pt x="21737" y="8367"/>
                  <a:pt x="21176" y="9522"/>
                </a:cubicBezTo>
                <a:cubicBezTo>
                  <a:pt x="20616" y="10677"/>
                  <a:pt x="20336" y="13437"/>
                  <a:pt x="20336" y="17803"/>
                </a:cubicBezTo>
                <a:lnTo>
                  <a:pt x="20336" y="63918"/>
                </a:lnTo>
                <a:cubicBezTo>
                  <a:pt x="20336" y="66913"/>
                  <a:pt x="20616" y="68970"/>
                  <a:pt x="21176" y="70089"/>
                </a:cubicBezTo>
                <a:cubicBezTo>
                  <a:pt x="21597" y="70846"/>
                  <a:pt x="22245" y="71405"/>
                  <a:pt x="23121" y="71767"/>
                </a:cubicBezTo>
                <a:cubicBezTo>
                  <a:pt x="23996" y="72127"/>
                  <a:pt x="26729" y="72308"/>
                  <a:pt x="31318" y="72308"/>
                </a:cubicBezTo>
                <a:lnTo>
                  <a:pt x="36520" y="72308"/>
                </a:lnTo>
                <a:cubicBezTo>
                  <a:pt x="41985" y="72308"/>
                  <a:pt x="45821" y="71890"/>
                  <a:pt x="48028" y="71055"/>
                </a:cubicBezTo>
                <a:cubicBezTo>
                  <a:pt x="50235" y="70221"/>
                  <a:pt x="52249" y="68741"/>
                  <a:pt x="54071" y="66617"/>
                </a:cubicBezTo>
                <a:cubicBezTo>
                  <a:pt x="55892" y="64493"/>
                  <a:pt x="57714" y="61144"/>
                  <a:pt x="59535" y="56570"/>
                </a:cubicBezTo>
                <a:close/>
                <a:moveTo>
                  <a:pt x="78474" y="0"/>
                </a:moveTo>
                <a:cubicBezTo>
                  <a:pt x="79945" y="0"/>
                  <a:pt x="81197" y="535"/>
                  <a:pt x="82231" y="1604"/>
                </a:cubicBezTo>
                <a:cubicBezTo>
                  <a:pt x="83264" y="2672"/>
                  <a:pt x="83781" y="3967"/>
                  <a:pt x="83781" y="5489"/>
                </a:cubicBezTo>
                <a:cubicBezTo>
                  <a:pt x="83781" y="7012"/>
                  <a:pt x="83264" y="8316"/>
                  <a:pt x="82231" y="9404"/>
                </a:cubicBezTo>
                <a:cubicBezTo>
                  <a:pt x="81197" y="10490"/>
                  <a:pt x="79945" y="11033"/>
                  <a:pt x="78474" y="11033"/>
                </a:cubicBezTo>
                <a:cubicBezTo>
                  <a:pt x="77002" y="11033"/>
                  <a:pt x="75741" y="10490"/>
                  <a:pt x="74690" y="9404"/>
                </a:cubicBezTo>
                <a:cubicBezTo>
                  <a:pt x="73639" y="8316"/>
                  <a:pt x="73114" y="7012"/>
                  <a:pt x="73114" y="5489"/>
                </a:cubicBezTo>
                <a:cubicBezTo>
                  <a:pt x="73114" y="3967"/>
                  <a:pt x="73630" y="2672"/>
                  <a:pt x="74664" y="1604"/>
                </a:cubicBezTo>
                <a:cubicBezTo>
                  <a:pt x="75697" y="535"/>
                  <a:pt x="76967" y="0"/>
                  <a:pt x="78474" y="0"/>
                </a:cubicBezTo>
                <a:moveTo>
                  <a:pt x="82835" y="25959"/>
                </a:moveTo>
                <a:lnTo>
                  <a:pt x="82835" y="65676"/>
                </a:lnTo>
                <a:cubicBezTo>
                  <a:pt x="82835" y="68770"/>
                  <a:pt x="83054" y="70830"/>
                  <a:pt x="83492" y="71855"/>
                </a:cubicBezTo>
                <a:cubicBezTo>
                  <a:pt x="83930" y="72880"/>
                  <a:pt x="84578" y="73645"/>
                  <a:pt x="85436" y="74148"/>
                </a:cubicBezTo>
                <a:cubicBezTo>
                  <a:pt x="86294" y="74652"/>
                  <a:pt x="87862" y="74904"/>
                  <a:pt x="90139" y="74904"/>
                </a:cubicBezTo>
                <a:lnTo>
                  <a:pt x="90139" y="76905"/>
                </a:lnTo>
                <a:lnTo>
                  <a:pt x="66756" y="76905"/>
                </a:lnTo>
                <a:lnTo>
                  <a:pt x="66756" y="74904"/>
                </a:lnTo>
                <a:cubicBezTo>
                  <a:pt x="69103" y="74904"/>
                  <a:pt x="70679" y="74670"/>
                  <a:pt x="71485" y="74202"/>
                </a:cubicBezTo>
                <a:cubicBezTo>
                  <a:pt x="72291" y="73735"/>
                  <a:pt x="72930" y="72961"/>
                  <a:pt x="73403" y="71882"/>
                </a:cubicBezTo>
                <a:cubicBezTo>
                  <a:pt x="73876" y="70802"/>
                  <a:pt x="74112" y="68734"/>
                  <a:pt x="74112" y="65676"/>
                </a:cubicBezTo>
                <a:lnTo>
                  <a:pt x="74112" y="46627"/>
                </a:lnTo>
                <a:cubicBezTo>
                  <a:pt x="74112" y="41266"/>
                  <a:pt x="73955" y="37795"/>
                  <a:pt x="73639" y="36213"/>
                </a:cubicBezTo>
                <a:cubicBezTo>
                  <a:pt x="73394" y="35062"/>
                  <a:pt x="73009" y="34261"/>
                  <a:pt x="72483" y="33811"/>
                </a:cubicBezTo>
                <a:cubicBezTo>
                  <a:pt x="71958" y="33362"/>
                  <a:pt x="71240" y="33137"/>
                  <a:pt x="70329" y="33137"/>
                </a:cubicBezTo>
                <a:cubicBezTo>
                  <a:pt x="69348" y="33137"/>
                  <a:pt x="68157" y="33407"/>
                  <a:pt x="66756" y="33947"/>
                </a:cubicBezTo>
                <a:lnTo>
                  <a:pt x="66020" y="32003"/>
                </a:lnTo>
                <a:lnTo>
                  <a:pt x="80523" y="25959"/>
                </a:lnTo>
                <a:lnTo>
                  <a:pt x="82835" y="25959"/>
                </a:lnTo>
                <a:close/>
                <a:moveTo>
                  <a:pt x="109402" y="36451"/>
                </a:moveTo>
                <a:cubicBezTo>
                  <a:pt x="115042" y="29457"/>
                  <a:pt x="120420" y="25959"/>
                  <a:pt x="125534" y="25959"/>
                </a:cubicBezTo>
                <a:cubicBezTo>
                  <a:pt x="128162" y="25959"/>
                  <a:pt x="130421" y="26634"/>
                  <a:pt x="132313" y="27984"/>
                </a:cubicBezTo>
                <a:cubicBezTo>
                  <a:pt x="134204" y="29333"/>
                  <a:pt x="135711" y="31554"/>
                  <a:pt x="136832" y="34648"/>
                </a:cubicBezTo>
                <a:cubicBezTo>
                  <a:pt x="137602" y="36806"/>
                  <a:pt x="137988" y="40115"/>
                  <a:pt x="137988" y="44577"/>
                </a:cubicBezTo>
                <a:lnTo>
                  <a:pt x="137988" y="65676"/>
                </a:lnTo>
                <a:cubicBezTo>
                  <a:pt x="137988" y="68806"/>
                  <a:pt x="138233" y="70929"/>
                  <a:pt x="138723" y="72044"/>
                </a:cubicBezTo>
                <a:cubicBezTo>
                  <a:pt x="139109" y="72943"/>
                  <a:pt x="139731" y="73645"/>
                  <a:pt x="140589" y="74148"/>
                </a:cubicBezTo>
                <a:cubicBezTo>
                  <a:pt x="141447" y="74652"/>
                  <a:pt x="143032" y="74904"/>
                  <a:pt x="145344" y="74904"/>
                </a:cubicBezTo>
                <a:lnTo>
                  <a:pt x="145344" y="76905"/>
                </a:lnTo>
                <a:lnTo>
                  <a:pt x="121541" y="76905"/>
                </a:lnTo>
                <a:lnTo>
                  <a:pt x="121541" y="74904"/>
                </a:lnTo>
                <a:lnTo>
                  <a:pt x="122539" y="74904"/>
                </a:lnTo>
                <a:cubicBezTo>
                  <a:pt x="124781" y="74904"/>
                  <a:pt x="126349" y="74554"/>
                  <a:pt x="127242" y="73854"/>
                </a:cubicBezTo>
                <a:cubicBezTo>
                  <a:pt x="128135" y="73154"/>
                  <a:pt x="128757" y="72124"/>
                  <a:pt x="129107" y="70761"/>
                </a:cubicBezTo>
                <a:cubicBezTo>
                  <a:pt x="129247" y="70223"/>
                  <a:pt x="129318" y="68537"/>
                  <a:pt x="129318" y="65703"/>
                </a:cubicBezTo>
                <a:lnTo>
                  <a:pt x="129318" y="45525"/>
                </a:lnTo>
                <a:cubicBezTo>
                  <a:pt x="129318" y="41042"/>
                  <a:pt x="128748" y="37787"/>
                  <a:pt x="127610" y="35760"/>
                </a:cubicBezTo>
                <a:cubicBezTo>
                  <a:pt x="126471" y="33733"/>
                  <a:pt x="124553" y="32720"/>
                  <a:pt x="121856" y="32720"/>
                </a:cubicBezTo>
                <a:cubicBezTo>
                  <a:pt x="117687" y="32720"/>
                  <a:pt x="113536" y="35051"/>
                  <a:pt x="109402" y="39715"/>
                </a:cubicBezTo>
                <a:lnTo>
                  <a:pt x="109402" y="65703"/>
                </a:lnTo>
                <a:cubicBezTo>
                  <a:pt x="109402" y="69039"/>
                  <a:pt x="109595" y="71102"/>
                  <a:pt x="109980" y="71890"/>
                </a:cubicBezTo>
                <a:cubicBezTo>
                  <a:pt x="110471" y="72930"/>
                  <a:pt x="111145" y="73692"/>
                  <a:pt x="112003" y="74177"/>
                </a:cubicBezTo>
                <a:cubicBezTo>
                  <a:pt x="112862" y="74661"/>
                  <a:pt x="114604" y="74904"/>
                  <a:pt x="117232" y="74904"/>
                </a:cubicBezTo>
                <a:lnTo>
                  <a:pt x="117232" y="76905"/>
                </a:lnTo>
                <a:lnTo>
                  <a:pt x="93428" y="76905"/>
                </a:lnTo>
                <a:lnTo>
                  <a:pt x="93428" y="74904"/>
                </a:lnTo>
                <a:lnTo>
                  <a:pt x="94479" y="74904"/>
                </a:lnTo>
                <a:cubicBezTo>
                  <a:pt x="96931" y="74904"/>
                  <a:pt x="98586" y="74265"/>
                  <a:pt x="99445" y="72989"/>
                </a:cubicBezTo>
                <a:cubicBezTo>
                  <a:pt x="100303" y="71711"/>
                  <a:pt x="100732" y="69274"/>
                  <a:pt x="100732" y="65676"/>
                </a:cubicBezTo>
                <a:lnTo>
                  <a:pt x="100732" y="47329"/>
                </a:lnTo>
                <a:cubicBezTo>
                  <a:pt x="100732" y="41393"/>
                  <a:pt x="100601" y="37778"/>
                  <a:pt x="100338" y="36483"/>
                </a:cubicBezTo>
                <a:cubicBezTo>
                  <a:pt x="100075" y="35188"/>
                  <a:pt x="99672" y="34306"/>
                  <a:pt x="99129" y="33838"/>
                </a:cubicBezTo>
                <a:cubicBezTo>
                  <a:pt x="98586" y="33371"/>
                  <a:pt x="97860" y="33137"/>
                  <a:pt x="96949" y="33137"/>
                </a:cubicBezTo>
                <a:cubicBezTo>
                  <a:pt x="95968" y="33137"/>
                  <a:pt x="94794" y="33407"/>
                  <a:pt x="93428" y="33947"/>
                </a:cubicBezTo>
                <a:lnTo>
                  <a:pt x="92640" y="32003"/>
                </a:lnTo>
                <a:lnTo>
                  <a:pt x="107143" y="25959"/>
                </a:lnTo>
                <a:lnTo>
                  <a:pt x="109402" y="25959"/>
                </a:lnTo>
                <a:lnTo>
                  <a:pt x="109402" y="36451"/>
                </a:lnTo>
                <a:close/>
                <a:moveTo>
                  <a:pt x="157272" y="46078"/>
                </a:moveTo>
                <a:cubicBezTo>
                  <a:pt x="157237" y="53416"/>
                  <a:pt x="158971" y="59172"/>
                  <a:pt x="162475" y="63345"/>
                </a:cubicBezTo>
                <a:cubicBezTo>
                  <a:pt x="165978" y="67518"/>
                  <a:pt x="170094" y="69604"/>
                  <a:pt x="174823" y="69604"/>
                </a:cubicBezTo>
                <a:cubicBezTo>
                  <a:pt x="177976" y="69604"/>
                  <a:pt x="180717" y="68711"/>
                  <a:pt x="183047" y="66927"/>
                </a:cubicBezTo>
                <a:cubicBezTo>
                  <a:pt x="185376" y="65142"/>
                  <a:pt x="187329" y="62086"/>
                  <a:pt x="188906" y="57760"/>
                </a:cubicBezTo>
                <a:lnTo>
                  <a:pt x="190535" y="58841"/>
                </a:lnTo>
                <a:cubicBezTo>
                  <a:pt x="189799" y="63781"/>
                  <a:pt x="187662" y="68279"/>
                  <a:pt x="184124" y="72335"/>
                </a:cubicBezTo>
                <a:cubicBezTo>
                  <a:pt x="180586" y="76391"/>
                  <a:pt x="176154" y="78419"/>
                  <a:pt x="170829" y="78419"/>
                </a:cubicBezTo>
                <a:cubicBezTo>
                  <a:pt x="165049" y="78419"/>
                  <a:pt x="160101" y="76108"/>
                  <a:pt x="155985" y="71485"/>
                </a:cubicBezTo>
                <a:cubicBezTo>
                  <a:pt x="151869" y="66861"/>
                  <a:pt x="149811" y="60645"/>
                  <a:pt x="149811" y="52837"/>
                </a:cubicBezTo>
                <a:cubicBezTo>
                  <a:pt x="149811" y="44382"/>
                  <a:pt x="151921" y="37789"/>
                  <a:pt x="156143" y="33058"/>
                </a:cubicBezTo>
                <a:cubicBezTo>
                  <a:pt x="160364" y="28325"/>
                  <a:pt x="165662" y="25959"/>
                  <a:pt x="172038" y="25959"/>
                </a:cubicBezTo>
                <a:cubicBezTo>
                  <a:pt x="177433" y="25959"/>
                  <a:pt x="181864" y="27785"/>
                  <a:pt x="185332" y="31435"/>
                </a:cubicBezTo>
                <a:cubicBezTo>
                  <a:pt x="188800" y="35085"/>
                  <a:pt x="190535" y="39966"/>
                  <a:pt x="190535" y="46078"/>
                </a:cubicBezTo>
                <a:lnTo>
                  <a:pt x="157272" y="46078"/>
                </a:lnTo>
                <a:moveTo>
                  <a:pt x="157272" y="42941"/>
                </a:moveTo>
                <a:lnTo>
                  <a:pt x="179552" y="42941"/>
                </a:lnTo>
                <a:cubicBezTo>
                  <a:pt x="179377" y="39768"/>
                  <a:pt x="179009" y="37533"/>
                  <a:pt x="178449" y="36235"/>
                </a:cubicBezTo>
                <a:cubicBezTo>
                  <a:pt x="177573" y="34216"/>
                  <a:pt x="176268" y="32630"/>
                  <a:pt x="174534" y="31476"/>
                </a:cubicBezTo>
                <a:cubicBezTo>
                  <a:pt x="172800" y="30322"/>
                  <a:pt x="170987" y="29745"/>
                  <a:pt x="169095" y="29745"/>
                </a:cubicBezTo>
                <a:cubicBezTo>
                  <a:pt x="166188" y="29745"/>
                  <a:pt x="163587" y="30908"/>
                  <a:pt x="161292" y="33233"/>
                </a:cubicBezTo>
                <a:cubicBezTo>
                  <a:pt x="158998" y="35559"/>
                  <a:pt x="157658" y="38795"/>
                  <a:pt x="157272" y="42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FunctionFile">
            <a:extLst xmlns:a="http://schemas.openxmlformats.org/drawingml/2006/main">
              <a:ext uri="{FF2B5EF4-FFF2-40B4-BE49-F238E27FC236}">
                <a16:creationId xmlns:a16="http://schemas.microsoft.com/office/drawing/2014/main" id="{F0DD96E1-7EC5-4859-8401-78CDC0E4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0002" y="3022915"/>
            <a:ext cx="685939" cy="82849"/>
          </a:xfrm>
          <a:custGeom xmlns:a="http://schemas.openxmlformats.org/drawingml/2006/main">
            <a:pathLst>
              <a:path w="685939" h="82849">
                <a:moveTo>
                  <a:pt x="20283" y="12001"/>
                </a:moveTo>
                <a:lnTo>
                  <a:pt x="20283" y="40773"/>
                </a:lnTo>
                <a:lnTo>
                  <a:pt x="33262" y="40773"/>
                </a:lnTo>
                <a:cubicBezTo>
                  <a:pt x="36240" y="40773"/>
                  <a:pt x="38420" y="40097"/>
                  <a:pt x="39804" y="38745"/>
                </a:cubicBezTo>
                <a:cubicBezTo>
                  <a:pt x="41188" y="37393"/>
                  <a:pt x="42107" y="34716"/>
                  <a:pt x="42563" y="30714"/>
                </a:cubicBezTo>
                <a:lnTo>
                  <a:pt x="44507" y="30714"/>
                </a:lnTo>
                <a:lnTo>
                  <a:pt x="44507" y="55592"/>
                </a:lnTo>
                <a:lnTo>
                  <a:pt x="42563" y="55592"/>
                </a:lnTo>
                <a:cubicBezTo>
                  <a:pt x="42528" y="52729"/>
                  <a:pt x="42169" y="50627"/>
                  <a:pt x="41486" y="49286"/>
                </a:cubicBezTo>
                <a:cubicBezTo>
                  <a:pt x="40803" y="47944"/>
                  <a:pt x="39857" y="46938"/>
                  <a:pt x="38648" y="46268"/>
                </a:cubicBezTo>
                <a:cubicBezTo>
                  <a:pt x="37440" y="45597"/>
                  <a:pt x="35644" y="45262"/>
                  <a:pt x="33262" y="45262"/>
                </a:cubicBezTo>
                <a:lnTo>
                  <a:pt x="20283" y="45262"/>
                </a:lnTo>
                <a:lnTo>
                  <a:pt x="20283" y="68338"/>
                </a:lnTo>
                <a:cubicBezTo>
                  <a:pt x="20283" y="72057"/>
                  <a:pt x="20511" y="74513"/>
                  <a:pt x="20966" y="75705"/>
                </a:cubicBezTo>
                <a:cubicBezTo>
                  <a:pt x="21316" y="76608"/>
                  <a:pt x="22052" y="77384"/>
                  <a:pt x="23173" y="78034"/>
                </a:cubicBezTo>
                <a:cubicBezTo>
                  <a:pt x="24714" y="78900"/>
                  <a:pt x="26326" y="79334"/>
                  <a:pt x="28007" y="79334"/>
                </a:cubicBezTo>
                <a:lnTo>
                  <a:pt x="30582" y="79334"/>
                </a:lnTo>
                <a:lnTo>
                  <a:pt x="30582" y="81335"/>
                </a:lnTo>
                <a:lnTo>
                  <a:pt x="0" y="81335"/>
                </a:lnTo>
                <a:lnTo>
                  <a:pt x="0" y="79334"/>
                </a:lnTo>
                <a:lnTo>
                  <a:pt x="2522" y="79334"/>
                </a:lnTo>
                <a:cubicBezTo>
                  <a:pt x="5465" y="79334"/>
                  <a:pt x="7602" y="78450"/>
                  <a:pt x="8933" y="76684"/>
                </a:cubicBezTo>
                <a:cubicBezTo>
                  <a:pt x="9774" y="75530"/>
                  <a:pt x="10194" y="72754"/>
                  <a:pt x="10194" y="68355"/>
                </a:cubicBezTo>
                <a:lnTo>
                  <a:pt x="10194" y="20979"/>
                </a:lnTo>
                <a:cubicBezTo>
                  <a:pt x="10194" y="17265"/>
                  <a:pt x="9966" y="14814"/>
                  <a:pt x="9511" y="13624"/>
                </a:cubicBezTo>
                <a:cubicBezTo>
                  <a:pt x="9161" y="12723"/>
                  <a:pt x="8443" y="11947"/>
                  <a:pt x="7357" y="11298"/>
                </a:cubicBezTo>
                <a:cubicBezTo>
                  <a:pt x="5850" y="10433"/>
                  <a:pt x="4239" y="10000"/>
                  <a:pt x="2522" y="10000"/>
                </a:cubicBezTo>
                <a:lnTo>
                  <a:pt x="0" y="10000"/>
                </a:lnTo>
                <a:lnTo>
                  <a:pt x="0" y="7999"/>
                </a:lnTo>
                <a:lnTo>
                  <a:pt x="53020" y="7999"/>
                </a:lnTo>
                <a:lnTo>
                  <a:pt x="53703" y="24116"/>
                </a:lnTo>
                <a:lnTo>
                  <a:pt x="51864" y="24116"/>
                </a:lnTo>
                <a:cubicBezTo>
                  <a:pt x="50953" y="20691"/>
                  <a:pt x="49893" y="18176"/>
                  <a:pt x="48685" y="16571"/>
                </a:cubicBezTo>
                <a:cubicBezTo>
                  <a:pt x="47476" y="14967"/>
                  <a:pt x="45987" y="13804"/>
                  <a:pt x="44218" y="13083"/>
                </a:cubicBezTo>
                <a:cubicBezTo>
                  <a:pt x="42449" y="12362"/>
                  <a:pt x="39708" y="12001"/>
                  <a:pt x="35995" y="12001"/>
                </a:cubicBezTo>
                <a:lnTo>
                  <a:pt x="20283" y="12001"/>
                </a:lnTo>
                <a:close/>
                <a:moveTo>
                  <a:pt x="104358" y="31796"/>
                </a:moveTo>
                <a:lnTo>
                  <a:pt x="104358" y="61811"/>
                </a:lnTo>
                <a:cubicBezTo>
                  <a:pt x="104358" y="67544"/>
                  <a:pt x="104489" y="71050"/>
                  <a:pt x="104752" y="72330"/>
                </a:cubicBezTo>
                <a:cubicBezTo>
                  <a:pt x="105015" y="73610"/>
                  <a:pt x="105435" y="74502"/>
                  <a:pt x="106013" y="75007"/>
                </a:cubicBezTo>
                <a:cubicBezTo>
                  <a:pt x="106591" y="75512"/>
                  <a:pt x="107266" y="75764"/>
                  <a:pt x="108036" y="75764"/>
                </a:cubicBezTo>
                <a:cubicBezTo>
                  <a:pt x="109122" y="75764"/>
                  <a:pt x="110348" y="75458"/>
                  <a:pt x="111715" y="74845"/>
                </a:cubicBezTo>
                <a:lnTo>
                  <a:pt x="112450" y="76738"/>
                </a:lnTo>
                <a:lnTo>
                  <a:pt x="98053" y="82849"/>
                </a:lnTo>
                <a:lnTo>
                  <a:pt x="95688" y="82849"/>
                </a:lnTo>
                <a:lnTo>
                  <a:pt x="95688" y="72357"/>
                </a:lnTo>
                <a:cubicBezTo>
                  <a:pt x="91554" y="76972"/>
                  <a:pt x="88401" y="79875"/>
                  <a:pt x="86229" y="81064"/>
                </a:cubicBezTo>
                <a:cubicBezTo>
                  <a:pt x="84058" y="82254"/>
                  <a:pt x="81763" y="82849"/>
                  <a:pt x="79346" y="82849"/>
                </a:cubicBezTo>
                <a:cubicBezTo>
                  <a:pt x="76648" y="82849"/>
                  <a:pt x="74310" y="82047"/>
                  <a:pt x="72331" y="80442"/>
                </a:cubicBezTo>
                <a:cubicBezTo>
                  <a:pt x="70352" y="78838"/>
                  <a:pt x="68977" y="76774"/>
                  <a:pt x="68206" y="74250"/>
                </a:cubicBezTo>
                <a:cubicBezTo>
                  <a:pt x="67435" y="71726"/>
                  <a:pt x="67050" y="68157"/>
                  <a:pt x="67050" y="63542"/>
                </a:cubicBezTo>
                <a:lnTo>
                  <a:pt x="67050" y="41422"/>
                </a:lnTo>
                <a:cubicBezTo>
                  <a:pt x="67050" y="39079"/>
                  <a:pt x="66805" y="37456"/>
                  <a:pt x="66314" y="36555"/>
                </a:cubicBezTo>
                <a:cubicBezTo>
                  <a:pt x="65824" y="35653"/>
                  <a:pt x="65097" y="34959"/>
                  <a:pt x="64134" y="34473"/>
                </a:cubicBezTo>
                <a:cubicBezTo>
                  <a:pt x="63170" y="33986"/>
                  <a:pt x="61427" y="33761"/>
                  <a:pt x="58905" y="33797"/>
                </a:cubicBezTo>
                <a:lnTo>
                  <a:pt x="58905" y="31796"/>
                </a:lnTo>
                <a:lnTo>
                  <a:pt x="75773" y="31796"/>
                </a:lnTo>
                <a:lnTo>
                  <a:pt x="75773" y="64867"/>
                </a:lnTo>
                <a:cubicBezTo>
                  <a:pt x="75773" y="69470"/>
                  <a:pt x="76552" y="72492"/>
                  <a:pt x="78111" y="73931"/>
                </a:cubicBezTo>
                <a:cubicBezTo>
                  <a:pt x="79670" y="75369"/>
                  <a:pt x="81553" y="76089"/>
                  <a:pt x="83760" y="76089"/>
                </a:cubicBezTo>
                <a:cubicBezTo>
                  <a:pt x="85266" y="76089"/>
                  <a:pt x="86974" y="75603"/>
                  <a:pt x="88883" y="74632"/>
                </a:cubicBezTo>
                <a:cubicBezTo>
                  <a:pt x="90792" y="73661"/>
                  <a:pt x="93061" y="71809"/>
                  <a:pt x="95688" y="69077"/>
                </a:cubicBezTo>
                <a:lnTo>
                  <a:pt x="95688" y="41079"/>
                </a:lnTo>
                <a:cubicBezTo>
                  <a:pt x="95688" y="38274"/>
                  <a:pt x="95189" y="36377"/>
                  <a:pt x="94190" y="35389"/>
                </a:cubicBezTo>
                <a:cubicBezTo>
                  <a:pt x="93192" y="34399"/>
                  <a:pt x="91116" y="33869"/>
                  <a:pt x="87964" y="33797"/>
                </a:cubicBezTo>
                <a:lnTo>
                  <a:pt x="87964" y="31796"/>
                </a:lnTo>
                <a:lnTo>
                  <a:pt x="104358" y="31796"/>
                </a:lnTo>
                <a:close/>
                <a:moveTo>
                  <a:pt x="130001" y="40881"/>
                </a:moveTo>
                <a:cubicBezTo>
                  <a:pt x="135641" y="33887"/>
                  <a:pt x="141018" y="30389"/>
                  <a:pt x="146133" y="30389"/>
                </a:cubicBezTo>
                <a:cubicBezTo>
                  <a:pt x="148760" y="30389"/>
                  <a:pt x="151020" y="31064"/>
                  <a:pt x="152911" y="32414"/>
                </a:cubicBezTo>
                <a:cubicBezTo>
                  <a:pt x="154803" y="33763"/>
                  <a:pt x="156309" y="35984"/>
                  <a:pt x="157430" y="39078"/>
                </a:cubicBezTo>
                <a:cubicBezTo>
                  <a:pt x="158201" y="41236"/>
                  <a:pt x="158586" y="44545"/>
                  <a:pt x="158586" y="49007"/>
                </a:cubicBezTo>
                <a:lnTo>
                  <a:pt x="158586" y="70106"/>
                </a:lnTo>
                <a:cubicBezTo>
                  <a:pt x="158586" y="73236"/>
                  <a:pt x="158832" y="75359"/>
                  <a:pt x="159322" y="76474"/>
                </a:cubicBezTo>
                <a:cubicBezTo>
                  <a:pt x="159707" y="77373"/>
                  <a:pt x="160329" y="78075"/>
                  <a:pt x="161187" y="78578"/>
                </a:cubicBezTo>
                <a:cubicBezTo>
                  <a:pt x="162046" y="79082"/>
                  <a:pt x="163631" y="79334"/>
                  <a:pt x="165943" y="79334"/>
                </a:cubicBezTo>
                <a:lnTo>
                  <a:pt x="165943" y="81335"/>
                </a:lnTo>
                <a:lnTo>
                  <a:pt x="142139" y="81335"/>
                </a:lnTo>
                <a:lnTo>
                  <a:pt x="142139" y="79334"/>
                </a:lnTo>
                <a:lnTo>
                  <a:pt x="143138" y="79334"/>
                </a:lnTo>
                <a:cubicBezTo>
                  <a:pt x="145380" y="79334"/>
                  <a:pt x="146947" y="78984"/>
                  <a:pt x="147841" y="78284"/>
                </a:cubicBezTo>
                <a:cubicBezTo>
                  <a:pt x="148734" y="77584"/>
                  <a:pt x="149356" y="76554"/>
                  <a:pt x="149706" y="75191"/>
                </a:cubicBezTo>
                <a:cubicBezTo>
                  <a:pt x="149846" y="74653"/>
                  <a:pt x="149916" y="72967"/>
                  <a:pt x="149916" y="70133"/>
                </a:cubicBezTo>
                <a:lnTo>
                  <a:pt x="149916" y="49955"/>
                </a:lnTo>
                <a:cubicBezTo>
                  <a:pt x="149916" y="45472"/>
                  <a:pt x="149347" y="42217"/>
                  <a:pt x="148208" y="40190"/>
                </a:cubicBezTo>
                <a:cubicBezTo>
                  <a:pt x="147070" y="38163"/>
                  <a:pt x="145152" y="37150"/>
                  <a:pt x="142455" y="37150"/>
                </a:cubicBezTo>
                <a:cubicBezTo>
                  <a:pt x="138286" y="37150"/>
                  <a:pt x="134135" y="39481"/>
                  <a:pt x="130001" y="44145"/>
                </a:cubicBezTo>
                <a:lnTo>
                  <a:pt x="130001" y="70133"/>
                </a:lnTo>
                <a:cubicBezTo>
                  <a:pt x="130001" y="73469"/>
                  <a:pt x="130194" y="75532"/>
                  <a:pt x="130579" y="76320"/>
                </a:cubicBezTo>
                <a:cubicBezTo>
                  <a:pt x="131069" y="77360"/>
                  <a:pt x="131744" y="78122"/>
                  <a:pt x="132602" y="78607"/>
                </a:cubicBezTo>
                <a:cubicBezTo>
                  <a:pt x="133460" y="79091"/>
                  <a:pt x="135203" y="79334"/>
                  <a:pt x="137830" y="79334"/>
                </a:cubicBezTo>
                <a:lnTo>
                  <a:pt x="137830" y="81335"/>
                </a:lnTo>
                <a:lnTo>
                  <a:pt x="114027" y="81335"/>
                </a:lnTo>
                <a:lnTo>
                  <a:pt x="114027" y="79334"/>
                </a:lnTo>
                <a:lnTo>
                  <a:pt x="115078" y="79334"/>
                </a:lnTo>
                <a:cubicBezTo>
                  <a:pt x="117530" y="79334"/>
                  <a:pt x="119185" y="78695"/>
                  <a:pt x="120043" y="77419"/>
                </a:cubicBezTo>
                <a:cubicBezTo>
                  <a:pt x="120902" y="76141"/>
                  <a:pt x="121331" y="73704"/>
                  <a:pt x="121331" y="70106"/>
                </a:cubicBezTo>
                <a:lnTo>
                  <a:pt x="121331" y="51759"/>
                </a:lnTo>
                <a:cubicBezTo>
                  <a:pt x="121331" y="45823"/>
                  <a:pt x="121199" y="42208"/>
                  <a:pt x="120937" y="40913"/>
                </a:cubicBezTo>
                <a:cubicBezTo>
                  <a:pt x="120674" y="39618"/>
                  <a:pt x="120271" y="38736"/>
                  <a:pt x="119728" y="38268"/>
                </a:cubicBezTo>
                <a:cubicBezTo>
                  <a:pt x="119185" y="37801"/>
                  <a:pt x="118458" y="37567"/>
                  <a:pt x="117547" y="37567"/>
                </a:cubicBezTo>
                <a:cubicBezTo>
                  <a:pt x="116566" y="37567"/>
                  <a:pt x="115393" y="37837"/>
                  <a:pt x="114027" y="38377"/>
                </a:cubicBezTo>
                <a:lnTo>
                  <a:pt x="113239" y="36433"/>
                </a:lnTo>
                <a:lnTo>
                  <a:pt x="127741" y="30389"/>
                </a:lnTo>
                <a:lnTo>
                  <a:pt x="130001" y="30389"/>
                </a:lnTo>
                <a:lnTo>
                  <a:pt x="130001" y="40881"/>
                </a:lnTo>
                <a:close/>
                <a:moveTo>
                  <a:pt x="210660" y="62514"/>
                </a:moveTo>
                <a:cubicBezTo>
                  <a:pt x="209364" y="69040"/>
                  <a:pt x="206824" y="74061"/>
                  <a:pt x="203041" y="77576"/>
                </a:cubicBezTo>
                <a:cubicBezTo>
                  <a:pt x="199258" y="81091"/>
                  <a:pt x="195071" y="82849"/>
                  <a:pt x="190482" y="82849"/>
                </a:cubicBezTo>
                <a:cubicBezTo>
                  <a:pt x="185017" y="82849"/>
                  <a:pt x="180253" y="80490"/>
                  <a:pt x="176190" y="75773"/>
                </a:cubicBezTo>
                <a:cubicBezTo>
                  <a:pt x="172126" y="71054"/>
                  <a:pt x="170094" y="64679"/>
                  <a:pt x="170094" y="56646"/>
                </a:cubicBezTo>
                <a:cubicBezTo>
                  <a:pt x="170094" y="48866"/>
                  <a:pt x="172345" y="42545"/>
                  <a:pt x="176846" y="37684"/>
                </a:cubicBezTo>
                <a:cubicBezTo>
                  <a:pt x="181348" y="32821"/>
                  <a:pt x="186751" y="30389"/>
                  <a:pt x="193057" y="30389"/>
                </a:cubicBezTo>
                <a:cubicBezTo>
                  <a:pt x="197786" y="30389"/>
                  <a:pt x="201675" y="31674"/>
                  <a:pt x="204722" y="34244"/>
                </a:cubicBezTo>
                <a:cubicBezTo>
                  <a:pt x="207770" y="36813"/>
                  <a:pt x="209294" y="39481"/>
                  <a:pt x="209294" y="42249"/>
                </a:cubicBezTo>
                <a:cubicBezTo>
                  <a:pt x="209294" y="43614"/>
                  <a:pt x="208865" y="44719"/>
                  <a:pt x="208007" y="45564"/>
                </a:cubicBezTo>
                <a:cubicBezTo>
                  <a:pt x="207148" y="46408"/>
                  <a:pt x="205949" y="46830"/>
                  <a:pt x="204407" y="46830"/>
                </a:cubicBezTo>
                <a:cubicBezTo>
                  <a:pt x="202340" y="46830"/>
                  <a:pt x="200781" y="46145"/>
                  <a:pt x="199730" y="44775"/>
                </a:cubicBezTo>
                <a:cubicBezTo>
                  <a:pt x="199135" y="44018"/>
                  <a:pt x="198741" y="42576"/>
                  <a:pt x="198548" y="40449"/>
                </a:cubicBezTo>
                <a:cubicBezTo>
                  <a:pt x="198355" y="38321"/>
                  <a:pt x="197646" y="36699"/>
                  <a:pt x="196420" y="35581"/>
                </a:cubicBezTo>
                <a:cubicBezTo>
                  <a:pt x="195194" y="34500"/>
                  <a:pt x="193495" y="33959"/>
                  <a:pt x="191323" y="33959"/>
                </a:cubicBezTo>
                <a:cubicBezTo>
                  <a:pt x="187820" y="33959"/>
                  <a:pt x="185000" y="35293"/>
                  <a:pt x="182863" y="37961"/>
                </a:cubicBezTo>
                <a:cubicBezTo>
                  <a:pt x="180025" y="41494"/>
                  <a:pt x="178607" y="46163"/>
                  <a:pt x="178607" y="51968"/>
                </a:cubicBezTo>
                <a:cubicBezTo>
                  <a:pt x="178607" y="57881"/>
                  <a:pt x="180017" y="63100"/>
                  <a:pt x="182837" y="67625"/>
                </a:cubicBezTo>
                <a:cubicBezTo>
                  <a:pt x="185657" y="72150"/>
                  <a:pt x="189466" y="74412"/>
                  <a:pt x="194266" y="74412"/>
                </a:cubicBezTo>
                <a:cubicBezTo>
                  <a:pt x="197699" y="74412"/>
                  <a:pt x="200781" y="73204"/>
                  <a:pt x="203514" y="70789"/>
                </a:cubicBezTo>
                <a:cubicBezTo>
                  <a:pt x="205441" y="69130"/>
                  <a:pt x="207315" y="66120"/>
                  <a:pt x="209136" y="61757"/>
                </a:cubicBezTo>
                <a:lnTo>
                  <a:pt x="210660" y="62514"/>
                </a:lnTo>
                <a:close/>
                <a:moveTo>
                  <a:pt x="230838" y="15463"/>
                </a:moveTo>
                <a:lnTo>
                  <a:pt x="230838" y="31796"/>
                </a:lnTo>
                <a:lnTo>
                  <a:pt x="242083" y="31796"/>
                </a:lnTo>
                <a:lnTo>
                  <a:pt x="242083" y="35581"/>
                </a:lnTo>
                <a:lnTo>
                  <a:pt x="230838" y="35581"/>
                </a:lnTo>
                <a:lnTo>
                  <a:pt x="230838" y="67662"/>
                </a:lnTo>
                <a:cubicBezTo>
                  <a:pt x="230838" y="70868"/>
                  <a:pt x="231285" y="73029"/>
                  <a:pt x="232178" y="74145"/>
                </a:cubicBezTo>
                <a:cubicBezTo>
                  <a:pt x="233071" y="75261"/>
                  <a:pt x="234219" y="75818"/>
                  <a:pt x="235620" y="75818"/>
                </a:cubicBezTo>
                <a:cubicBezTo>
                  <a:pt x="236776" y="75818"/>
                  <a:pt x="237897" y="75449"/>
                  <a:pt x="238983" y="74710"/>
                </a:cubicBezTo>
                <a:cubicBezTo>
                  <a:pt x="240069" y="73971"/>
                  <a:pt x="240910" y="72880"/>
                  <a:pt x="241505" y="71438"/>
                </a:cubicBezTo>
                <a:lnTo>
                  <a:pt x="243554" y="71438"/>
                </a:lnTo>
                <a:cubicBezTo>
                  <a:pt x="242328" y="74981"/>
                  <a:pt x="240594" y="77661"/>
                  <a:pt x="238352" y="79477"/>
                </a:cubicBezTo>
                <a:cubicBezTo>
                  <a:pt x="236110" y="81292"/>
                  <a:pt x="233798" y="82200"/>
                  <a:pt x="231416" y="82200"/>
                </a:cubicBezTo>
                <a:cubicBezTo>
                  <a:pt x="229805" y="82200"/>
                  <a:pt x="228228" y="81740"/>
                  <a:pt x="226687" y="80819"/>
                </a:cubicBezTo>
                <a:cubicBezTo>
                  <a:pt x="225146" y="79899"/>
                  <a:pt x="224007" y="78582"/>
                  <a:pt x="223271" y="76868"/>
                </a:cubicBezTo>
                <a:cubicBezTo>
                  <a:pt x="222536" y="75153"/>
                  <a:pt x="222168" y="72509"/>
                  <a:pt x="222168" y="68935"/>
                </a:cubicBezTo>
                <a:lnTo>
                  <a:pt x="222168" y="35581"/>
                </a:lnTo>
                <a:lnTo>
                  <a:pt x="214549" y="35581"/>
                </a:lnTo>
                <a:lnTo>
                  <a:pt x="214549" y="33797"/>
                </a:lnTo>
                <a:cubicBezTo>
                  <a:pt x="216475" y="33001"/>
                  <a:pt x="218446" y="31654"/>
                  <a:pt x="220460" y="29756"/>
                </a:cubicBezTo>
                <a:cubicBezTo>
                  <a:pt x="222474" y="27857"/>
                  <a:pt x="224270" y="25606"/>
                  <a:pt x="225846" y="23002"/>
                </a:cubicBezTo>
                <a:cubicBezTo>
                  <a:pt x="226652" y="21629"/>
                  <a:pt x="227773" y="19116"/>
                  <a:pt x="229209" y="15463"/>
                </a:cubicBezTo>
                <a:lnTo>
                  <a:pt x="230838" y="15463"/>
                </a:lnTo>
                <a:close/>
                <a:moveTo>
                  <a:pt x="258246" y="4430"/>
                </a:moveTo>
                <a:cubicBezTo>
                  <a:pt x="259718" y="4430"/>
                  <a:pt x="260970" y="4965"/>
                  <a:pt x="262003" y="6034"/>
                </a:cubicBezTo>
                <a:cubicBezTo>
                  <a:pt x="263037" y="7102"/>
                  <a:pt x="263554" y="8397"/>
                  <a:pt x="263554" y="9919"/>
                </a:cubicBezTo>
                <a:cubicBezTo>
                  <a:pt x="263554" y="11442"/>
                  <a:pt x="263037" y="12746"/>
                  <a:pt x="262003" y="13834"/>
                </a:cubicBezTo>
                <a:cubicBezTo>
                  <a:pt x="260970" y="14920"/>
                  <a:pt x="259718" y="15463"/>
                  <a:pt x="258246" y="15463"/>
                </a:cubicBezTo>
                <a:cubicBezTo>
                  <a:pt x="256775" y="15463"/>
                  <a:pt x="255514" y="14920"/>
                  <a:pt x="254463" y="13834"/>
                </a:cubicBezTo>
                <a:cubicBezTo>
                  <a:pt x="253412" y="12746"/>
                  <a:pt x="252887" y="11442"/>
                  <a:pt x="252887" y="9919"/>
                </a:cubicBezTo>
                <a:cubicBezTo>
                  <a:pt x="252887" y="8397"/>
                  <a:pt x="253403" y="7102"/>
                  <a:pt x="254437" y="6034"/>
                </a:cubicBezTo>
                <a:cubicBezTo>
                  <a:pt x="255470" y="4965"/>
                  <a:pt x="256740" y="4430"/>
                  <a:pt x="258246" y="4430"/>
                </a:cubicBezTo>
                <a:moveTo>
                  <a:pt x="262608" y="30389"/>
                </a:moveTo>
                <a:lnTo>
                  <a:pt x="262608" y="70106"/>
                </a:lnTo>
                <a:cubicBezTo>
                  <a:pt x="262608" y="73200"/>
                  <a:pt x="262827" y="75259"/>
                  <a:pt x="263265" y="76285"/>
                </a:cubicBezTo>
                <a:cubicBezTo>
                  <a:pt x="263702" y="77310"/>
                  <a:pt x="264350" y="78075"/>
                  <a:pt x="265209" y="78578"/>
                </a:cubicBezTo>
                <a:cubicBezTo>
                  <a:pt x="266067" y="79082"/>
                  <a:pt x="267635" y="79334"/>
                  <a:pt x="269912" y="79334"/>
                </a:cubicBezTo>
                <a:lnTo>
                  <a:pt x="269912" y="81335"/>
                </a:lnTo>
                <a:lnTo>
                  <a:pt x="246528" y="81335"/>
                </a:lnTo>
                <a:lnTo>
                  <a:pt x="246528" y="79334"/>
                </a:lnTo>
                <a:cubicBezTo>
                  <a:pt x="248875" y="79334"/>
                  <a:pt x="250452" y="79100"/>
                  <a:pt x="251258" y="78632"/>
                </a:cubicBezTo>
                <a:cubicBezTo>
                  <a:pt x="252063" y="78165"/>
                  <a:pt x="252703" y="77391"/>
                  <a:pt x="253176" y="76312"/>
                </a:cubicBezTo>
                <a:cubicBezTo>
                  <a:pt x="253648" y="75232"/>
                  <a:pt x="253885" y="73164"/>
                  <a:pt x="253885" y="70106"/>
                </a:cubicBezTo>
                <a:lnTo>
                  <a:pt x="253885" y="51057"/>
                </a:lnTo>
                <a:cubicBezTo>
                  <a:pt x="253885" y="45696"/>
                  <a:pt x="253727" y="42225"/>
                  <a:pt x="253412" y="40643"/>
                </a:cubicBezTo>
                <a:cubicBezTo>
                  <a:pt x="253167" y="39492"/>
                  <a:pt x="252781" y="38691"/>
                  <a:pt x="252256" y="38241"/>
                </a:cubicBezTo>
                <a:cubicBezTo>
                  <a:pt x="251731" y="37792"/>
                  <a:pt x="251012" y="37567"/>
                  <a:pt x="250102" y="37567"/>
                </a:cubicBezTo>
                <a:cubicBezTo>
                  <a:pt x="249121" y="37567"/>
                  <a:pt x="247930" y="37837"/>
                  <a:pt x="246528" y="38377"/>
                </a:cubicBezTo>
                <a:lnTo>
                  <a:pt x="245793" y="36433"/>
                </a:lnTo>
                <a:lnTo>
                  <a:pt x="260296" y="30389"/>
                </a:lnTo>
                <a:lnTo>
                  <a:pt x="262608" y="30389"/>
                </a:lnTo>
                <a:close/>
                <a:moveTo>
                  <a:pt x="298686" y="30389"/>
                </a:moveTo>
                <a:cubicBezTo>
                  <a:pt x="305973" y="30389"/>
                  <a:pt x="311823" y="33235"/>
                  <a:pt x="316237" y="38926"/>
                </a:cubicBezTo>
                <a:cubicBezTo>
                  <a:pt x="319985" y="43788"/>
                  <a:pt x="321859" y="49371"/>
                  <a:pt x="321859" y="55674"/>
                </a:cubicBezTo>
                <a:cubicBezTo>
                  <a:pt x="321859" y="60105"/>
                  <a:pt x="320826" y="64589"/>
                  <a:pt x="318759" y="69127"/>
                </a:cubicBezTo>
                <a:cubicBezTo>
                  <a:pt x="316692" y="73665"/>
                  <a:pt x="313846" y="77086"/>
                  <a:pt x="310220" y="79391"/>
                </a:cubicBezTo>
                <a:cubicBezTo>
                  <a:pt x="306594" y="81696"/>
                  <a:pt x="302557" y="82849"/>
                  <a:pt x="298108" y="82849"/>
                </a:cubicBezTo>
                <a:cubicBezTo>
                  <a:pt x="290857" y="82849"/>
                  <a:pt x="285094" y="79877"/>
                  <a:pt x="280820" y="73934"/>
                </a:cubicBezTo>
                <a:cubicBezTo>
                  <a:pt x="277212" y="68928"/>
                  <a:pt x="275408" y="63310"/>
                  <a:pt x="275408" y="57079"/>
                </a:cubicBezTo>
                <a:cubicBezTo>
                  <a:pt x="275408" y="52541"/>
                  <a:pt x="276503" y="48029"/>
                  <a:pt x="278692" y="43545"/>
                </a:cubicBezTo>
                <a:cubicBezTo>
                  <a:pt x="280881" y="39061"/>
                  <a:pt x="283763" y="35747"/>
                  <a:pt x="287336" y="33604"/>
                </a:cubicBezTo>
                <a:cubicBezTo>
                  <a:pt x="290909" y="31461"/>
                  <a:pt x="294693" y="30389"/>
                  <a:pt x="298686" y="30389"/>
                </a:cubicBezTo>
                <a:moveTo>
                  <a:pt x="297057" y="33959"/>
                </a:moveTo>
                <a:cubicBezTo>
                  <a:pt x="295200" y="33959"/>
                  <a:pt x="293335" y="34526"/>
                  <a:pt x="291461" y="35661"/>
                </a:cubicBezTo>
                <a:cubicBezTo>
                  <a:pt x="289587" y="36795"/>
                  <a:pt x="288072" y="38785"/>
                  <a:pt x="286916" y="41630"/>
                </a:cubicBezTo>
                <a:cubicBezTo>
                  <a:pt x="285760" y="44475"/>
                  <a:pt x="285182" y="48130"/>
                  <a:pt x="285182" y="52595"/>
                </a:cubicBezTo>
                <a:cubicBezTo>
                  <a:pt x="285182" y="59797"/>
                  <a:pt x="286574" y="66009"/>
                  <a:pt x="289359" y="71232"/>
                </a:cubicBezTo>
                <a:cubicBezTo>
                  <a:pt x="292144" y="76453"/>
                  <a:pt x="295814" y="79063"/>
                  <a:pt x="300368" y="79063"/>
                </a:cubicBezTo>
                <a:cubicBezTo>
                  <a:pt x="303766" y="79063"/>
                  <a:pt x="306568" y="77623"/>
                  <a:pt x="308775" y="74742"/>
                </a:cubicBezTo>
                <a:cubicBezTo>
                  <a:pt x="310982" y="71861"/>
                  <a:pt x="312086" y="66909"/>
                  <a:pt x="312086" y="59888"/>
                </a:cubicBezTo>
                <a:cubicBezTo>
                  <a:pt x="312086" y="51101"/>
                  <a:pt x="310246" y="44186"/>
                  <a:pt x="306568" y="39144"/>
                </a:cubicBezTo>
                <a:cubicBezTo>
                  <a:pt x="304081" y="35687"/>
                  <a:pt x="300911" y="33959"/>
                  <a:pt x="297057" y="33959"/>
                </a:cubicBezTo>
                <a:close/>
                <a:moveTo>
                  <a:pt x="342983" y="40881"/>
                </a:moveTo>
                <a:cubicBezTo>
                  <a:pt x="348623" y="33887"/>
                  <a:pt x="354000" y="30389"/>
                  <a:pt x="359115" y="30389"/>
                </a:cubicBezTo>
                <a:cubicBezTo>
                  <a:pt x="361742" y="30389"/>
                  <a:pt x="364002" y="31064"/>
                  <a:pt x="365893" y="32414"/>
                </a:cubicBezTo>
                <a:cubicBezTo>
                  <a:pt x="367785" y="33763"/>
                  <a:pt x="369291" y="35984"/>
                  <a:pt x="370412" y="39078"/>
                </a:cubicBezTo>
                <a:cubicBezTo>
                  <a:pt x="371183" y="41236"/>
                  <a:pt x="371568" y="44545"/>
                  <a:pt x="371568" y="49007"/>
                </a:cubicBezTo>
                <a:lnTo>
                  <a:pt x="371568" y="70106"/>
                </a:lnTo>
                <a:cubicBezTo>
                  <a:pt x="371568" y="73236"/>
                  <a:pt x="371814" y="75359"/>
                  <a:pt x="372304" y="76474"/>
                </a:cubicBezTo>
                <a:cubicBezTo>
                  <a:pt x="372689" y="77373"/>
                  <a:pt x="373311" y="78075"/>
                  <a:pt x="374169" y="78578"/>
                </a:cubicBezTo>
                <a:cubicBezTo>
                  <a:pt x="375028" y="79082"/>
                  <a:pt x="376613" y="79334"/>
                  <a:pt x="378925" y="79334"/>
                </a:cubicBezTo>
                <a:lnTo>
                  <a:pt x="378925" y="81335"/>
                </a:lnTo>
                <a:lnTo>
                  <a:pt x="355121" y="81335"/>
                </a:lnTo>
                <a:lnTo>
                  <a:pt x="355121" y="79334"/>
                </a:lnTo>
                <a:lnTo>
                  <a:pt x="356120" y="79334"/>
                </a:lnTo>
                <a:cubicBezTo>
                  <a:pt x="358362" y="79334"/>
                  <a:pt x="359929" y="78984"/>
                  <a:pt x="360823" y="78284"/>
                </a:cubicBezTo>
                <a:cubicBezTo>
                  <a:pt x="361716" y="77584"/>
                  <a:pt x="362338" y="76554"/>
                  <a:pt x="362688" y="75191"/>
                </a:cubicBezTo>
                <a:cubicBezTo>
                  <a:pt x="362828" y="74653"/>
                  <a:pt x="362898" y="72967"/>
                  <a:pt x="362898" y="70133"/>
                </a:cubicBezTo>
                <a:lnTo>
                  <a:pt x="362898" y="49955"/>
                </a:lnTo>
                <a:cubicBezTo>
                  <a:pt x="362898" y="45472"/>
                  <a:pt x="362329" y="42217"/>
                  <a:pt x="361190" y="40190"/>
                </a:cubicBezTo>
                <a:cubicBezTo>
                  <a:pt x="360052" y="38163"/>
                  <a:pt x="358134" y="37150"/>
                  <a:pt x="355437" y="37150"/>
                </a:cubicBezTo>
                <a:cubicBezTo>
                  <a:pt x="351268" y="37150"/>
                  <a:pt x="347117" y="39481"/>
                  <a:pt x="342983" y="44145"/>
                </a:cubicBezTo>
                <a:lnTo>
                  <a:pt x="342983" y="70133"/>
                </a:lnTo>
                <a:cubicBezTo>
                  <a:pt x="342983" y="73469"/>
                  <a:pt x="343176" y="75532"/>
                  <a:pt x="343561" y="76320"/>
                </a:cubicBezTo>
                <a:cubicBezTo>
                  <a:pt x="344051" y="77360"/>
                  <a:pt x="344726" y="78122"/>
                  <a:pt x="345584" y="78607"/>
                </a:cubicBezTo>
                <a:cubicBezTo>
                  <a:pt x="346442" y="79091"/>
                  <a:pt x="348185" y="79334"/>
                  <a:pt x="350812" y="79334"/>
                </a:cubicBezTo>
                <a:lnTo>
                  <a:pt x="350812" y="81335"/>
                </a:lnTo>
                <a:lnTo>
                  <a:pt x="327009" y="81335"/>
                </a:lnTo>
                <a:lnTo>
                  <a:pt x="327009" y="79334"/>
                </a:lnTo>
                <a:lnTo>
                  <a:pt x="328060" y="79334"/>
                </a:lnTo>
                <a:cubicBezTo>
                  <a:pt x="330512" y="79334"/>
                  <a:pt x="332167" y="78695"/>
                  <a:pt x="333025" y="77419"/>
                </a:cubicBezTo>
                <a:cubicBezTo>
                  <a:pt x="333884" y="76141"/>
                  <a:pt x="334313" y="73704"/>
                  <a:pt x="334313" y="70106"/>
                </a:cubicBezTo>
                <a:lnTo>
                  <a:pt x="334313" y="51759"/>
                </a:lnTo>
                <a:cubicBezTo>
                  <a:pt x="334313" y="45823"/>
                  <a:pt x="334181" y="42208"/>
                  <a:pt x="333919" y="40913"/>
                </a:cubicBezTo>
                <a:cubicBezTo>
                  <a:pt x="333656" y="39618"/>
                  <a:pt x="333253" y="38736"/>
                  <a:pt x="332710" y="38268"/>
                </a:cubicBezTo>
                <a:cubicBezTo>
                  <a:pt x="332167" y="37801"/>
                  <a:pt x="331440" y="37567"/>
                  <a:pt x="330529" y="37567"/>
                </a:cubicBezTo>
                <a:cubicBezTo>
                  <a:pt x="329549" y="37567"/>
                  <a:pt x="328375" y="37837"/>
                  <a:pt x="327009" y="38377"/>
                </a:cubicBezTo>
                <a:lnTo>
                  <a:pt x="326221" y="36433"/>
                </a:lnTo>
                <a:lnTo>
                  <a:pt x="340723" y="30389"/>
                </a:lnTo>
                <a:lnTo>
                  <a:pt x="342983" y="30389"/>
                </a:lnTo>
                <a:lnTo>
                  <a:pt x="342983" y="40881"/>
                </a:lnTo>
                <a:close/>
                <a:moveTo>
                  <a:pt x="544485" y="7571"/>
                </a:moveTo>
                <a:lnTo>
                  <a:pt x="544485" y="36343"/>
                </a:lnTo>
                <a:lnTo>
                  <a:pt x="557464" y="36343"/>
                </a:lnTo>
                <a:cubicBezTo>
                  <a:pt x="560441" y="36343"/>
                  <a:pt x="562622" y="35667"/>
                  <a:pt x="564006" y="34315"/>
                </a:cubicBezTo>
                <a:cubicBezTo>
                  <a:pt x="565389" y="32963"/>
                  <a:pt x="566309" y="30286"/>
                  <a:pt x="566764" y="26284"/>
                </a:cubicBezTo>
                <a:lnTo>
                  <a:pt x="568709" y="26284"/>
                </a:lnTo>
                <a:lnTo>
                  <a:pt x="568709" y="51162"/>
                </a:lnTo>
                <a:lnTo>
                  <a:pt x="566764" y="51162"/>
                </a:lnTo>
                <a:cubicBezTo>
                  <a:pt x="566729" y="48299"/>
                  <a:pt x="566370" y="46197"/>
                  <a:pt x="565687" y="44856"/>
                </a:cubicBezTo>
                <a:cubicBezTo>
                  <a:pt x="565004" y="43514"/>
                  <a:pt x="564058" y="42508"/>
                  <a:pt x="562850" y="41838"/>
                </a:cubicBezTo>
                <a:cubicBezTo>
                  <a:pt x="561641" y="41167"/>
                  <a:pt x="559846" y="40832"/>
                  <a:pt x="557464" y="40832"/>
                </a:cubicBezTo>
                <a:lnTo>
                  <a:pt x="544485" y="40832"/>
                </a:lnTo>
                <a:lnTo>
                  <a:pt x="544485" y="63908"/>
                </a:lnTo>
                <a:cubicBezTo>
                  <a:pt x="544485" y="67627"/>
                  <a:pt x="544712" y="70083"/>
                  <a:pt x="545168" y="71275"/>
                </a:cubicBezTo>
                <a:cubicBezTo>
                  <a:pt x="545518" y="72178"/>
                  <a:pt x="546254" y="72954"/>
                  <a:pt x="547375" y="73604"/>
                </a:cubicBezTo>
                <a:cubicBezTo>
                  <a:pt x="548916" y="74470"/>
                  <a:pt x="550527" y="74904"/>
                  <a:pt x="552209" y="74904"/>
                </a:cubicBezTo>
                <a:lnTo>
                  <a:pt x="554784" y="74904"/>
                </a:lnTo>
                <a:lnTo>
                  <a:pt x="554784" y="76905"/>
                </a:lnTo>
                <a:lnTo>
                  <a:pt x="524202" y="76905"/>
                </a:lnTo>
                <a:lnTo>
                  <a:pt x="524202" y="74904"/>
                </a:lnTo>
                <a:lnTo>
                  <a:pt x="526724" y="74904"/>
                </a:lnTo>
                <a:cubicBezTo>
                  <a:pt x="529666" y="74904"/>
                  <a:pt x="531803" y="74020"/>
                  <a:pt x="533134" y="72254"/>
                </a:cubicBezTo>
                <a:cubicBezTo>
                  <a:pt x="533975" y="71100"/>
                  <a:pt x="534396" y="68324"/>
                  <a:pt x="534396" y="63925"/>
                </a:cubicBezTo>
                <a:lnTo>
                  <a:pt x="534396" y="16549"/>
                </a:lnTo>
                <a:cubicBezTo>
                  <a:pt x="534396" y="12835"/>
                  <a:pt x="534168" y="10384"/>
                  <a:pt x="533712" y="9194"/>
                </a:cubicBezTo>
                <a:cubicBezTo>
                  <a:pt x="533362" y="8293"/>
                  <a:pt x="532644" y="7517"/>
                  <a:pt x="531558" y="6868"/>
                </a:cubicBezTo>
                <a:cubicBezTo>
                  <a:pt x="530052" y="6003"/>
                  <a:pt x="528440" y="5570"/>
                  <a:pt x="526724" y="5570"/>
                </a:cubicBezTo>
                <a:lnTo>
                  <a:pt x="524202" y="5570"/>
                </a:lnTo>
                <a:lnTo>
                  <a:pt x="524202" y="3569"/>
                </a:lnTo>
                <a:lnTo>
                  <a:pt x="577221" y="3569"/>
                </a:lnTo>
                <a:lnTo>
                  <a:pt x="577904" y="19686"/>
                </a:lnTo>
                <a:lnTo>
                  <a:pt x="576065" y="19686"/>
                </a:lnTo>
                <a:cubicBezTo>
                  <a:pt x="575154" y="16261"/>
                  <a:pt x="574095" y="13746"/>
                  <a:pt x="572886" y="12141"/>
                </a:cubicBezTo>
                <a:cubicBezTo>
                  <a:pt x="571678" y="10537"/>
                  <a:pt x="570189" y="9374"/>
                  <a:pt x="568420" y="8653"/>
                </a:cubicBezTo>
                <a:cubicBezTo>
                  <a:pt x="566651" y="7932"/>
                  <a:pt x="563909" y="7571"/>
                  <a:pt x="560196" y="7571"/>
                </a:cubicBezTo>
                <a:lnTo>
                  <a:pt x="544485" y="7571"/>
                </a:lnTo>
                <a:close/>
                <a:moveTo>
                  <a:pt x="598608" y="0"/>
                </a:moveTo>
                <a:cubicBezTo>
                  <a:pt x="600079" y="0"/>
                  <a:pt x="601331" y="535"/>
                  <a:pt x="602365" y="1604"/>
                </a:cubicBezTo>
                <a:cubicBezTo>
                  <a:pt x="603398" y="2672"/>
                  <a:pt x="603915" y="3967"/>
                  <a:pt x="603915" y="5489"/>
                </a:cubicBezTo>
                <a:cubicBezTo>
                  <a:pt x="603915" y="7012"/>
                  <a:pt x="603398" y="8316"/>
                  <a:pt x="602365" y="9404"/>
                </a:cubicBezTo>
                <a:cubicBezTo>
                  <a:pt x="601331" y="10490"/>
                  <a:pt x="600079" y="11033"/>
                  <a:pt x="598608" y="11033"/>
                </a:cubicBezTo>
                <a:cubicBezTo>
                  <a:pt x="597136" y="11033"/>
                  <a:pt x="595875" y="10490"/>
                  <a:pt x="594824" y="9404"/>
                </a:cubicBezTo>
                <a:cubicBezTo>
                  <a:pt x="593773" y="8316"/>
                  <a:pt x="593248" y="7012"/>
                  <a:pt x="593248" y="5489"/>
                </a:cubicBezTo>
                <a:cubicBezTo>
                  <a:pt x="593248" y="3967"/>
                  <a:pt x="593765" y="2672"/>
                  <a:pt x="594798" y="1604"/>
                </a:cubicBezTo>
                <a:cubicBezTo>
                  <a:pt x="595831" y="535"/>
                  <a:pt x="597101" y="0"/>
                  <a:pt x="598608" y="0"/>
                </a:cubicBezTo>
                <a:moveTo>
                  <a:pt x="602969" y="25959"/>
                </a:moveTo>
                <a:lnTo>
                  <a:pt x="602969" y="65676"/>
                </a:lnTo>
                <a:cubicBezTo>
                  <a:pt x="602969" y="68770"/>
                  <a:pt x="603188" y="70830"/>
                  <a:pt x="603626" y="71855"/>
                </a:cubicBezTo>
                <a:cubicBezTo>
                  <a:pt x="604064" y="72880"/>
                  <a:pt x="604712" y="73645"/>
                  <a:pt x="605570" y="74148"/>
                </a:cubicBezTo>
                <a:cubicBezTo>
                  <a:pt x="606428" y="74652"/>
                  <a:pt x="607996" y="74904"/>
                  <a:pt x="610273" y="74904"/>
                </a:cubicBezTo>
                <a:lnTo>
                  <a:pt x="610273" y="76905"/>
                </a:lnTo>
                <a:lnTo>
                  <a:pt x="586890" y="76905"/>
                </a:lnTo>
                <a:lnTo>
                  <a:pt x="586890" y="74904"/>
                </a:lnTo>
                <a:cubicBezTo>
                  <a:pt x="589237" y="74904"/>
                  <a:pt x="590813" y="74670"/>
                  <a:pt x="591619" y="74202"/>
                </a:cubicBezTo>
                <a:cubicBezTo>
                  <a:pt x="592425" y="73735"/>
                  <a:pt x="593064" y="72961"/>
                  <a:pt x="593537" y="71882"/>
                </a:cubicBezTo>
                <a:cubicBezTo>
                  <a:pt x="594010" y="70802"/>
                  <a:pt x="594246" y="68734"/>
                  <a:pt x="594246" y="65676"/>
                </a:cubicBezTo>
                <a:lnTo>
                  <a:pt x="594246" y="46627"/>
                </a:lnTo>
                <a:cubicBezTo>
                  <a:pt x="594246" y="41266"/>
                  <a:pt x="594089" y="37795"/>
                  <a:pt x="593773" y="36213"/>
                </a:cubicBezTo>
                <a:cubicBezTo>
                  <a:pt x="593528" y="35062"/>
                  <a:pt x="593143" y="34261"/>
                  <a:pt x="592617" y="33811"/>
                </a:cubicBezTo>
                <a:cubicBezTo>
                  <a:pt x="592092" y="33362"/>
                  <a:pt x="591374" y="33137"/>
                  <a:pt x="590463" y="33137"/>
                </a:cubicBezTo>
                <a:cubicBezTo>
                  <a:pt x="589482" y="33137"/>
                  <a:pt x="588291" y="33407"/>
                  <a:pt x="586890" y="33947"/>
                </a:cubicBezTo>
                <a:lnTo>
                  <a:pt x="586154" y="32003"/>
                </a:lnTo>
                <a:lnTo>
                  <a:pt x="600657" y="25959"/>
                </a:lnTo>
                <a:lnTo>
                  <a:pt x="602969" y="25959"/>
                </a:lnTo>
                <a:close/>
                <a:moveTo>
                  <a:pt x="632027" y="0"/>
                </a:moveTo>
                <a:lnTo>
                  <a:pt x="632027" y="65662"/>
                </a:lnTo>
                <a:cubicBezTo>
                  <a:pt x="632027" y="68761"/>
                  <a:pt x="632246" y="70815"/>
                  <a:pt x="632684" y="71824"/>
                </a:cubicBezTo>
                <a:cubicBezTo>
                  <a:pt x="633121" y="72833"/>
                  <a:pt x="633796" y="73598"/>
                  <a:pt x="634707" y="74121"/>
                </a:cubicBezTo>
                <a:cubicBezTo>
                  <a:pt x="635617" y="74643"/>
                  <a:pt x="637316" y="74904"/>
                  <a:pt x="639804" y="74904"/>
                </a:cubicBezTo>
                <a:lnTo>
                  <a:pt x="639804" y="76905"/>
                </a:lnTo>
                <a:lnTo>
                  <a:pt x="616210" y="76905"/>
                </a:lnTo>
                <a:lnTo>
                  <a:pt x="616210" y="74904"/>
                </a:lnTo>
                <a:cubicBezTo>
                  <a:pt x="618417" y="74904"/>
                  <a:pt x="619923" y="74670"/>
                  <a:pt x="620729" y="74202"/>
                </a:cubicBezTo>
                <a:cubicBezTo>
                  <a:pt x="621535" y="73734"/>
                  <a:pt x="622165" y="72959"/>
                  <a:pt x="622621" y="71878"/>
                </a:cubicBezTo>
                <a:cubicBezTo>
                  <a:pt x="623076" y="70797"/>
                  <a:pt x="623304" y="68725"/>
                  <a:pt x="623304" y="65662"/>
                </a:cubicBezTo>
                <a:lnTo>
                  <a:pt x="623304" y="20698"/>
                </a:lnTo>
                <a:cubicBezTo>
                  <a:pt x="623304" y="15114"/>
                  <a:pt x="623181" y="11683"/>
                  <a:pt x="622936" y="10404"/>
                </a:cubicBezTo>
                <a:cubicBezTo>
                  <a:pt x="622691" y="9124"/>
                  <a:pt x="622297" y="8250"/>
                  <a:pt x="621754" y="7783"/>
                </a:cubicBezTo>
                <a:cubicBezTo>
                  <a:pt x="621211" y="7314"/>
                  <a:pt x="620519" y="7080"/>
                  <a:pt x="619678" y="7080"/>
                </a:cubicBezTo>
                <a:cubicBezTo>
                  <a:pt x="618767" y="7080"/>
                  <a:pt x="617611" y="7368"/>
                  <a:pt x="616210" y="7945"/>
                </a:cubicBezTo>
                <a:lnTo>
                  <a:pt x="615317" y="6052"/>
                </a:lnTo>
                <a:lnTo>
                  <a:pt x="629662" y="0"/>
                </a:lnTo>
                <a:lnTo>
                  <a:pt x="632027" y="0"/>
                </a:lnTo>
                <a:close/>
                <a:moveTo>
                  <a:pt x="652677" y="46078"/>
                </a:moveTo>
                <a:cubicBezTo>
                  <a:pt x="652642" y="53416"/>
                  <a:pt x="654376" y="59172"/>
                  <a:pt x="657879" y="63345"/>
                </a:cubicBezTo>
                <a:cubicBezTo>
                  <a:pt x="661382" y="67518"/>
                  <a:pt x="665498" y="69604"/>
                  <a:pt x="670227" y="69604"/>
                </a:cubicBezTo>
                <a:cubicBezTo>
                  <a:pt x="673380" y="69604"/>
                  <a:pt x="676121" y="68711"/>
                  <a:pt x="678451" y="66927"/>
                </a:cubicBezTo>
                <a:cubicBezTo>
                  <a:pt x="680780" y="65142"/>
                  <a:pt x="682733" y="62086"/>
                  <a:pt x="684310" y="57760"/>
                </a:cubicBezTo>
                <a:lnTo>
                  <a:pt x="685939" y="58841"/>
                </a:lnTo>
                <a:cubicBezTo>
                  <a:pt x="685203" y="63781"/>
                  <a:pt x="683066" y="68279"/>
                  <a:pt x="679528" y="72335"/>
                </a:cubicBezTo>
                <a:cubicBezTo>
                  <a:pt x="675990" y="76391"/>
                  <a:pt x="671558" y="78419"/>
                  <a:pt x="666234" y="78419"/>
                </a:cubicBezTo>
                <a:cubicBezTo>
                  <a:pt x="660454" y="78419"/>
                  <a:pt x="655505" y="76108"/>
                  <a:pt x="651389" y="71485"/>
                </a:cubicBezTo>
                <a:cubicBezTo>
                  <a:pt x="647273" y="66861"/>
                  <a:pt x="645215" y="60645"/>
                  <a:pt x="645215" y="52837"/>
                </a:cubicBezTo>
                <a:cubicBezTo>
                  <a:pt x="645215" y="44382"/>
                  <a:pt x="647326" y="37789"/>
                  <a:pt x="651547" y="33058"/>
                </a:cubicBezTo>
                <a:cubicBezTo>
                  <a:pt x="655768" y="28325"/>
                  <a:pt x="661067" y="25959"/>
                  <a:pt x="667442" y="25959"/>
                </a:cubicBezTo>
                <a:cubicBezTo>
                  <a:pt x="672837" y="25959"/>
                  <a:pt x="677269" y="27785"/>
                  <a:pt x="680737" y="31435"/>
                </a:cubicBezTo>
                <a:cubicBezTo>
                  <a:pt x="684205" y="35085"/>
                  <a:pt x="685939" y="39966"/>
                  <a:pt x="685939" y="46078"/>
                </a:cubicBezTo>
                <a:lnTo>
                  <a:pt x="652677" y="46078"/>
                </a:lnTo>
                <a:moveTo>
                  <a:pt x="652677" y="42941"/>
                </a:moveTo>
                <a:lnTo>
                  <a:pt x="674956" y="42941"/>
                </a:lnTo>
                <a:cubicBezTo>
                  <a:pt x="674781" y="39768"/>
                  <a:pt x="674413" y="37533"/>
                  <a:pt x="673853" y="36235"/>
                </a:cubicBezTo>
                <a:cubicBezTo>
                  <a:pt x="672977" y="34216"/>
                  <a:pt x="671672" y="32630"/>
                  <a:pt x="669938" y="31476"/>
                </a:cubicBezTo>
                <a:cubicBezTo>
                  <a:pt x="668204" y="30322"/>
                  <a:pt x="666391" y="29745"/>
                  <a:pt x="664500" y="29745"/>
                </a:cubicBezTo>
                <a:cubicBezTo>
                  <a:pt x="661592" y="29745"/>
                  <a:pt x="658991" y="30908"/>
                  <a:pt x="656696" y="33233"/>
                </a:cubicBezTo>
                <a:cubicBezTo>
                  <a:pt x="654402" y="35559"/>
                  <a:pt x="653062" y="38795"/>
                  <a:pt x="652677" y="42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4e2439b90457a"/>
          <a:stretch xmlns:a="http://schemas.openxmlformats.org/drawingml/2006/main"/>
        </p:blipFill>
        <p:spPr>
          <a:xfrm xmlns:a="http://schemas.openxmlformats.org/drawingml/2006/main">
            <a:off x="5816978" y="2731287"/>
            <a:ext cx="195909" cy="203033"/>
          </a:xfrm>
          <a:prstGeom xmlns:a="http://schemas.openxmlformats.org/drawingml/2006/main" prst="rect">
            <a:avLst/>
          </a:prstGeom>
        </p:spPr>
      </p:pic>
      <p:pic>
        <p:nvPicPr>
          <p:cNvPr id="4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d0e0ded894a45"/>
          <a:stretch xmlns:a="http://schemas.openxmlformats.org/drawingml/2006/main"/>
        </p:blipFill>
        <p:spPr>
          <a:xfrm xmlns:a="http://schemas.openxmlformats.org/drawingml/2006/main">
            <a:off x="6232507" y="2769714"/>
            <a:ext cx="246035" cy="219292"/>
          </a:xfrm>
          <a:prstGeom xmlns:a="http://schemas.openxmlformats.org/drawingml/2006/main" prst="rect">
            <a:avLst/>
          </a:prstGeom>
        </p:spPr>
      </p:pic>
      <p:pic>
        <p:nvPicPr>
          <p:cNvPr id="4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c75d6a29c4a11"/>
          <a:stretch xmlns:a="http://schemas.openxmlformats.org/drawingml/2006/main"/>
        </p:blipFill>
        <p:spPr>
          <a:xfrm xmlns:a="http://schemas.openxmlformats.org/drawingml/2006/main">
            <a:off x="6676602" y="2793499"/>
            <a:ext cx="170775" cy="174333"/>
          </a:xfrm>
          <a:prstGeom xmlns:a="http://schemas.openxmlformats.org/drawingml/2006/main" prst="rect">
            <a:avLst/>
          </a:prstGeom>
        </p:spPr>
      </p:pic>
      <p:sp>
        <p:nvSpPr>
          <p:cNvPr id="136" name="Text Token">
            <a:extLst xmlns:a="http://schemas.openxmlformats.org/drawingml/2006/main">
              <a:ext uri="{FF2B5EF4-FFF2-40B4-BE49-F238E27FC236}">
                <a16:creationId xmlns:a16="http://schemas.microsoft.com/office/drawing/2014/main" id="{564D5A0C-0C4C-4CAE-B35B-96966B7A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583" y="3018484"/>
            <a:ext cx="269796" cy="78419"/>
          </a:xfrm>
          <a:custGeom xmlns:a="http://schemas.openxmlformats.org/drawingml/2006/main">
            <a:pathLst>
              <a:path w="269796" h="78419">
                <a:moveTo>
                  <a:pt x="59010" y="3569"/>
                </a:moveTo>
                <a:lnTo>
                  <a:pt x="59798" y="20768"/>
                </a:lnTo>
                <a:lnTo>
                  <a:pt x="57801" y="20768"/>
                </a:lnTo>
                <a:cubicBezTo>
                  <a:pt x="57416" y="17739"/>
                  <a:pt x="56891" y="15576"/>
                  <a:pt x="56225" y="14278"/>
                </a:cubicBezTo>
                <a:cubicBezTo>
                  <a:pt x="55139" y="12187"/>
                  <a:pt x="53694" y="10645"/>
                  <a:pt x="51890" y="9654"/>
                </a:cubicBezTo>
                <a:cubicBezTo>
                  <a:pt x="50086" y="8662"/>
                  <a:pt x="47712" y="8166"/>
                  <a:pt x="44770" y="8166"/>
                </a:cubicBezTo>
                <a:lnTo>
                  <a:pt x="34733" y="8166"/>
                </a:lnTo>
                <a:lnTo>
                  <a:pt x="34733" y="64195"/>
                </a:lnTo>
                <a:cubicBezTo>
                  <a:pt x="34733" y="68702"/>
                  <a:pt x="35206" y="71515"/>
                  <a:pt x="36152" y="72632"/>
                </a:cubicBezTo>
                <a:cubicBezTo>
                  <a:pt x="37483" y="74147"/>
                  <a:pt x="39533" y="74904"/>
                  <a:pt x="42300" y="74904"/>
                </a:cubicBezTo>
                <a:lnTo>
                  <a:pt x="44770" y="74904"/>
                </a:lnTo>
                <a:lnTo>
                  <a:pt x="44770" y="76905"/>
                </a:lnTo>
                <a:lnTo>
                  <a:pt x="14555" y="76905"/>
                </a:lnTo>
                <a:lnTo>
                  <a:pt x="14555" y="74904"/>
                </a:lnTo>
                <a:lnTo>
                  <a:pt x="17078" y="74904"/>
                </a:lnTo>
                <a:cubicBezTo>
                  <a:pt x="20090" y="74904"/>
                  <a:pt x="22227" y="73966"/>
                  <a:pt x="23488" y="72091"/>
                </a:cubicBezTo>
                <a:cubicBezTo>
                  <a:pt x="24259" y="70938"/>
                  <a:pt x="24644" y="68306"/>
                  <a:pt x="24644" y="64195"/>
                </a:cubicBezTo>
                <a:lnTo>
                  <a:pt x="24644" y="8166"/>
                </a:lnTo>
                <a:lnTo>
                  <a:pt x="16079" y="8166"/>
                </a:lnTo>
                <a:cubicBezTo>
                  <a:pt x="12751" y="8166"/>
                  <a:pt x="10387" y="8419"/>
                  <a:pt x="8985" y="8924"/>
                </a:cubicBezTo>
                <a:cubicBezTo>
                  <a:pt x="7164" y="9609"/>
                  <a:pt x="5605" y="10925"/>
                  <a:pt x="4309" y="12872"/>
                </a:cubicBezTo>
                <a:cubicBezTo>
                  <a:pt x="3013" y="14818"/>
                  <a:pt x="2242" y="17450"/>
                  <a:pt x="1997" y="20768"/>
                </a:cubicBezTo>
                <a:lnTo>
                  <a:pt x="0" y="20768"/>
                </a:lnTo>
                <a:lnTo>
                  <a:pt x="841" y="3569"/>
                </a:lnTo>
                <a:lnTo>
                  <a:pt x="59010" y="3569"/>
                </a:lnTo>
                <a:close/>
                <a:moveTo>
                  <a:pt x="88667" y="25959"/>
                </a:moveTo>
                <a:cubicBezTo>
                  <a:pt x="95954" y="25959"/>
                  <a:pt x="101804" y="28805"/>
                  <a:pt x="106218" y="34496"/>
                </a:cubicBezTo>
                <a:cubicBezTo>
                  <a:pt x="109966" y="39358"/>
                  <a:pt x="111840" y="44941"/>
                  <a:pt x="111840" y="51244"/>
                </a:cubicBezTo>
                <a:cubicBezTo>
                  <a:pt x="111840" y="55675"/>
                  <a:pt x="110807" y="60159"/>
                  <a:pt x="108740" y="64697"/>
                </a:cubicBezTo>
                <a:cubicBezTo>
                  <a:pt x="106673" y="69235"/>
                  <a:pt x="103827" y="72656"/>
                  <a:pt x="100201" y="74961"/>
                </a:cubicBezTo>
                <a:cubicBezTo>
                  <a:pt x="96576" y="77266"/>
                  <a:pt x="92538" y="78419"/>
                  <a:pt x="88089" y="78419"/>
                </a:cubicBezTo>
                <a:cubicBezTo>
                  <a:pt x="80838" y="78419"/>
                  <a:pt x="75075" y="75447"/>
                  <a:pt x="70801" y="69504"/>
                </a:cubicBezTo>
                <a:cubicBezTo>
                  <a:pt x="67193" y="64498"/>
                  <a:pt x="65389" y="58880"/>
                  <a:pt x="65389" y="52649"/>
                </a:cubicBezTo>
                <a:cubicBezTo>
                  <a:pt x="65389" y="48111"/>
                  <a:pt x="66484" y="43599"/>
                  <a:pt x="68673" y="39115"/>
                </a:cubicBezTo>
                <a:cubicBezTo>
                  <a:pt x="70863" y="34631"/>
                  <a:pt x="73744" y="31317"/>
                  <a:pt x="77317" y="29174"/>
                </a:cubicBezTo>
                <a:cubicBezTo>
                  <a:pt x="80890" y="27031"/>
                  <a:pt x="84674" y="25959"/>
                  <a:pt x="88667" y="25959"/>
                </a:cubicBezTo>
                <a:moveTo>
                  <a:pt x="87038" y="29529"/>
                </a:moveTo>
                <a:cubicBezTo>
                  <a:pt x="85182" y="29529"/>
                  <a:pt x="83316" y="30096"/>
                  <a:pt x="81442" y="31231"/>
                </a:cubicBezTo>
                <a:cubicBezTo>
                  <a:pt x="79568" y="32365"/>
                  <a:pt x="78053" y="34355"/>
                  <a:pt x="76897" y="37200"/>
                </a:cubicBezTo>
                <a:cubicBezTo>
                  <a:pt x="75741" y="40045"/>
                  <a:pt x="75163" y="43700"/>
                  <a:pt x="75163" y="48165"/>
                </a:cubicBezTo>
                <a:cubicBezTo>
                  <a:pt x="75163" y="55367"/>
                  <a:pt x="76555" y="61579"/>
                  <a:pt x="79340" y="66802"/>
                </a:cubicBezTo>
                <a:cubicBezTo>
                  <a:pt x="82125" y="72023"/>
                  <a:pt x="85795" y="74633"/>
                  <a:pt x="90349" y="74633"/>
                </a:cubicBezTo>
                <a:cubicBezTo>
                  <a:pt x="93747" y="74633"/>
                  <a:pt x="96549" y="73193"/>
                  <a:pt x="98756" y="70312"/>
                </a:cubicBezTo>
                <a:cubicBezTo>
                  <a:pt x="100963" y="67431"/>
                  <a:pt x="102067" y="62479"/>
                  <a:pt x="102067" y="55458"/>
                </a:cubicBezTo>
                <a:cubicBezTo>
                  <a:pt x="102067" y="46671"/>
                  <a:pt x="100228" y="39756"/>
                  <a:pt x="96549" y="34714"/>
                </a:cubicBezTo>
                <a:cubicBezTo>
                  <a:pt x="94062" y="31257"/>
                  <a:pt x="90892" y="29529"/>
                  <a:pt x="87038" y="29529"/>
                </a:cubicBezTo>
                <a:close/>
                <a:moveTo>
                  <a:pt x="133174" y="0"/>
                </a:moveTo>
                <a:lnTo>
                  <a:pt x="133174" y="49269"/>
                </a:lnTo>
                <a:lnTo>
                  <a:pt x="145418" y="37803"/>
                </a:lnTo>
                <a:cubicBezTo>
                  <a:pt x="148010" y="35352"/>
                  <a:pt x="149516" y="33801"/>
                  <a:pt x="149937" y="33152"/>
                </a:cubicBezTo>
                <a:cubicBezTo>
                  <a:pt x="150217" y="32720"/>
                  <a:pt x="150357" y="32287"/>
                  <a:pt x="150357" y="31854"/>
                </a:cubicBezTo>
                <a:cubicBezTo>
                  <a:pt x="150357" y="31133"/>
                  <a:pt x="150068" y="30511"/>
                  <a:pt x="149490" y="29989"/>
                </a:cubicBezTo>
                <a:cubicBezTo>
                  <a:pt x="148912" y="29466"/>
                  <a:pt x="147958" y="29168"/>
                  <a:pt x="146626" y="29096"/>
                </a:cubicBezTo>
                <a:lnTo>
                  <a:pt x="146626" y="27366"/>
                </a:lnTo>
                <a:lnTo>
                  <a:pt x="167540" y="27366"/>
                </a:lnTo>
                <a:lnTo>
                  <a:pt x="167540" y="29096"/>
                </a:lnTo>
                <a:cubicBezTo>
                  <a:pt x="164667" y="29168"/>
                  <a:pt x="162277" y="29619"/>
                  <a:pt x="160367" y="30448"/>
                </a:cubicBezTo>
                <a:cubicBezTo>
                  <a:pt x="158458" y="31277"/>
                  <a:pt x="156365" y="32756"/>
                  <a:pt x="154088" y="34883"/>
                </a:cubicBezTo>
                <a:lnTo>
                  <a:pt x="141740" y="46619"/>
                </a:lnTo>
                <a:lnTo>
                  <a:pt x="154088" y="62651"/>
                </a:lnTo>
                <a:cubicBezTo>
                  <a:pt x="157521" y="67076"/>
                  <a:pt x="159833" y="69883"/>
                  <a:pt x="161024" y="71071"/>
                </a:cubicBezTo>
                <a:cubicBezTo>
                  <a:pt x="162706" y="72762"/>
                  <a:pt x="164177" y="73860"/>
                  <a:pt x="165438" y="74365"/>
                </a:cubicBezTo>
                <a:cubicBezTo>
                  <a:pt x="166314" y="74724"/>
                  <a:pt x="167838" y="74904"/>
                  <a:pt x="170010" y="74904"/>
                </a:cubicBezTo>
                <a:lnTo>
                  <a:pt x="170010" y="76905"/>
                </a:lnTo>
                <a:lnTo>
                  <a:pt x="146626" y="76905"/>
                </a:lnTo>
                <a:lnTo>
                  <a:pt x="146626" y="74904"/>
                </a:lnTo>
                <a:cubicBezTo>
                  <a:pt x="147958" y="74868"/>
                  <a:pt x="148860" y="74661"/>
                  <a:pt x="149333" y="74283"/>
                </a:cubicBezTo>
                <a:cubicBezTo>
                  <a:pt x="149805" y="73905"/>
                  <a:pt x="150042" y="73374"/>
                  <a:pt x="150042" y="72691"/>
                </a:cubicBezTo>
                <a:cubicBezTo>
                  <a:pt x="150042" y="71863"/>
                  <a:pt x="149341" y="70532"/>
                  <a:pt x="147940" y="68698"/>
                </a:cubicBezTo>
                <a:lnTo>
                  <a:pt x="133174" y="49323"/>
                </a:lnTo>
                <a:lnTo>
                  <a:pt x="133174" y="65728"/>
                </a:lnTo>
                <a:cubicBezTo>
                  <a:pt x="133174" y="68930"/>
                  <a:pt x="133393" y="71036"/>
                  <a:pt x="133831" y="72044"/>
                </a:cubicBezTo>
                <a:cubicBezTo>
                  <a:pt x="134269" y="73051"/>
                  <a:pt x="134891" y="73771"/>
                  <a:pt x="135697" y="74202"/>
                </a:cubicBezTo>
                <a:cubicBezTo>
                  <a:pt x="136502" y="74634"/>
                  <a:pt x="138254" y="74868"/>
                  <a:pt x="140951" y="74904"/>
                </a:cubicBezTo>
                <a:lnTo>
                  <a:pt x="140951" y="76905"/>
                </a:lnTo>
                <a:lnTo>
                  <a:pt x="116465" y="76905"/>
                </a:lnTo>
                <a:lnTo>
                  <a:pt x="116465" y="74904"/>
                </a:lnTo>
                <a:cubicBezTo>
                  <a:pt x="118917" y="74904"/>
                  <a:pt x="120756" y="74597"/>
                  <a:pt x="121982" y="73984"/>
                </a:cubicBezTo>
                <a:cubicBezTo>
                  <a:pt x="122718" y="73589"/>
                  <a:pt x="123278" y="72976"/>
                  <a:pt x="123663" y="72147"/>
                </a:cubicBezTo>
                <a:cubicBezTo>
                  <a:pt x="124189" y="70959"/>
                  <a:pt x="124452" y="68905"/>
                  <a:pt x="124452" y="65987"/>
                </a:cubicBezTo>
                <a:lnTo>
                  <a:pt x="124452" y="20915"/>
                </a:lnTo>
                <a:cubicBezTo>
                  <a:pt x="124452" y="15186"/>
                  <a:pt x="124329" y="11683"/>
                  <a:pt x="124084" y="10404"/>
                </a:cubicBezTo>
                <a:cubicBezTo>
                  <a:pt x="123839" y="9124"/>
                  <a:pt x="123436" y="8241"/>
                  <a:pt x="122875" y="7756"/>
                </a:cubicBezTo>
                <a:cubicBezTo>
                  <a:pt x="122315" y="7269"/>
                  <a:pt x="121579" y="7026"/>
                  <a:pt x="120668" y="7026"/>
                </a:cubicBezTo>
                <a:cubicBezTo>
                  <a:pt x="119933" y="7026"/>
                  <a:pt x="118829" y="7332"/>
                  <a:pt x="117358" y="7945"/>
                </a:cubicBezTo>
                <a:lnTo>
                  <a:pt x="116465" y="6052"/>
                </a:lnTo>
                <a:lnTo>
                  <a:pt x="130757" y="0"/>
                </a:lnTo>
                <a:lnTo>
                  <a:pt x="133174" y="0"/>
                </a:lnTo>
                <a:close/>
                <a:moveTo>
                  <a:pt x="180835" y="46078"/>
                </a:moveTo>
                <a:cubicBezTo>
                  <a:pt x="180800" y="53416"/>
                  <a:pt x="182534" y="59172"/>
                  <a:pt x="186037" y="63345"/>
                </a:cubicBezTo>
                <a:cubicBezTo>
                  <a:pt x="189540" y="67518"/>
                  <a:pt x="193656" y="69604"/>
                  <a:pt x="198385" y="69604"/>
                </a:cubicBezTo>
                <a:cubicBezTo>
                  <a:pt x="201538" y="69604"/>
                  <a:pt x="204279" y="68711"/>
                  <a:pt x="206609" y="66927"/>
                </a:cubicBezTo>
                <a:cubicBezTo>
                  <a:pt x="208938" y="65142"/>
                  <a:pt x="210891" y="62086"/>
                  <a:pt x="212468" y="57760"/>
                </a:cubicBezTo>
                <a:lnTo>
                  <a:pt x="214097" y="58841"/>
                </a:lnTo>
                <a:cubicBezTo>
                  <a:pt x="213361" y="63781"/>
                  <a:pt x="211224" y="68279"/>
                  <a:pt x="207686" y="72335"/>
                </a:cubicBezTo>
                <a:cubicBezTo>
                  <a:pt x="204148" y="76391"/>
                  <a:pt x="199716" y="78419"/>
                  <a:pt x="194392" y="78419"/>
                </a:cubicBezTo>
                <a:cubicBezTo>
                  <a:pt x="188612" y="78419"/>
                  <a:pt x="183663" y="76108"/>
                  <a:pt x="179547" y="71485"/>
                </a:cubicBezTo>
                <a:cubicBezTo>
                  <a:pt x="175431" y="66861"/>
                  <a:pt x="173373" y="60645"/>
                  <a:pt x="173373" y="52837"/>
                </a:cubicBezTo>
                <a:cubicBezTo>
                  <a:pt x="173373" y="44382"/>
                  <a:pt x="175484" y="37789"/>
                  <a:pt x="179705" y="33058"/>
                </a:cubicBezTo>
                <a:cubicBezTo>
                  <a:pt x="183926" y="28325"/>
                  <a:pt x="189225" y="25959"/>
                  <a:pt x="195600" y="25959"/>
                </a:cubicBezTo>
                <a:cubicBezTo>
                  <a:pt x="200995" y="25959"/>
                  <a:pt x="205426" y="27785"/>
                  <a:pt x="208895" y="31435"/>
                </a:cubicBezTo>
                <a:cubicBezTo>
                  <a:pt x="212363" y="35085"/>
                  <a:pt x="214097" y="39966"/>
                  <a:pt x="214097" y="46078"/>
                </a:cubicBezTo>
                <a:lnTo>
                  <a:pt x="180835" y="46078"/>
                </a:lnTo>
                <a:moveTo>
                  <a:pt x="180835" y="42941"/>
                </a:moveTo>
                <a:lnTo>
                  <a:pt x="203114" y="42941"/>
                </a:lnTo>
                <a:cubicBezTo>
                  <a:pt x="202939" y="39768"/>
                  <a:pt x="202571" y="37533"/>
                  <a:pt x="202011" y="36235"/>
                </a:cubicBezTo>
                <a:cubicBezTo>
                  <a:pt x="201135" y="34216"/>
                  <a:pt x="199830" y="32630"/>
                  <a:pt x="198096" y="31476"/>
                </a:cubicBezTo>
                <a:cubicBezTo>
                  <a:pt x="196362" y="30322"/>
                  <a:pt x="194549" y="29745"/>
                  <a:pt x="192658" y="29745"/>
                </a:cubicBezTo>
                <a:cubicBezTo>
                  <a:pt x="189750" y="29745"/>
                  <a:pt x="187149" y="30908"/>
                  <a:pt x="184854" y="33233"/>
                </a:cubicBezTo>
                <a:cubicBezTo>
                  <a:pt x="182560" y="35559"/>
                  <a:pt x="181220" y="38795"/>
                  <a:pt x="180835" y="42941"/>
                </a:cubicBezTo>
                <a:close/>
                <a:moveTo>
                  <a:pt x="233854" y="36451"/>
                </a:moveTo>
                <a:cubicBezTo>
                  <a:pt x="239494" y="29457"/>
                  <a:pt x="244871" y="25959"/>
                  <a:pt x="249986" y="25959"/>
                </a:cubicBezTo>
                <a:cubicBezTo>
                  <a:pt x="252613" y="25959"/>
                  <a:pt x="254873" y="26634"/>
                  <a:pt x="256764" y="27984"/>
                </a:cubicBezTo>
                <a:cubicBezTo>
                  <a:pt x="258656" y="29333"/>
                  <a:pt x="260162" y="31554"/>
                  <a:pt x="261283" y="34648"/>
                </a:cubicBezTo>
                <a:cubicBezTo>
                  <a:pt x="262054" y="36806"/>
                  <a:pt x="262439" y="40115"/>
                  <a:pt x="262439" y="44577"/>
                </a:cubicBezTo>
                <a:lnTo>
                  <a:pt x="262439" y="65676"/>
                </a:lnTo>
                <a:cubicBezTo>
                  <a:pt x="262439" y="68806"/>
                  <a:pt x="262685" y="70929"/>
                  <a:pt x="263175" y="72044"/>
                </a:cubicBezTo>
                <a:cubicBezTo>
                  <a:pt x="263560" y="72943"/>
                  <a:pt x="264182" y="73645"/>
                  <a:pt x="265040" y="74148"/>
                </a:cubicBezTo>
                <a:cubicBezTo>
                  <a:pt x="265899" y="74652"/>
                  <a:pt x="267484" y="74904"/>
                  <a:pt x="269796" y="74904"/>
                </a:cubicBezTo>
                <a:lnTo>
                  <a:pt x="269796" y="76905"/>
                </a:lnTo>
                <a:lnTo>
                  <a:pt x="245992" y="76905"/>
                </a:lnTo>
                <a:lnTo>
                  <a:pt x="245992" y="74904"/>
                </a:lnTo>
                <a:lnTo>
                  <a:pt x="246991" y="74904"/>
                </a:lnTo>
                <a:cubicBezTo>
                  <a:pt x="249233" y="74904"/>
                  <a:pt x="250800" y="74554"/>
                  <a:pt x="251694" y="73854"/>
                </a:cubicBezTo>
                <a:cubicBezTo>
                  <a:pt x="252587" y="73154"/>
                  <a:pt x="253209" y="72124"/>
                  <a:pt x="253559" y="70761"/>
                </a:cubicBezTo>
                <a:cubicBezTo>
                  <a:pt x="253699" y="70223"/>
                  <a:pt x="253769" y="68537"/>
                  <a:pt x="253769" y="65703"/>
                </a:cubicBezTo>
                <a:lnTo>
                  <a:pt x="253769" y="45525"/>
                </a:lnTo>
                <a:cubicBezTo>
                  <a:pt x="253769" y="41042"/>
                  <a:pt x="253200" y="37787"/>
                  <a:pt x="252061" y="35760"/>
                </a:cubicBezTo>
                <a:cubicBezTo>
                  <a:pt x="250923" y="33733"/>
                  <a:pt x="249005" y="32720"/>
                  <a:pt x="246308" y="32720"/>
                </a:cubicBezTo>
                <a:cubicBezTo>
                  <a:pt x="242139" y="32720"/>
                  <a:pt x="237988" y="35051"/>
                  <a:pt x="233854" y="39715"/>
                </a:cubicBezTo>
                <a:lnTo>
                  <a:pt x="233854" y="65703"/>
                </a:lnTo>
                <a:cubicBezTo>
                  <a:pt x="233854" y="69039"/>
                  <a:pt x="234047" y="71102"/>
                  <a:pt x="234432" y="71890"/>
                </a:cubicBezTo>
                <a:cubicBezTo>
                  <a:pt x="234922" y="72930"/>
                  <a:pt x="235597" y="73692"/>
                  <a:pt x="236455" y="74177"/>
                </a:cubicBezTo>
                <a:cubicBezTo>
                  <a:pt x="237313" y="74661"/>
                  <a:pt x="239056" y="74904"/>
                  <a:pt x="241683" y="74904"/>
                </a:cubicBezTo>
                <a:lnTo>
                  <a:pt x="241683" y="76905"/>
                </a:lnTo>
                <a:lnTo>
                  <a:pt x="217880" y="76905"/>
                </a:lnTo>
                <a:lnTo>
                  <a:pt x="217880" y="74904"/>
                </a:lnTo>
                <a:lnTo>
                  <a:pt x="218931" y="74904"/>
                </a:lnTo>
                <a:cubicBezTo>
                  <a:pt x="221383" y="74904"/>
                  <a:pt x="223038" y="74265"/>
                  <a:pt x="223896" y="72989"/>
                </a:cubicBezTo>
                <a:cubicBezTo>
                  <a:pt x="224755" y="71711"/>
                  <a:pt x="225184" y="69274"/>
                  <a:pt x="225184" y="65676"/>
                </a:cubicBezTo>
                <a:lnTo>
                  <a:pt x="225184" y="47329"/>
                </a:lnTo>
                <a:cubicBezTo>
                  <a:pt x="225184" y="41393"/>
                  <a:pt x="225052" y="37778"/>
                  <a:pt x="224790" y="36483"/>
                </a:cubicBezTo>
                <a:cubicBezTo>
                  <a:pt x="224527" y="35188"/>
                  <a:pt x="224124" y="34306"/>
                  <a:pt x="223581" y="33838"/>
                </a:cubicBezTo>
                <a:cubicBezTo>
                  <a:pt x="223038" y="33371"/>
                  <a:pt x="222311" y="33137"/>
                  <a:pt x="221400" y="33137"/>
                </a:cubicBezTo>
                <a:cubicBezTo>
                  <a:pt x="220420" y="33137"/>
                  <a:pt x="219246" y="33407"/>
                  <a:pt x="217880" y="33947"/>
                </a:cubicBezTo>
                <a:lnTo>
                  <a:pt x="217092" y="32003"/>
                </a:lnTo>
                <a:lnTo>
                  <a:pt x="231594" y="25959"/>
                </a:lnTo>
                <a:lnTo>
                  <a:pt x="233854" y="25959"/>
                </a:lnTo>
                <a:lnTo>
                  <a:pt x="233854" y="36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65af85bf14f7e"/>
          <a:stretch xmlns:a="http://schemas.openxmlformats.org/drawingml/2006/main"/>
        </p:blipFill>
        <p:spPr>
          <a:xfrm xmlns:a="http://schemas.openxmlformats.org/drawingml/2006/main">
            <a:off x="5447101" y="2771649"/>
            <a:ext cx="171518" cy="176878"/>
          </a:xfrm>
          <a:prstGeom xmlns:a="http://schemas.openxmlformats.org/drawingml/2006/main" prst="rect">
            <a:avLst/>
          </a:prstGeom>
        </p:spPr>
      </p:pic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24C05A-08AD-4127-9F96-23DFA7A9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882" y="2818060"/>
            <a:ext cx="124944" cy="110760"/>
          </a:xfrm>
          <a:custGeom xmlns:a="http://schemas.openxmlformats.org/drawingml/2006/main">
            <a:pathLst>
              <a:path w="124944" h="110760">
                <a:moveTo>
                  <a:pt x="0" y="50765"/>
                </a:moveTo>
                <a:lnTo>
                  <a:pt x="0" y="59995"/>
                </a:lnTo>
                <a:lnTo>
                  <a:pt x="50211" y="59995"/>
                </a:lnTo>
                <a:lnTo>
                  <a:pt x="17328" y="110760"/>
                </a:lnTo>
                <a:lnTo>
                  <a:pt x="124944" y="55382"/>
                </a:lnTo>
                <a:lnTo>
                  <a:pt x="17330" y="0"/>
                </a:lnTo>
                <a:lnTo>
                  <a:pt x="50211" y="50765"/>
                </a:lnTo>
                <a:lnTo>
                  <a:pt x="0" y="507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09F63-9EEF-4404-9B04-E6D589B2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449" y="2829118"/>
            <a:ext cx="160410" cy="110760"/>
          </a:xfrm>
          <a:custGeom xmlns:a="http://schemas.openxmlformats.org/drawingml/2006/main">
            <a:pathLst>
              <a:path w="160410" h="110760">
                <a:moveTo>
                  <a:pt x="0" y="50765"/>
                </a:moveTo>
                <a:lnTo>
                  <a:pt x="0" y="59995"/>
                </a:lnTo>
                <a:lnTo>
                  <a:pt x="85677" y="59995"/>
                </a:lnTo>
                <a:lnTo>
                  <a:pt x="52795" y="110760"/>
                </a:lnTo>
                <a:lnTo>
                  <a:pt x="160410" y="55382"/>
                </a:lnTo>
                <a:lnTo>
                  <a:pt x="52795" y="0"/>
                </a:lnTo>
                <a:lnTo>
                  <a:pt x="85677" y="50765"/>
                </a:lnTo>
                <a:lnTo>
                  <a:pt x="0" y="507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38690-2641-4014-8156-339790A7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992" y="2843686"/>
            <a:ext cx="160409" cy="110760"/>
          </a:xfrm>
          <a:custGeom xmlns:a="http://schemas.openxmlformats.org/drawingml/2006/main">
            <a:pathLst>
              <a:path w="160409" h="110760">
                <a:moveTo>
                  <a:pt x="0" y="50765"/>
                </a:moveTo>
                <a:lnTo>
                  <a:pt x="0" y="59995"/>
                </a:lnTo>
                <a:lnTo>
                  <a:pt x="85675" y="59995"/>
                </a:lnTo>
                <a:lnTo>
                  <a:pt x="52793" y="110760"/>
                </a:lnTo>
                <a:lnTo>
                  <a:pt x="160409" y="55382"/>
                </a:lnTo>
                <a:lnTo>
                  <a:pt x="52795" y="0"/>
                </a:lnTo>
                <a:lnTo>
                  <a:pt x="85676" y="50765"/>
                </a:lnTo>
                <a:lnTo>
                  <a:pt x="0" y="507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c11f435eb4fa7"/>
          <a:stretch xmlns:a="http://schemas.openxmlformats.org/drawingml/2006/main"/>
        </p:blipFill>
        <p:spPr>
          <a:xfrm xmlns:a="http://schemas.openxmlformats.org/drawingml/2006/main">
            <a:off x="6934396" y="2811748"/>
            <a:ext cx="235234" cy="242363"/>
          </a:xfrm>
          <a:prstGeom xmlns:a="http://schemas.openxmlformats.org/drawingml/2006/main" prst="rect">
            <a:avLst/>
          </a:prstGeom>
        </p:spPr>
      </p:pic>
      <p:sp>
        <p:nvSpPr>
          <p:cNvPr id="142" name="Text Original">
            <a:extLst xmlns:a="http://schemas.openxmlformats.org/drawingml/2006/main">
              <a:ext uri="{FF2B5EF4-FFF2-40B4-BE49-F238E27FC236}">
                <a16:creationId xmlns:a16="http://schemas.microsoft.com/office/drawing/2014/main" id="{9C5D8814-55B7-4321-AD2A-24754A71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958" y="2792530"/>
            <a:ext cx="351233" cy="100809"/>
          </a:xfrm>
          <a:custGeom xmlns:a="http://schemas.openxmlformats.org/drawingml/2006/main">
            <a:pathLst>
              <a:path w="351233" h="100809">
                <a:moveTo>
                  <a:pt x="35574" y="1947"/>
                </a:moveTo>
                <a:cubicBezTo>
                  <a:pt x="44822" y="1947"/>
                  <a:pt x="52836" y="5556"/>
                  <a:pt x="59614" y="12775"/>
                </a:cubicBezTo>
                <a:cubicBezTo>
                  <a:pt x="66393" y="19994"/>
                  <a:pt x="69782" y="29004"/>
                  <a:pt x="69782" y="39804"/>
                </a:cubicBezTo>
                <a:cubicBezTo>
                  <a:pt x="69782" y="50930"/>
                  <a:pt x="66367" y="60165"/>
                  <a:pt x="59536" y="67510"/>
                </a:cubicBezTo>
                <a:cubicBezTo>
                  <a:pt x="52704" y="74855"/>
                  <a:pt x="44437" y="78527"/>
                  <a:pt x="34733" y="78527"/>
                </a:cubicBezTo>
                <a:cubicBezTo>
                  <a:pt x="24925" y="78527"/>
                  <a:pt x="16684" y="74945"/>
                  <a:pt x="10010" y="67780"/>
                </a:cubicBezTo>
                <a:cubicBezTo>
                  <a:pt x="3337" y="60615"/>
                  <a:pt x="0" y="51344"/>
                  <a:pt x="0" y="39967"/>
                </a:cubicBezTo>
                <a:cubicBezTo>
                  <a:pt x="0" y="28338"/>
                  <a:pt x="3853" y="18851"/>
                  <a:pt x="11560" y="11506"/>
                </a:cubicBezTo>
                <a:cubicBezTo>
                  <a:pt x="18251" y="5133"/>
                  <a:pt x="26256" y="1947"/>
                  <a:pt x="35574" y="1947"/>
                </a:cubicBezTo>
                <a:moveTo>
                  <a:pt x="34576" y="5949"/>
                </a:moveTo>
                <a:cubicBezTo>
                  <a:pt x="28200" y="5949"/>
                  <a:pt x="23086" y="8379"/>
                  <a:pt x="19232" y="13238"/>
                </a:cubicBezTo>
                <a:cubicBezTo>
                  <a:pt x="14433" y="19286"/>
                  <a:pt x="12033" y="28142"/>
                  <a:pt x="12033" y="39806"/>
                </a:cubicBezTo>
                <a:cubicBezTo>
                  <a:pt x="12033" y="51757"/>
                  <a:pt x="14520" y="60955"/>
                  <a:pt x="19495" y="67398"/>
                </a:cubicBezTo>
                <a:cubicBezTo>
                  <a:pt x="23313" y="72294"/>
                  <a:pt x="28358" y="74742"/>
                  <a:pt x="34628" y="74742"/>
                </a:cubicBezTo>
                <a:cubicBezTo>
                  <a:pt x="41319" y="74742"/>
                  <a:pt x="46845" y="72060"/>
                  <a:pt x="51207" y="66697"/>
                </a:cubicBezTo>
                <a:cubicBezTo>
                  <a:pt x="55568" y="61333"/>
                  <a:pt x="57749" y="52873"/>
                  <a:pt x="57749" y="41317"/>
                </a:cubicBezTo>
                <a:cubicBezTo>
                  <a:pt x="57749" y="28790"/>
                  <a:pt x="55349" y="19449"/>
                  <a:pt x="50550" y="13292"/>
                </a:cubicBezTo>
                <a:cubicBezTo>
                  <a:pt x="46697" y="8397"/>
                  <a:pt x="41372" y="5949"/>
                  <a:pt x="34576" y="5949"/>
                </a:cubicBezTo>
                <a:close/>
                <a:moveTo>
                  <a:pt x="92135" y="25959"/>
                </a:moveTo>
                <a:lnTo>
                  <a:pt x="92135" y="37100"/>
                </a:lnTo>
                <a:cubicBezTo>
                  <a:pt x="96164" y="29673"/>
                  <a:pt x="100298" y="25959"/>
                  <a:pt x="104536" y="25959"/>
                </a:cubicBezTo>
                <a:cubicBezTo>
                  <a:pt x="106463" y="25959"/>
                  <a:pt x="108057" y="26563"/>
                  <a:pt x="109318" y="27771"/>
                </a:cubicBezTo>
                <a:cubicBezTo>
                  <a:pt x="110579" y="28979"/>
                  <a:pt x="111210" y="30376"/>
                  <a:pt x="111210" y="31963"/>
                </a:cubicBezTo>
                <a:cubicBezTo>
                  <a:pt x="111210" y="33369"/>
                  <a:pt x="110754" y="34558"/>
                  <a:pt x="109844" y="35532"/>
                </a:cubicBezTo>
                <a:cubicBezTo>
                  <a:pt x="108933" y="36505"/>
                  <a:pt x="107847" y="36992"/>
                  <a:pt x="106586" y="36992"/>
                </a:cubicBezTo>
                <a:cubicBezTo>
                  <a:pt x="105360" y="36992"/>
                  <a:pt x="103985" y="36370"/>
                  <a:pt x="102461" y="35126"/>
                </a:cubicBezTo>
                <a:cubicBezTo>
                  <a:pt x="100937" y="33882"/>
                  <a:pt x="99807" y="33261"/>
                  <a:pt x="99072" y="33261"/>
                </a:cubicBezTo>
                <a:cubicBezTo>
                  <a:pt x="98441" y="33261"/>
                  <a:pt x="97758" y="33620"/>
                  <a:pt x="97022" y="34339"/>
                </a:cubicBezTo>
                <a:cubicBezTo>
                  <a:pt x="95446" y="35814"/>
                  <a:pt x="93817" y="38241"/>
                  <a:pt x="92135" y="41621"/>
                </a:cubicBezTo>
                <a:lnTo>
                  <a:pt x="92135" y="65302"/>
                </a:lnTo>
                <a:cubicBezTo>
                  <a:pt x="92135" y="68035"/>
                  <a:pt x="92468" y="70102"/>
                  <a:pt x="93134" y="71505"/>
                </a:cubicBezTo>
                <a:cubicBezTo>
                  <a:pt x="93589" y="72476"/>
                  <a:pt x="94395" y="73286"/>
                  <a:pt x="95551" y="73934"/>
                </a:cubicBezTo>
                <a:cubicBezTo>
                  <a:pt x="96707" y="74580"/>
                  <a:pt x="98371" y="74904"/>
                  <a:pt x="100543" y="74904"/>
                </a:cubicBezTo>
                <a:lnTo>
                  <a:pt x="100543" y="76905"/>
                </a:lnTo>
                <a:lnTo>
                  <a:pt x="75898" y="76905"/>
                </a:lnTo>
                <a:lnTo>
                  <a:pt x="75898" y="74904"/>
                </a:lnTo>
                <a:cubicBezTo>
                  <a:pt x="78351" y="74904"/>
                  <a:pt x="80172" y="74508"/>
                  <a:pt x="81363" y="73717"/>
                </a:cubicBezTo>
                <a:cubicBezTo>
                  <a:pt x="82239" y="73142"/>
                  <a:pt x="82852" y="72224"/>
                  <a:pt x="83202" y="70964"/>
                </a:cubicBezTo>
                <a:cubicBezTo>
                  <a:pt x="83378" y="70352"/>
                  <a:pt x="83465" y="68608"/>
                  <a:pt x="83465" y="65730"/>
                </a:cubicBezTo>
                <a:lnTo>
                  <a:pt x="83465" y="46573"/>
                </a:lnTo>
                <a:cubicBezTo>
                  <a:pt x="83465" y="40817"/>
                  <a:pt x="83351" y="37390"/>
                  <a:pt x="83124" y="36294"/>
                </a:cubicBezTo>
                <a:cubicBezTo>
                  <a:pt x="82896" y="35197"/>
                  <a:pt x="82476" y="34396"/>
                  <a:pt x="81863" y="33893"/>
                </a:cubicBezTo>
                <a:cubicBezTo>
                  <a:pt x="81249" y="33389"/>
                  <a:pt x="80488" y="33137"/>
                  <a:pt x="79577" y="33137"/>
                </a:cubicBezTo>
                <a:cubicBezTo>
                  <a:pt x="78491" y="33137"/>
                  <a:pt x="77265" y="33407"/>
                  <a:pt x="75898" y="33947"/>
                </a:cubicBezTo>
                <a:lnTo>
                  <a:pt x="75373" y="32003"/>
                </a:lnTo>
                <a:lnTo>
                  <a:pt x="89928" y="25959"/>
                </a:lnTo>
                <a:lnTo>
                  <a:pt x="92135" y="25959"/>
                </a:lnTo>
                <a:close/>
                <a:moveTo>
                  <a:pt x="126165" y="0"/>
                </a:moveTo>
                <a:cubicBezTo>
                  <a:pt x="127636" y="0"/>
                  <a:pt x="128889" y="535"/>
                  <a:pt x="129922" y="1604"/>
                </a:cubicBezTo>
                <a:cubicBezTo>
                  <a:pt x="130956" y="2672"/>
                  <a:pt x="131472" y="3967"/>
                  <a:pt x="131472" y="5489"/>
                </a:cubicBezTo>
                <a:cubicBezTo>
                  <a:pt x="131472" y="7012"/>
                  <a:pt x="130956" y="8316"/>
                  <a:pt x="129922" y="9404"/>
                </a:cubicBezTo>
                <a:cubicBezTo>
                  <a:pt x="128889" y="10490"/>
                  <a:pt x="127636" y="11033"/>
                  <a:pt x="126165" y="11033"/>
                </a:cubicBezTo>
                <a:cubicBezTo>
                  <a:pt x="124694" y="11033"/>
                  <a:pt x="123433" y="10490"/>
                  <a:pt x="122382" y="9404"/>
                </a:cubicBezTo>
                <a:cubicBezTo>
                  <a:pt x="121331" y="8316"/>
                  <a:pt x="120805" y="7012"/>
                  <a:pt x="120805" y="5489"/>
                </a:cubicBezTo>
                <a:cubicBezTo>
                  <a:pt x="120805" y="3967"/>
                  <a:pt x="121322" y="2672"/>
                  <a:pt x="122355" y="1604"/>
                </a:cubicBezTo>
                <a:cubicBezTo>
                  <a:pt x="123389" y="535"/>
                  <a:pt x="124659" y="0"/>
                  <a:pt x="126165" y="0"/>
                </a:cubicBezTo>
                <a:moveTo>
                  <a:pt x="130526" y="25959"/>
                </a:moveTo>
                <a:lnTo>
                  <a:pt x="130526" y="65676"/>
                </a:lnTo>
                <a:cubicBezTo>
                  <a:pt x="130526" y="68770"/>
                  <a:pt x="130745" y="70830"/>
                  <a:pt x="131183" y="71855"/>
                </a:cubicBezTo>
                <a:cubicBezTo>
                  <a:pt x="131621" y="72880"/>
                  <a:pt x="132269" y="73645"/>
                  <a:pt x="133127" y="74148"/>
                </a:cubicBezTo>
                <a:cubicBezTo>
                  <a:pt x="133986" y="74652"/>
                  <a:pt x="135553" y="74904"/>
                  <a:pt x="137830" y="74904"/>
                </a:cubicBezTo>
                <a:lnTo>
                  <a:pt x="137830" y="76905"/>
                </a:lnTo>
                <a:lnTo>
                  <a:pt x="114447" y="76905"/>
                </a:lnTo>
                <a:lnTo>
                  <a:pt x="114447" y="74904"/>
                </a:lnTo>
                <a:cubicBezTo>
                  <a:pt x="116794" y="74904"/>
                  <a:pt x="118371" y="74670"/>
                  <a:pt x="119176" y="74202"/>
                </a:cubicBezTo>
                <a:cubicBezTo>
                  <a:pt x="119982" y="73735"/>
                  <a:pt x="120621" y="72961"/>
                  <a:pt x="121094" y="71882"/>
                </a:cubicBezTo>
                <a:cubicBezTo>
                  <a:pt x="121567" y="70803"/>
                  <a:pt x="121804" y="68734"/>
                  <a:pt x="121804" y="65676"/>
                </a:cubicBezTo>
                <a:lnTo>
                  <a:pt x="121804" y="46627"/>
                </a:lnTo>
                <a:cubicBezTo>
                  <a:pt x="121804" y="41266"/>
                  <a:pt x="121646" y="37795"/>
                  <a:pt x="121331" y="36213"/>
                </a:cubicBezTo>
                <a:cubicBezTo>
                  <a:pt x="121086" y="35062"/>
                  <a:pt x="120700" y="34261"/>
                  <a:pt x="120175" y="33811"/>
                </a:cubicBezTo>
                <a:cubicBezTo>
                  <a:pt x="119649" y="33362"/>
                  <a:pt x="118931" y="33137"/>
                  <a:pt x="118020" y="33137"/>
                </a:cubicBezTo>
                <a:cubicBezTo>
                  <a:pt x="117039" y="33137"/>
                  <a:pt x="115848" y="33407"/>
                  <a:pt x="114447" y="33947"/>
                </a:cubicBezTo>
                <a:lnTo>
                  <a:pt x="113711" y="32003"/>
                </a:lnTo>
                <a:lnTo>
                  <a:pt x="128214" y="25959"/>
                </a:lnTo>
                <a:lnTo>
                  <a:pt x="130526" y="25959"/>
                </a:lnTo>
                <a:close/>
                <a:moveTo>
                  <a:pt x="155938" y="58853"/>
                </a:moveTo>
                <a:cubicBezTo>
                  <a:pt x="152996" y="57377"/>
                  <a:pt x="150736" y="55316"/>
                  <a:pt x="149160" y="52669"/>
                </a:cubicBezTo>
                <a:cubicBezTo>
                  <a:pt x="147583" y="50023"/>
                  <a:pt x="146795" y="47097"/>
                  <a:pt x="146795" y="43891"/>
                </a:cubicBezTo>
                <a:cubicBezTo>
                  <a:pt x="146795" y="38994"/>
                  <a:pt x="148591" y="34782"/>
                  <a:pt x="152181" y="31253"/>
                </a:cubicBezTo>
                <a:cubicBezTo>
                  <a:pt x="155772" y="27724"/>
                  <a:pt x="160370" y="25959"/>
                  <a:pt x="165975" y="25959"/>
                </a:cubicBezTo>
                <a:cubicBezTo>
                  <a:pt x="170564" y="25959"/>
                  <a:pt x="174540" y="27113"/>
                  <a:pt x="177903" y="29421"/>
                </a:cubicBezTo>
                <a:lnTo>
                  <a:pt x="188097" y="29421"/>
                </a:lnTo>
                <a:cubicBezTo>
                  <a:pt x="189603" y="29421"/>
                  <a:pt x="190479" y="29465"/>
                  <a:pt x="190724" y="29554"/>
                </a:cubicBezTo>
                <a:cubicBezTo>
                  <a:pt x="190970" y="29643"/>
                  <a:pt x="191145" y="29795"/>
                  <a:pt x="191250" y="30009"/>
                </a:cubicBezTo>
                <a:cubicBezTo>
                  <a:pt x="191460" y="30330"/>
                  <a:pt x="191565" y="30901"/>
                  <a:pt x="191565" y="31721"/>
                </a:cubicBezTo>
                <a:cubicBezTo>
                  <a:pt x="191565" y="32647"/>
                  <a:pt x="191478" y="33289"/>
                  <a:pt x="191302" y="33646"/>
                </a:cubicBezTo>
                <a:cubicBezTo>
                  <a:pt x="191197" y="33824"/>
                  <a:pt x="191013" y="33966"/>
                  <a:pt x="190751" y="34073"/>
                </a:cubicBezTo>
                <a:cubicBezTo>
                  <a:pt x="190488" y="34180"/>
                  <a:pt x="189603" y="34234"/>
                  <a:pt x="188097" y="34234"/>
                </a:cubicBezTo>
                <a:lnTo>
                  <a:pt x="181844" y="34234"/>
                </a:lnTo>
                <a:cubicBezTo>
                  <a:pt x="183806" y="36836"/>
                  <a:pt x="184787" y="40159"/>
                  <a:pt x="184787" y="44205"/>
                </a:cubicBezTo>
                <a:cubicBezTo>
                  <a:pt x="184787" y="48829"/>
                  <a:pt x="183070" y="52785"/>
                  <a:pt x="179637" y="56073"/>
                </a:cubicBezTo>
                <a:cubicBezTo>
                  <a:pt x="176204" y="59361"/>
                  <a:pt x="171597" y="61005"/>
                  <a:pt x="165817" y="61005"/>
                </a:cubicBezTo>
                <a:cubicBezTo>
                  <a:pt x="163435" y="61005"/>
                  <a:pt x="161000" y="60637"/>
                  <a:pt x="158513" y="59901"/>
                </a:cubicBezTo>
                <a:cubicBezTo>
                  <a:pt x="156972" y="61270"/>
                  <a:pt x="155930" y="62468"/>
                  <a:pt x="155387" y="63496"/>
                </a:cubicBezTo>
                <a:cubicBezTo>
                  <a:pt x="154844" y="64522"/>
                  <a:pt x="154572" y="65395"/>
                  <a:pt x="154572" y="66115"/>
                </a:cubicBezTo>
                <a:cubicBezTo>
                  <a:pt x="154572" y="66728"/>
                  <a:pt x="154861" y="67323"/>
                  <a:pt x="155439" y="67900"/>
                </a:cubicBezTo>
                <a:cubicBezTo>
                  <a:pt x="156017" y="68476"/>
                  <a:pt x="157147" y="68890"/>
                  <a:pt x="158828" y="69142"/>
                </a:cubicBezTo>
                <a:cubicBezTo>
                  <a:pt x="159809" y="69287"/>
                  <a:pt x="162262" y="69413"/>
                  <a:pt x="166185" y="69521"/>
                </a:cubicBezTo>
                <a:cubicBezTo>
                  <a:pt x="173401" y="69700"/>
                  <a:pt x="178078" y="69952"/>
                  <a:pt x="180215" y="70276"/>
                </a:cubicBezTo>
                <a:cubicBezTo>
                  <a:pt x="183473" y="70745"/>
                  <a:pt x="186074" y="71988"/>
                  <a:pt x="188018" y="74006"/>
                </a:cubicBezTo>
                <a:cubicBezTo>
                  <a:pt x="189962" y="76023"/>
                  <a:pt x="190935" y="78509"/>
                  <a:pt x="190935" y="81463"/>
                </a:cubicBezTo>
                <a:cubicBezTo>
                  <a:pt x="190935" y="85534"/>
                  <a:pt x="189078" y="89353"/>
                  <a:pt x="185365" y="92920"/>
                </a:cubicBezTo>
                <a:cubicBezTo>
                  <a:pt x="179900" y="98179"/>
                  <a:pt x="172771" y="100809"/>
                  <a:pt x="163978" y="100809"/>
                </a:cubicBezTo>
                <a:cubicBezTo>
                  <a:pt x="157217" y="100809"/>
                  <a:pt x="151507" y="99243"/>
                  <a:pt x="146848" y="96111"/>
                </a:cubicBezTo>
                <a:cubicBezTo>
                  <a:pt x="144220" y="94310"/>
                  <a:pt x="142907" y="92438"/>
                  <a:pt x="142907" y="90493"/>
                </a:cubicBezTo>
                <a:cubicBezTo>
                  <a:pt x="142907" y="89630"/>
                  <a:pt x="143099" y="88766"/>
                  <a:pt x="143485" y="87902"/>
                </a:cubicBezTo>
                <a:cubicBezTo>
                  <a:pt x="144080" y="86569"/>
                  <a:pt x="145306" y="84715"/>
                  <a:pt x="147163" y="82338"/>
                </a:cubicBezTo>
                <a:cubicBezTo>
                  <a:pt x="147408" y="82015"/>
                  <a:pt x="149195" y="80071"/>
                  <a:pt x="152523" y="76506"/>
                </a:cubicBezTo>
                <a:cubicBezTo>
                  <a:pt x="150701" y="75387"/>
                  <a:pt x="149414" y="74385"/>
                  <a:pt x="148661" y="73501"/>
                </a:cubicBezTo>
                <a:cubicBezTo>
                  <a:pt x="147907" y="72617"/>
                  <a:pt x="147531" y="71615"/>
                  <a:pt x="147531" y="70496"/>
                </a:cubicBezTo>
                <a:cubicBezTo>
                  <a:pt x="147531" y="69232"/>
                  <a:pt x="148030" y="67751"/>
                  <a:pt x="149028" y="66055"/>
                </a:cubicBezTo>
                <a:cubicBezTo>
                  <a:pt x="150027" y="64358"/>
                  <a:pt x="152330" y="61957"/>
                  <a:pt x="155938" y="58853"/>
                </a:cubicBezTo>
                <a:moveTo>
                  <a:pt x="165082" y="28664"/>
                </a:moveTo>
                <a:cubicBezTo>
                  <a:pt x="162489" y="28664"/>
                  <a:pt x="160317" y="29722"/>
                  <a:pt x="158566" y="31837"/>
                </a:cubicBezTo>
                <a:cubicBezTo>
                  <a:pt x="156814" y="33952"/>
                  <a:pt x="155938" y="37197"/>
                  <a:pt x="155938" y="41572"/>
                </a:cubicBezTo>
                <a:cubicBezTo>
                  <a:pt x="155938" y="47238"/>
                  <a:pt x="157129" y="51631"/>
                  <a:pt x="159512" y="54750"/>
                </a:cubicBezTo>
                <a:cubicBezTo>
                  <a:pt x="161333" y="57117"/>
                  <a:pt x="163645" y="58301"/>
                  <a:pt x="166448" y="58301"/>
                </a:cubicBezTo>
                <a:cubicBezTo>
                  <a:pt x="169110" y="58301"/>
                  <a:pt x="171300" y="57279"/>
                  <a:pt x="173016" y="55235"/>
                </a:cubicBezTo>
                <a:cubicBezTo>
                  <a:pt x="174733" y="53191"/>
                  <a:pt x="175591" y="49981"/>
                  <a:pt x="175591" y="45606"/>
                </a:cubicBezTo>
                <a:cubicBezTo>
                  <a:pt x="175591" y="39905"/>
                  <a:pt x="174382" y="35441"/>
                  <a:pt x="171965" y="32213"/>
                </a:cubicBezTo>
                <a:cubicBezTo>
                  <a:pt x="170179" y="29847"/>
                  <a:pt x="167884" y="28664"/>
                  <a:pt x="165082" y="28664"/>
                </a:cubicBezTo>
                <a:moveTo>
                  <a:pt x="155413" y="76937"/>
                </a:moveTo>
                <a:cubicBezTo>
                  <a:pt x="153766" y="78772"/>
                  <a:pt x="152523" y="80482"/>
                  <a:pt x="151682" y="82065"/>
                </a:cubicBezTo>
                <a:cubicBezTo>
                  <a:pt x="150841" y="83649"/>
                  <a:pt x="150421" y="85107"/>
                  <a:pt x="150421" y="86438"/>
                </a:cubicBezTo>
                <a:cubicBezTo>
                  <a:pt x="150421" y="88166"/>
                  <a:pt x="151437" y="89677"/>
                  <a:pt x="153469" y="90973"/>
                </a:cubicBezTo>
                <a:cubicBezTo>
                  <a:pt x="156972" y="93204"/>
                  <a:pt x="162034" y="94319"/>
                  <a:pt x="168655" y="94319"/>
                </a:cubicBezTo>
                <a:cubicBezTo>
                  <a:pt x="174960" y="94319"/>
                  <a:pt x="179611" y="93176"/>
                  <a:pt x="182606" y="90890"/>
                </a:cubicBezTo>
                <a:cubicBezTo>
                  <a:pt x="185601" y="88605"/>
                  <a:pt x="187099" y="86167"/>
                  <a:pt x="187099" y="83577"/>
                </a:cubicBezTo>
                <a:cubicBezTo>
                  <a:pt x="187099" y="81706"/>
                  <a:pt x="186205" y="80374"/>
                  <a:pt x="184419" y="79582"/>
                </a:cubicBezTo>
                <a:cubicBezTo>
                  <a:pt x="182597" y="78790"/>
                  <a:pt x="178989" y="78322"/>
                  <a:pt x="173594" y="78179"/>
                </a:cubicBezTo>
                <a:cubicBezTo>
                  <a:pt x="165712" y="77963"/>
                  <a:pt x="159652" y="77549"/>
                  <a:pt x="155413" y="76937"/>
                </a:cubicBezTo>
                <a:close/>
                <a:moveTo>
                  <a:pt x="209115" y="0"/>
                </a:moveTo>
                <a:cubicBezTo>
                  <a:pt x="210586" y="0"/>
                  <a:pt x="211839" y="535"/>
                  <a:pt x="212872" y="1604"/>
                </a:cubicBezTo>
                <a:cubicBezTo>
                  <a:pt x="213906" y="2672"/>
                  <a:pt x="214422" y="3967"/>
                  <a:pt x="214422" y="5489"/>
                </a:cubicBezTo>
                <a:cubicBezTo>
                  <a:pt x="214422" y="7012"/>
                  <a:pt x="213906" y="8316"/>
                  <a:pt x="212872" y="9404"/>
                </a:cubicBezTo>
                <a:cubicBezTo>
                  <a:pt x="211839" y="10490"/>
                  <a:pt x="210586" y="11033"/>
                  <a:pt x="209115" y="11033"/>
                </a:cubicBezTo>
                <a:cubicBezTo>
                  <a:pt x="207644" y="11033"/>
                  <a:pt x="206383" y="10490"/>
                  <a:pt x="205332" y="9404"/>
                </a:cubicBezTo>
                <a:cubicBezTo>
                  <a:pt x="204281" y="8316"/>
                  <a:pt x="203755" y="7012"/>
                  <a:pt x="203755" y="5489"/>
                </a:cubicBezTo>
                <a:cubicBezTo>
                  <a:pt x="203755" y="3967"/>
                  <a:pt x="204272" y="2672"/>
                  <a:pt x="205305" y="1604"/>
                </a:cubicBezTo>
                <a:cubicBezTo>
                  <a:pt x="206339" y="535"/>
                  <a:pt x="207609" y="0"/>
                  <a:pt x="209115" y="0"/>
                </a:cubicBezTo>
                <a:moveTo>
                  <a:pt x="213476" y="25959"/>
                </a:moveTo>
                <a:lnTo>
                  <a:pt x="213476" y="65676"/>
                </a:lnTo>
                <a:cubicBezTo>
                  <a:pt x="213476" y="68770"/>
                  <a:pt x="213695" y="70830"/>
                  <a:pt x="214133" y="71855"/>
                </a:cubicBezTo>
                <a:cubicBezTo>
                  <a:pt x="214571" y="72880"/>
                  <a:pt x="215219" y="73645"/>
                  <a:pt x="216078" y="74148"/>
                </a:cubicBezTo>
                <a:cubicBezTo>
                  <a:pt x="216936" y="74652"/>
                  <a:pt x="218503" y="74904"/>
                  <a:pt x="220781" y="74904"/>
                </a:cubicBezTo>
                <a:lnTo>
                  <a:pt x="220781" y="76905"/>
                </a:lnTo>
                <a:lnTo>
                  <a:pt x="197397" y="76905"/>
                </a:lnTo>
                <a:lnTo>
                  <a:pt x="197397" y="74904"/>
                </a:lnTo>
                <a:cubicBezTo>
                  <a:pt x="199744" y="74904"/>
                  <a:pt x="201321" y="74670"/>
                  <a:pt x="202126" y="74202"/>
                </a:cubicBezTo>
                <a:cubicBezTo>
                  <a:pt x="202932" y="73735"/>
                  <a:pt x="203571" y="72961"/>
                  <a:pt x="204044" y="71882"/>
                </a:cubicBezTo>
                <a:cubicBezTo>
                  <a:pt x="204517" y="70803"/>
                  <a:pt x="204754" y="68734"/>
                  <a:pt x="204754" y="65676"/>
                </a:cubicBezTo>
                <a:lnTo>
                  <a:pt x="204754" y="46627"/>
                </a:lnTo>
                <a:cubicBezTo>
                  <a:pt x="204754" y="41266"/>
                  <a:pt x="204596" y="37795"/>
                  <a:pt x="204281" y="36213"/>
                </a:cubicBezTo>
                <a:cubicBezTo>
                  <a:pt x="204036" y="35062"/>
                  <a:pt x="203650" y="34261"/>
                  <a:pt x="203125" y="33811"/>
                </a:cubicBezTo>
                <a:cubicBezTo>
                  <a:pt x="202599" y="33362"/>
                  <a:pt x="201881" y="33137"/>
                  <a:pt x="200970" y="33137"/>
                </a:cubicBezTo>
                <a:cubicBezTo>
                  <a:pt x="199989" y="33137"/>
                  <a:pt x="198798" y="33407"/>
                  <a:pt x="197397" y="33947"/>
                </a:cubicBezTo>
                <a:lnTo>
                  <a:pt x="196662" y="32003"/>
                </a:lnTo>
                <a:lnTo>
                  <a:pt x="211164" y="25959"/>
                </a:lnTo>
                <a:lnTo>
                  <a:pt x="213476" y="25959"/>
                </a:lnTo>
                <a:close/>
                <a:moveTo>
                  <a:pt x="240044" y="36451"/>
                </a:moveTo>
                <a:cubicBezTo>
                  <a:pt x="245685" y="29457"/>
                  <a:pt x="251062" y="25959"/>
                  <a:pt x="256176" y="25959"/>
                </a:cubicBezTo>
                <a:cubicBezTo>
                  <a:pt x="258804" y="25959"/>
                  <a:pt x="261063" y="26634"/>
                  <a:pt x="262955" y="27984"/>
                </a:cubicBezTo>
                <a:cubicBezTo>
                  <a:pt x="264847" y="29333"/>
                  <a:pt x="266353" y="31554"/>
                  <a:pt x="267474" y="34648"/>
                </a:cubicBezTo>
                <a:cubicBezTo>
                  <a:pt x="268245" y="36806"/>
                  <a:pt x="268630" y="40115"/>
                  <a:pt x="268630" y="44577"/>
                </a:cubicBezTo>
                <a:lnTo>
                  <a:pt x="268630" y="65676"/>
                </a:lnTo>
                <a:cubicBezTo>
                  <a:pt x="268630" y="68806"/>
                  <a:pt x="268875" y="70929"/>
                  <a:pt x="269366" y="72044"/>
                </a:cubicBezTo>
                <a:cubicBezTo>
                  <a:pt x="269751" y="72943"/>
                  <a:pt x="270373" y="73645"/>
                  <a:pt x="271231" y="74148"/>
                </a:cubicBezTo>
                <a:cubicBezTo>
                  <a:pt x="272089" y="74652"/>
                  <a:pt x="273674" y="74904"/>
                  <a:pt x="275986" y="74904"/>
                </a:cubicBezTo>
                <a:lnTo>
                  <a:pt x="275986" y="76905"/>
                </a:lnTo>
                <a:lnTo>
                  <a:pt x="252183" y="76905"/>
                </a:lnTo>
                <a:lnTo>
                  <a:pt x="252183" y="74904"/>
                </a:lnTo>
                <a:lnTo>
                  <a:pt x="253181" y="74904"/>
                </a:lnTo>
                <a:cubicBezTo>
                  <a:pt x="255423" y="74904"/>
                  <a:pt x="256991" y="74554"/>
                  <a:pt x="257884" y="73854"/>
                </a:cubicBezTo>
                <a:cubicBezTo>
                  <a:pt x="258777" y="73155"/>
                  <a:pt x="259399" y="72124"/>
                  <a:pt x="259750" y="70761"/>
                </a:cubicBezTo>
                <a:cubicBezTo>
                  <a:pt x="259890" y="70223"/>
                  <a:pt x="259960" y="68537"/>
                  <a:pt x="259960" y="65703"/>
                </a:cubicBezTo>
                <a:lnTo>
                  <a:pt x="259960" y="45525"/>
                </a:lnTo>
                <a:cubicBezTo>
                  <a:pt x="259960" y="41042"/>
                  <a:pt x="259390" y="37787"/>
                  <a:pt x="258252" y="35760"/>
                </a:cubicBezTo>
                <a:cubicBezTo>
                  <a:pt x="257113" y="33733"/>
                  <a:pt x="255195" y="32720"/>
                  <a:pt x="252498" y="32720"/>
                </a:cubicBezTo>
                <a:cubicBezTo>
                  <a:pt x="248329" y="32720"/>
                  <a:pt x="244178" y="35051"/>
                  <a:pt x="240044" y="39715"/>
                </a:cubicBezTo>
                <a:lnTo>
                  <a:pt x="240044" y="65703"/>
                </a:lnTo>
                <a:cubicBezTo>
                  <a:pt x="240044" y="69039"/>
                  <a:pt x="240237" y="71102"/>
                  <a:pt x="240623" y="71890"/>
                </a:cubicBezTo>
                <a:cubicBezTo>
                  <a:pt x="241113" y="72930"/>
                  <a:pt x="241787" y="73693"/>
                  <a:pt x="242646" y="74177"/>
                </a:cubicBezTo>
                <a:cubicBezTo>
                  <a:pt x="243504" y="74662"/>
                  <a:pt x="245247" y="74904"/>
                  <a:pt x="247874" y="74904"/>
                </a:cubicBezTo>
                <a:lnTo>
                  <a:pt x="247874" y="76905"/>
                </a:lnTo>
                <a:lnTo>
                  <a:pt x="224070" y="76905"/>
                </a:lnTo>
                <a:lnTo>
                  <a:pt x="224070" y="74904"/>
                </a:lnTo>
                <a:lnTo>
                  <a:pt x="225121" y="74904"/>
                </a:lnTo>
                <a:cubicBezTo>
                  <a:pt x="227573" y="74904"/>
                  <a:pt x="229229" y="74265"/>
                  <a:pt x="230087" y="72989"/>
                </a:cubicBezTo>
                <a:cubicBezTo>
                  <a:pt x="230945" y="71711"/>
                  <a:pt x="231374" y="69274"/>
                  <a:pt x="231374" y="65676"/>
                </a:cubicBezTo>
                <a:lnTo>
                  <a:pt x="231374" y="47329"/>
                </a:lnTo>
                <a:cubicBezTo>
                  <a:pt x="231374" y="41393"/>
                  <a:pt x="231243" y="37778"/>
                  <a:pt x="230980" y="36483"/>
                </a:cubicBezTo>
                <a:cubicBezTo>
                  <a:pt x="230717" y="35188"/>
                  <a:pt x="230315" y="34306"/>
                  <a:pt x="229772" y="33839"/>
                </a:cubicBezTo>
                <a:cubicBezTo>
                  <a:pt x="229229" y="33371"/>
                  <a:pt x="228502" y="33137"/>
                  <a:pt x="227591" y="33137"/>
                </a:cubicBezTo>
                <a:cubicBezTo>
                  <a:pt x="226610" y="33137"/>
                  <a:pt x="225436" y="33407"/>
                  <a:pt x="224070" y="33947"/>
                </a:cubicBezTo>
                <a:lnTo>
                  <a:pt x="223282" y="32003"/>
                </a:lnTo>
                <a:lnTo>
                  <a:pt x="237785" y="25959"/>
                </a:lnTo>
                <a:lnTo>
                  <a:pt x="240044" y="25959"/>
                </a:lnTo>
                <a:lnTo>
                  <a:pt x="240044" y="36451"/>
                </a:lnTo>
                <a:close/>
                <a:moveTo>
                  <a:pt x="307094" y="69766"/>
                </a:moveTo>
                <a:cubicBezTo>
                  <a:pt x="302154" y="73696"/>
                  <a:pt x="299054" y="75967"/>
                  <a:pt x="297793" y="76580"/>
                </a:cubicBezTo>
                <a:cubicBezTo>
                  <a:pt x="295901" y="77518"/>
                  <a:pt x="293887" y="77986"/>
                  <a:pt x="291750" y="77986"/>
                </a:cubicBezTo>
                <a:cubicBezTo>
                  <a:pt x="288422" y="77986"/>
                  <a:pt x="285681" y="76815"/>
                  <a:pt x="283527" y="74471"/>
                </a:cubicBezTo>
                <a:cubicBezTo>
                  <a:pt x="281372" y="72128"/>
                  <a:pt x="280295" y="69045"/>
                  <a:pt x="280295" y="65223"/>
                </a:cubicBezTo>
                <a:cubicBezTo>
                  <a:pt x="280295" y="62807"/>
                  <a:pt x="280820" y="60716"/>
                  <a:pt x="281871" y="58950"/>
                </a:cubicBezTo>
                <a:cubicBezTo>
                  <a:pt x="283308" y="56498"/>
                  <a:pt x="285804" y="54190"/>
                  <a:pt x="289359" y="52027"/>
                </a:cubicBezTo>
                <a:cubicBezTo>
                  <a:pt x="292915" y="49864"/>
                  <a:pt x="298827" y="47232"/>
                  <a:pt x="307094" y="44131"/>
                </a:cubicBezTo>
                <a:lnTo>
                  <a:pt x="307094" y="42184"/>
                </a:lnTo>
                <a:cubicBezTo>
                  <a:pt x="307094" y="37245"/>
                  <a:pt x="306332" y="33855"/>
                  <a:pt x="304808" y="32017"/>
                </a:cubicBezTo>
                <a:cubicBezTo>
                  <a:pt x="303284" y="30178"/>
                  <a:pt x="301068" y="29258"/>
                  <a:pt x="298161" y="29258"/>
                </a:cubicBezTo>
                <a:cubicBezTo>
                  <a:pt x="295954" y="29258"/>
                  <a:pt x="294202" y="29869"/>
                  <a:pt x="292906" y="31090"/>
                </a:cubicBezTo>
                <a:cubicBezTo>
                  <a:pt x="291575" y="32312"/>
                  <a:pt x="290909" y="33713"/>
                  <a:pt x="290909" y="35294"/>
                </a:cubicBezTo>
                <a:lnTo>
                  <a:pt x="291015" y="38419"/>
                </a:lnTo>
                <a:cubicBezTo>
                  <a:pt x="291015" y="40070"/>
                  <a:pt x="290603" y="41345"/>
                  <a:pt x="289780" y="42243"/>
                </a:cubicBezTo>
                <a:cubicBezTo>
                  <a:pt x="288956" y="43141"/>
                  <a:pt x="287879" y="43590"/>
                  <a:pt x="286548" y="43590"/>
                </a:cubicBezTo>
                <a:cubicBezTo>
                  <a:pt x="285252" y="43590"/>
                  <a:pt x="284192" y="43123"/>
                  <a:pt x="283369" y="42189"/>
                </a:cubicBezTo>
                <a:cubicBezTo>
                  <a:pt x="282546" y="41254"/>
                  <a:pt x="282134" y="39977"/>
                  <a:pt x="282134" y="38359"/>
                </a:cubicBezTo>
                <a:cubicBezTo>
                  <a:pt x="282134" y="35269"/>
                  <a:pt x="283676" y="32430"/>
                  <a:pt x="286758" y="29842"/>
                </a:cubicBezTo>
                <a:cubicBezTo>
                  <a:pt x="289841" y="27253"/>
                  <a:pt x="294167" y="25959"/>
                  <a:pt x="299737" y="25959"/>
                </a:cubicBezTo>
                <a:cubicBezTo>
                  <a:pt x="304011" y="25959"/>
                  <a:pt x="307514" y="26697"/>
                  <a:pt x="310247" y="28173"/>
                </a:cubicBezTo>
                <a:cubicBezTo>
                  <a:pt x="312314" y="29290"/>
                  <a:pt x="313837" y="31037"/>
                  <a:pt x="314818" y="33414"/>
                </a:cubicBezTo>
                <a:cubicBezTo>
                  <a:pt x="315449" y="34962"/>
                  <a:pt x="315764" y="38131"/>
                  <a:pt x="315764" y="42921"/>
                </a:cubicBezTo>
                <a:lnTo>
                  <a:pt x="315764" y="59720"/>
                </a:lnTo>
                <a:cubicBezTo>
                  <a:pt x="315764" y="64438"/>
                  <a:pt x="315852" y="67328"/>
                  <a:pt x="316027" y="68390"/>
                </a:cubicBezTo>
                <a:cubicBezTo>
                  <a:pt x="316202" y="69453"/>
                  <a:pt x="316491" y="70164"/>
                  <a:pt x="316894" y="70525"/>
                </a:cubicBezTo>
                <a:cubicBezTo>
                  <a:pt x="317297" y="70884"/>
                  <a:pt x="317761" y="71064"/>
                  <a:pt x="318286" y="71064"/>
                </a:cubicBezTo>
                <a:cubicBezTo>
                  <a:pt x="318847" y="71064"/>
                  <a:pt x="319337" y="70938"/>
                  <a:pt x="319758" y="70685"/>
                </a:cubicBezTo>
                <a:cubicBezTo>
                  <a:pt x="320493" y="70217"/>
                  <a:pt x="321912" y="68901"/>
                  <a:pt x="324014" y="66737"/>
                </a:cubicBezTo>
                <a:lnTo>
                  <a:pt x="324014" y="69766"/>
                </a:lnTo>
                <a:cubicBezTo>
                  <a:pt x="320090" y="75174"/>
                  <a:pt x="316342" y="77878"/>
                  <a:pt x="312769" y="77878"/>
                </a:cubicBezTo>
                <a:cubicBezTo>
                  <a:pt x="311052" y="77878"/>
                  <a:pt x="309686" y="77265"/>
                  <a:pt x="308670" y="76039"/>
                </a:cubicBezTo>
                <a:cubicBezTo>
                  <a:pt x="307654" y="74814"/>
                  <a:pt x="307129" y="72722"/>
                  <a:pt x="307094" y="69766"/>
                </a:cubicBezTo>
                <a:moveTo>
                  <a:pt x="307094" y="66220"/>
                </a:moveTo>
                <a:lnTo>
                  <a:pt x="307094" y="47430"/>
                </a:lnTo>
                <a:cubicBezTo>
                  <a:pt x="301804" y="49583"/>
                  <a:pt x="298389" y="51109"/>
                  <a:pt x="296847" y="52007"/>
                </a:cubicBezTo>
                <a:cubicBezTo>
                  <a:pt x="294080" y="53586"/>
                  <a:pt x="292101" y="55238"/>
                  <a:pt x="290909" y="56960"/>
                </a:cubicBezTo>
                <a:cubicBezTo>
                  <a:pt x="289718" y="58683"/>
                  <a:pt x="289123" y="60567"/>
                  <a:pt x="289123" y="62614"/>
                </a:cubicBezTo>
                <a:cubicBezTo>
                  <a:pt x="289123" y="65198"/>
                  <a:pt x="289876" y="67343"/>
                  <a:pt x="291382" y="69048"/>
                </a:cubicBezTo>
                <a:cubicBezTo>
                  <a:pt x="292889" y="70752"/>
                  <a:pt x="294623" y="71605"/>
                  <a:pt x="296585" y="71605"/>
                </a:cubicBezTo>
                <a:cubicBezTo>
                  <a:pt x="299247" y="71605"/>
                  <a:pt x="302750" y="69810"/>
                  <a:pt x="307094" y="66220"/>
                </a:cubicBezTo>
                <a:close/>
                <a:moveTo>
                  <a:pt x="343456" y="0"/>
                </a:moveTo>
                <a:lnTo>
                  <a:pt x="343456" y="65662"/>
                </a:lnTo>
                <a:cubicBezTo>
                  <a:pt x="343456" y="68761"/>
                  <a:pt x="343675" y="70815"/>
                  <a:pt x="344113" y="71824"/>
                </a:cubicBezTo>
                <a:cubicBezTo>
                  <a:pt x="344551" y="72833"/>
                  <a:pt x="345226" y="73598"/>
                  <a:pt x="346136" y="74121"/>
                </a:cubicBezTo>
                <a:cubicBezTo>
                  <a:pt x="347047" y="74643"/>
                  <a:pt x="348746" y="74904"/>
                  <a:pt x="351233" y="74904"/>
                </a:cubicBezTo>
                <a:lnTo>
                  <a:pt x="351233" y="76905"/>
                </a:lnTo>
                <a:lnTo>
                  <a:pt x="327640" y="76905"/>
                </a:lnTo>
                <a:lnTo>
                  <a:pt x="327640" y="74904"/>
                </a:lnTo>
                <a:cubicBezTo>
                  <a:pt x="329847" y="74904"/>
                  <a:pt x="331353" y="74670"/>
                  <a:pt x="332159" y="74202"/>
                </a:cubicBezTo>
                <a:cubicBezTo>
                  <a:pt x="332965" y="73734"/>
                  <a:pt x="333595" y="72959"/>
                  <a:pt x="334051" y="71879"/>
                </a:cubicBezTo>
                <a:cubicBezTo>
                  <a:pt x="334506" y="70797"/>
                  <a:pt x="334734" y="68725"/>
                  <a:pt x="334734" y="65662"/>
                </a:cubicBezTo>
                <a:lnTo>
                  <a:pt x="334734" y="20698"/>
                </a:lnTo>
                <a:cubicBezTo>
                  <a:pt x="334734" y="15114"/>
                  <a:pt x="334611" y="11683"/>
                  <a:pt x="334366" y="10404"/>
                </a:cubicBezTo>
                <a:cubicBezTo>
                  <a:pt x="334121" y="9124"/>
                  <a:pt x="333727" y="8250"/>
                  <a:pt x="333184" y="7783"/>
                </a:cubicBezTo>
                <a:cubicBezTo>
                  <a:pt x="332641" y="7314"/>
                  <a:pt x="331949" y="7080"/>
                  <a:pt x="331108" y="7080"/>
                </a:cubicBezTo>
                <a:cubicBezTo>
                  <a:pt x="330197" y="7080"/>
                  <a:pt x="329041" y="7368"/>
                  <a:pt x="327640" y="7945"/>
                </a:cubicBezTo>
                <a:lnTo>
                  <a:pt x="326747" y="6052"/>
                </a:lnTo>
                <a:lnTo>
                  <a:pt x="341092" y="0"/>
                </a:lnTo>
                <a:lnTo>
                  <a:pt x="3434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Commit">
            <a:extLst xmlns:a="http://schemas.openxmlformats.org/drawingml/2006/main">
              <a:ext uri="{FF2B5EF4-FFF2-40B4-BE49-F238E27FC236}">
                <a16:creationId xmlns:a16="http://schemas.microsoft.com/office/drawing/2014/main" id="{E29BE737-A626-4C19-B82F-CC801422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063" y="2903290"/>
            <a:ext cx="346767" cy="78527"/>
          </a:xfrm>
          <a:custGeom xmlns:a="http://schemas.openxmlformats.org/drawingml/2006/main">
            <a:pathLst>
              <a:path w="346767" h="78527">
                <a:moveTo>
                  <a:pt x="60902" y="1947"/>
                </a:moveTo>
                <a:lnTo>
                  <a:pt x="62531" y="26825"/>
                </a:lnTo>
                <a:lnTo>
                  <a:pt x="60902" y="26825"/>
                </a:lnTo>
                <a:cubicBezTo>
                  <a:pt x="58730" y="19342"/>
                  <a:pt x="55630" y="13957"/>
                  <a:pt x="51601" y="10668"/>
                </a:cubicBezTo>
                <a:cubicBezTo>
                  <a:pt x="47572" y="7378"/>
                  <a:pt x="42738" y="5733"/>
                  <a:pt x="37098" y="5733"/>
                </a:cubicBezTo>
                <a:cubicBezTo>
                  <a:pt x="32369" y="5733"/>
                  <a:pt x="28095" y="6969"/>
                  <a:pt x="24277" y="9441"/>
                </a:cubicBezTo>
                <a:cubicBezTo>
                  <a:pt x="20458" y="11912"/>
                  <a:pt x="17454" y="15853"/>
                  <a:pt x="15265" y="21266"/>
                </a:cubicBezTo>
                <a:cubicBezTo>
                  <a:pt x="13075" y="26679"/>
                  <a:pt x="11981" y="33409"/>
                  <a:pt x="11981" y="41456"/>
                </a:cubicBezTo>
                <a:cubicBezTo>
                  <a:pt x="11981" y="48094"/>
                  <a:pt x="13014" y="53849"/>
                  <a:pt x="15081" y="58721"/>
                </a:cubicBezTo>
                <a:cubicBezTo>
                  <a:pt x="17148" y="63592"/>
                  <a:pt x="20257" y="67327"/>
                  <a:pt x="24408" y="69925"/>
                </a:cubicBezTo>
                <a:cubicBezTo>
                  <a:pt x="28559" y="72523"/>
                  <a:pt x="33297" y="73822"/>
                  <a:pt x="38622" y="73822"/>
                </a:cubicBezTo>
                <a:cubicBezTo>
                  <a:pt x="43246" y="73822"/>
                  <a:pt x="47327" y="72804"/>
                  <a:pt x="50865" y="70766"/>
                </a:cubicBezTo>
                <a:cubicBezTo>
                  <a:pt x="54403" y="68729"/>
                  <a:pt x="58292" y="64682"/>
                  <a:pt x="62531" y="58625"/>
                </a:cubicBezTo>
                <a:lnTo>
                  <a:pt x="64160" y="59703"/>
                </a:lnTo>
                <a:cubicBezTo>
                  <a:pt x="60586" y="66212"/>
                  <a:pt x="56418" y="70977"/>
                  <a:pt x="51653" y="73998"/>
                </a:cubicBezTo>
                <a:cubicBezTo>
                  <a:pt x="46889" y="77017"/>
                  <a:pt x="41232" y="78527"/>
                  <a:pt x="34681" y="78527"/>
                </a:cubicBezTo>
                <a:cubicBezTo>
                  <a:pt x="22875" y="78527"/>
                  <a:pt x="13732" y="74027"/>
                  <a:pt x="7251" y="65025"/>
                </a:cubicBezTo>
                <a:cubicBezTo>
                  <a:pt x="2417" y="58329"/>
                  <a:pt x="0" y="50445"/>
                  <a:pt x="0" y="41371"/>
                </a:cubicBezTo>
                <a:cubicBezTo>
                  <a:pt x="0" y="34062"/>
                  <a:pt x="1594" y="27348"/>
                  <a:pt x="4782" y="21227"/>
                </a:cubicBezTo>
                <a:cubicBezTo>
                  <a:pt x="7970" y="15107"/>
                  <a:pt x="12357" y="10363"/>
                  <a:pt x="17945" y="6997"/>
                </a:cubicBezTo>
                <a:cubicBezTo>
                  <a:pt x="23532" y="3630"/>
                  <a:pt x="29636" y="1947"/>
                  <a:pt x="36257" y="1947"/>
                </a:cubicBezTo>
                <a:cubicBezTo>
                  <a:pt x="41407" y="1947"/>
                  <a:pt x="46486" y="3245"/>
                  <a:pt x="51496" y="5841"/>
                </a:cubicBezTo>
                <a:cubicBezTo>
                  <a:pt x="52967" y="6634"/>
                  <a:pt x="54018" y="7031"/>
                  <a:pt x="54649" y="7031"/>
                </a:cubicBezTo>
                <a:cubicBezTo>
                  <a:pt x="55595" y="7031"/>
                  <a:pt x="56418" y="6688"/>
                  <a:pt x="57118" y="6003"/>
                </a:cubicBezTo>
                <a:cubicBezTo>
                  <a:pt x="58029" y="5030"/>
                  <a:pt x="58677" y="3678"/>
                  <a:pt x="59063" y="1947"/>
                </a:cubicBezTo>
                <a:lnTo>
                  <a:pt x="60902" y="1947"/>
                </a:lnTo>
                <a:close/>
                <a:moveTo>
                  <a:pt x="94763" y="25959"/>
                </a:moveTo>
                <a:cubicBezTo>
                  <a:pt x="102050" y="25959"/>
                  <a:pt x="107900" y="28805"/>
                  <a:pt x="112314" y="34496"/>
                </a:cubicBezTo>
                <a:cubicBezTo>
                  <a:pt x="116062" y="39358"/>
                  <a:pt x="117936" y="44941"/>
                  <a:pt x="117936" y="51245"/>
                </a:cubicBezTo>
                <a:cubicBezTo>
                  <a:pt x="117936" y="55675"/>
                  <a:pt x="116903" y="60159"/>
                  <a:pt x="114836" y="64697"/>
                </a:cubicBezTo>
                <a:cubicBezTo>
                  <a:pt x="112769" y="69235"/>
                  <a:pt x="109923" y="72656"/>
                  <a:pt x="106297" y="74961"/>
                </a:cubicBezTo>
                <a:cubicBezTo>
                  <a:pt x="102671" y="77266"/>
                  <a:pt x="98634" y="78419"/>
                  <a:pt x="94185" y="78419"/>
                </a:cubicBezTo>
                <a:cubicBezTo>
                  <a:pt x="86934" y="78419"/>
                  <a:pt x="81171" y="75447"/>
                  <a:pt x="76897" y="69504"/>
                </a:cubicBezTo>
                <a:cubicBezTo>
                  <a:pt x="73289" y="64498"/>
                  <a:pt x="71485" y="58880"/>
                  <a:pt x="71485" y="52649"/>
                </a:cubicBezTo>
                <a:cubicBezTo>
                  <a:pt x="71485" y="48111"/>
                  <a:pt x="72580" y="43599"/>
                  <a:pt x="74769" y="39115"/>
                </a:cubicBezTo>
                <a:cubicBezTo>
                  <a:pt x="76958" y="34631"/>
                  <a:pt x="79840" y="31317"/>
                  <a:pt x="83413" y="29174"/>
                </a:cubicBezTo>
                <a:cubicBezTo>
                  <a:pt x="86986" y="27031"/>
                  <a:pt x="90769" y="25959"/>
                  <a:pt x="94763" y="25959"/>
                </a:cubicBezTo>
                <a:moveTo>
                  <a:pt x="93134" y="29529"/>
                </a:moveTo>
                <a:cubicBezTo>
                  <a:pt x="91277" y="29529"/>
                  <a:pt x="89412" y="30096"/>
                  <a:pt x="87538" y="31231"/>
                </a:cubicBezTo>
                <a:cubicBezTo>
                  <a:pt x="85664" y="32365"/>
                  <a:pt x="84149" y="34355"/>
                  <a:pt x="82993" y="37200"/>
                </a:cubicBezTo>
                <a:cubicBezTo>
                  <a:pt x="81837" y="40045"/>
                  <a:pt x="81259" y="43700"/>
                  <a:pt x="81259" y="48165"/>
                </a:cubicBezTo>
                <a:cubicBezTo>
                  <a:pt x="81259" y="55367"/>
                  <a:pt x="82651" y="61579"/>
                  <a:pt x="85436" y="66802"/>
                </a:cubicBezTo>
                <a:cubicBezTo>
                  <a:pt x="88221" y="72023"/>
                  <a:pt x="91890" y="74633"/>
                  <a:pt x="96445" y="74633"/>
                </a:cubicBezTo>
                <a:cubicBezTo>
                  <a:pt x="99843" y="74633"/>
                  <a:pt x="102645" y="73193"/>
                  <a:pt x="104852" y="70312"/>
                </a:cubicBezTo>
                <a:cubicBezTo>
                  <a:pt x="107059" y="67431"/>
                  <a:pt x="108162" y="62480"/>
                  <a:pt x="108162" y="55458"/>
                </a:cubicBezTo>
                <a:cubicBezTo>
                  <a:pt x="108162" y="46671"/>
                  <a:pt x="106323" y="39756"/>
                  <a:pt x="102645" y="34714"/>
                </a:cubicBezTo>
                <a:cubicBezTo>
                  <a:pt x="100158" y="31257"/>
                  <a:pt x="96988" y="29529"/>
                  <a:pt x="93134" y="29529"/>
                </a:cubicBezTo>
                <a:close/>
                <a:moveTo>
                  <a:pt x="139322" y="36505"/>
                </a:moveTo>
                <a:cubicBezTo>
                  <a:pt x="142825" y="32900"/>
                  <a:pt x="144892" y="30827"/>
                  <a:pt x="145523" y="30286"/>
                </a:cubicBezTo>
                <a:cubicBezTo>
                  <a:pt x="147099" y="28916"/>
                  <a:pt x="148798" y="27852"/>
                  <a:pt x="150620" y="27095"/>
                </a:cubicBezTo>
                <a:cubicBezTo>
                  <a:pt x="152441" y="26338"/>
                  <a:pt x="154245" y="25959"/>
                  <a:pt x="156032" y="25959"/>
                </a:cubicBezTo>
                <a:cubicBezTo>
                  <a:pt x="159045" y="25959"/>
                  <a:pt x="161637" y="26861"/>
                  <a:pt x="163809" y="28664"/>
                </a:cubicBezTo>
                <a:cubicBezTo>
                  <a:pt x="165981" y="30466"/>
                  <a:pt x="167435" y="33080"/>
                  <a:pt x="168170" y="36505"/>
                </a:cubicBezTo>
                <a:cubicBezTo>
                  <a:pt x="171778" y="32179"/>
                  <a:pt x="174826" y="29340"/>
                  <a:pt x="177313" y="27988"/>
                </a:cubicBezTo>
                <a:cubicBezTo>
                  <a:pt x="179801" y="26635"/>
                  <a:pt x="182358" y="25959"/>
                  <a:pt x="184985" y="25959"/>
                </a:cubicBezTo>
                <a:cubicBezTo>
                  <a:pt x="187543" y="25959"/>
                  <a:pt x="189811" y="26634"/>
                  <a:pt x="191790" y="27984"/>
                </a:cubicBezTo>
                <a:cubicBezTo>
                  <a:pt x="193769" y="29333"/>
                  <a:pt x="195337" y="31536"/>
                  <a:pt x="196493" y="34594"/>
                </a:cubicBezTo>
                <a:cubicBezTo>
                  <a:pt x="197264" y="36681"/>
                  <a:pt x="197649" y="39954"/>
                  <a:pt x="197649" y="44415"/>
                </a:cubicBezTo>
                <a:lnTo>
                  <a:pt x="197649" y="65676"/>
                </a:lnTo>
                <a:cubicBezTo>
                  <a:pt x="197649" y="68770"/>
                  <a:pt x="197877" y="70893"/>
                  <a:pt x="198332" y="72044"/>
                </a:cubicBezTo>
                <a:cubicBezTo>
                  <a:pt x="198682" y="72835"/>
                  <a:pt x="199331" y="73509"/>
                  <a:pt x="200276" y="74067"/>
                </a:cubicBezTo>
                <a:cubicBezTo>
                  <a:pt x="201222" y="74625"/>
                  <a:pt x="202764" y="74904"/>
                  <a:pt x="204900" y="74904"/>
                </a:cubicBezTo>
                <a:lnTo>
                  <a:pt x="204900" y="76905"/>
                </a:lnTo>
                <a:lnTo>
                  <a:pt x="181149" y="76905"/>
                </a:lnTo>
                <a:lnTo>
                  <a:pt x="181149" y="74904"/>
                </a:lnTo>
                <a:lnTo>
                  <a:pt x="182148" y="74904"/>
                </a:lnTo>
                <a:cubicBezTo>
                  <a:pt x="184215" y="74904"/>
                  <a:pt x="185826" y="74491"/>
                  <a:pt x="186982" y="73667"/>
                </a:cubicBezTo>
                <a:cubicBezTo>
                  <a:pt x="187788" y="73092"/>
                  <a:pt x="188366" y="72177"/>
                  <a:pt x="188716" y="70922"/>
                </a:cubicBezTo>
                <a:cubicBezTo>
                  <a:pt x="188856" y="70312"/>
                  <a:pt x="188926" y="68573"/>
                  <a:pt x="188926" y="65703"/>
                </a:cubicBezTo>
                <a:lnTo>
                  <a:pt x="188926" y="44503"/>
                </a:lnTo>
                <a:cubicBezTo>
                  <a:pt x="188926" y="40485"/>
                  <a:pt x="188453" y="37651"/>
                  <a:pt x="187507" y="36002"/>
                </a:cubicBezTo>
                <a:cubicBezTo>
                  <a:pt x="186141" y="33706"/>
                  <a:pt x="183952" y="32557"/>
                  <a:pt x="180939" y="32557"/>
                </a:cubicBezTo>
                <a:cubicBezTo>
                  <a:pt x="179082" y="32557"/>
                  <a:pt x="177217" y="33033"/>
                  <a:pt x="175343" y="33984"/>
                </a:cubicBezTo>
                <a:cubicBezTo>
                  <a:pt x="173469" y="34934"/>
                  <a:pt x="171200" y="36700"/>
                  <a:pt x="168538" y="39284"/>
                </a:cubicBezTo>
                <a:lnTo>
                  <a:pt x="168433" y="39875"/>
                </a:lnTo>
                <a:lnTo>
                  <a:pt x="168538" y="42189"/>
                </a:lnTo>
                <a:lnTo>
                  <a:pt x="168538" y="65703"/>
                </a:lnTo>
                <a:cubicBezTo>
                  <a:pt x="168538" y="69075"/>
                  <a:pt x="168722" y="71174"/>
                  <a:pt x="169090" y="71999"/>
                </a:cubicBezTo>
                <a:cubicBezTo>
                  <a:pt x="169458" y="72823"/>
                  <a:pt x="170150" y="73514"/>
                  <a:pt x="171165" y="74071"/>
                </a:cubicBezTo>
                <a:cubicBezTo>
                  <a:pt x="172181" y="74626"/>
                  <a:pt x="173915" y="74904"/>
                  <a:pt x="176368" y="74904"/>
                </a:cubicBezTo>
                <a:lnTo>
                  <a:pt x="176368" y="76905"/>
                </a:lnTo>
                <a:lnTo>
                  <a:pt x="152038" y="76905"/>
                </a:lnTo>
                <a:lnTo>
                  <a:pt x="152038" y="74904"/>
                </a:lnTo>
                <a:cubicBezTo>
                  <a:pt x="154701" y="74904"/>
                  <a:pt x="156531" y="74581"/>
                  <a:pt x="157530" y="73935"/>
                </a:cubicBezTo>
                <a:cubicBezTo>
                  <a:pt x="158528" y="73290"/>
                  <a:pt x="159220" y="72321"/>
                  <a:pt x="159605" y="71030"/>
                </a:cubicBezTo>
                <a:cubicBezTo>
                  <a:pt x="159780" y="70419"/>
                  <a:pt x="159868" y="68644"/>
                  <a:pt x="159868" y="65703"/>
                </a:cubicBezTo>
                <a:lnTo>
                  <a:pt x="159868" y="44503"/>
                </a:lnTo>
                <a:cubicBezTo>
                  <a:pt x="159868" y="40485"/>
                  <a:pt x="159290" y="37597"/>
                  <a:pt x="158134" y="35840"/>
                </a:cubicBezTo>
                <a:cubicBezTo>
                  <a:pt x="156592" y="33543"/>
                  <a:pt x="154438" y="32395"/>
                  <a:pt x="151671" y="32395"/>
                </a:cubicBezTo>
                <a:cubicBezTo>
                  <a:pt x="149779" y="32395"/>
                  <a:pt x="147905" y="32915"/>
                  <a:pt x="146048" y="33955"/>
                </a:cubicBezTo>
                <a:cubicBezTo>
                  <a:pt x="143140" y="35534"/>
                  <a:pt x="140898" y="37309"/>
                  <a:pt x="139322" y="39282"/>
                </a:cubicBezTo>
                <a:lnTo>
                  <a:pt x="139322" y="65703"/>
                </a:lnTo>
                <a:cubicBezTo>
                  <a:pt x="139322" y="68931"/>
                  <a:pt x="139541" y="71030"/>
                  <a:pt x="139979" y="71999"/>
                </a:cubicBezTo>
                <a:cubicBezTo>
                  <a:pt x="140417" y="72966"/>
                  <a:pt x="141065" y="73693"/>
                  <a:pt x="141923" y="74177"/>
                </a:cubicBezTo>
                <a:cubicBezTo>
                  <a:pt x="142781" y="74662"/>
                  <a:pt x="144524" y="74904"/>
                  <a:pt x="147152" y="74904"/>
                </a:cubicBezTo>
                <a:lnTo>
                  <a:pt x="147152" y="76905"/>
                </a:lnTo>
                <a:lnTo>
                  <a:pt x="123348" y="76905"/>
                </a:lnTo>
                <a:lnTo>
                  <a:pt x="123348" y="74904"/>
                </a:lnTo>
                <a:cubicBezTo>
                  <a:pt x="125555" y="74904"/>
                  <a:pt x="127096" y="74661"/>
                  <a:pt x="127972" y="74175"/>
                </a:cubicBezTo>
                <a:cubicBezTo>
                  <a:pt x="128848" y="73690"/>
                  <a:pt x="129513" y="72916"/>
                  <a:pt x="129969" y="71855"/>
                </a:cubicBezTo>
                <a:cubicBezTo>
                  <a:pt x="130424" y="70794"/>
                  <a:pt x="130652" y="68734"/>
                  <a:pt x="130652" y="65676"/>
                </a:cubicBezTo>
                <a:lnTo>
                  <a:pt x="130652" y="46789"/>
                </a:lnTo>
                <a:cubicBezTo>
                  <a:pt x="130652" y="41356"/>
                  <a:pt x="130494" y="37849"/>
                  <a:pt x="130179" y="36267"/>
                </a:cubicBezTo>
                <a:cubicBezTo>
                  <a:pt x="129934" y="35080"/>
                  <a:pt x="129548" y="34261"/>
                  <a:pt x="129023" y="33811"/>
                </a:cubicBezTo>
                <a:cubicBezTo>
                  <a:pt x="128497" y="33362"/>
                  <a:pt x="127779" y="33137"/>
                  <a:pt x="126869" y="33137"/>
                </a:cubicBezTo>
                <a:cubicBezTo>
                  <a:pt x="125888" y="33137"/>
                  <a:pt x="124714" y="33407"/>
                  <a:pt x="123348" y="33947"/>
                </a:cubicBezTo>
                <a:lnTo>
                  <a:pt x="122560" y="32003"/>
                </a:lnTo>
                <a:lnTo>
                  <a:pt x="137063" y="25959"/>
                </a:lnTo>
                <a:lnTo>
                  <a:pt x="139322" y="25959"/>
                </a:lnTo>
                <a:lnTo>
                  <a:pt x="139322" y="36505"/>
                </a:lnTo>
                <a:close/>
                <a:moveTo>
                  <a:pt x="222272" y="36505"/>
                </a:moveTo>
                <a:cubicBezTo>
                  <a:pt x="225776" y="32900"/>
                  <a:pt x="227842" y="30827"/>
                  <a:pt x="228473" y="30286"/>
                </a:cubicBezTo>
                <a:cubicBezTo>
                  <a:pt x="230049" y="28916"/>
                  <a:pt x="231748" y="27852"/>
                  <a:pt x="233570" y="27095"/>
                </a:cubicBezTo>
                <a:cubicBezTo>
                  <a:pt x="235392" y="26338"/>
                  <a:pt x="237196" y="25959"/>
                  <a:pt x="238982" y="25959"/>
                </a:cubicBezTo>
                <a:cubicBezTo>
                  <a:pt x="241995" y="25959"/>
                  <a:pt x="244587" y="26861"/>
                  <a:pt x="246759" y="28664"/>
                </a:cubicBezTo>
                <a:cubicBezTo>
                  <a:pt x="248931" y="30466"/>
                  <a:pt x="250385" y="33080"/>
                  <a:pt x="251121" y="36505"/>
                </a:cubicBezTo>
                <a:cubicBezTo>
                  <a:pt x="254729" y="32179"/>
                  <a:pt x="257777" y="29340"/>
                  <a:pt x="260264" y="27988"/>
                </a:cubicBezTo>
                <a:cubicBezTo>
                  <a:pt x="262751" y="26635"/>
                  <a:pt x="265308" y="25959"/>
                  <a:pt x="267936" y="25959"/>
                </a:cubicBezTo>
                <a:cubicBezTo>
                  <a:pt x="270493" y="25959"/>
                  <a:pt x="272761" y="26634"/>
                  <a:pt x="274740" y="27984"/>
                </a:cubicBezTo>
                <a:cubicBezTo>
                  <a:pt x="276720" y="29333"/>
                  <a:pt x="278287" y="31536"/>
                  <a:pt x="279443" y="34594"/>
                </a:cubicBezTo>
                <a:cubicBezTo>
                  <a:pt x="280214" y="36681"/>
                  <a:pt x="280599" y="39954"/>
                  <a:pt x="280599" y="44415"/>
                </a:cubicBezTo>
                <a:lnTo>
                  <a:pt x="280599" y="65676"/>
                </a:lnTo>
                <a:cubicBezTo>
                  <a:pt x="280599" y="68770"/>
                  <a:pt x="280827" y="70893"/>
                  <a:pt x="281283" y="72044"/>
                </a:cubicBezTo>
                <a:cubicBezTo>
                  <a:pt x="281633" y="72835"/>
                  <a:pt x="282281" y="73509"/>
                  <a:pt x="283227" y="74067"/>
                </a:cubicBezTo>
                <a:cubicBezTo>
                  <a:pt x="284173" y="74625"/>
                  <a:pt x="285714" y="74904"/>
                  <a:pt x="287851" y="74904"/>
                </a:cubicBezTo>
                <a:lnTo>
                  <a:pt x="287851" y="76905"/>
                </a:lnTo>
                <a:lnTo>
                  <a:pt x="264100" y="76905"/>
                </a:lnTo>
                <a:lnTo>
                  <a:pt x="264100" y="74904"/>
                </a:lnTo>
                <a:lnTo>
                  <a:pt x="265098" y="74904"/>
                </a:lnTo>
                <a:cubicBezTo>
                  <a:pt x="267165" y="74904"/>
                  <a:pt x="268776" y="74491"/>
                  <a:pt x="269932" y="73667"/>
                </a:cubicBezTo>
                <a:cubicBezTo>
                  <a:pt x="270738" y="73092"/>
                  <a:pt x="271316" y="72177"/>
                  <a:pt x="271666" y="70922"/>
                </a:cubicBezTo>
                <a:cubicBezTo>
                  <a:pt x="271807" y="70312"/>
                  <a:pt x="271877" y="68573"/>
                  <a:pt x="271877" y="65703"/>
                </a:cubicBezTo>
                <a:lnTo>
                  <a:pt x="271877" y="44503"/>
                </a:lnTo>
                <a:cubicBezTo>
                  <a:pt x="271877" y="40485"/>
                  <a:pt x="271404" y="37651"/>
                  <a:pt x="270458" y="36002"/>
                </a:cubicBezTo>
                <a:cubicBezTo>
                  <a:pt x="269092" y="33706"/>
                  <a:pt x="266902" y="32557"/>
                  <a:pt x="263890" y="32557"/>
                </a:cubicBezTo>
                <a:cubicBezTo>
                  <a:pt x="262033" y="32557"/>
                  <a:pt x="260167" y="33033"/>
                  <a:pt x="258293" y="33984"/>
                </a:cubicBezTo>
                <a:cubicBezTo>
                  <a:pt x="256419" y="34934"/>
                  <a:pt x="254151" y="36700"/>
                  <a:pt x="251488" y="39284"/>
                </a:cubicBezTo>
                <a:lnTo>
                  <a:pt x="251383" y="39875"/>
                </a:lnTo>
                <a:lnTo>
                  <a:pt x="251488" y="42189"/>
                </a:lnTo>
                <a:lnTo>
                  <a:pt x="251488" y="65703"/>
                </a:lnTo>
                <a:cubicBezTo>
                  <a:pt x="251488" y="69075"/>
                  <a:pt x="251672" y="71174"/>
                  <a:pt x="252040" y="71999"/>
                </a:cubicBezTo>
                <a:cubicBezTo>
                  <a:pt x="252408" y="72823"/>
                  <a:pt x="253100" y="73514"/>
                  <a:pt x="254116" y="74071"/>
                </a:cubicBezTo>
                <a:cubicBezTo>
                  <a:pt x="255132" y="74626"/>
                  <a:pt x="256866" y="74904"/>
                  <a:pt x="259318" y="74904"/>
                </a:cubicBezTo>
                <a:lnTo>
                  <a:pt x="259318" y="76905"/>
                </a:lnTo>
                <a:lnTo>
                  <a:pt x="234989" y="76905"/>
                </a:lnTo>
                <a:lnTo>
                  <a:pt x="234989" y="74904"/>
                </a:lnTo>
                <a:cubicBezTo>
                  <a:pt x="237651" y="74904"/>
                  <a:pt x="239482" y="74581"/>
                  <a:pt x="240480" y="73935"/>
                </a:cubicBezTo>
                <a:cubicBezTo>
                  <a:pt x="241478" y="73290"/>
                  <a:pt x="242170" y="72321"/>
                  <a:pt x="242556" y="71030"/>
                </a:cubicBezTo>
                <a:cubicBezTo>
                  <a:pt x="242731" y="70419"/>
                  <a:pt x="242818" y="68644"/>
                  <a:pt x="242818" y="65703"/>
                </a:cubicBezTo>
                <a:lnTo>
                  <a:pt x="242818" y="44503"/>
                </a:lnTo>
                <a:cubicBezTo>
                  <a:pt x="242818" y="40485"/>
                  <a:pt x="242240" y="37597"/>
                  <a:pt x="241084" y="35840"/>
                </a:cubicBezTo>
                <a:cubicBezTo>
                  <a:pt x="239543" y="33543"/>
                  <a:pt x="237388" y="32395"/>
                  <a:pt x="234621" y="32395"/>
                </a:cubicBezTo>
                <a:cubicBezTo>
                  <a:pt x="232729" y="32395"/>
                  <a:pt x="230855" y="32915"/>
                  <a:pt x="228998" y="33955"/>
                </a:cubicBezTo>
                <a:cubicBezTo>
                  <a:pt x="226091" y="35534"/>
                  <a:pt x="223849" y="37309"/>
                  <a:pt x="222272" y="39282"/>
                </a:cubicBezTo>
                <a:lnTo>
                  <a:pt x="222272" y="65703"/>
                </a:lnTo>
                <a:cubicBezTo>
                  <a:pt x="222272" y="68931"/>
                  <a:pt x="222491" y="71030"/>
                  <a:pt x="222929" y="71999"/>
                </a:cubicBezTo>
                <a:cubicBezTo>
                  <a:pt x="223367" y="72966"/>
                  <a:pt x="224015" y="73693"/>
                  <a:pt x="224874" y="74177"/>
                </a:cubicBezTo>
                <a:cubicBezTo>
                  <a:pt x="225732" y="74662"/>
                  <a:pt x="227475" y="74904"/>
                  <a:pt x="230102" y="74904"/>
                </a:cubicBezTo>
                <a:lnTo>
                  <a:pt x="230102" y="76905"/>
                </a:lnTo>
                <a:lnTo>
                  <a:pt x="206298" y="76905"/>
                </a:lnTo>
                <a:lnTo>
                  <a:pt x="206298" y="74904"/>
                </a:lnTo>
                <a:cubicBezTo>
                  <a:pt x="208505" y="74904"/>
                  <a:pt x="210047" y="74661"/>
                  <a:pt x="210922" y="74175"/>
                </a:cubicBezTo>
                <a:cubicBezTo>
                  <a:pt x="211798" y="73690"/>
                  <a:pt x="212464" y="72916"/>
                  <a:pt x="212919" y="71855"/>
                </a:cubicBezTo>
                <a:cubicBezTo>
                  <a:pt x="213375" y="70794"/>
                  <a:pt x="213602" y="68734"/>
                  <a:pt x="213602" y="65676"/>
                </a:cubicBezTo>
                <a:lnTo>
                  <a:pt x="213602" y="46789"/>
                </a:lnTo>
                <a:cubicBezTo>
                  <a:pt x="213602" y="41356"/>
                  <a:pt x="213445" y="37849"/>
                  <a:pt x="213129" y="36267"/>
                </a:cubicBezTo>
                <a:cubicBezTo>
                  <a:pt x="212884" y="35080"/>
                  <a:pt x="212499" y="34261"/>
                  <a:pt x="211973" y="33811"/>
                </a:cubicBezTo>
                <a:cubicBezTo>
                  <a:pt x="211448" y="33362"/>
                  <a:pt x="210730" y="33137"/>
                  <a:pt x="209819" y="33137"/>
                </a:cubicBezTo>
                <a:cubicBezTo>
                  <a:pt x="208838" y="33137"/>
                  <a:pt x="207664" y="33407"/>
                  <a:pt x="206298" y="33947"/>
                </a:cubicBezTo>
                <a:lnTo>
                  <a:pt x="205510" y="32003"/>
                </a:lnTo>
                <a:lnTo>
                  <a:pt x="220013" y="25959"/>
                </a:lnTo>
                <a:lnTo>
                  <a:pt x="222272" y="25959"/>
                </a:lnTo>
                <a:lnTo>
                  <a:pt x="222272" y="36505"/>
                </a:lnTo>
                <a:close/>
                <a:moveTo>
                  <a:pt x="303174" y="0"/>
                </a:moveTo>
                <a:cubicBezTo>
                  <a:pt x="304645" y="0"/>
                  <a:pt x="305897" y="535"/>
                  <a:pt x="306931" y="1604"/>
                </a:cubicBezTo>
                <a:cubicBezTo>
                  <a:pt x="307964" y="2672"/>
                  <a:pt x="308481" y="3967"/>
                  <a:pt x="308481" y="5489"/>
                </a:cubicBezTo>
                <a:cubicBezTo>
                  <a:pt x="308481" y="7012"/>
                  <a:pt x="307964" y="8316"/>
                  <a:pt x="306931" y="9404"/>
                </a:cubicBezTo>
                <a:cubicBezTo>
                  <a:pt x="305897" y="10490"/>
                  <a:pt x="304645" y="11033"/>
                  <a:pt x="303174" y="11033"/>
                </a:cubicBezTo>
                <a:cubicBezTo>
                  <a:pt x="301702" y="11033"/>
                  <a:pt x="300441" y="10490"/>
                  <a:pt x="299390" y="9404"/>
                </a:cubicBezTo>
                <a:cubicBezTo>
                  <a:pt x="298339" y="8316"/>
                  <a:pt x="297814" y="7012"/>
                  <a:pt x="297814" y="5489"/>
                </a:cubicBezTo>
                <a:cubicBezTo>
                  <a:pt x="297814" y="3967"/>
                  <a:pt x="298330" y="2672"/>
                  <a:pt x="299364" y="1604"/>
                </a:cubicBezTo>
                <a:cubicBezTo>
                  <a:pt x="300397" y="535"/>
                  <a:pt x="301667" y="0"/>
                  <a:pt x="303174" y="0"/>
                </a:cubicBezTo>
                <a:moveTo>
                  <a:pt x="307535" y="25959"/>
                </a:moveTo>
                <a:lnTo>
                  <a:pt x="307535" y="65676"/>
                </a:lnTo>
                <a:cubicBezTo>
                  <a:pt x="307535" y="68770"/>
                  <a:pt x="307754" y="70830"/>
                  <a:pt x="308192" y="71855"/>
                </a:cubicBezTo>
                <a:cubicBezTo>
                  <a:pt x="308630" y="72880"/>
                  <a:pt x="309278" y="73645"/>
                  <a:pt x="310136" y="74148"/>
                </a:cubicBezTo>
                <a:cubicBezTo>
                  <a:pt x="310994" y="74652"/>
                  <a:pt x="312562" y="74904"/>
                  <a:pt x="314839" y="74904"/>
                </a:cubicBezTo>
                <a:lnTo>
                  <a:pt x="314839" y="76905"/>
                </a:lnTo>
                <a:lnTo>
                  <a:pt x="291456" y="76905"/>
                </a:lnTo>
                <a:lnTo>
                  <a:pt x="291456" y="74904"/>
                </a:lnTo>
                <a:cubicBezTo>
                  <a:pt x="293803" y="74904"/>
                  <a:pt x="295379" y="74670"/>
                  <a:pt x="296185" y="74202"/>
                </a:cubicBezTo>
                <a:cubicBezTo>
                  <a:pt x="296990" y="73735"/>
                  <a:pt x="297630" y="72961"/>
                  <a:pt x="298103" y="71882"/>
                </a:cubicBezTo>
                <a:cubicBezTo>
                  <a:pt x="298576" y="70803"/>
                  <a:pt x="298812" y="68734"/>
                  <a:pt x="298812" y="65676"/>
                </a:cubicBezTo>
                <a:lnTo>
                  <a:pt x="298812" y="46627"/>
                </a:lnTo>
                <a:cubicBezTo>
                  <a:pt x="298812" y="41266"/>
                  <a:pt x="298654" y="37795"/>
                  <a:pt x="298339" y="36213"/>
                </a:cubicBezTo>
                <a:cubicBezTo>
                  <a:pt x="298094" y="35062"/>
                  <a:pt x="297709" y="34261"/>
                  <a:pt x="297183" y="33811"/>
                </a:cubicBezTo>
                <a:cubicBezTo>
                  <a:pt x="296658" y="33362"/>
                  <a:pt x="295940" y="33137"/>
                  <a:pt x="295029" y="33137"/>
                </a:cubicBezTo>
                <a:cubicBezTo>
                  <a:pt x="294048" y="33137"/>
                  <a:pt x="292857" y="33407"/>
                  <a:pt x="291456" y="33947"/>
                </a:cubicBezTo>
                <a:lnTo>
                  <a:pt x="290720" y="32003"/>
                </a:lnTo>
                <a:lnTo>
                  <a:pt x="305223" y="25959"/>
                </a:lnTo>
                <a:lnTo>
                  <a:pt x="307535" y="25959"/>
                </a:lnTo>
                <a:close/>
                <a:moveTo>
                  <a:pt x="334051" y="11033"/>
                </a:moveTo>
                <a:lnTo>
                  <a:pt x="334051" y="27366"/>
                </a:lnTo>
                <a:lnTo>
                  <a:pt x="345296" y="27366"/>
                </a:lnTo>
                <a:lnTo>
                  <a:pt x="345296" y="31151"/>
                </a:lnTo>
                <a:lnTo>
                  <a:pt x="334051" y="31151"/>
                </a:lnTo>
                <a:lnTo>
                  <a:pt x="334051" y="63232"/>
                </a:lnTo>
                <a:cubicBezTo>
                  <a:pt x="334051" y="66438"/>
                  <a:pt x="334497" y="68599"/>
                  <a:pt x="335391" y="69715"/>
                </a:cubicBezTo>
                <a:cubicBezTo>
                  <a:pt x="336284" y="70831"/>
                  <a:pt x="337431" y="71388"/>
                  <a:pt x="338832" y="71388"/>
                </a:cubicBezTo>
                <a:cubicBezTo>
                  <a:pt x="339988" y="71388"/>
                  <a:pt x="341109" y="71019"/>
                  <a:pt x="342195" y="70280"/>
                </a:cubicBezTo>
                <a:cubicBezTo>
                  <a:pt x="343281" y="69541"/>
                  <a:pt x="344122" y="68450"/>
                  <a:pt x="344718" y="67008"/>
                </a:cubicBezTo>
                <a:lnTo>
                  <a:pt x="346767" y="67008"/>
                </a:lnTo>
                <a:cubicBezTo>
                  <a:pt x="345541" y="70551"/>
                  <a:pt x="343807" y="73231"/>
                  <a:pt x="341565" y="75047"/>
                </a:cubicBezTo>
                <a:cubicBezTo>
                  <a:pt x="339323" y="76863"/>
                  <a:pt x="337011" y="77770"/>
                  <a:pt x="334629" y="77770"/>
                </a:cubicBezTo>
                <a:cubicBezTo>
                  <a:pt x="333017" y="77770"/>
                  <a:pt x="331441" y="77310"/>
                  <a:pt x="329899" y="76389"/>
                </a:cubicBezTo>
                <a:cubicBezTo>
                  <a:pt x="328358" y="75469"/>
                  <a:pt x="327220" y="74152"/>
                  <a:pt x="326484" y="72438"/>
                </a:cubicBezTo>
                <a:cubicBezTo>
                  <a:pt x="325748" y="70723"/>
                  <a:pt x="325380" y="68079"/>
                  <a:pt x="325380" y="64505"/>
                </a:cubicBezTo>
                <a:lnTo>
                  <a:pt x="325380" y="31151"/>
                </a:lnTo>
                <a:lnTo>
                  <a:pt x="317761" y="31151"/>
                </a:lnTo>
                <a:lnTo>
                  <a:pt x="317761" y="29367"/>
                </a:lnTo>
                <a:cubicBezTo>
                  <a:pt x="319688" y="28571"/>
                  <a:pt x="321658" y="27224"/>
                  <a:pt x="323673" y="25326"/>
                </a:cubicBezTo>
                <a:cubicBezTo>
                  <a:pt x="325687" y="23427"/>
                  <a:pt x="327482" y="21176"/>
                  <a:pt x="329059" y="18572"/>
                </a:cubicBezTo>
                <a:cubicBezTo>
                  <a:pt x="329864" y="17199"/>
                  <a:pt x="330985" y="14686"/>
                  <a:pt x="332422" y="11033"/>
                </a:cubicBezTo>
                <a:lnTo>
                  <a:pt x="334051" y="11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Message">
            <a:extLst xmlns:a="http://schemas.openxmlformats.org/drawingml/2006/main">
              <a:ext uri="{FF2B5EF4-FFF2-40B4-BE49-F238E27FC236}">
                <a16:creationId xmlns:a16="http://schemas.microsoft.com/office/drawing/2014/main" id="{0028A989-79BD-402E-9C53-72EB7F5A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961" y="3017620"/>
            <a:ext cx="372494" cy="97240"/>
          </a:xfrm>
          <a:custGeom xmlns:a="http://schemas.openxmlformats.org/drawingml/2006/main">
            <a:pathLst>
              <a:path w="372494" h="97240">
                <a:moveTo>
                  <a:pt x="42248" y="73335"/>
                </a:moveTo>
                <a:lnTo>
                  <a:pt x="14713" y="11628"/>
                </a:lnTo>
                <a:lnTo>
                  <a:pt x="14713" y="60626"/>
                </a:lnTo>
                <a:cubicBezTo>
                  <a:pt x="14713" y="65133"/>
                  <a:pt x="15186" y="67945"/>
                  <a:pt x="16132" y="69063"/>
                </a:cubicBezTo>
                <a:cubicBezTo>
                  <a:pt x="17428" y="70577"/>
                  <a:pt x="19477" y="71334"/>
                  <a:pt x="22280" y="71334"/>
                </a:cubicBezTo>
                <a:lnTo>
                  <a:pt x="24802" y="71334"/>
                </a:lnTo>
                <a:lnTo>
                  <a:pt x="24802" y="73335"/>
                </a:lnTo>
                <a:lnTo>
                  <a:pt x="0" y="73335"/>
                </a:lnTo>
                <a:lnTo>
                  <a:pt x="0" y="71334"/>
                </a:lnTo>
                <a:lnTo>
                  <a:pt x="2522" y="71334"/>
                </a:lnTo>
                <a:cubicBezTo>
                  <a:pt x="5535" y="71334"/>
                  <a:pt x="7672" y="70397"/>
                  <a:pt x="8933" y="68522"/>
                </a:cubicBezTo>
                <a:cubicBezTo>
                  <a:pt x="9704" y="67368"/>
                  <a:pt x="10089" y="64736"/>
                  <a:pt x="10089" y="60626"/>
                </a:cubicBezTo>
                <a:lnTo>
                  <a:pt x="10089" y="12709"/>
                </a:lnTo>
                <a:cubicBezTo>
                  <a:pt x="10089" y="9464"/>
                  <a:pt x="9739" y="7121"/>
                  <a:pt x="9038" y="5679"/>
                </a:cubicBezTo>
                <a:cubicBezTo>
                  <a:pt x="8548" y="4633"/>
                  <a:pt x="7646" y="3759"/>
                  <a:pt x="6332" y="3056"/>
                </a:cubicBezTo>
                <a:cubicBezTo>
                  <a:pt x="5018" y="2353"/>
                  <a:pt x="2908" y="2001"/>
                  <a:pt x="0" y="2001"/>
                </a:cubicBezTo>
                <a:lnTo>
                  <a:pt x="0" y="0"/>
                </a:lnTo>
                <a:lnTo>
                  <a:pt x="20178" y="0"/>
                </a:lnTo>
                <a:lnTo>
                  <a:pt x="46031" y="57381"/>
                </a:lnTo>
                <a:lnTo>
                  <a:pt x="71464" y="0"/>
                </a:lnTo>
                <a:lnTo>
                  <a:pt x="91642" y="0"/>
                </a:lnTo>
                <a:lnTo>
                  <a:pt x="91642" y="2001"/>
                </a:lnTo>
                <a:lnTo>
                  <a:pt x="89172" y="2001"/>
                </a:lnTo>
                <a:cubicBezTo>
                  <a:pt x="86124" y="2001"/>
                  <a:pt x="83970" y="2938"/>
                  <a:pt x="82709" y="4813"/>
                </a:cubicBezTo>
                <a:cubicBezTo>
                  <a:pt x="81938" y="5967"/>
                  <a:pt x="81553" y="8599"/>
                  <a:pt x="81553" y="12709"/>
                </a:cubicBezTo>
                <a:lnTo>
                  <a:pt x="81553" y="60626"/>
                </a:lnTo>
                <a:cubicBezTo>
                  <a:pt x="81553" y="65133"/>
                  <a:pt x="82043" y="67945"/>
                  <a:pt x="83024" y="69063"/>
                </a:cubicBezTo>
                <a:cubicBezTo>
                  <a:pt x="84320" y="70577"/>
                  <a:pt x="86369" y="71334"/>
                  <a:pt x="89172" y="71334"/>
                </a:cubicBezTo>
                <a:lnTo>
                  <a:pt x="91642" y="71334"/>
                </a:lnTo>
                <a:lnTo>
                  <a:pt x="91642" y="73335"/>
                </a:lnTo>
                <a:lnTo>
                  <a:pt x="61375" y="73335"/>
                </a:lnTo>
                <a:lnTo>
                  <a:pt x="61375" y="71334"/>
                </a:lnTo>
                <a:lnTo>
                  <a:pt x="63897" y="71334"/>
                </a:lnTo>
                <a:cubicBezTo>
                  <a:pt x="66945" y="71334"/>
                  <a:pt x="69082" y="70397"/>
                  <a:pt x="70308" y="68522"/>
                </a:cubicBezTo>
                <a:cubicBezTo>
                  <a:pt x="71078" y="67368"/>
                  <a:pt x="71464" y="64736"/>
                  <a:pt x="71464" y="60626"/>
                </a:cubicBezTo>
                <a:lnTo>
                  <a:pt x="71464" y="11628"/>
                </a:lnTo>
                <a:lnTo>
                  <a:pt x="43982" y="73335"/>
                </a:lnTo>
                <a:lnTo>
                  <a:pt x="42248" y="73335"/>
                </a:lnTo>
                <a:close/>
                <a:moveTo>
                  <a:pt x="106071" y="42509"/>
                </a:moveTo>
                <a:cubicBezTo>
                  <a:pt x="106036" y="49847"/>
                  <a:pt x="107770" y="55603"/>
                  <a:pt x="111273" y="59776"/>
                </a:cubicBezTo>
                <a:cubicBezTo>
                  <a:pt x="114776" y="63948"/>
                  <a:pt x="118892" y="66034"/>
                  <a:pt x="123622" y="66034"/>
                </a:cubicBezTo>
                <a:cubicBezTo>
                  <a:pt x="126774" y="66034"/>
                  <a:pt x="129516" y="65142"/>
                  <a:pt x="131845" y="63357"/>
                </a:cubicBezTo>
                <a:cubicBezTo>
                  <a:pt x="134175" y="61573"/>
                  <a:pt x="136128" y="58517"/>
                  <a:pt x="137704" y="54190"/>
                </a:cubicBezTo>
                <a:lnTo>
                  <a:pt x="139333" y="55272"/>
                </a:lnTo>
                <a:cubicBezTo>
                  <a:pt x="138597" y="60211"/>
                  <a:pt x="136461" y="64709"/>
                  <a:pt x="132922" y="68765"/>
                </a:cubicBezTo>
                <a:cubicBezTo>
                  <a:pt x="129384" y="72822"/>
                  <a:pt x="124953" y="74850"/>
                  <a:pt x="119628" y="74850"/>
                </a:cubicBezTo>
                <a:cubicBezTo>
                  <a:pt x="113848" y="74850"/>
                  <a:pt x="108900" y="72538"/>
                  <a:pt x="104784" y="67915"/>
                </a:cubicBezTo>
                <a:cubicBezTo>
                  <a:pt x="100667" y="63291"/>
                  <a:pt x="98609" y="57075"/>
                  <a:pt x="98609" y="49267"/>
                </a:cubicBezTo>
                <a:cubicBezTo>
                  <a:pt x="98609" y="40812"/>
                  <a:pt x="100720" y="34219"/>
                  <a:pt x="104941" y="29488"/>
                </a:cubicBezTo>
                <a:cubicBezTo>
                  <a:pt x="109162" y="24756"/>
                  <a:pt x="114461" y="22390"/>
                  <a:pt x="120837" y="22390"/>
                </a:cubicBezTo>
                <a:cubicBezTo>
                  <a:pt x="126231" y="22390"/>
                  <a:pt x="130663" y="24215"/>
                  <a:pt x="134131" y="27866"/>
                </a:cubicBezTo>
                <a:cubicBezTo>
                  <a:pt x="137599" y="31515"/>
                  <a:pt x="139333" y="36396"/>
                  <a:pt x="139333" y="42509"/>
                </a:cubicBezTo>
                <a:lnTo>
                  <a:pt x="106071" y="42509"/>
                </a:lnTo>
                <a:moveTo>
                  <a:pt x="106071" y="39372"/>
                </a:moveTo>
                <a:lnTo>
                  <a:pt x="128351" y="39372"/>
                </a:lnTo>
                <a:cubicBezTo>
                  <a:pt x="128176" y="36199"/>
                  <a:pt x="127808" y="33964"/>
                  <a:pt x="127247" y="32666"/>
                </a:cubicBezTo>
                <a:cubicBezTo>
                  <a:pt x="126372" y="30647"/>
                  <a:pt x="125067" y="29060"/>
                  <a:pt x="123333" y="27906"/>
                </a:cubicBezTo>
                <a:cubicBezTo>
                  <a:pt x="121599" y="26753"/>
                  <a:pt x="119786" y="26176"/>
                  <a:pt x="117894" y="26176"/>
                </a:cubicBezTo>
                <a:cubicBezTo>
                  <a:pt x="114986" y="26176"/>
                  <a:pt x="112385" y="27339"/>
                  <a:pt x="110091" y="29664"/>
                </a:cubicBezTo>
                <a:cubicBezTo>
                  <a:pt x="107796" y="31990"/>
                  <a:pt x="106456" y="35225"/>
                  <a:pt x="106071" y="39372"/>
                </a:cubicBezTo>
                <a:close/>
                <a:moveTo>
                  <a:pt x="176169" y="22390"/>
                </a:moveTo>
                <a:lnTo>
                  <a:pt x="176169" y="39155"/>
                </a:lnTo>
                <a:lnTo>
                  <a:pt x="174435" y="39155"/>
                </a:lnTo>
                <a:cubicBezTo>
                  <a:pt x="173104" y="33897"/>
                  <a:pt x="171396" y="30320"/>
                  <a:pt x="169312" y="28425"/>
                </a:cubicBezTo>
                <a:cubicBezTo>
                  <a:pt x="167227" y="26529"/>
                  <a:pt x="164574" y="25581"/>
                  <a:pt x="161351" y="25581"/>
                </a:cubicBezTo>
                <a:cubicBezTo>
                  <a:pt x="158899" y="25581"/>
                  <a:pt x="156919" y="26247"/>
                  <a:pt x="155413" y="27580"/>
                </a:cubicBezTo>
                <a:cubicBezTo>
                  <a:pt x="153907" y="28912"/>
                  <a:pt x="153153" y="30389"/>
                  <a:pt x="153153" y="32010"/>
                </a:cubicBezTo>
                <a:cubicBezTo>
                  <a:pt x="153153" y="34027"/>
                  <a:pt x="153714" y="35755"/>
                  <a:pt x="154835" y="37195"/>
                </a:cubicBezTo>
                <a:cubicBezTo>
                  <a:pt x="155921" y="38672"/>
                  <a:pt x="158128" y="40239"/>
                  <a:pt x="161456" y="41895"/>
                </a:cubicBezTo>
                <a:lnTo>
                  <a:pt x="169128" y="45732"/>
                </a:lnTo>
                <a:cubicBezTo>
                  <a:pt x="176239" y="49296"/>
                  <a:pt x="179795" y="53997"/>
                  <a:pt x="179795" y="59832"/>
                </a:cubicBezTo>
                <a:cubicBezTo>
                  <a:pt x="179795" y="64333"/>
                  <a:pt x="178139" y="67962"/>
                  <a:pt x="174829" y="70717"/>
                </a:cubicBezTo>
                <a:cubicBezTo>
                  <a:pt x="171519" y="73472"/>
                  <a:pt x="167814" y="74850"/>
                  <a:pt x="163715" y="74850"/>
                </a:cubicBezTo>
                <a:cubicBezTo>
                  <a:pt x="160773" y="74850"/>
                  <a:pt x="157410" y="74309"/>
                  <a:pt x="153626" y="73227"/>
                </a:cubicBezTo>
                <a:cubicBezTo>
                  <a:pt x="152470" y="72867"/>
                  <a:pt x="151524" y="72686"/>
                  <a:pt x="150789" y="72686"/>
                </a:cubicBezTo>
                <a:cubicBezTo>
                  <a:pt x="149983" y="72686"/>
                  <a:pt x="149353" y="73155"/>
                  <a:pt x="148897" y="74093"/>
                </a:cubicBezTo>
                <a:lnTo>
                  <a:pt x="147163" y="74093"/>
                </a:lnTo>
                <a:lnTo>
                  <a:pt x="147163" y="56354"/>
                </a:lnTo>
                <a:lnTo>
                  <a:pt x="148897" y="56354"/>
                </a:lnTo>
                <a:cubicBezTo>
                  <a:pt x="149878" y="61419"/>
                  <a:pt x="151752" y="65237"/>
                  <a:pt x="154520" y="67805"/>
                </a:cubicBezTo>
                <a:cubicBezTo>
                  <a:pt x="157287" y="70374"/>
                  <a:pt x="160387" y="71659"/>
                  <a:pt x="163820" y="71659"/>
                </a:cubicBezTo>
                <a:cubicBezTo>
                  <a:pt x="166238" y="71659"/>
                  <a:pt x="168208" y="70930"/>
                  <a:pt x="169732" y="69472"/>
                </a:cubicBezTo>
                <a:cubicBezTo>
                  <a:pt x="171256" y="68013"/>
                  <a:pt x="172018" y="66257"/>
                  <a:pt x="172018" y="64204"/>
                </a:cubicBezTo>
                <a:cubicBezTo>
                  <a:pt x="172018" y="61718"/>
                  <a:pt x="171168" y="59630"/>
                  <a:pt x="169469" y="57937"/>
                </a:cubicBezTo>
                <a:cubicBezTo>
                  <a:pt x="167770" y="56245"/>
                  <a:pt x="164381" y="54102"/>
                  <a:pt x="159301" y="51510"/>
                </a:cubicBezTo>
                <a:cubicBezTo>
                  <a:pt x="154222" y="48916"/>
                  <a:pt x="150894" y="46575"/>
                  <a:pt x="149317" y="44486"/>
                </a:cubicBezTo>
                <a:cubicBezTo>
                  <a:pt x="147741" y="42433"/>
                  <a:pt x="146953" y="39840"/>
                  <a:pt x="146953" y="36707"/>
                </a:cubicBezTo>
                <a:cubicBezTo>
                  <a:pt x="146953" y="32637"/>
                  <a:pt x="148310" y="29234"/>
                  <a:pt x="151025" y="26497"/>
                </a:cubicBezTo>
                <a:cubicBezTo>
                  <a:pt x="153740" y="23759"/>
                  <a:pt x="157252" y="22390"/>
                  <a:pt x="161561" y="22390"/>
                </a:cubicBezTo>
                <a:cubicBezTo>
                  <a:pt x="163453" y="22390"/>
                  <a:pt x="165747" y="22805"/>
                  <a:pt x="168445" y="23634"/>
                </a:cubicBezTo>
                <a:cubicBezTo>
                  <a:pt x="170231" y="24175"/>
                  <a:pt x="171422" y="24445"/>
                  <a:pt x="172018" y="24445"/>
                </a:cubicBezTo>
                <a:cubicBezTo>
                  <a:pt x="172578" y="24445"/>
                  <a:pt x="173016" y="24319"/>
                  <a:pt x="173331" y="24067"/>
                </a:cubicBezTo>
                <a:cubicBezTo>
                  <a:pt x="173647" y="23814"/>
                  <a:pt x="174014" y="23255"/>
                  <a:pt x="174435" y="22390"/>
                </a:cubicBezTo>
                <a:lnTo>
                  <a:pt x="176169" y="22390"/>
                </a:lnTo>
                <a:close/>
                <a:moveTo>
                  <a:pt x="218763" y="22390"/>
                </a:moveTo>
                <a:lnTo>
                  <a:pt x="218763" y="39155"/>
                </a:lnTo>
                <a:lnTo>
                  <a:pt x="217029" y="39155"/>
                </a:lnTo>
                <a:cubicBezTo>
                  <a:pt x="215698" y="33897"/>
                  <a:pt x="213990" y="30320"/>
                  <a:pt x="211905" y="28425"/>
                </a:cubicBezTo>
                <a:cubicBezTo>
                  <a:pt x="209821" y="26529"/>
                  <a:pt x="207167" y="25581"/>
                  <a:pt x="203945" y="25581"/>
                </a:cubicBezTo>
                <a:cubicBezTo>
                  <a:pt x="201492" y="25581"/>
                  <a:pt x="199513" y="26247"/>
                  <a:pt x="198007" y="27580"/>
                </a:cubicBezTo>
                <a:cubicBezTo>
                  <a:pt x="196500" y="28912"/>
                  <a:pt x="195747" y="30389"/>
                  <a:pt x="195747" y="32010"/>
                </a:cubicBezTo>
                <a:cubicBezTo>
                  <a:pt x="195747" y="34027"/>
                  <a:pt x="196308" y="35755"/>
                  <a:pt x="197429" y="37195"/>
                </a:cubicBezTo>
                <a:cubicBezTo>
                  <a:pt x="198515" y="38672"/>
                  <a:pt x="200722" y="40239"/>
                  <a:pt x="204050" y="41895"/>
                </a:cubicBezTo>
                <a:lnTo>
                  <a:pt x="211722" y="45732"/>
                </a:lnTo>
                <a:cubicBezTo>
                  <a:pt x="218833" y="49296"/>
                  <a:pt x="222389" y="53997"/>
                  <a:pt x="222389" y="59832"/>
                </a:cubicBezTo>
                <a:cubicBezTo>
                  <a:pt x="222389" y="64333"/>
                  <a:pt x="220733" y="67962"/>
                  <a:pt x="217423" y="70717"/>
                </a:cubicBezTo>
                <a:cubicBezTo>
                  <a:pt x="214112" y="73472"/>
                  <a:pt x="210408" y="74850"/>
                  <a:pt x="206309" y="74850"/>
                </a:cubicBezTo>
                <a:cubicBezTo>
                  <a:pt x="203367" y="74850"/>
                  <a:pt x="200004" y="74309"/>
                  <a:pt x="196220" y="73227"/>
                </a:cubicBezTo>
                <a:cubicBezTo>
                  <a:pt x="195064" y="72867"/>
                  <a:pt x="194118" y="72686"/>
                  <a:pt x="193383" y="72686"/>
                </a:cubicBezTo>
                <a:cubicBezTo>
                  <a:pt x="192577" y="72686"/>
                  <a:pt x="191946" y="73155"/>
                  <a:pt x="191491" y="74093"/>
                </a:cubicBezTo>
                <a:lnTo>
                  <a:pt x="189757" y="74093"/>
                </a:lnTo>
                <a:lnTo>
                  <a:pt x="189757" y="56354"/>
                </a:lnTo>
                <a:lnTo>
                  <a:pt x="191491" y="56354"/>
                </a:lnTo>
                <a:cubicBezTo>
                  <a:pt x="192472" y="61419"/>
                  <a:pt x="194346" y="65237"/>
                  <a:pt x="197114" y="67805"/>
                </a:cubicBezTo>
                <a:cubicBezTo>
                  <a:pt x="199881" y="70374"/>
                  <a:pt x="202981" y="71659"/>
                  <a:pt x="206414" y="71659"/>
                </a:cubicBezTo>
                <a:cubicBezTo>
                  <a:pt x="208831" y="71659"/>
                  <a:pt x="210802" y="70930"/>
                  <a:pt x="212326" y="69472"/>
                </a:cubicBezTo>
                <a:cubicBezTo>
                  <a:pt x="213850" y="68013"/>
                  <a:pt x="214612" y="66257"/>
                  <a:pt x="214612" y="64204"/>
                </a:cubicBezTo>
                <a:cubicBezTo>
                  <a:pt x="214612" y="61718"/>
                  <a:pt x="213762" y="59630"/>
                  <a:pt x="212063" y="57937"/>
                </a:cubicBezTo>
                <a:cubicBezTo>
                  <a:pt x="210364" y="56245"/>
                  <a:pt x="206975" y="54102"/>
                  <a:pt x="201895" y="51510"/>
                </a:cubicBezTo>
                <a:cubicBezTo>
                  <a:pt x="196816" y="48916"/>
                  <a:pt x="193488" y="46575"/>
                  <a:pt x="191911" y="44486"/>
                </a:cubicBezTo>
                <a:cubicBezTo>
                  <a:pt x="190335" y="42433"/>
                  <a:pt x="189547" y="39840"/>
                  <a:pt x="189547" y="36707"/>
                </a:cubicBezTo>
                <a:cubicBezTo>
                  <a:pt x="189547" y="32637"/>
                  <a:pt x="190904" y="29234"/>
                  <a:pt x="193619" y="26497"/>
                </a:cubicBezTo>
                <a:cubicBezTo>
                  <a:pt x="196334" y="23759"/>
                  <a:pt x="199846" y="22390"/>
                  <a:pt x="204155" y="22390"/>
                </a:cubicBezTo>
                <a:cubicBezTo>
                  <a:pt x="206046" y="22390"/>
                  <a:pt x="208341" y="22805"/>
                  <a:pt x="211038" y="23634"/>
                </a:cubicBezTo>
                <a:cubicBezTo>
                  <a:pt x="212825" y="24175"/>
                  <a:pt x="214016" y="24445"/>
                  <a:pt x="214612" y="24445"/>
                </a:cubicBezTo>
                <a:cubicBezTo>
                  <a:pt x="215172" y="24445"/>
                  <a:pt x="215610" y="24319"/>
                  <a:pt x="215925" y="24067"/>
                </a:cubicBezTo>
                <a:cubicBezTo>
                  <a:pt x="216241" y="23814"/>
                  <a:pt x="216608" y="23255"/>
                  <a:pt x="217029" y="22390"/>
                </a:cubicBezTo>
                <a:lnTo>
                  <a:pt x="218763" y="22390"/>
                </a:lnTo>
                <a:close/>
                <a:moveTo>
                  <a:pt x="257522" y="66197"/>
                </a:moveTo>
                <a:cubicBezTo>
                  <a:pt x="252582" y="70127"/>
                  <a:pt x="249482" y="72398"/>
                  <a:pt x="248221" y="73011"/>
                </a:cubicBezTo>
                <a:cubicBezTo>
                  <a:pt x="246329" y="73948"/>
                  <a:pt x="244315" y="74417"/>
                  <a:pt x="242178" y="74417"/>
                </a:cubicBezTo>
                <a:cubicBezTo>
                  <a:pt x="238850" y="74417"/>
                  <a:pt x="236109" y="73245"/>
                  <a:pt x="233954" y="70902"/>
                </a:cubicBezTo>
                <a:cubicBezTo>
                  <a:pt x="231800" y="68558"/>
                  <a:pt x="230723" y="65475"/>
                  <a:pt x="230723" y="61654"/>
                </a:cubicBezTo>
                <a:cubicBezTo>
                  <a:pt x="230723" y="59238"/>
                  <a:pt x="231248" y="57147"/>
                  <a:pt x="232299" y="55380"/>
                </a:cubicBezTo>
                <a:cubicBezTo>
                  <a:pt x="233735" y="52928"/>
                  <a:pt x="236231" y="50621"/>
                  <a:pt x="239787" y="48458"/>
                </a:cubicBezTo>
                <a:cubicBezTo>
                  <a:pt x="243343" y="46294"/>
                  <a:pt x="249254" y="43662"/>
                  <a:pt x="257522" y="40562"/>
                </a:cubicBezTo>
                <a:lnTo>
                  <a:pt x="257522" y="38615"/>
                </a:lnTo>
                <a:cubicBezTo>
                  <a:pt x="257522" y="33675"/>
                  <a:pt x="256760" y="30286"/>
                  <a:pt x="255236" y="28447"/>
                </a:cubicBezTo>
                <a:cubicBezTo>
                  <a:pt x="253712" y="26608"/>
                  <a:pt x="251496" y="25689"/>
                  <a:pt x="248589" y="25689"/>
                </a:cubicBezTo>
                <a:cubicBezTo>
                  <a:pt x="246382" y="25689"/>
                  <a:pt x="244630" y="26300"/>
                  <a:pt x="243334" y="27521"/>
                </a:cubicBezTo>
                <a:cubicBezTo>
                  <a:pt x="242003" y="28742"/>
                  <a:pt x="241337" y="30143"/>
                  <a:pt x="241337" y="31724"/>
                </a:cubicBezTo>
                <a:lnTo>
                  <a:pt x="241442" y="34849"/>
                </a:lnTo>
                <a:cubicBezTo>
                  <a:pt x="241442" y="36501"/>
                  <a:pt x="241031" y="37776"/>
                  <a:pt x="240207" y="38674"/>
                </a:cubicBezTo>
                <a:cubicBezTo>
                  <a:pt x="239384" y="39572"/>
                  <a:pt x="238307" y="40021"/>
                  <a:pt x="236976" y="40021"/>
                </a:cubicBezTo>
                <a:cubicBezTo>
                  <a:pt x="235680" y="40021"/>
                  <a:pt x="234620" y="39554"/>
                  <a:pt x="233797" y="38620"/>
                </a:cubicBezTo>
                <a:cubicBezTo>
                  <a:pt x="232974" y="37685"/>
                  <a:pt x="232562" y="36408"/>
                  <a:pt x="232562" y="34790"/>
                </a:cubicBezTo>
                <a:cubicBezTo>
                  <a:pt x="232562" y="31699"/>
                  <a:pt x="234103" y="28860"/>
                  <a:pt x="237186" y="26272"/>
                </a:cubicBezTo>
                <a:cubicBezTo>
                  <a:pt x="240269" y="23684"/>
                  <a:pt x="244595" y="22390"/>
                  <a:pt x="250165" y="22390"/>
                </a:cubicBezTo>
                <a:cubicBezTo>
                  <a:pt x="254439" y="22390"/>
                  <a:pt x="257942" y="23128"/>
                  <a:pt x="260674" y="24604"/>
                </a:cubicBezTo>
                <a:cubicBezTo>
                  <a:pt x="262741" y="25721"/>
                  <a:pt x="264265" y="27468"/>
                  <a:pt x="265246" y="29845"/>
                </a:cubicBezTo>
                <a:cubicBezTo>
                  <a:pt x="265877" y="31393"/>
                  <a:pt x="266192" y="34562"/>
                  <a:pt x="266192" y="39352"/>
                </a:cubicBezTo>
                <a:lnTo>
                  <a:pt x="266192" y="56151"/>
                </a:lnTo>
                <a:cubicBezTo>
                  <a:pt x="266192" y="60868"/>
                  <a:pt x="266279" y="63758"/>
                  <a:pt x="266455" y="64821"/>
                </a:cubicBezTo>
                <a:cubicBezTo>
                  <a:pt x="266630" y="65883"/>
                  <a:pt x="266919" y="66595"/>
                  <a:pt x="267322" y="66955"/>
                </a:cubicBezTo>
                <a:cubicBezTo>
                  <a:pt x="267724" y="67315"/>
                  <a:pt x="268189" y="67495"/>
                  <a:pt x="268714" y="67495"/>
                </a:cubicBezTo>
                <a:cubicBezTo>
                  <a:pt x="269275" y="67495"/>
                  <a:pt x="269765" y="67368"/>
                  <a:pt x="270185" y="67116"/>
                </a:cubicBezTo>
                <a:cubicBezTo>
                  <a:pt x="270921" y="66647"/>
                  <a:pt x="272340" y="65331"/>
                  <a:pt x="274442" y="63168"/>
                </a:cubicBezTo>
                <a:lnTo>
                  <a:pt x="274442" y="66197"/>
                </a:lnTo>
                <a:cubicBezTo>
                  <a:pt x="270518" y="71605"/>
                  <a:pt x="266770" y="74309"/>
                  <a:pt x="263197" y="74309"/>
                </a:cubicBezTo>
                <a:cubicBezTo>
                  <a:pt x="261480" y="74309"/>
                  <a:pt x="260114" y="73696"/>
                  <a:pt x="259098" y="72470"/>
                </a:cubicBezTo>
                <a:cubicBezTo>
                  <a:pt x="258082" y="71244"/>
                  <a:pt x="257557" y="69153"/>
                  <a:pt x="257522" y="66197"/>
                </a:cubicBezTo>
                <a:moveTo>
                  <a:pt x="257522" y="62651"/>
                </a:moveTo>
                <a:lnTo>
                  <a:pt x="257522" y="43861"/>
                </a:lnTo>
                <a:cubicBezTo>
                  <a:pt x="252232" y="46014"/>
                  <a:pt x="248816" y="47539"/>
                  <a:pt x="247275" y="48437"/>
                </a:cubicBezTo>
                <a:cubicBezTo>
                  <a:pt x="244508" y="50017"/>
                  <a:pt x="242528" y="51668"/>
                  <a:pt x="241337" y="53391"/>
                </a:cubicBezTo>
                <a:cubicBezTo>
                  <a:pt x="240146" y="55114"/>
                  <a:pt x="239551" y="56998"/>
                  <a:pt x="239551" y="59044"/>
                </a:cubicBezTo>
                <a:cubicBezTo>
                  <a:pt x="239551" y="61629"/>
                  <a:pt x="240304" y="63774"/>
                  <a:pt x="241810" y="65478"/>
                </a:cubicBezTo>
                <a:cubicBezTo>
                  <a:pt x="243316" y="67183"/>
                  <a:pt x="245051" y="68035"/>
                  <a:pt x="247012" y="68035"/>
                </a:cubicBezTo>
                <a:cubicBezTo>
                  <a:pt x="249675" y="68035"/>
                  <a:pt x="253178" y="66240"/>
                  <a:pt x="257522" y="62651"/>
                </a:cubicBezTo>
                <a:close/>
                <a:moveTo>
                  <a:pt x="290205" y="55284"/>
                </a:moveTo>
                <a:cubicBezTo>
                  <a:pt x="287262" y="53808"/>
                  <a:pt x="285003" y="51746"/>
                  <a:pt x="283427" y="49100"/>
                </a:cubicBezTo>
                <a:cubicBezTo>
                  <a:pt x="281850" y="46453"/>
                  <a:pt x="281062" y="43527"/>
                  <a:pt x="281062" y="40322"/>
                </a:cubicBezTo>
                <a:cubicBezTo>
                  <a:pt x="281062" y="35425"/>
                  <a:pt x="282857" y="31212"/>
                  <a:pt x="286448" y="27683"/>
                </a:cubicBezTo>
                <a:cubicBezTo>
                  <a:pt x="290039" y="24154"/>
                  <a:pt x="294637" y="22390"/>
                  <a:pt x="300242" y="22390"/>
                </a:cubicBezTo>
                <a:cubicBezTo>
                  <a:pt x="304831" y="22390"/>
                  <a:pt x="308807" y="23544"/>
                  <a:pt x="312170" y="25851"/>
                </a:cubicBezTo>
                <a:lnTo>
                  <a:pt x="322364" y="25851"/>
                </a:lnTo>
                <a:cubicBezTo>
                  <a:pt x="323870" y="25851"/>
                  <a:pt x="324746" y="25896"/>
                  <a:pt x="324991" y="25985"/>
                </a:cubicBezTo>
                <a:cubicBezTo>
                  <a:pt x="325236" y="26074"/>
                  <a:pt x="325411" y="26225"/>
                  <a:pt x="325517" y="26439"/>
                </a:cubicBezTo>
                <a:cubicBezTo>
                  <a:pt x="325727" y="26761"/>
                  <a:pt x="325832" y="27331"/>
                  <a:pt x="325832" y="28151"/>
                </a:cubicBezTo>
                <a:cubicBezTo>
                  <a:pt x="325832" y="29078"/>
                  <a:pt x="325744" y="29719"/>
                  <a:pt x="325569" y="30076"/>
                </a:cubicBezTo>
                <a:cubicBezTo>
                  <a:pt x="325464" y="30254"/>
                  <a:pt x="325280" y="30397"/>
                  <a:pt x="325017" y="30504"/>
                </a:cubicBezTo>
                <a:cubicBezTo>
                  <a:pt x="324755" y="30611"/>
                  <a:pt x="323870" y="30665"/>
                  <a:pt x="322364" y="30665"/>
                </a:cubicBezTo>
                <a:lnTo>
                  <a:pt x="316111" y="30665"/>
                </a:lnTo>
                <a:cubicBezTo>
                  <a:pt x="318072" y="33266"/>
                  <a:pt x="319053" y="36590"/>
                  <a:pt x="319053" y="40636"/>
                </a:cubicBezTo>
                <a:cubicBezTo>
                  <a:pt x="319053" y="45260"/>
                  <a:pt x="317337" y="49216"/>
                  <a:pt x="313904" y="52504"/>
                </a:cubicBezTo>
                <a:cubicBezTo>
                  <a:pt x="310471" y="55791"/>
                  <a:pt x="305864" y="57435"/>
                  <a:pt x="300084" y="57435"/>
                </a:cubicBezTo>
                <a:cubicBezTo>
                  <a:pt x="297702" y="57435"/>
                  <a:pt x="295267" y="57067"/>
                  <a:pt x="292780" y="56332"/>
                </a:cubicBezTo>
                <a:cubicBezTo>
                  <a:pt x="291239" y="57701"/>
                  <a:pt x="290196" y="58899"/>
                  <a:pt x="289653" y="59926"/>
                </a:cubicBezTo>
                <a:cubicBezTo>
                  <a:pt x="289110" y="60953"/>
                  <a:pt x="288839" y="61826"/>
                  <a:pt x="288839" y="62546"/>
                </a:cubicBezTo>
                <a:cubicBezTo>
                  <a:pt x="288839" y="63159"/>
                  <a:pt x="289128" y="63754"/>
                  <a:pt x="289706" y="64331"/>
                </a:cubicBezTo>
                <a:cubicBezTo>
                  <a:pt x="290284" y="64906"/>
                  <a:pt x="291414" y="65321"/>
                  <a:pt x="293095" y="65573"/>
                </a:cubicBezTo>
                <a:cubicBezTo>
                  <a:pt x="294076" y="65717"/>
                  <a:pt x="296528" y="65843"/>
                  <a:pt x="300452" y="65951"/>
                </a:cubicBezTo>
                <a:cubicBezTo>
                  <a:pt x="307668" y="66131"/>
                  <a:pt x="312345" y="66382"/>
                  <a:pt x="314482" y="66707"/>
                </a:cubicBezTo>
                <a:cubicBezTo>
                  <a:pt x="317740" y="67176"/>
                  <a:pt x="320341" y="68419"/>
                  <a:pt x="322285" y="70437"/>
                </a:cubicBezTo>
                <a:cubicBezTo>
                  <a:pt x="324229" y="72454"/>
                  <a:pt x="325201" y="74939"/>
                  <a:pt x="325201" y="77893"/>
                </a:cubicBezTo>
                <a:cubicBezTo>
                  <a:pt x="325201" y="81964"/>
                  <a:pt x="323345" y="85783"/>
                  <a:pt x="319631" y="89350"/>
                </a:cubicBezTo>
                <a:cubicBezTo>
                  <a:pt x="314166" y="94610"/>
                  <a:pt x="307038" y="97240"/>
                  <a:pt x="298245" y="97240"/>
                </a:cubicBezTo>
                <a:cubicBezTo>
                  <a:pt x="291484" y="97240"/>
                  <a:pt x="285774" y="95674"/>
                  <a:pt x="281115" y="92541"/>
                </a:cubicBezTo>
                <a:cubicBezTo>
                  <a:pt x="278487" y="90741"/>
                  <a:pt x="277174" y="88868"/>
                  <a:pt x="277174" y="86924"/>
                </a:cubicBezTo>
                <a:cubicBezTo>
                  <a:pt x="277174" y="86060"/>
                  <a:pt x="277366" y="85197"/>
                  <a:pt x="277752" y="84333"/>
                </a:cubicBezTo>
                <a:cubicBezTo>
                  <a:pt x="278347" y="83000"/>
                  <a:pt x="279573" y="81145"/>
                  <a:pt x="281430" y="78769"/>
                </a:cubicBezTo>
                <a:cubicBezTo>
                  <a:pt x="281675" y="78446"/>
                  <a:pt x="283462" y="76501"/>
                  <a:pt x="286790" y="72937"/>
                </a:cubicBezTo>
                <a:cubicBezTo>
                  <a:pt x="284968" y="71818"/>
                  <a:pt x="283681" y="70816"/>
                  <a:pt x="282927" y="69932"/>
                </a:cubicBezTo>
                <a:cubicBezTo>
                  <a:pt x="282174" y="69047"/>
                  <a:pt x="281798" y="68045"/>
                  <a:pt x="281798" y="66927"/>
                </a:cubicBezTo>
                <a:cubicBezTo>
                  <a:pt x="281798" y="65662"/>
                  <a:pt x="282297" y="64182"/>
                  <a:pt x="283295" y="62485"/>
                </a:cubicBezTo>
                <a:cubicBezTo>
                  <a:pt x="284294" y="60788"/>
                  <a:pt x="286597" y="58388"/>
                  <a:pt x="290205" y="55284"/>
                </a:cubicBezTo>
                <a:moveTo>
                  <a:pt x="299348" y="25094"/>
                </a:moveTo>
                <a:cubicBezTo>
                  <a:pt x="296756" y="25094"/>
                  <a:pt x="294584" y="26152"/>
                  <a:pt x="292832" y="28268"/>
                </a:cubicBezTo>
                <a:cubicBezTo>
                  <a:pt x="291081" y="30383"/>
                  <a:pt x="290205" y="33628"/>
                  <a:pt x="290205" y="38003"/>
                </a:cubicBezTo>
                <a:cubicBezTo>
                  <a:pt x="290205" y="43669"/>
                  <a:pt x="291396" y="48062"/>
                  <a:pt x="293778" y="51180"/>
                </a:cubicBezTo>
                <a:cubicBezTo>
                  <a:pt x="295600" y="53548"/>
                  <a:pt x="297912" y="54731"/>
                  <a:pt x="300714" y="54731"/>
                </a:cubicBezTo>
                <a:cubicBezTo>
                  <a:pt x="303377" y="54731"/>
                  <a:pt x="305566" y="53709"/>
                  <a:pt x="307283" y="51665"/>
                </a:cubicBezTo>
                <a:cubicBezTo>
                  <a:pt x="308999" y="49621"/>
                  <a:pt x="309858" y="46412"/>
                  <a:pt x="309858" y="42037"/>
                </a:cubicBezTo>
                <a:cubicBezTo>
                  <a:pt x="309858" y="36336"/>
                  <a:pt x="308649" y="31871"/>
                  <a:pt x="306232" y="28643"/>
                </a:cubicBezTo>
                <a:cubicBezTo>
                  <a:pt x="304445" y="26277"/>
                  <a:pt x="302151" y="25094"/>
                  <a:pt x="299348" y="25094"/>
                </a:cubicBezTo>
                <a:moveTo>
                  <a:pt x="289680" y="73367"/>
                </a:moveTo>
                <a:cubicBezTo>
                  <a:pt x="288033" y="75203"/>
                  <a:pt x="286790" y="76912"/>
                  <a:pt x="285949" y="78495"/>
                </a:cubicBezTo>
                <a:cubicBezTo>
                  <a:pt x="285108" y="80079"/>
                  <a:pt x="284688" y="81537"/>
                  <a:pt x="284688" y="82869"/>
                </a:cubicBezTo>
                <a:cubicBezTo>
                  <a:pt x="284688" y="84596"/>
                  <a:pt x="285704" y="86108"/>
                  <a:pt x="287735" y="87403"/>
                </a:cubicBezTo>
                <a:cubicBezTo>
                  <a:pt x="291239" y="89634"/>
                  <a:pt x="296301" y="90750"/>
                  <a:pt x="302921" y="90750"/>
                </a:cubicBezTo>
                <a:cubicBezTo>
                  <a:pt x="309227" y="90750"/>
                  <a:pt x="313877" y="89607"/>
                  <a:pt x="316873" y="87321"/>
                </a:cubicBezTo>
                <a:cubicBezTo>
                  <a:pt x="319868" y="85036"/>
                  <a:pt x="321365" y="82598"/>
                  <a:pt x="321365" y="80008"/>
                </a:cubicBezTo>
                <a:cubicBezTo>
                  <a:pt x="321365" y="78136"/>
                  <a:pt x="320472" y="76805"/>
                  <a:pt x="318685" y="76012"/>
                </a:cubicBezTo>
                <a:cubicBezTo>
                  <a:pt x="316864" y="75220"/>
                  <a:pt x="313256" y="74753"/>
                  <a:pt x="307861" y="74610"/>
                </a:cubicBezTo>
                <a:cubicBezTo>
                  <a:pt x="299979" y="74393"/>
                  <a:pt x="293918" y="73979"/>
                  <a:pt x="289680" y="73367"/>
                </a:cubicBezTo>
                <a:close/>
                <a:moveTo>
                  <a:pt x="339232" y="42509"/>
                </a:moveTo>
                <a:cubicBezTo>
                  <a:pt x="339197" y="49847"/>
                  <a:pt x="340931" y="55603"/>
                  <a:pt x="344434" y="59776"/>
                </a:cubicBezTo>
                <a:cubicBezTo>
                  <a:pt x="347937" y="63948"/>
                  <a:pt x="352053" y="66034"/>
                  <a:pt x="356782" y="66034"/>
                </a:cubicBezTo>
                <a:cubicBezTo>
                  <a:pt x="359935" y="66034"/>
                  <a:pt x="362676" y="65142"/>
                  <a:pt x="365006" y="63357"/>
                </a:cubicBezTo>
                <a:cubicBezTo>
                  <a:pt x="367336" y="61573"/>
                  <a:pt x="369289" y="58517"/>
                  <a:pt x="370865" y="54190"/>
                </a:cubicBezTo>
                <a:lnTo>
                  <a:pt x="372494" y="55272"/>
                </a:lnTo>
                <a:cubicBezTo>
                  <a:pt x="371758" y="60211"/>
                  <a:pt x="369621" y="64709"/>
                  <a:pt x="366083" y="68765"/>
                </a:cubicBezTo>
                <a:cubicBezTo>
                  <a:pt x="362545" y="72822"/>
                  <a:pt x="358114" y="74850"/>
                  <a:pt x="352789" y="74850"/>
                </a:cubicBezTo>
                <a:cubicBezTo>
                  <a:pt x="347009" y="74850"/>
                  <a:pt x="342061" y="72538"/>
                  <a:pt x="337944" y="67915"/>
                </a:cubicBezTo>
                <a:cubicBezTo>
                  <a:pt x="333828" y="63291"/>
                  <a:pt x="331770" y="57075"/>
                  <a:pt x="331770" y="49267"/>
                </a:cubicBezTo>
                <a:cubicBezTo>
                  <a:pt x="331770" y="40812"/>
                  <a:pt x="333881" y="34219"/>
                  <a:pt x="338102" y="29488"/>
                </a:cubicBezTo>
                <a:cubicBezTo>
                  <a:pt x="342323" y="24756"/>
                  <a:pt x="347622" y="22390"/>
                  <a:pt x="353997" y="22390"/>
                </a:cubicBezTo>
                <a:cubicBezTo>
                  <a:pt x="359392" y="22390"/>
                  <a:pt x="363824" y="24215"/>
                  <a:pt x="367292" y="27866"/>
                </a:cubicBezTo>
                <a:cubicBezTo>
                  <a:pt x="370760" y="31515"/>
                  <a:pt x="372494" y="36396"/>
                  <a:pt x="372494" y="42509"/>
                </a:cubicBezTo>
                <a:lnTo>
                  <a:pt x="339232" y="42509"/>
                </a:lnTo>
                <a:moveTo>
                  <a:pt x="339232" y="39372"/>
                </a:moveTo>
                <a:lnTo>
                  <a:pt x="361512" y="39372"/>
                </a:lnTo>
                <a:cubicBezTo>
                  <a:pt x="361336" y="36199"/>
                  <a:pt x="360969" y="33964"/>
                  <a:pt x="360408" y="32666"/>
                </a:cubicBezTo>
                <a:cubicBezTo>
                  <a:pt x="359532" y="30647"/>
                  <a:pt x="358227" y="29060"/>
                  <a:pt x="356493" y="27906"/>
                </a:cubicBezTo>
                <a:cubicBezTo>
                  <a:pt x="354759" y="26753"/>
                  <a:pt x="352947" y="26176"/>
                  <a:pt x="351055" y="26176"/>
                </a:cubicBezTo>
                <a:cubicBezTo>
                  <a:pt x="348147" y="26176"/>
                  <a:pt x="345546" y="27339"/>
                  <a:pt x="343252" y="29664"/>
                </a:cubicBezTo>
                <a:cubicBezTo>
                  <a:pt x="340957" y="31990"/>
                  <a:pt x="339617" y="35225"/>
                  <a:pt x="339232" y="393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LLM-">
            <a:extLst xmlns:a="http://schemas.openxmlformats.org/drawingml/2006/main">
              <a:ext uri="{FF2B5EF4-FFF2-40B4-BE49-F238E27FC236}">
                <a16:creationId xmlns:a16="http://schemas.microsoft.com/office/drawing/2014/main" id="{D9BD3626-8B7F-46A6-A5CA-F13F6EBE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0349" y="2804960"/>
            <a:ext cx="255816" cy="73335"/>
          </a:xfrm>
          <a:custGeom xmlns:a="http://schemas.openxmlformats.org/drawingml/2006/main">
            <a:pathLst>
              <a:path w="255816" h="73335">
                <a:moveTo>
                  <a:pt x="59536" y="53000"/>
                </a:moveTo>
                <a:lnTo>
                  <a:pt x="61270" y="53381"/>
                </a:lnTo>
                <a:lnTo>
                  <a:pt x="55174" y="73335"/>
                </a:lnTo>
                <a:lnTo>
                  <a:pt x="0" y="73335"/>
                </a:lnTo>
                <a:lnTo>
                  <a:pt x="0" y="71334"/>
                </a:lnTo>
                <a:lnTo>
                  <a:pt x="2680" y="71334"/>
                </a:lnTo>
                <a:cubicBezTo>
                  <a:pt x="5693" y="71334"/>
                  <a:pt x="7847" y="70325"/>
                  <a:pt x="9143" y="68306"/>
                </a:cubicBezTo>
                <a:cubicBezTo>
                  <a:pt x="9879" y="67152"/>
                  <a:pt x="10247" y="64484"/>
                  <a:pt x="10247" y="60302"/>
                </a:cubicBezTo>
                <a:lnTo>
                  <a:pt x="10247" y="12980"/>
                </a:lnTo>
                <a:cubicBezTo>
                  <a:pt x="10247" y="8401"/>
                  <a:pt x="9756" y="5534"/>
                  <a:pt x="8775" y="4381"/>
                </a:cubicBezTo>
                <a:cubicBezTo>
                  <a:pt x="7409" y="2794"/>
                  <a:pt x="5377" y="2001"/>
                  <a:pt x="2680" y="2001"/>
                </a:cubicBezTo>
                <a:lnTo>
                  <a:pt x="0" y="2001"/>
                </a:lnTo>
                <a:lnTo>
                  <a:pt x="0" y="0"/>
                </a:lnTo>
                <a:lnTo>
                  <a:pt x="32264" y="0"/>
                </a:lnTo>
                <a:lnTo>
                  <a:pt x="32264" y="2001"/>
                </a:lnTo>
                <a:cubicBezTo>
                  <a:pt x="28480" y="1965"/>
                  <a:pt x="25827" y="2326"/>
                  <a:pt x="24303" y="3084"/>
                </a:cubicBezTo>
                <a:cubicBezTo>
                  <a:pt x="22779" y="3842"/>
                  <a:pt x="21737" y="4798"/>
                  <a:pt x="21176" y="5952"/>
                </a:cubicBezTo>
                <a:cubicBezTo>
                  <a:pt x="20616" y="7107"/>
                  <a:pt x="20336" y="9868"/>
                  <a:pt x="20336" y="14234"/>
                </a:cubicBezTo>
                <a:lnTo>
                  <a:pt x="20336" y="60349"/>
                </a:lnTo>
                <a:cubicBezTo>
                  <a:pt x="20336" y="63344"/>
                  <a:pt x="20616" y="65401"/>
                  <a:pt x="21176" y="66519"/>
                </a:cubicBezTo>
                <a:cubicBezTo>
                  <a:pt x="21597" y="67276"/>
                  <a:pt x="22245" y="67836"/>
                  <a:pt x="23121" y="68198"/>
                </a:cubicBezTo>
                <a:cubicBezTo>
                  <a:pt x="23996" y="68558"/>
                  <a:pt x="26729" y="68738"/>
                  <a:pt x="31318" y="68738"/>
                </a:cubicBezTo>
                <a:lnTo>
                  <a:pt x="36520" y="68738"/>
                </a:lnTo>
                <a:cubicBezTo>
                  <a:pt x="41985" y="68738"/>
                  <a:pt x="45821" y="68321"/>
                  <a:pt x="48028" y="67486"/>
                </a:cubicBezTo>
                <a:cubicBezTo>
                  <a:pt x="50235" y="66651"/>
                  <a:pt x="52249" y="65172"/>
                  <a:pt x="54071" y="63048"/>
                </a:cubicBezTo>
                <a:cubicBezTo>
                  <a:pt x="55892" y="60924"/>
                  <a:pt x="57714" y="57575"/>
                  <a:pt x="59536" y="53000"/>
                </a:cubicBezTo>
                <a:close/>
                <a:moveTo>
                  <a:pt x="124558" y="53000"/>
                </a:moveTo>
                <a:lnTo>
                  <a:pt x="126292" y="53381"/>
                </a:lnTo>
                <a:lnTo>
                  <a:pt x="120197" y="73335"/>
                </a:lnTo>
                <a:lnTo>
                  <a:pt x="65022" y="73335"/>
                </a:lnTo>
                <a:lnTo>
                  <a:pt x="65022" y="71334"/>
                </a:lnTo>
                <a:lnTo>
                  <a:pt x="67702" y="71334"/>
                </a:lnTo>
                <a:cubicBezTo>
                  <a:pt x="70715" y="71334"/>
                  <a:pt x="72869" y="70325"/>
                  <a:pt x="74166" y="68306"/>
                </a:cubicBezTo>
                <a:cubicBezTo>
                  <a:pt x="74901" y="67152"/>
                  <a:pt x="75269" y="64484"/>
                  <a:pt x="75269" y="60302"/>
                </a:cubicBezTo>
                <a:lnTo>
                  <a:pt x="75269" y="12980"/>
                </a:lnTo>
                <a:cubicBezTo>
                  <a:pt x="75269" y="8401"/>
                  <a:pt x="74779" y="5534"/>
                  <a:pt x="73798" y="4381"/>
                </a:cubicBezTo>
                <a:cubicBezTo>
                  <a:pt x="72432" y="2794"/>
                  <a:pt x="70400" y="2001"/>
                  <a:pt x="67702" y="2001"/>
                </a:cubicBezTo>
                <a:lnTo>
                  <a:pt x="65022" y="2001"/>
                </a:lnTo>
                <a:lnTo>
                  <a:pt x="65022" y="0"/>
                </a:lnTo>
                <a:lnTo>
                  <a:pt x="97286" y="0"/>
                </a:lnTo>
                <a:lnTo>
                  <a:pt x="97286" y="2001"/>
                </a:lnTo>
                <a:cubicBezTo>
                  <a:pt x="93503" y="1965"/>
                  <a:pt x="90849" y="2326"/>
                  <a:pt x="89325" y="3084"/>
                </a:cubicBezTo>
                <a:cubicBezTo>
                  <a:pt x="87801" y="3842"/>
                  <a:pt x="86759" y="4798"/>
                  <a:pt x="86199" y="5952"/>
                </a:cubicBezTo>
                <a:cubicBezTo>
                  <a:pt x="85638" y="7107"/>
                  <a:pt x="85358" y="9868"/>
                  <a:pt x="85358" y="14234"/>
                </a:cubicBezTo>
                <a:lnTo>
                  <a:pt x="85358" y="60349"/>
                </a:lnTo>
                <a:cubicBezTo>
                  <a:pt x="85358" y="63344"/>
                  <a:pt x="85638" y="65401"/>
                  <a:pt x="86199" y="66519"/>
                </a:cubicBezTo>
                <a:cubicBezTo>
                  <a:pt x="86619" y="67276"/>
                  <a:pt x="87267" y="67836"/>
                  <a:pt x="88143" y="68198"/>
                </a:cubicBezTo>
                <a:cubicBezTo>
                  <a:pt x="89019" y="68558"/>
                  <a:pt x="91751" y="68738"/>
                  <a:pt x="96340" y="68738"/>
                </a:cubicBezTo>
                <a:lnTo>
                  <a:pt x="101542" y="68738"/>
                </a:lnTo>
                <a:cubicBezTo>
                  <a:pt x="107007" y="68738"/>
                  <a:pt x="110843" y="68321"/>
                  <a:pt x="113050" y="67486"/>
                </a:cubicBezTo>
                <a:cubicBezTo>
                  <a:pt x="115257" y="66651"/>
                  <a:pt x="117271" y="65172"/>
                  <a:pt x="119093" y="63048"/>
                </a:cubicBezTo>
                <a:cubicBezTo>
                  <a:pt x="120915" y="60924"/>
                  <a:pt x="122736" y="57575"/>
                  <a:pt x="124558" y="53000"/>
                </a:cubicBezTo>
                <a:close/>
                <a:moveTo>
                  <a:pt x="171923" y="73335"/>
                </a:moveTo>
                <a:lnTo>
                  <a:pt x="144389" y="11628"/>
                </a:lnTo>
                <a:lnTo>
                  <a:pt x="144389" y="60626"/>
                </a:lnTo>
                <a:cubicBezTo>
                  <a:pt x="144389" y="65133"/>
                  <a:pt x="144862" y="67945"/>
                  <a:pt x="145807" y="69063"/>
                </a:cubicBezTo>
                <a:cubicBezTo>
                  <a:pt x="147104" y="70577"/>
                  <a:pt x="149153" y="71334"/>
                  <a:pt x="151955" y="71334"/>
                </a:cubicBezTo>
                <a:lnTo>
                  <a:pt x="154478" y="71334"/>
                </a:lnTo>
                <a:lnTo>
                  <a:pt x="154478" y="73335"/>
                </a:lnTo>
                <a:lnTo>
                  <a:pt x="129676" y="73335"/>
                </a:lnTo>
                <a:lnTo>
                  <a:pt x="129676" y="71334"/>
                </a:lnTo>
                <a:lnTo>
                  <a:pt x="132198" y="71334"/>
                </a:lnTo>
                <a:cubicBezTo>
                  <a:pt x="135210" y="71334"/>
                  <a:pt x="137347" y="70397"/>
                  <a:pt x="138609" y="68522"/>
                </a:cubicBezTo>
                <a:cubicBezTo>
                  <a:pt x="139379" y="67368"/>
                  <a:pt x="139765" y="64736"/>
                  <a:pt x="139765" y="60626"/>
                </a:cubicBezTo>
                <a:lnTo>
                  <a:pt x="139765" y="12709"/>
                </a:lnTo>
                <a:cubicBezTo>
                  <a:pt x="139765" y="9464"/>
                  <a:pt x="139414" y="7121"/>
                  <a:pt x="138714" y="5679"/>
                </a:cubicBezTo>
                <a:cubicBezTo>
                  <a:pt x="138223" y="4633"/>
                  <a:pt x="137321" y="3759"/>
                  <a:pt x="136007" y="3056"/>
                </a:cubicBezTo>
                <a:cubicBezTo>
                  <a:pt x="134694" y="2353"/>
                  <a:pt x="132583" y="2001"/>
                  <a:pt x="129676" y="2001"/>
                </a:cubicBezTo>
                <a:lnTo>
                  <a:pt x="129676" y="0"/>
                </a:lnTo>
                <a:lnTo>
                  <a:pt x="149854" y="0"/>
                </a:lnTo>
                <a:lnTo>
                  <a:pt x="175707" y="57381"/>
                </a:lnTo>
                <a:lnTo>
                  <a:pt x="201139" y="0"/>
                </a:lnTo>
                <a:lnTo>
                  <a:pt x="221317" y="0"/>
                </a:lnTo>
                <a:lnTo>
                  <a:pt x="221317" y="2001"/>
                </a:lnTo>
                <a:lnTo>
                  <a:pt x="218847" y="2001"/>
                </a:lnTo>
                <a:cubicBezTo>
                  <a:pt x="215800" y="2001"/>
                  <a:pt x="213645" y="2938"/>
                  <a:pt x="212384" y="4813"/>
                </a:cubicBezTo>
                <a:cubicBezTo>
                  <a:pt x="211614" y="5967"/>
                  <a:pt x="211228" y="8599"/>
                  <a:pt x="211228" y="12709"/>
                </a:cubicBezTo>
                <a:lnTo>
                  <a:pt x="211228" y="60626"/>
                </a:lnTo>
                <a:cubicBezTo>
                  <a:pt x="211228" y="65133"/>
                  <a:pt x="211719" y="67945"/>
                  <a:pt x="212699" y="69063"/>
                </a:cubicBezTo>
                <a:cubicBezTo>
                  <a:pt x="213996" y="70577"/>
                  <a:pt x="216045" y="71334"/>
                  <a:pt x="218847" y="71334"/>
                </a:cubicBezTo>
                <a:lnTo>
                  <a:pt x="221317" y="71334"/>
                </a:lnTo>
                <a:lnTo>
                  <a:pt x="221317" y="73335"/>
                </a:lnTo>
                <a:lnTo>
                  <a:pt x="191050" y="73335"/>
                </a:lnTo>
                <a:lnTo>
                  <a:pt x="191050" y="71334"/>
                </a:lnTo>
                <a:lnTo>
                  <a:pt x="193572" y="71334"/>
                </a:lnTo>
                <a:cubicBezTo>
                  <a:pt x="196620" y="71334"/>
                  <a:pt x="198757" y="70397"/>
                  <a:pt x="199983" y="68522"/>
                </a:cubicBezTo>
                <a:cubicBezTo>
                  <a:pt x="200754" y="67368"/>
                  <a:pt x="201139" y="64736"/>
                  <a:pt x="201139" y="60626"/>
                </a:cubicBezTo>
                <a:lnTo>
                  <a:pt x="201139" y="11628"/>
                </a:lnTo>
                <a:lnTo>
                  <a:pt x="173657" y="73335"/>
                </a:lnTo>
                <a:lnTo>
                  <a:pt x="171923" y="73335"/>
                </a:lnTo>
                <a:close/>
                <a:moveTo>
                  <a:pt x="228649" y="44347"/>
                </a:moveTo>
                <a:lnTo>
                  <a:pt x="255816" y="44347"/>
                </a:lnTo>
                <a:lnTo>
                  <a:pt x="255816" y="52514"/>
                </a:lnTo>
                <a:lnTo>
                  <a:pt x="228649" y="52514"/>
                </a:lnTo>
                <a:lnTo>
                  <a:pt x="228649" y="443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Generated">
            <a:extLst xmlns:a="http://schemas.openxmlformats.org/drawingml/2006/main">
              <a:ext uri="{FF2B5EF4-FFF2-40B4-BE49-F238E27FC236}">
                <a16:creationId xmlns:a16="http://schemas.microsoft.com/office/drawing/2014/main" id="{605730A0-8109-4634-BF3E-23911837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978" y="2912151"/>
            <a:ext cx="435907" cy="78527"/>
          </a:xfrm>
          <a:custGeom xmlns:a="http://schemas.openxmlformats.org/drawingml/2006/main">
            <a:pathLst>
              <a:path w="435907" h="78527">
                <a:moveTo>
                  <a:pt x="62268" y="1947"/>
                </a:moveTo>
                <a:lnTo>
                  <a:pt x="64107" y="25094"/>
                </a:lnTo>
                <a:lnTo>
                  <a:pt x="62268" y="25094"/>
                </a:lnTo>
                <a:cubicBezTo>
                  <a:pt x="60411" y="19325"/>
                  <a:pt x="58012" y="14981"/>
                  <a:pt x="55069" y="12060"/>
                </a:cubicBezTo>
                <a:cubicBezTo>
                  <a:pt x="50830" y="7842"/>
                  <a:pt x="45383" y="5733"/>
                  <a:pt x="38727" y="5733"/>
                </a:cubicBezTo>
                <a:cubicBezTo>
                  <a:pt x="29654" y="5733"/>
                  <a:pt x="22753" y="9428"/>
                  <a:pt x="18024" y="16820"/>
                </a:cubicBezTo>
                <a:cubicBezTo>
                  <a:pt x="14065" y="23057"/>
                  <a:pt x="12086" y="30484"/>
                  <a:pt x="12086" y="39101"/>
                </a:cubicBezTo>
                <a:cubicBezTo>
                  <a:pt x="12086" y="46096"/>
                  <a:pt x="13399" y="52478"/>
                  <a:pt x="16027" y="58246"/>
                </a:cubicBezTo>
                <a:cubicBezTo>
                  <a:pt x="18654" y="64015"/>
                  <a:pt x="22096" y="68243"/>
                  <a:pt x="26352" y="70929"/>
                </a:cubicBezTo>
                <a:cubicBezTo>
                  <a:pt x="30609" y="73615"/>
                  <a:pt x="34979" y="74958"/>
                  <a:pt x="39463" y="74958"/>
                </a:cubicBezTo>
                <a:cubicBezTo>
                  <a:pt x="42090" y="74958"/>
                  <a:pt x="44630" y="74614"/>
                  <a:pt x="47082" y="73927"/>
                </a:cubicBezTo>
                <a:cubicBezTo>
                  <a:pt x="49534" y="73240"/>
                  <a:pt x="51899" y="72227"/>
                  <a:pt x="54176" y="70890"/>
                </a:cubicBezTo>
                <a:lnTo>
                  <a:pt x="54176" y="49625"/>
                </a:lnTo>
                <a:cubicBezTo>
                  <a:pt x="54176" y="45937"/>
                  <a:pt x="53904" y="43523"/>
                  <a:pt x="53361" y="42383"/>
                </a:cubicBezTo>
                <a:cubicBezTo>
                  <a:pt x="52818" y="41244"/>
                  <a:pt x="51978" y="40377"/>
                  <a:pt x="50839" y="39781"/>
                </a:cubicBezTo>
                <a:cubicBezTo>
                  <a:pt x="49701" y="39184"/>
                  <a:pt x="47695" y="38885"/>
                  <a:pt x="44822" y="38885"/>
                </a:cubicBezTo>
                <a:lnTo>
                  <a:pt x="44822" y="36884"/>
                </a:lnTo>
                <a:lnTo>
                  <a:pt x="72409" y="36884"/>
                </a:lnTo>
                <a:lnTo>
                  <a:pt x="72409" y="38885"/>
                </a:lnTo>
                <a:lnTo>
                  <a:pt x="71096" y="38885"/>
                </a:lnTo>
                <a:cubicBezTo>
                  <a:pt x="68363" y="38885"/>
                  <a:pt x="66489" y="39822"/>
                  <a:pt x="65473" y="41697"/>
                </a:cubicBezTo>
                <a:cubicBezTo>
                  <a:pt x="64773" y="43031"/>
                  <a:pt x="64422" y="45663"/>
                  <a:pt x="64422" y="49593"/>
                </a:cubicBezTo>
                <a:lnTo>
                  <a:pt x="64422" y="72037"/>
                </a:lnTo>
                <a:cubicBezTo>
                  <a:pt x="60394" y="74273"/>
                  <a:pt x="56418" y="75913"/>
                  <a:pt x="52494" y="76959"/>
                </a:cubicBezTo>
                <a:cubicBezTo>
                  <a:pt x="48571" y="78004"/>
                  <a:pt x="44209" y="78527"/>
                  <a:pt x="39410" y="78527"/>
                </a:cubicBezTo>
                <a:cubicBezTo>
                  <a:pt x="25643" y="78527"/>
                  <a:pt x="15186" y="73991"/>
                  <a:pt x="8040" y="64917"/>
                </a:cubicBezTo>
                <a:cubicBezTo>
                  <a:pt x="2680" y="58113"/>
                  <a:pt x="0" y="50264"/>
                  <a:pt x="0" y="41371"/>
                </a:cubicBezTo>
                <a:cubicBezTo>
                  <a:pt x="0" y="34926"/>
                  <a:pt x="1506" y="28752"/>
                  <a:pt x="4519" y="22848"/>
                </a:cubicBezTo>
                <a:cubicBezTo>
                  <a:pt x="8092" y="15826"/>
                  <a:pt x="12997" y="10425"/>
                  <a:pt x="19232" y="6645"/>
                </a:cubicBezTo>
                <a:cubicBezTo>
                  <a:pt x="24452" y="3513"/>
                  <a:pt x="30617" y="1947"/>
                  <a:pt x="37729" y="1947"/>
                </a:cubicBezTo>
                <a:cubicBezTo>
                  <a:pt x="40321" y="1947"/>
                  <a:pt x="42677" y="2163"/>
                  <a:pt x="44796" y="2596"/>
                </a:cubicBezTo>
                <a:cubicBezTo>
                  <a:pt x="46916" y="3029"/>
                  <a:pt x="49919" y="3984"/>
                  <a:pt x="53808" y="5462"/>
                </a:cubicBezTo>
                <a:cubicBezTo>
                  <a:pt x="55770" y="6219"/>
                  <a:pt x="57083" y="6598"/>
                  <a:pt x="57749" y="6598"/>
                </a:cubicBezTo>
                <a:cubicBezTo>
                  <a:pt x="58415" y="6598"/>
                  <a:pt x="58984" y="6283"/>
                  <a:pt x="59457" y="5652"/>
                </a:cubicBezTo>
                <a:cubicBezTo>
                  <a:pt x="59930" y="5021"/>
                  <a:pt x="60219" y="3786"/>
                  <a:pt x="60324" y="1947"/>
                </a:cubicBezTo>
                <a:lnTo>
                  <a:pt x="62268" y="1947"/>
                </a:lnTo>
                <a:close/>
                <a:moveTo>
                  <a:pt x="86145" y="46078"/>
                </a:moveTo>
                <a:cubicBezTo>
                  <a:pt x="86110" y="53416"/>
                  <a:pt x="87844" y="59172"/>
                  <a:pt x="91347" y="63345"/>
                </a:cubicBezTo>
                <a:cubicBezTo>
                  <a:pt x="94851" y="67518"/>
                  <a:pt x="98967" y="69604"/>
                  <a:pt x="103696" y="69604"/>
                </a:cubicBezTo>
                <a:cubicBezTo>
                  <a:pt x="106849" y="69604"/>
                  <a:pt x="109590" y="68711"/>
                  <a:pt x="111920" y="66927"/>
                </a:cubicBezTo>
                <a:cubicBezTo>
                  <a:pt x="114249" y="65142"/>
                  <a:pt x="116202" y="62086"/>
                  <a:pt x="117779" y="57760"/>
                </a:cubicBezTo>
                <a:lnTo>
                  <a:pt x="119407" y="58841"/>
                </a:lnTo>
                <a:cubicBezTo>
                  <a:pt x="118672" y="63781"/>
                  <a:pt x="116535" y="68279"/>
                  <a:pt x="112997" y="72335"/>
                </a:cubicBezTo>
                <a:cubicBezTo>
                  <a:pt x="109459" y="76391"/>
                  <a:pt x="105027" y="78419"/>
                  <a:pt x="99702" y="78419"/>
                </a:cubicBezTo>
                <a:cubicBezTo>
                  <a:pt x="93922" y="78419"/>
                  <a:pt x="88974" y="76108"/>
                  <a:pt x="84858" y="71485"/>
                </a:cubicBezTo>
                <a:cubicBezTo>
                  <a:pt x="80742" y="66861"/>
                  <a:pt x="78684" y="60645"/>
                  <a:pt x="78684" y="52837"/>
                </a:cubicBezTo>
                <a:cubicBezTo>
                  <a:pt x="78684" y="44382"/>
                  <a:pt x="80794" y="37789"/>
                  <a:pt x="85016" y="33058"/>
                </a:cubicBezTo>
                <a:cubicBezTo>
                  <a:pt x="89237" y="28326"/>
                  <a:pt x="94535" y="25959"/>
                  <a:pt x="100911" y="25959"/>
                </a:cubicBezTo>
                <a:cubicBezTo>
                  <a:pt x="106306" y="25959"/>
                  <a:pt x="110737" y="27785"/>
                  <a:pt x="114205" y="31435"/>
                </a:cubicBezTo>
                <a:cubicBezTo>
                  <a:pt x="117673" y="35085"/>
                  <a:pt x="119407" y="39966"/>
                  <a:pt x="119407" y="46078"/>
                </a:cubicBezTo>
                <a:lnTo>
                  <a:pt x="86145" y="46078"/>
                </a:lnTo>
                <a:moveTo>
                  <a:pt x="86145" y="42941"/>
                </a:moveTo>
                <a:lnTo>
                  <a:pt x="108425" y="42941"/>
                </a:lnTo>
                <a:cubicBezTo>
                  <a:pt x="108250" y="39768"/>
                  <a:pt x="107882" y="37533"/>
                  <a:pt x="107322" y="36235"/>
                </a:cubicBezTo>
                <a:cubicBezTo>
                  <a:pt x="106446" y="34216"/>
                  <a:pt x="105141" y="32630"/>
                  <a:pt x="103407" y="31476"/>
                </a:cubicBezTo>
                <a:cubicBezTo>
                  <a:pt x="101673" y="30322"/>
                  <a:pt x="99860" y="29745"/>
                  <a:pt x="97968" y="29745"/>
                </a:cubicBezTo>
                <a:cubicBezTo>
                  <a:pt x="95061" y="29745"/>
                  <a:pt x="92460" y="30908"/>
                  <a:pt x="90165" y="33233"/>
                </a:cubicBezTo>
                <a:cubicBezTo>
                  <a:pt x="87871" y="35559"/>
                  <a:pt x="86531" y="38795"/>
                  <a:pt x="86145" y="42941"/>
                </a:cubicBezTo>
                <a:close/>
                <a:moveTo>
                  <a:pt x="139165" y="36451"/>
                </a:moveTo>
                <a:cubicBezTo>
                  <a:pt x="144805" y="29457"/>
                  <a:pt x="150183" y="25959"/>
                  <a:pt x="155297" y="25959"/>
                </a:cubicBezTo>
                <a:cubicBezTo>
                  <a:pt x="157925" y="25959"/>
                  <a:pt x="160184" y="26634"/>
                  <a:pt x="162076" y="27984"/>
                </a:cubicBezTo>
                <a:cubicBezTo>
                  <a:pt x="163967" y="29333"/>
                  <a:pt x="165474" y="31554"/>
                  <a:pt x="166595" y="34648"/>
                </a:cubicBezTo>
                <a:cubicBezTo>
                  <a:pt x="167365" y="36806"/>
                  <a:pt x="167751" y="40115"/>
                  <a:pt x="167751" y="44577"/>
                </a:cubicBezTo>
                <a:lnTo>
                  <a:pt x="167751" y="65676"/>
                </a:lnTo>
                <a:cubicBezTo>
                  <a:pt x="167751" y="68806"/>
                  <a:pt x="167996" y="70929"/>
                  <a:pt x="168486" y="72044"/>
                </a:cubicBezTo>
                <a:cubicBezTo>
                  <a:pt x="168872" y="72943"/>
                  <a:pt x="169494" y="73645"/>
                  <a:pt x="170352" y="74148"/>
                </a:cubicBezTo>
                <a:cubicBezTo>
                  <a:pt x="171210" y="74652"/>
                  <a:pt x="172795" y="74904"/>
                  <a:pt x="175107" y="74904"/>
                </a:cubicBezTo>
                <a:lnTo>
                  <a:pt x="175107" y="76905"/>
                </a:lnTo>
                <a:lnTo>
                  <a:pt x="151304" y="76905"/>
                </a:lnTo>
                <a:lnTo>
                  <a:pt x="151304" y="74904"/>
                </a:lnTo>
                <a:lnTo>
                  <a:pt x="152302" y="74904"/>
                </a:lnTo>
                <a:cubicBezTo>
                  <a:pt x="154544" y="74904"/>
                  <a:pt x="156112" y="74554"/>
                  <a:pt x="157005" y="73854"/>
                </a:cubicBezTo>
                <a:cubicBezTo>
                  <a:pt x="157898" y="73155"/>
                  <a:pt x="158520" y="72124"/>
                  <a:pt x="158870" y="70761"/>
                </a:cubicBezTo>
                <a:cubicBezTo>
                  <a:pt x="159010" y="70223"/>
                  <a:pt x="159081" y="68537"/>
                  <a:pt x="159081" y="65703"/>
                </a:cubicBezTo>
                <a:lnTo>
                  <a:pt x="159081" y="45525"/>
                </a:lnTo>
                <a:cubicBezTo>
                  <a:pt x="159081" y="41042"/>
                  <a:pt x="158511" y="37787"/>
                  <a:pt x="157373" y="35760"/>
                </a:cubicBezTo>
                <a:cubicBezTo>
                  <a:pt x="156234" y="33733"/>
                  <a:pt x="154316" y="32720"/>
                  <a:pt x="151619" y="32720"/>
                </a:cubicBezTo>
                <a:cubicBezTo>
                  <a:pt x="147450" y="32720"/>
                  <a:pt x="143299" y="35051"/>
                  <a:pt x="139165" y="39715"/>
                </a:cubicBezTo>
                <a:lnTo>
                  <a:pt x="139165" y="65703"/>
                </a:lnTo>
                <a:cubicBezTo>
                  <a:pt x="139165" y="69039"/>
                  <a:pt x="139358" y="71102"/>
                  <a:pt x="139743" y="71890"/>
                </a:cubicBezTo>
                <a:cubicBezTo>
                  <a:pt x="140234" y="72930"/>
                  <a:pt x="140908" y="73693"/>
                  <a:pt x="141766" y="74177"/>
                </a:cubicBezTo>
                <a:cubicBezTo>
                  <a:pt x="142625" y="74662"/>
                  <a:pt x="144367" y="74904"/>
                  <a:pt x="146995" y="74904"/>
                </a:cubicBezTo>
                <a:lnTo>
                  <a:pt x="146995" y="76905"/>
                </a:lnTo>
                <a:lnTo>
                  <a:pt x="123191" y="76905"/>
                </a:lnTo>
                <a:lnTo>
                  <a:pt x="123191" y="74904"/>
                </a:lnTo>
                <a:lnTo>
                  <a:pt x="124242" y="74904"/>
                </a:lnTo>
                <a:cubicBezTo>
                  <a:pt x="126694" y="74904"/>
                  <a:pt x="128349" y="74265"/>
                  <a:pt x="129208" y="72989"/>
                </a:cubicBezTo>
                <a:cubicBezTo>
                  <a:pt x="130066" y="71711"/>
                  <a:pt x="130495" y="69274"/>
                  <a:pt x="130495" y="65676"/>
                </a:cubicBezTo>
                <a:lnTo>
                  <a:pt x="130495" y="47329"/>
                </a:lnTo>
                <a:cubicBezTo>
                  <a:pt x="130495" y="41393"/>
                  <a:pt x="130364" y="37778"/>
                  <a:pt x="130101" y="36483"/>
                </a:cubicBezTo>
                <a:cubicBezTo>
                  <a:pt x="129838" y="35188"/>
                  <a:pt x="129435" y="34306"/>
                  <a:pt x="128892" y="33839"/>
                </a:cubicBezTo>
                <a:cubicBezTo>
                  <a:pt x="128349" y="33371"/>
                  <a:pt x="127623" y="33137"/>
                  <a:pt x="126712" y="33137"/>
                </a:cubicBezTo>
                <a:cubicBezTo>
                  <a:pt x="125731" y="33137"/>
                  <a:pt x="124557" y="33407"/>
                  <a:pt x="123191" y="33947"/>
                </a:cubicBezTo>
                <a:lnTo>
                  <a:pt x="122403" y="32003"/>
                </a:lnTo>
                <a:lnTo>
                  <a:pt x="136906" y="25959"/>
                </a:lnTo>
                <a:lnTo>
                  <a:pt x="139165" y="25959"/>
                </a:lnTo>
                <a:lnTo>
                  <a:pt x="139165" y="36451"/>
                </a:lnTo>
                <a:close/>
                <a:moveTo>
                  <a:pt x="187035" y="46078"/>
                </a:moveTo>
                <a:cubicBezTo>
                  <a:pt x="187000" y="53416"/>
                  <a:pt x="188734" y="59172"/>
                  <a:pt x="192237" y="63345"/>
                </a:cubicBezTo>
                <a:cubicBezTo>
                  <a:pt x="195740" y="67518"/>
                  <a:pt x="199857" y="69604"/>
                  <a:pt x="204586" y="69604"/>
                </a:cubicBezTo>
                <a:cubicBezTo>
                  <a:pt x="207739" y="69604"/>
                  <a:pt x="210480" y="68711"/>
                  <a:pt x="212809" y="66927"/>
                </a:cubicBezTo>
                <a:cubicBezTo>
                  <a:pt x="215139" y="65142"/>
                  <a:pt x="217092" y="62086"/>
                  <a:pt x="218668" y="57760"/>
                </a:cubicBezTo>
                <a:lnTo>
                  <a:pt x="220297" y="58841"/>
                </a:lnTo>
                <a:cubicBezTo>
                  <a:pt x="219562" y="63781"/>
                  <a:pt x="217425" y="68279"/>
                  <a:pt x="213887" y="72335"/>
                </a:cubicBezTo>
                <a:cubicBezTo>
                  <a:pt x="210348" y="76391"/>
                  <a:pt x="205917" y="78419"/>
                  <a:pt x="200592" y="78419"/>
                </a:cubicBezTo>
                <a:cubicBezTo>
                  <a:pt x="194812" y="78419"/>
                  <a:pt x="189864" y="76108"/>
                  <a:pt x="185748" y="71485"/>
                </a:cubicBezTo>
                <a:cubicBezTo>
                  <a:pt x="181632" y="66861"/>
                  <a:pt x="179573" y="60645"/>
                  <a:pt x="179573" y="52837"/>
                </a:cubicBezTo>
                <a:cubicBezTo>
                  <a:pt x="179573" y="44382"/>
                  <a:pt x="181684" y="37789"/>
                  <a:pt x="185905" y="33058"/>
                </a:cubicBezTo>
                <a:cubicBezTo>
                  <a:pt x="190127" y="28326"/>
                  <a:pt x="195425" y="25959"/>
                  <a:pt x="201801" y="25959"/>
                </a:cubicBezTo>
                <a:cubicBezTo>
                  <a:pt x="207196" y="25959"/>
                  <a:pt x="211627" y="27785"/>
                  <a:pt x="215095" y="31435"/>
                </a:cubicBezTo>
                <a:cubicBezTo>
                  <a:pt x="218563" y="35085"/>
                  <a:pt x="220297" y="39966"/>
                  <a:pt x="220297" y="46078"/>
                </a:cubicBezTo>
                <a:lnTo>
                  <a:pt x="187035" y="46078"/>
                </a:lnTo>
                <a:moveTo>
                  <a:pt x="187035" y="42941"/>
                </a:moveTo>
                <a:lnTo>
                  <a:pt x="209315" y="42941"/>
                </a:lnTo>
                <a:cubicBezTo>
                  <a:pt x="209140" y="39768"/>
                  <a:pt x="208772" y="37533"/>
                  <a:pt x="208211" y="36235"/>
                </a:cubicBezTo>
                <a:cubicBezTo>
                  <a:pt x="207336" y="34216"/>
                  <a:pt x="206031" y="32630"/>
                  <a:pt x="204297" y="31476"/>
                </a:cubicBezTo>
                <a:cubicBezTo>
                  <a:pt x="202563" y="30322"/>
                  <a:pt x="200750" y="29745"/>
                  <a:pt x="198858" y="29745"/>
                </a:cubicBezTo>
                <a:cubicBezTo>
                  <a:pt x="195951" y="29745"/>
                  <a:pt x="193349" y="30908"/>
                  <a:pt x="191055" y="33233"/>
                </a:cubicBezTo>
                <a:cubicBezTo>
                  <a:pt x="188760" y="35559"/>
                  <a:pt x="187420" y="38795"/>
                  <a:pt x="187035" y="42941"/>
                </a:cubicBezTo>
                <a:close/>
                <a:moveTo>
                  <a:pt x="240108" y="25959"/>
                </a:moveTo>
                <a:lnTo>
                  <a:pt x="240108" y="37100"/>
                </a:lnTo>
                <a:cubicBezTo>
                  <a:pt x="244136" y="29673"/>
                  <a:pt x="248270" y="25959"/>
                  <a:pt x="252509" y="25959"/>
                </a:cubicBezTo>
                <a:cubicBezTo>
                  <a:pt x="254435" y="25959"/>
                  <a:pt x="256029" y="26563"/>
                  <a:pt x="257290" y="27771"/>
                </a:cubicBezTo>
                <a:cubicBezTo>
                  <a:pt x="258552" y="28979"/>
                  <a:pt x="259182" y="30376"/>
                  <a:pt x="259182" y="31963"/>
                </a:cubicBezTo>
                <a:cubicBezTo>
                  <a:pt x="259182" y="33369"/>
                  <a:pt x="258727" y="34558"/>
                  <a:pt x="257816" y="35532"/>
                </a:cubicBezTo>
                <a:cubicBezTo>
                  <a:pt x="256905" y="36505"/>
                  <a:pt x="255819" y="36992"/>
                  <a:pt x="254558" y="36992"/>
                </a:cubicBezTo>
                <a:cubicBezTo>
                  <a:pt x="253332" y="36992"/>
                  <a:pt x="251957" y="36370"/>
                  <a:pt x="250433" y="35126"/>
                </a:cubicBezTo>
                <a:cubicBezTo>
                  <a:pt x="248909" y="33882"/>
                  <a:pt x="247779" y="33261"/>
                  <a:pt x="247044" y="33261"/>
                </a:cubicBezTo>
                <a:cubicBezTo>
                  <a:pt x="246413" y="33261"/>
                  <a:pt x="245730" y="33620"/>
                  <a:pt x="244994" y="34339"/>
                </a:cubicBezTo>
                <a:cubicBezTo>
                  <a:pt x="243418" y="35814"/>
                  <a:pt x="241789" y="38241"/>
                  <a:pt x="240108" y="41621"/>
                </a:cubicBezTo>
                <a:lnTo>
                  <a:pt x="240108" y="65302"/>
                </a:lnTo>
                <a:cubicBezTo>
                  <a:pt x="240108" y="68035"/>
                  <a:pt x="240440" y="70102"/>
                  <a:pt x="241106" y="71505"/>
                </a:cubicBezTo>
                <a:cubicBezTo>
                  <a:pt x="241561" y="72476"/>
                  <a:pt x="242367" y="73286"/>
                  <a:pt x="243523" y="73934"/>
                </a:cubicBezTo>
                <a:cubicBezTo>
                  <a:pt x="244679" y="74580"/>
                  <a:pt x="246343" y="74904"/>
                  <a:pt x="248515" y="74904"/>
                </a:cubicBezTo>
                <a:lnTo>
                  <a:pt x="248515" y="76905"/>
                </a:lnTo>
                <a:lnTo>
                  <a:pt x="223871" y="76905"/>
                </a:lnTo>
                <a:lnTo>
                  <a:pt x="223871" y="74904"/>
                </a:lnTo>
                <a:cubicBezTo>
                  <a:pt x="226323" y="74904"/>
                  <a:pt x="228144" y="74508"/>
                  <a:pt x="229336" y="73717"/>
                </a:cubicBezTo>
                <a:cubicBezTo>
                  <a:pt x="230211" y="73142"/>
                  <a:pt x="230824" y="72224"/>
                  <a:pt x="231175" y="70964"/>
                </a:cubicBezTo>
                <a:cubicBezTo>
                  <a:pt x="231350" y="70352"/>
                  <a:pt x="231437" y="68608"/>
                  <a:pt x="231437" y="65730"/>
                </a:cubicBezTo>
                <a:lnTo>
                  <a:pt x="231437" y="46573"/>
                </a:lnTo>
                <a:cubicBezTo>
                  <a:pt x="231437" y="40817"/>
                  <a:pt x="231324" y="37390"/>
                  <a:pt x="231096" y="36294"/>
                </a:cubicBezTo>
                <a:cubicBezTo>
                  <a:pt x="230868" y="35197"/>
                  <a:pt x="230448" y="34396"/>
                  <a:pt x="229835" y="33893"/>
                </a:cubicBezTo>
                <a:cubicBezTo>
                  <a:pt x="229222" y="33389"/>
                  <a:pt x="228460" y="33137"/>
                  <a:pt x="227549" y="33137"/>
                </a:cubicBezTo>
                <a:cubicBezTo>
                  <a:pt x="226463" y="33137"/>
                  <a:pt x="225237" y="33407"/>
                  <a:pt x="223871" y="33947"/>
                </a:cubicBezTo>
                <a:lnTo>
                  <a:pt x="223345" y="32003"/>
                </a:lnTo>
                <a:lnTo>
                  <a:pt x="237901" y="25959"/>
                </a:lnTo>
                <a:lnTo>
                  <a:pt x="240108" y="25959"/>
                </a:lnTo>
                <a:close/>
                <a:moveTo>
                  <a:pt x="289166" y="69766"/>
                </a:moveTo>
                <a:cubicBezTo>
                  <a:pt x="284227" y="73696"/>
                  <a:pt x="281126" y="75967"/>
                  <a:pt x="279865" y="76580"/>
                </a:cubicBezTo>
                <a:cubicBezTo>
                  <a:pt x="277973" y="77518"/>
                  <a:pt x="275959" y="77986"/>
                  <a:pt x="273822" y="77986"/>
                </a:cubicBezTo>
                <a:cubicBezTo>
                  <a:pt x="270494" y="77986"/>
                  <a:pt x="267753" y="76815"/>
                  <a:pt x="265599" y="74471"/>
                </a:cubicBezTo>
                <a:cubicBezTo>
                  <a:pt x="263444" y="72128"/>
                  <a:pt x="262367" y="69045"/>
                  <a:pt x="262367" y="65223"/>
                </a:cubicBezTo>
                <a:cubicBezTo>
                  <a:pt x="262367" y="62807"/>
                  <a:pt x="262893" y="60716"/>
                  <a:pt x="263943" y="58950"/>
                </a:cubicBezTo>
                <a:cubicBezTo>
                  <a:pt x="265380" y="56498"/>
                  <a:pt x="267876" y="54190"/>
                  <a:pt x="271431" y="52027"/>
                </a:cubicBezTo>
                <a:cubicBezTo>
                  <a:pt x="274987" y="49864"/>
                  <a:pt x="280899" y="47232"/>
                  <a:pt x="289166" y="44131"/>
                </a:cubicBezTo>
                <a:lnTo>
                  <a:pt x="289166" y="42184"/>
                </a:lnTo>
                <a:cubicBezTo>
                  <a:pt x="289166" y="37245"/>
                  <a:pt x="288404" y="33855"/>
                  <a:pt x="286880" y="32017"/>
                </a:cubicBezTo>
                <a:cubicBezTo>
                  <a:pt x="285356" y="30178"/>
                  <a:pt x="283141" y="29258"/>
                  <a:pt x="280233" y="29258"/>
                </a:cubicBezTo>
                <a:cubicBezTo>
                  <a:pt x="278026" y="29258"/>
                  <a:pt x="276274" y="29869"/>
                  <a:pt x="274978" y="31090"/>
                </a:cubicBezTo>
                <a:cubicBezTo>
                  <a:pt x="273647" y="32312"/>
                  <a:pt x="272981" y="33713"/>
                  <a:pt x="272981" y="35294"/>
                </a:cubicBezTo>
                <a:lnTo>
                  <a:pt x="273087" y="38419"/>
                </a:lnTo>
                <a:cubicBezTo>
                  <a:pt x="273087" y="40070"/>
                  <a:pt x="272675" y="41345"/>
                  <a:pt x="271852" y="42243"/>
                </a:cubicBezTo>
                <a:cubicBezTo>
                  <a:pt x="271029" y="43141"/>
                  <a:pt x="269951" y="43590"/>
                  <a:pt x="268620" y="43590"/>
                </a:cubicBezTo>
                <a:cubicBezTo>
                  <a:pt x="267324" y="43590"/>
                  <a:pt x="266264" y="43123"/>
                  <a:pt x="265441" y="42189"/>
                </a:cubicBezTo>
                <a:cubicBezTo>
                  <a:pt x="264618" y="41254"/>
                  <a:pt x="264206" y="39977"/>
                  <a:pt x="264206" y="38359"/>
                </a:cubicBezTo>
                <a:cubicBezTo>
                  <a:pt x="264206" y="35269"/>
                  <a:pt x="265748" y="32430"/>
                  <a:pt x="268830" y="29842"/>
                </a:cubicBezTo>
                <a:cubicBezTo>
                  <a:pt x="271913" y="27253"/>
                  <a:pt x="276239" y="25959"/>
                  <a:pt x="281809" y="25959"/>
                </a:cubicBezTo>
                <a:cubicBezTo>
                  <a:pt x="286083" y="25959"/>
                  <a:pt x="289586" y="26697"/>
                  <a:pt x="292319" y="28173"/>
                </a:cubicBezTo>
                <a:cubicBezTo>
                  <a:pt x="294386" y="29290"/>
                  <a:pt x="295909" y="31037"/>
                  <a:pt x="296890" y="33414"/>
                </a:cubicBezTo>
                <a:cubicBezTo>
                  <a:pt x="297521" y="34962"/>
                  <a:pt x="297836" y="38131"/>
                  <a:pt x="297836" y="42921"/>
                </a:cubicBezTo>
                <a:lnTo>
                  <a:pt x="297836" y="59720"/>
                </a:lnTo>
                <a:cubicBezTo>
                  <a:pt x="297836" y="64438"/>
                  <a:pt x="297924" y="67328"/>
                  <a:pt x="298099" y="68390"/>
                </a:cubicBezTo>
                <a:cubicBezTo>
                  <a:pt x="298274" y="69453"/>
                  <a:pt x="298563" y="70164"/>
                  <a:pt x="298966" y="70525"/>
                </a:cubicBezTo>
                <a:cubicBezTo>
                  <a:pt x="299369" y="70884"/>
                  <a:pt x="299833" y="71064"/>
                  <a:pt x="300358" y="71064"/>
                </a:cubicBezTo>
                <a:cubicBezTo>
                  <a:pt x="300919" y="71064"/>
                  <a:pt x="301409" y="70938"/>
                  <a:pt x="301830" y="70685"/>
                </a:cubicBezTo>
                <a:cubicBezTo>
                  <a:pt x="302565" y="70217"/>
                  <a:pt x="303984" y="68901"/>
                  <a:pt x="306086" y="66737"/>
                </a:cubicBezTo>
                <a:lnTo>
                  <a:pt x="306086" y="69766"/>
                </a:lnTo>
                <a:cubicBezTo>
                  <a:pt x="302162" y="75174"/>
                  <a:pt x="298414" y="77878"/>
                  <a:pt x="294841" y="77878"/>
                </a:cubicBezTo>
                <a:cubicBezTo>
                  <a:pt x="293124" y="77878"/>
                  <a:pt x="291758" y="77265"/>
                  <a:pt x="290742" y="76039"/>
                </a:cubicBezTo>
                <a:cubicBezTo>
                  <a:pt x="289726" y="74814"/>
                  <a:pt x="289201" y="72722"/>
                  <a:pt x="289166" y="69766"/>
                </a:cubicBezTo>
                <a:moveTo>
                  <a:pt x="289166" y="66220"/>
                </a:moveTo>
                <a:lnTo>
                  <a:pt x="289166" y="47430"/>
                </a:lnTo>
                <a:cubicBezTo>
                  <a:pt x="283876" y="49583"/>
                  <a:pt x="280461" y="51109"/>
                  <a:pt x="278919" y="52007"/>
                </a:cubicBezTo>
                <a:cubicBezTo>
                  <a:pt x="276152" y="53586"/>
                  <a:pt x="274173" y="55238"/>
                  <a:pt x="272981" y="56960"/>
                </a:cubicBezTo>
                <a:cubicBezTo>
                  <a:pt x="271790" y="58683"/>
                  <a:pt x="271195" y="60567"/>
                  <a:pt x="271195" y="62614"/>
                </a:cubicBezTo>
                <a:cubicBezTo>
                  <a:pt x="271195" y="65198"/>
                  <a:pt x="271948" y="67343"/>
                  <a:pt x="273454" y="69048"/>
                </a:cubicBezTo>
                <a:cubicBezTo>
                  <a:pt x="274961" y="70752"/>
                  <a:pt x="276695" y="71605"/>
                  <a:pt x="278657" y="71605"/>
                </a:cubicBezTo>
                <a:cubicBezTo>
                  <a:pt x="281319" y="71605"/>
                  <a:pt x="284822" y="69810"/>
                  <a:pt x="289166" y="66220"/>
                </a:cubicBezTo>
                <a:close/>
                <a:moveTo>
                  <a:pt x="322953" y="11033"/>
                </a:moveTo>
                <a:lnTo>
                  <a:pt x="322953" y="27366"/>
                </a:lnTo>
                <a:lnTo>
                  <a:pt x="334198" y="27366"/>
                </a:lnTo>
                <a:lnTo>
                  <a:pt x="334198" y="31151"/>
                </a:lnTo>
                <a:lnTo>
                  <a:pt x="322953" y="31151"/>
                </a:lnTo>
                <a:lnTo>
                  <a:pt x="322953" y="63232"/>
                </a:lnTo>
                <a:cubicBezTo>
                  <a:pt x="322953" y="66438"/>
                  <a:pt x="323400" y="68599"/>
                  <a:pt x="324293" y="69715"/>
                </a:cubicBezTo>
                <a:cubicBezTo>
                  <a:pt x="325186" y="70831"/>
                  <a:pt x="326333" y="71388"/>
                  <a:pt x="327735" y="71388"/>
                </a:cubicBezTo>
                <a:cubicBezTo>
                  <a:pt x="328891" y="71388"/>
                  <a:pt x="330012" y="71019"/>
                  <a:pt x="331098" y="70280"/>
                </a:cubicBezTo>
                <a:cubicBezTo>
                  <a:pt x="332184" y="69541"/>
                  <a:pt x="333024" y="68450"/>
                  <a:pt x="333620" y="67008"/>
                </a:cubicBezTo>
                <a:lnTo>
                  <a:pt x="335669" y="67008"/>
                </a:lnTo>
                <a:cubicBezTo>
                  <a:pt x="334443" y="70551"/>
                  <a:pt x="332709" y="73231"/>
                  <a:pt x="330467" y="75047"/>
                </a:cubicBezTo>
                <a:cubicBezTo>
                  <a:pt x="328225" y="76863"/>
                  <a:pt x="325913" y="77770"/>
                  <a:pt x="323531" y="77770"/>
                </a:cubicBezTo>
                <a:cubicBezTo>
                  <a:pt x="321919" y="77770"/>
                  <a:pt x="320343" y="77310"/>
                  <a:pt x="318802" y="76389"/>
                </a:cubicBezTo>
                <a:cubicBezTo>
                  <a:pt x="317260" y="75469"/>
                  <a:pt x="316122" y="74152"/>
                  <a:pt x="315386" y="72438"/>
                </a:cubicBezTo>
                <a:cubicBezTo>
                  <a:pt x="314650" y="70723"/>
                  <a:pt x="314283" y="68079"/>
                  <a:pt x="314283" y="64505"/>
                </a:cubicBezTo>
                <a:lnTo>
                  <a:pt x="314283" y="31151"/>
                </a:lnTo>
                <a:lnTo>
                  <a:pt x="306663" y="31151"/>
                </a:lnTo>
                <a:lnTo>
                  <a:pt x="306663" y="29367"/>
                </a:lnTo>
                <a:cubicBezTo>
                  <a:pt x="308590" y="28571"/>
                  <a:pt x="310561" y="27224"/>
                  <a:pt x="312575" y="25326"/>
                </a:cubicBezTo>
                <a:cubicBezTo>
                  <a:pt x="314589" y="23427"/>
                  <a:pt x="316385" y="21176"/>
                  <a:pt x="317961" y="18572"/>
                </a:cubicBezTo>
                <a:cubicBezTo>
                  <a:pt x="318767" y="17199"/>
                  <a:pt x="319888" y="14686"/>
                  <a:pt x="321324" y="11033"/>
                </a:cubicBezTo>
                <a:lnTo>
                  <a:pt x="322953" y="11033"/>
                </a:lnTo>
                <a:close/>
                <a:moveTo>
                  <a:pt x="346210" y="46078"/>
                </a:moveTo>
                <a:cubicBezTo>
                  <a:pt x="346175" y="53416"/>
                  <a:pt x="347909" y="59172"/>
                  <a:pt x="351413" y="63345"/>
                </a:cubicBezTo>
                <a:cubicBezTo>
                  <a:pt x="354916" y="67518"/>
                  <a:pt x="359032" y="69604"/>
                  <a:pt x="363761" y="69604"/>
                </a:cubicBezTo>
                <a:cubicBezTo>
                  <a:pt x="366914" y="69604"/>
                  <a:pt x="369655" y="68711"/>
                  <a:pt x="371985" y="66927"/>
                </a:cubicBezTo>
                <a:cubicBezTo>
                  <a:pt x="374314" y="65142"/>
                  <a:pt x="376267" y="62086"/>
                  <a:pt x="377844" y="57760"/>
                </a:cubicBezTo>
                <a:lnTo>
                  <a:pt x="379473" y="58841"/>
                </a:lnTo>
                <a:cubicBezTo>
                  <a:pt x="378737" y="63781"/>
                  <a:pt x="376600" y="68279"/>
                  <a:pt x="373062" y="72335"/>
                </a:cubicBezTo>
                <a:cubicBezTo>
                  <a:pt x="369524" y="76391"/>
                  <a:pt x="365092" y="78419"/>
                  <a:pt x="359768" y="78419"/>
                </a:cubicBezTo>
                <a:cubicBezTo>
                  <a:pt x="353987" y="78419"/>
                  <a:pt x="349039" y="76108"/>
                  <a:pt x="344923" y="71485"/>
                </a:cubicBezTo>
                <a:cubicBezTo>
                  <a:pt x="340807" y="66861"/>
                  <a:pt x="338749" y="60645"/>
                  <a:pt x="338749" y="52837"/>
                </a:cubicBezTo>
                <a:cubicBezTo>
                  <a:pt x="338749" y="44382"/>
                  <a:pt x="340859" y="37789"/>
                  <a:pt x="345081" y="33058"/>
                </a:cubicBezTo>
                <a:cubicBezTo>
                  <a:pt x="349302" y="28326"/>
                  <a:pt x="354600" y="25959"/>
                  <a:pt x="360976" y="25959"/>
                </a:cubicBezTo>
                <a:cubicBezTo>
                  <a:pt x="366371" y="25959"/>
                  <a:pt x="370802" y="27785"/>
                  <a:pt x="374270" y="31435"/>
                </a:cubicBezTo>
                <a:cubicBezTo>
                  <a:pt x="377739" y="35085"/>
                  <a:pt x="379473" y="39966"/>
                  <a:pt x="379473" y="46078"/>
                </a:cubicBezTo>
                <a:lnTo>
                  <a:pt x="346210" y="46078"/>
                </a:lnTo>
                <a:moveTo>
                  <a:pt x="346210" y="42941"/>
                </a:moveTo>
                <a:lnTo>
                  <a:pt x="368490" y="42941"/>
                </a:lnTo>
                <a:cubicBezTo>
                  <a:pt x="368315" y="39768"/>
                  <a:pt x="367947" y="37533"/>
                  <a:pt x="367387" y="36235"/>
                </a:cubicBezTo>
                <a:cubicBezTo>
                  <a:pt x="366511" y="34216"/>
                  <a:pt x="365206" y="32630"/>
                  <a:pt x="363472" y="31476"/>
                </a:cubicBezTo>
                <a:cubicBezTo>
                  <a:pt x="361738" y="30322"/>
                  <a:pt x="359925" y="29745"/>
                  <a:pt x="358033" y="29745"/>
                </a:cubicBezTo>
                <a:cubicBezTo>
                  <a:pt x="355126" y="29745"/>
                  <a:pt x="352525" y="30908"/>
                  <a:pt x="350230" y="33233"/>
                </a:cubicBezTo>
                <a:cubicBezTo>
                  <a:pt x="347936" y="35559"/>
                  <a:pt x="346596" y="38795"/>
                  <a:pt x="346210" y="42941"/>
                </a:cubicBezTo>
                <a:close/>
                <a:moveTo>
                  <a:pt x="419197" y="71334"/>
                </a:moveTo>
                <a:cubicBezTo>
                  <a:pt x="416850" y="73858"/>
                  <a:pt x="414555" y="75670"/>
                  <a:pt x="412313" y="76770"/>
                </a:cubicBezTo>
                <a:cubicBezTo>
                  <a:pt x="410071" y="77869"/>
                  <a:pt x="407654" y="78419"/>
                  <a:pt x="405062" y="78419"/>
                </a:cubicBezTo>
                <a:cubicBezTo>
                  <a:pt x="399807" y="78419"/>
                  <a:pt x="395218" y="76162"/>
                  <a:pt x="391295" y="71647"/>
                </a:cubicBezTo>
                <a:cubicBezTo>
                  <a:pt x="387371" y="67131"/>
                  <a:pt x="385409" y="61329"/>
                  <a:pt x="385409" y="54239"/>
                </a:cubicBezTo>
                <a:cubicBezTo>
                  <a:pt x="385409" y="47151"/>
                  <a:pt x="387581" y="40666"/>
                  <a:pt x="391925" y="34783"/>
                </a:cubicBezTo>
                <a:cubicBezTo>
                  <a:pt x="396269" y="28901"/>
                  <a:pt x="401857" y="25959"/>
                  <a:pt x="408688" y="25959"/>
                </a:cubicBezTo>
                <a:cubicBezTo>
                  <a:pt x="412926" y="25959"/>
                  <a:pt x="416430" y="27348"/>
                  <a:pt x="419197" y="30124"/>
                </a:cubicBezTo>
                <a:lnTo>
                  <a:pt x="419197" y="20964"/>
                </a:lnTo>
                <a:cubicBezTo>
                  <a:pt x="419197" y="15279"/>
                  <a:pt x="419066" y="11785"/>
                  <a:pt x="418803" y="10482"/>
                </a:cubicBezTo>
                <a:cubicBezTo>
                  <a:pt x="418540" y="9178"/>
                  <a:pt x="418129" y="8291"/>
                  <a:pt x="417568" y="7822"/>
                </a:cubicBezTo>
                <a:cubicBezTo>
                  <a:pt x="417008" y="7351"/>
                  <a:pt x="416307" y="7115"/>
                  <a:pt x="415466" y="7115"/>
                </a:cubicBezTo>
                <a:cubicBezTo>
                  <a:pt x="414555" y="7115"/>
                  <a:pt x="413347" y="7405"/>
                  <a:pt x="411840" y="7984"/>
                </a:cubicBezTo>
                <a:lnTo>
                  <a:pt x="411157" y="6083"/>
                </a:lnTo>
                <a:lnTo>
                  <a:pt x="425503" y="0"/>
                </a:lnTo>
                <a:lnTo>
                  <a:pt x="427867" y="0"/>
                </a:lnTo>
                <a:lnTo>
                  <a:pt x="427867" y="57273"/>
                </a:lnTo>
                <a:cubicBezTo>
                  <a:pt x="427867" y="63078"/>
                  <a:pt x="427999" y="66620"/>
                  <a:pt x="428261" y="67900"/>
                </a:cubicBezTo>
                <a:cubicBezTo>
                  <a:pt x="428524" y="69180"/>
                  <a:pt x="428944" y="70072"/>
                  <a:pt x="429522" y="70577"/>
                </a:cubicBezTo>
                <a:cubicBezTo>
                  <a:pt x="430100" y="71082"/>
                  <a:pt x="430775" y="71334"/>
                  <a:pt x="431546" y="71334"/>
                </a:cubicBezTo>
                <a:cubicBezTo>
                  <a:pt x="432491" y="71334"/>
                  <a:pt x="433752" y="71028"/>
                  <a:pt x="435329" y="70415"/>
                </a:cubicBezTo>
                <a:lnTo>
                  <a:pt x="435907" y="72308"/>
                </a:lnTo>
                <a:lnTo>
                  <a:pt x="421614" y="78419"/>
                </a:lnTo>
                <a:lnTo>
                  <a:pt x="419197" y="78419"/>
                </a:lnTo>
                <a:lnTo>
                  <a:pt x="419197" y="71334"/>
                </a:lnTo>
                <a:moveTo>
                  <a:pt x="419197" y="67560"/>
                </a:moveTo>
                <a:lnTo>
                  <a:pt x="419197" y="42098"/>
                </a:lnTo>
                <a:cubicBezTo>
                  <a:pt x="418987" y="39652"/>
                  <a:pt x="418356" y="37422"/>
                  <a:pt x="417305" y="35409"/>
                </a:cubicBezTo>
                <a:cubicBezTo>
                  <a:pt x="416254" y="33394"/>
                  <a:pt x="414862" y="31875"/>
                  <a:pt x="413128" y="30850"/>
                </a:cubicBezTo>
                <a:cubicBezTo>
                  <a:pt x="411394" y="29825"/>
                  <a:pt x="409704" y="29313"/>
                  <a:pt x="408057" y="29313"/>
                </a:cubicBezTo>
                <a:cubicBezTo>
                  <a:pt x="404974" y="29313"/>
                  <a:pt x="402224" y="30733"/>
                  <a:pt x="399807" y="33575"/>
                </a:cubicBezTo>
                <a:cubicBezTo>
                  <a:pt x="396619" y="37314"/>
                  <a:pt x="395026" y="42781"/>
                  <a:pt x="395026" y="49974"/>
                </a:cubicBezTo>
                <a:cubicBezTo>
                  <a:pt x="395026" y="57239"/>
                  <a:pt x="396567" y="62805"/>
                  <a:pt x="399650" y="66671"/>
                </a:cubicBezTo>
                <a:cubicBezTo>
                  <a:pt x="402732" y="70537"/>
                  <a:pt x="406165" y="72470"/>
                  <a:pt x="409949" y="72470"/>
                </a:cubicBezTo>
                <a:cubicBezTo>
                  <a:pt x="413137" y="72470"/>
                  <a:pt x="416219" y="70834"/>
                  <a:pt x="419197" y="675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Summary">
            <a:extLst xmlns:a="http://schemas.openxmlformats.org/drawingml/2006/main">
              <a:ext uri="{FF2B5EF4-FFF2-40B4-BE49-F238E27FC236}">
                <a16:creationId xmlns:a16="http://schemas.microsoft.com/office/drawing/2014/main" id="{20245DEA-A1BC-4738-8A61-A6C8CCDF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920" y="3024858"/>
            <a:ext cx="409644" cy="98862"/>
          </a:xfrm>
          <a:custGeom xmlns:a="http://schemas.openxmlformats.org/drawingml/2006/main">
            <a:pathLst>
              <a:path w="409644" h="98862">
                <a:moveTo>
                  <a:pt x="42615" y="0"/>
                </a:moveTo>
                <a:lnTo>
                  <a:pt x="42615" y="25310"/>
                </a:lnTo>
                <a:lnTo>
                  <a:pt x="40671" y="25310"/>
                </a:lnTo>
                <a:cubicBezTo>
                  <a:pt x="40041" y="20443"/>
                  <a:pt x="38911" y="16567"/>
                  <a:pt x="37282" y="13683"/>
                </a:cubicBezTo>
                <a:cubicBezTo>
                  <a:pt x="35653" y="10798"/>
                  <a:pt x="33332" y="8509"/>
                  <a:pt x="30319" y="6814"/>
                </a:cubicBezTo>
                <a:cubicBezTo>
                  <a:pt x="27307" y="5120"/>
                  <a:pt x="24189" y="4272"/>
                  <a:pt x="20966" y="4272"/>
                </a:cubicBezTo>
                <a:cubicBezTo>
                  <a:pt x="17323" y="4272"/>
                  <a:pt x="14310" y="5417"/>
                  <a:pt x="11928" y="7705"/>
                </a:cubicBezTo>
                <a:cubicBezTo>
                  <a:pt x="9546" y="9992"/>
                  <a:pt x="8355" y="12595"/>
                  <a:pt x="8355" y="15513"/>
                </a:cubicBezTo>
                <a:cubicBezTo>
                  <a:pt x="8355" y="17747"/>
                  <a:pt x="9108" y="19783"/>
                  <a:pt x="10614" y="21619"/>
                </a:cubicBezTo>
                <a:cubicBezTo>
                  <a:pt x="12786" y="24322"/>
                  <a:pt x="17953" y="27926"/>
                  <a:pt x="26116" y="32429"/>
                </a:cubicBezTo>
                <a:cubicBezTo>
                  <a:pt x="32772" y="36103"/>
                  <a:pt x="37317" y="38922"/>
                  <a:pt x="39752" y="40886"/>
                </a:cubicBezTo>
                <a:cubicBezTo>
                  <a:pt x="42186" y="42849"/>
                  <a:pt x="44060" y="45164"/>
                  <a:pt x="45374" y="47831"/>
                </a:cubicBezTo>
                <a:cubicBezTo>
                  <a:pt x="46688" y="50496"/>
                  <a:pt x="47345" y="53288"/>
                  <a:pt x="47345" y="56207"/>
                </a:cubicBezTo>
                <a:cubicBezTo>
                  <a:pt x="47345" y="61754"/>
                  <a:pt x="45252" y="66537"/>
                  <a:pt x="41065" y="70555"/>
                </a:cubicBezTo>
                <a:cubicBezTo>
                  <a:pt x="36879" y="74572"/>
                  <a:pt x="31493" y="76580"/>
                  <a:pt x="24907" y="76580"/>
                </a:cubicBezTo>
                <a:cubicBezTo>
                  <a:pt x="22840" y="76580"/>
                  <a:pt x="20896" y="76420"/>
                  <a:pt x="19074" y="76100"/>
                </a:cubicBezTo>
                <a:cubicBezTo>
                  <a:pt x="17989" y="75922"/>
                  <a:pt x="15738" y="75273"/>
                  <a:pt x="12322" y="74152"/>
                </a:cubicBezTo>
                <a:cubicBezTo>
                  <a:pt x="8907" y="73031"/>
                  <a:pt x="6744" y="72470"/>
                  <a:pt x="5833" y="72470"/>
                </a:cubicBezTo>
                <a:cubicBezTo>
                  <a:pt x="4957" y="72470"/>
                  <a:pt x="4265" y="72737"/>
                  <a:pt x="3757" y="73271"/>
                </a:cubicBezTo>
                <a:cubicBezTo>
                  <a:pt x="3249" y="73805"/>
                  <a:pt x="2873" y="74908"/>
                  <a:pt x="2627" y="76580"/>
                </a:cubicBezTo>
                <a:lnTo>
                  <a:pt x="683" y="76580"/>
                </a:lnTo>
                <a:lnTo>
                  <a:pt x="683" y="51486"/>
                </a:lnTo>
                <a:lnTo>
                  <a:pt x="2627" y="51486"/>
                </a:lnTo>
                <a:cubicBezTo>
                  <a:pt x="3538" y="56750"/>
                  <a:pt x="4764" y="60689"/>
                  <a:pt x="6306" y="63303"/>
                </a:cubicBezTo>
                <a:cubicBezTo>
                  <a:pt x="7847" y="65917"/>
                  <a:pt x="10203" y="68089"/>
                  <a:pt x="13373" y="69820"/>
                </a:cubicBezTo>
                <a:cubicBezTo>
                  <a:pt x="16543" y="71551"/>
                  <a:pt x="20020" y="72416"/>
                  <a:pt x="23804" y="72416"/>
                </a:cubicBezTo>
                <a:cubicBezTo>
                  <a:pt x="28183" y="72416"/>
                  <a:pt x="31642" y="71227"/>
                  <a:pt x="34182" y="68850"/>
                </a:cubicBezTo>
                <a:cubicBezTo>
                  <a:pt x="36721" y="66471"/>
                  <a:pt x="37991" y="63661"/>
                  <a:pt x="37991" y="60418"/>
                </a:cubicBezTo>
                <a:cubicBezTo>
                  <a:pt x="37991" y="58617"/>
                  <a:pt x="37510" y="56798"/>
                  <a:pt x="36546" y="54961"/>
                </a:cubicBezTo>
                <a:cubicBezTo>
                  <a:pt x="35583" y="53123"/>
                  <a:pt x="34085" y="51412"/>
                  <a:pt x="32054" y="49827"/>
                </a:cubicBezTo>
                <a:cubicBezTo>
                  <a:pt x="30687" y="48746"/>
                  <a:pt x="26957" y="46449"/>
                  <a:pt x="20861" y="42936"/>
                </a:cubicBezTo>
                <a:cubicBezTo>
                  <a:pt x="14766" y="39423"/>
                  <a:pt x="10431" y="36622"/>
                  <a:pt x="7856" y="34533"/>
                </a:cubicBezTo>
                <a:cubicBezTo>
                  <a:pt x="5281" y="32443"/>
                  <a:pt x="3328" y="30137"/>
                  <a:pt x="1997" y="27616"/>
                </a:cubicBezTo>
                <a:cubicBezTo>
                  <a:pt x="666" y="25093"/>
                  <a:pt x="0" y="22318"/>
                  <a:pt x="0" y="19292"/>
                </a:cubicBezTo>
                <a:cubicBezTo>
                  <a:pt x="0" y="14033"/>
                  <a:pt x="1962" y="9503"/>
                  <a:pt x="5885" y="5702"/>
                </a:cubicBezTo>
                <a:cubicBezTo>
                  <a:pt x="9809" y="1901"/>
                  <a:pt x="14801" y="0"/>
                  <a:pt x="20861" y="0"/>
                </a:cubicBezTo>
                <a:cubicBezTo>
                  <a:pt x="24644" y="0"/>
                  <a:pt x="28656" y="955"/>
                  <a:pt x="32894" y="2866"/>
                </a:cubicBezTo>
                <a:cubicBezTo>
                  <a:pt x="34856" y="3768"/>
                  <a:pt x="36240" y="4218"/>
                  <a:pt x="37045" y="4218"/>
                </a:cubicBezTo>
                <a:cubicBezTo>
                  <a:pt x="37956" y="4218"/>
                  <a:pt x="38701" y="3939"/>
                  <a:pt x="39279" y="3380"/>
                </a:cubicBezTo>
                <a:cubicBezTo>
                  <a:pt x="39857" y="2821"/>
                  <a:pt x="40321" y="1695"/>
                  <a:pt x="40671" y="0"/>
                </a:cubicBezTo>
                <a:lnTo>
                  <a:pt x="42615" y="0"/>
                </a:lnTo>
                <a:close/>
                <a:moveTo>
                  <a:pt x="99366" y="25419"/>
                </a:moveTo>
                <a:lnTo>
                  <a:pt x="99366" y="55434"/>
                </a:lnTo>
                <a:cubicBezTo>
                  <a:pt x="99366" y="61167"/>
                  <a:pt x="99498" y="64673"/>
                  <a:pt x="99760" y="65953"/>
                </a:cubicBezTo>
                <a:cubicBezTo>
                  <a:pt x="100023" y="67233"/>
                  <a:pt x="100443" y="68125"/>
                  <a:pt x="101021" y="68630"/>
                </a:cubicBezTo>
                <a:cubicBezTo>
                  <a:pt x="101599" y="69135"/>
                  <a:pt x="102274" y="69387"/>
                  <a:pt x="103044" y="69387"/>
                </a:cubicBezTo>
                <a:cubicBezTo>
                  <a:pt x="104130" y="69387"/>
                  <a:pt x="105357" y="69081"/>
                  <a:pt x="106723" y="68468"/>
                </a:cubicBezTo>
                <a:lnTo>
                  <a:pt x="107458" y="70361"/>
                </a:lnTo>
                <a:lnTo>
                  <a:pt x="93061" y="76472"/>
                </a:lnTo>
                <a:lnTo>
                  <a:pt x="90696" y="76472"/>
                </a:lnTo>
                <a:lnTo>
                  <a:pt x="90696" y="65980"/>
                </a:lnTo>
                <a:cubicBezTo>
                  <a:pt x="86562" y="70595"/>
                  <a:pt x="83410" y="73498"/>
                  <a:pt x="81238" y="74687"/>
                </a:cubicBezTo>
                <a:cubicBezTo>
                  <a:pt x="79066" y="75877"/>
                  <a:pt x="76771" y="76472"/>
                  <a:pt x="74354" y="76472"/>
                </a:cubicBezTo>
                <a:cubicBezTo>
                  <a:pt x="71657" y="76472"/>
                  <a:pt x="69318" y="75670"/>
                  <a:pt x="67339" y="74065"/>
                </a:cubicBezTo>
                <a:cubicBezTo>
                  <a:pt x="65360" y="72461"/>
                  <a:pt x="63985" y="70397"/>
                  <a:pt x="63214" y="67873"/>
                </a:cubicBezTo>
                <a:cubicBezTo>
                  <a:pt x="62443" y="65349"/>
                  <a:pt x="62058" y="61780"/>
                  <a:pt x="62058" y="57165"/>
                </a:cubicBezTo>
                <a:lnTo>
                  <a:pt x="62058" y="35045"/>
                </a:lnTo>
                <a:cubicBezTo>
                  <a:pt x="62058" y="32702"/>
                  <a:pt x="61813" y="31079"/>
                  <a:pt x="61322" y="30178"/>
                </a:cubicBezTo>
                <a:cubicBezTo>
                  <a:pt x="60832" y="29276"/>
                  <a:pt x="60105" y="28582"/>
                  <a:pt x="59142" y="28096"/>
                </a:cubicBezTo>
                <a:cubicBezTo>
                  <a:pt x="58178" y="27609"/>
                  <a:pt x="56435" y="27384"/>
                  <a:pt x="53913" y="27420"/>
                </a:cubicBezTo>
                <a:lnTo>
                  <a:pt x="53913" y="25419"/>
                </a:lnTo>
                <a:lnTo>
                  <a:pt x="70781" y="25419"/>
                </a:lnTo>
                <a:lnTo>
                  <a:pt x="70781" y="58490"/>
                </a:lnTo>
                <a:cubicBezTo>
                  <a:pt x="70781" y="63094"/>
                  <a:pt x="71560" y="66115"/>
                  <a:pt x="73119" y="67554"/>
                </a:cubicBezTo>
                <a:cubicBezTo>
                  <a:pt x="74678" y="68992"/>
                  <a:pt x="76561" y="69712"/>
                  <a:pt x="78768" y="69712"/>
                </a:cubicBezTo>
                <a:cubicBezTo>
                  <a:pt x="80274" y="69712"/>
                  <a:pt x="81982" y="69226"/>
                  <a:pt x="83891" y="68255"/>
                </a:cubicBezTo>
                <a:cubicBezTo>
                  <a:pt x="85800" y="67284"/>
                  <a:pt x="88069" y="65432"/>
                  <a:pt x="90696" y="62700"/>
                </a:cubicBezTo>
                <a:lnTo>
                  <a:pt x="90696" y="34702"/>
                </a:lnTo>
                <a:cubicBezTo>
                  <a:pt x="90696" y="31897"/>
                  <a:pt x="90197" y="30000"/>
                  <a:pt x="89198" y="29012"/>
                </a:cubicBezTo>
                <a:cubicBezTo>
                  <a:pt x="88200" y="28022"/>
                  <a:pt x="86124" y="27492"/>
                  <a:pt x="82972" y="27420"/>
                </a:cubicBezTo>
                <a:lnTo>
                  <a:pt x="82972" y="25419"/>
                </a:lnTo>
                <a:lnTo>
                  <a:pt x="99366" y="25419"/>
                </a:lnTo>
                <a:close/>
                <a:moveTo>
                  <a:pt x="125272" y="34558"/>
                </a:moveTo>
                <a:cubicBezTo>
                  <a:pt x="128775" y="30953"/>
                  <a:pt x="130842" y="28880"/>
                  <a:pt x="131473" y="28339"/>
                </a:cubicBezTo>
                <a:cubicBezTo>
                  <a:pt x="133049" y="26969"/>
                  <a:pt x="134748" y="25905"/>
                  <a:pt x="136570" y="25148"/>
                </a:cubicBezTo>
                <a:cubicBezTo>
                  <a:pt x="138391" y="24391"/>
                  <a:pt x="140195" y="24012"/>
                  <a:pt x="141982" y="24012"/>
                </a:cubicBezTo>
                <a:cubicBezTo>
                  <a:pt x="144995" y="24012"/>
                  <a:pt x="147587" y="24914"/>
                  <a:pt x="149759" y="26717"/>
                </a:cubicBezTo>
                <a:cubicBezTo>
                  <a:pt x="151931" y="28519"/>
                  <a:pt x="153385" y="31133"/>
                  <a:pt x="154120" y="34558"/>
                </a:cubicBezTo>
                <a:cubicBezTo>
                  <a:pt x="157728" y="30232"/>
                  <a:pt x="160776" y="27393"/>
                  <a:pt x="163263" y="26041"/>
                </a:cubicBezTo>
                <a:cubicBezTo>
                  <a:pt x="165751" y="24688"/>
                  <a:pt x="168308" y="24012"/>
                  <a:pt x="170935" y="24012"/>
                </a:cubicBezTo>
                <a:cubicBezTo>
                  <a:pt x="173492" y="24012"/>
                  <a:pt x="175761" y="24687"/>
                  <a:pt x="177740" y="26037"/>
                </a:cubicBezTo>
                <a:cubicBezTo>
                  <a:pt x="179719" y="27386"/>
                  <a:pt x="181287" y="29589"/>
                  <a:pt x="182443" y="32647"/>
                </a:cubicBezTo>
                <a:cubicBezTo>
                  <a:pt x="183214" y="34734"/>
                  <a:pt x="183599" y="38007"/>
                  <a:pt x="183599" y="42468"/>
                </a:cubicBezTo>
                <a:lnTo>
                  <a:pt x="183599" y="63729"/>
                </a:lnTo>
                <a:cubicBezTo>
                  <a:pt x="183599" y="66823"/>
                  <a:pt x="183827" y="68946"/>
                  <a:pt x="184282" y="70097"/>
                </a:cubicBezTo>
                <a:cubicBezTo>
                  <a:pt x="184632" y="70888"/>
                  <a:pt x="185280" y="71562"/>
                  <a:pt x="186226" y="72120"/>
                </a:cubicBezTo>
                <a:cubicBezTo>
                  <a:pt x="187172" y="72678"/>
                  <a:pt x="188714" y="72957"/>
                  <a:pt x="190850" y="72957"/>
                </a:cubicBezTo>
                <a:lnTo>
                  <a:pt x="190850" y="74958"/>
                </a:lnTo>
                <a:lnTo>
                  <a:pt x="167099" y="74958"/>
                </a:lnTo>
                <a:lnTo>
                  <a:pt x="167099" y="72957"/>
                </a:lnTo>
                <a:lnTo>
                  <a:pt x="168098" y="72957"/>
                </a:lnTo>
                <a:cubicBezTo>
                  <a:pt x="170164" y="72957"/>
                  <a:pt x="171776" y="72544"/>
                  <a:pt x="172932" y="71720"/>
                </a:cubicBezTo>
                <a:cubicBezTo>
                  <a:pt x="173738" y="71145"/>
                  <a:pt x="174316" y="70230"/>
                  <a:pt x="174666" y="68975"/>
                </a:cubicBezTo>
                <a:cubicBezTo>
                  <a:pt x="174806" y="68365"/>
                  <a:pt x="174876" y="66626"/>
                  <a:pt x="174876" y="63756"/>
                </a:cubicBezTo>
                <a:lnTo>
                  <a:pt x="174876" y="42556"/>
                </a:lnTo>
                <a:cubicBezTo>
                  <a:pt x="174876" y="38538"/>
                  <a:pt x="174403" y="35704"/>
                  <a:pt x="173457" y="34055"/>
                </a:cubicBezTo>
                <a:cubicBezTo>
                  <a:pt x="172091" y="31759"/>
                  <a:pt x="169902" y="30610"/>
                  <a:pt x="166889" y="30610"/>
                </a:cubicBezTo>
                <a:cubicBezTo>
                  <a:pt x="165032" y="30610"/>
                  <a:pt x="163167" y="31086"/>
                  <a:pt x="161293" y="32037"/>
                </a:cubicBezTo>
                <a:cubicBezTo>
                  <a:pt x="159419" y="32987"/>
                  <a:pt x="157150" y="34753"/>
                  <a:pt x="154488" y="37337"/>
                </a:cubicBezTo>
                <a:lnTo>
                  <a:pt x="154383" y="37928"/>
                </a:lnTo>
                <a:lnTo>
                  <a:pt x="154488" y="40242"/>
                </a:lnTo>
                <a:lnTo>
                  <a:pt x="154488" y="63756"/>
                </a:lnTo>
                <a:cubicBezTo>
                  <a:pt x="154488" y="67128"/>
                  <a:pt x="154672" y="69227"/>
                  <a:pt x="155040" y="70052"/>
                </a:cubicBezTo>
                <a:cubicBezTo>
                  <a:pt x="155408" y="70876"/>
                  <a:pt x="156099" y="71567"/>
                  <a:pt x="157115" y="72124"/>
                </a:cubicBezTo>
                <a:cubicBezTo>
                  <a:pt x="158131" y="72679"/>
                  <a:pt x="159865" y="72957"/>
                  <a:pt x="162318" y="72957"/>
                </a:cubicBezTo>
                <a:lnTo>
                  <a:pt x="162318" y="74958"/>
                </a:lnTo>
                <a:lnTo>
                  <a:pt x="137988" y="74958"/>
                </a:lnTo>
                <a:lnTo>
                  <a:pt x="137988" y="72957"/>
                </a:lnTo>
                <a:cubicBezTo>
                  <a:pt x="140651" y="72957"/>
                  <a:pt x="142481" y="72634"/>
                  <a:pt x="143479" y="71988"/>
                </a:cubicBezTo>
                <a:cubicBezTo>
                  <a:pt x="144478" y="71343"/>
                  <a:pt x="145170" y="70374"/>
                  <a:pt x="145555" y="69083"/>
                </a:cubicBezTo>
                <a:cubicBezTo>
                  <a:pt x="145730" y="68472"/>
                  <a:pt x="145818" y="66697"/>
                  <a:pt x="145818" y="63756"/>
                </a:cubicBezTo>
                <a:lnTo>
                  <a:pt x="145818" y="42556"/>
                </a:lnTo>
                <a:cubicBezTo>
                  <a:pt x="145818" y="38538"/>
                  <a:pt x="145240" y="35650"/>
                  <a:pt x="144084" y="33893"/>
                </a:cubicBezTo>
                <a:cubicBezTo>
                  <a:pt x="142542" y="31596"/>
                  <a:pt x="140388" y="30448"/>
                  <a:pt x="137621" y="30448"/>
                </a:cubicBezTo>
                <a:cubicBezTo>
                  <a:pt x="135729" y="30448"/>
                  <a:pt x="133855" y="30968"/>
                  <a:pt x="131998" y="32008"/>
                </a:cubicBezTo>
                <a:cubicBezTo>
                  <a:pt x="129090" y="33587"/>
                  <a:pt x="126848" y="35362"/>
                  <a:pt x="125272" y="37335"/>
                </a:cubicBezTo>
                <a:lnTo>
                  <a:pt x="125272" y="63756"/>
                </a:lnTo>
                <a:cubicBezTo>
                  <a:pt x="125272" y="66984"/>
                  <a:pt x="125491" y="69083"/>
                  <a:pt x="125929" y="70052"/>
                </a:cubicBezTo>
                <a:cubicBezTo>
                  <a:pt x="126367" y="71019"/>
                  <a:pt x="127015" y="71746"/>
                  <a:pt x="127873" y="72230"/>
                </a:cubicBezTo>
                <a:cubicBezTo>
                  <a:pt x="128731" y="72715"/>
                  <a:pt x="130474" y="72957"/>
                  <a:pt x="133101" y="72957"/>
                </a:cubicBezTo>
                <a:lnTo>
                  <a:pt x="133101" y="74958"/>
                </a:lnTo>
                <a:lnTo>
                  <a:pt x="109298" y="74958"/>
                </a:lnTo>
                <a:lnTo>
                  <a:pt x="109298" y="72957"/>
                </a:lnTo>
                <a:cubicBezTo>
                  <a:pt x="111505" y="72957"/>
                  <a:pt x="113046" y="72714"/>
                  <a:pt x="113922" y="72228"/>
                </a:cubicBezTo>
                <a:cubicBezTo>
                  <a:pt x="114798" y="71743"/>
                  <a:pt x="115463" y="70969"/>
                  <a:pt x="115919" y="69908"/>
                </a:cubicBezTo>
                <a:cubicBezTo>
                  <a:pt x="116374" y="68847"/>
                  <a:pt x="116602" y="66787"/>
                  <a:pt x="116602" y="63729"/>
                </a:cubicBezTo>
                <a:lnTo>
                  <a:pt x="116602" y="44843"/>
                </a:lnTo>
                <a:cubicBezTo>
                  <a:pt x="116602" y="39410"/>
                  <a:pt x="116444" y="35902"/>
                  <a:pt x="116129" y="34320"/>
                </a:cubicBezTo>
                <a:cubicBezTo>
                  <a:pt x="115884" y="33133"/>
                  <a:pt x="115498" y="32314"/>
                  <a:pt x="114973" y="31865"/>
                </a:cubicBezTo>
                <a:cubicBezTo>
                  <a:pt x="114447" y="31415"/>
                  <a:pt x="113729" y="31190"/>
                  <a:pt x="112818" y="31190"/>
                </a:cubicBezTo>
                <a:cubicBezTo>
                  <a:pt x="111838" y="31190"/>
                  <a:pt x="110664" y="31460"/>
                  <a:pt x="109298" y="32000"/>
                </a:cubicBezTo>
                <a:lnTo>
                  <a:pt x="108510" y="30056"/>
                </a:lnTo>
                <a:lnTo>
                  <a:pt x="123013" y="24012"/>
                </a:lnTo>
                <a:lnTo>
                  <a:pt x="125272" y="24012"/>
                </a:lnTo>
                <a:lnTo>
                  <a:pt x="125272" y="34558"/>
                </a:lnTo>
                <a:close/>
                <a:moveTo>
                  <a:pt x="208222" y="34558"/>
                </a:moveTo>
                <a:cubicBezTo>
                  <a:pt x="211726" y="30953"/>
                  <a:pt x="213792" y="28880"/>
                  <a:pt x="214423" y="28339"/>
                </a:cubicBezTo>
                <a:cubicBezTo>
                  <a:pt x="215999" y="26969"/>
                  <a:pt x="217698" y="25905"/>
                  <a:pt x="219520" y="25148"/>
                </a:cubicBezTo>
                <a:cubicBezTo>
                  <a:pt x="221342" y="24391"/>
                  <a:pt x="223146" y="24012"/>
                  <a:pt x="224932" y="24012"/>
                </a:cubicBezTo>
                <a:cubicBezTo>
                  <a:pt x="227945" y="24012"/>
                  <a:pt x="230537" y="24914"/>
                  <a:pt x="232709" y="26717"/>
                </a:cubicBezTo>
                <a:cubicBezTo>
                  <a:pt x="234881" y="28519"/>
                  <a:pt x="236335" y="31133"/>
                  <a:pt x="237071" y="34558"/>
                </a:cubicBezTo>
                <a:cubicBezTo>
                  <a:pt x="240679" y="30232"/>
                  <a:pt x="243727" y="27393"/>
                  <a:pt x="246214" y="26041"/>
                </a:cubicBezTo>
                <a:cubicBezTo>
                  <a:pt x="248701" y="24688"/>
                  <a:pt x="251258" y="24012"/>
                  <a:pt x="253886" y="24012"/>
                </a:cubicBezTo>
                <a:cubicBezTo>
                  <a:pt x="256443" y="24012"/>
                  <a:pt x="258711" y="24687"/>
                  <a:pt x="260690" y="26037"/>
                </a:cubicBezTo>
                <a:cubicBezTo>
                  <a:pt x="262670" y="27386"/>
                  <a:pt x="264237" y="29589"/>
                  <a:pt x="265393" y="32647"/>
                </a:cubicBezTo>
                <a:cubicBezTo>
                  <a:pt x="266164" y="34734"/>
                  <a:pt x="266549" y="38007"/>
                  <a:pt x="266549" y="42468"/>
                </a:cubicBezTo>
                <a:lnTo>
                  <a:pt x="266549" y="63729"/>
                </a:lnTo>
                <a:cubicBezTo>
                  <a:pt x="266549" y="66823"/>
                  <a:pt x="266777" y="68946"/>
                  <a:pt x="267232" y="70097"/>
                </a:cubicBezTo>
                <a:cubicBezTo>
                  <a:pt x="267583" y="70888"/>
                  <a:pt x="268231" y="71562"/>
                  <a:pt x="269177" y="72120"/>
                </a:cubicBezTo>
                <a:cubicBezTo>
                  <a:pt x="270123" y="72678"/>
                  <a:pt x="271664" y="72957"/>
                  <a:pt x="273801" y="72957"/>
                </a:cubicBezTo>
                <a:lnTo>
                  <a:pt x="273801" y="74958"/>
                </a:lnTo>
                <a:lnTo>
                  <a:pt x="250050" y="74958"/>
                </a:lnTo>
                <a:lnTo>
                  <a:pt x="250050" y="72957"/>
                </a:lnTo>
                <a:lnTo>
                  <a:pt x="251048" y="72957"/>
                </a:lnTo>
                <a:cubicBezTo>
                  <a:pt x="253115" y="72957"/>
                  <a:pt x="254726" y="72544"/>
                  <a:pt x="255882" y="71720"/>
                </a:cubicBezTo>
                <a:cubicBezTo>
                  <a:pt x="256688" y="71145"/>
                  <a:pt x="257266" y="70230"/>
                  <a:pt x="257616" y="68975"/>
                </a:cubicBezTo>
                <a:cubicBezTo>
                  <a:pt x="257756" y="68365"/>
                  <a:pt x="257827" y="66626"/>
                  <a:pt x="257827" y="63756"/>
                </a:cubicBezTo>
                <a:lnTo>
                  <a:pt x="257827" y="42556"/>
                </a:lnTo>
                <a:cubicBezTo>
                  <a:pt x="257827" y="38538"/>
                  <a:pt x="257354" y="35704"/>
                  <a:pt x="256408" y="34055"/>
                </a:cubicBezTo>
                <a:cubicBezTo>
                  <a:pt x="255042" y="31759"/>
                  <a:pt x="252852" y="30610"/>
                  <a:pt x="249839" y="30610"/>
                </a:cubicBezTo>
                <a:cubicBezTo>
                  <a:pt x="247983" y="30610"/>
                  <a:pt x="246117" y="31086"/>
                  <a:pt x="244243" y="32037"/>
                </a:cubicBezTo>
                <a:cubicBezTo>
                  <a:pt x="242369" y="32987"/>
                  <a:pt x="240101" y="34753"/>
                  <a:pt x="237438" y="37337"/>
                </a:cubicBezTo>
                <a:lnTo>
                  <a:pt x="237333" y="37928"/>
                </a:lnTo>
                <a:lnTo>
                  <a:pt x="237438" y="40242"/>
                </a:lnTo>
                <a:lnTo>
                  <a:pt x="237438" y="63756"/>
                </a:lnTo>
                <a:cubicBezTo>
                  <a:pt x="237438" y="67128"/>
                  <a:pt x="237622" y="69227"/>
                  <a:pt x="237990" y="70052"/>
                </a:cubicBezTo>
                <a:cubicBezTo>
                  <a:pt x="238358" y="70876"/>
                  <a:pt x="239050" y="71567"/>
                  <a:pt x="240066" y="72124"/>
                </a:cubicBezTo>
                <a:cubicBezTo>
                  <a:pt x="241082" y="72679"/>
                  <a:pt x="242816" y="72957"/>
                  <a:pt x="245268" y="72957"/>
                </a:cubicBezTo>
                <a:lnTo>
                  <a:pt x="245268" y="74958"/>
                </a:lnTo>
                <a:lnTo>
                  <a:pt x="220939" y="74958"/>
                </a:lnTo>
                <a:lnTo>
                  <a:pt x="220939" y="72957"/>
                </a:lnTo>
                <a:cubicBezTo>
                  <a:pt x="223601" y="72957"/>
                  <a:pt x="225431" y="72634"/>
                  <a:pt x="226430" y="71988"/>
                </a:cubicBezTo>
                <a:cubicBezTo>
                  <a:pt x="227428" y="71343"/>
                  <a:pt x="228120" y="70374"/>
                  <a:pt x="228505" y="69083"/>
                </a:cubicBezTo>
                <a:cubicBezTo>
                  <a:pt x="228681" y="68472"/>
                  <a:pt x="228768" y="66697"/>
                  <a:pt x="228768" y="63756"/>
                </a:cubicBezTo>
                <a:lnTo>
                  <a:pt x="228768" y="42556"/>
                </a:lnTo>
                <a:cubicBezTo>
                  <a:pt x="228768" y="38538"/>
                  <a:pt x="228190" y="35650"/>
                  <a:pt x="227034" y="33893"/>
                </a:cubicBezTo>
                <a:cubicBezTo>
                  <a:pt x="225493" y="31596"/>
                  <a:pt x="223338" y="30448"/>
                  <a:pt x="220571" y="30448"/>
                </a:cubicBezTo>
                <a:cubicBezTo>
                  <a:pt x="218679" y="30448"/>
                  <a:pt x="216805" y="30968"/>
                  <a:pt x="214948" y="32008"/>
                </a:cubicBezTo>
                <a:cubicBezTo>
                  <a:pt x="212041" y="33587"/>
                  <a:pt x="209799" y="35362"/>
                  <a:pt x="208222" y="37335"/>
                </a:cubicBezTo>
                <a:lnTo>
                  <a:pt x="208222" y="63756"/>
                </a:lnTo>
                <a:cubicBezTo>
                  <a:pt x="208222" y="66984"/>
                  <a:pt x="208441" y="69083"/>
                  <a:pt x="208879" y="70052"/>
                </a:cubicBezTo>
                <a:cubicBezTo>
                  <a:pt x="209317" y="71019"/>
                  <a:pt x="209965" y="71746"/>
                  <a:pt x="210823" y="72230"/>
                </a:cubicBezTo>
                <a:cubicBezTo>
                  <a:pt x="211682" y="72715"/>
                  <a:pt x="213425" y="72957"/>
                  <a:pt x="216052" y="72957"/>
                </a:cubicBezTo>
                <a:lnTo>
                  <a:pt x="216052" y="74958"/>
                </a:lnTo>
                <a:lnTo>
                  <a:pt x="192248" y="74958"/>
                </a:lnTo>
                <a:lnTo>
                  <a:pt x="192248" y="72957"/>
                </a:lnTo>
                <a:cubicBezTo>
                  <a:pt x="194455" y="72957"/>
                  <a:pt x="195997" y="72714"/>
                  <a:pt x="196872" y="72228"/>
                </a:cubicBezTo>
                <a:cubicBezTo>
                  <a:pt x="197748" y="71743"/>
                  <a:pt x="198414" y="70969"/>
                  <a:pt x="198869" y="69908"/>
                </a:cubicBezTo>
                <a:cubicBezTo>
                  <a:pt x="199324" y="68847"/>
                  <a:pt x="199552" y="66787"/>
                  <a:pt x="199552" y="63729"/>
                </a:cubicBezTo>
                <a:lnTo>
                  <a:pt x="199552" y="44843"/>
                </a:lnTo>
                <a:cubicBezTo>
                  <a:pt x="199552" y="39410"/>
                  <a:pt x="199395" y="35902"/>
                  <a:pt x="199079" y="34320"/>
                </a:cubicBezTo>
                <a:cubicBezTo>
                  <a:pt x="198834" y="33133"/>
                  <a:pt x="198449" y="32314"/>
                  <a:pt x="197923" y="31865"/>
                </a:cubicBezTo>
                <a:cubicBezTo>
                  <a:pt x="197398" y="31415"/>
                  <a:pt x="196680" y="31190"/>
                  <a:pt x="195769" y="31190"/>
                </a:cubicBezTo>
                <a:cubicBezTo>
                  <a:pt x="194788" y="31190"/>
                  <a:pt x="193614" y="31460"/>
                  <a:pt x="192248" y="32000"/>
                </a:cubicBezTo>
                <a:lnTo>
                  <a:pt x="191460" y="30056"/>
                </a:lnTo>
                <a:lnTo>
                  <a:pt x="205963" y="24012"/>
                </a:lnTo>
                <a:lnTo>
                  <a:pt x="208222" y="24012"/>
                </a:lnTo>
                <a:lnTo>
                  <a:pt x="208222" y="34558"/>
                </a:lnTo>
                <a:close/>
                <a:moveTo>
                  <a:pt x="304152" y="67819"/>
                </a:moveTo>
                <a:cubicBezTo>
                  <a:pt x="299212" y="71749"/>
                  <a:pt x="296112" y="74020"/>
                  <a:pt x="294851" y="74633"/>
                </a:cubicBezTo>
                <a:cubicBezTo>
                  <a:pt x="292959" y="75571"/>
                  <a:pt x="290945" y="76039"/>
                  <a:pt x="288808" y="76039"/>
                </a:cubicBezTo>
                <a:cubicBezTo>
                  <a:pt x="285480" y="76039"/>
                  <a:pt x="282739" y="74868"/>
                  <a:pt x="280584" y="72524"/>
                </a:cubicBezTo>
                <a:cubicBezTo>
                  <a:pt x="278430" y="70181"/>
                  <a:pt x="277353" y="67098"/>
                  <a:pt x="277353" y="63276"/>
                </a:cubicBezTo>
                <a:cubicBezTo>
                  <a:pt x="277353" y="60860"/>
                  <a:pt x="277878" y="58769"/>
                  <a:pt x="278929" y="57003"/>
                </a:cubicBezTo>
                <a:cubicBezTo>
                  <a:pt x="280365" y="54551"/>
                  <a:pt x="282861" y="52243"/>
                  <a:pt x="286417" y="50080"/>
                </a:cubicBezTo>
                <a:cubicBezTo>
                  <a:pt x="289973" y="47917"/>
                  <a:pt x="295884" y="45285"/>
                  <a:pt x="304152" y="42184"/>
                </a:cubicBezTo>
                <a:lnTo>
                  <a:pt x="304152" y="40237"/>
                </a:lnTo>
                <a:cubicBezTo>
                  <a:pt x="304152" y="35298"/>
                  <a:pt x="303390" y="31908"/>
                  <a:pt x="301866" y="30070"/>
                </a:cubicBezTo>
                <a:cubicBezTo>
                  <a:pt x="300342" y="28231"/>
                  <a:pt x="298126" y="27311"/>
                  <a:pt x="295219" y="27311"/>
                </a:cubicBezTo>
                <a:cubicBezTo>
                  <a:pt x="293012" y="27311"/>
                  <a:pt x="291260" y="27922"/>
                  <a:pt x="289964" y="29144"/>
                </a:cubicBezTo>
                <a:cubicBezTo>
                  <a:pt x="288633" y="30365"/>
                  <a:pt x="287967" y="31766"/>
                  <a:pt x="287967" y="33347"/>
                </a:cubicBezTo>
                <a:lnTo>
                  <a:pt x="288072" y="36472"/>
                </a:lnTo>
                <a:cubicBezTo>
                  <a:pt x="288072" y="38123"/>
                  <a:pt x="287661" y="39398"/>
                  <a:pt x="286837" y="40296"/>
                </a:cubicBezTo>
                <a:cubicBezTo>
                  <a:pt x="286014" y="41194"/>
                  <a:pt x="284937" y="41643"/>
                  <a:pt x="283606" y="41643"/>
                </a:cubicBezTo>
                <a:cubicBezTo>
                  <a:pt x="282310" y="41643"/>
                  <a:pt x="281250" y="41176"/>
                  <a:pt x="280427" y="40242"/>
                </a:cubicBezTo>
                <a:cubicBezTo>
                  <a:pt x="279603" y="39307"/>
                  <a:pt x="279192" y="38030"/>
                  <a:pt x="279192" y="36412"/>
                </a:cubicBezTo>
                <a:cubicBezTo>
                  <a:pt x="279192" y="33322"/>
                  <a:pt x="280733" y="30483"/>
                  <a:pt x="283816" y="27895"/>
                </a:cubicBezTo>
                <a:cubicBezTo>
                  <a:pt x="286899" y="25306"/>
                  <a:pt x="291225" y="24012"/>
                  <a:pt x="296795" y="24012"/>
                </a:cubicBezTo>
                <a:cubicBezTo>
                  <a:pt x="301069" y="24012"/>
                  <a:pt x="304572" y="24750"/>
                  <a:pt x="307304" y="26226"/>
                </a:cubicBezTo>
                <a:cubicBezTo>
                  <a:pt x="309371" y="27343"/>
                  <a:pt x="310895" y="29090"/>
                  <a:pt x="311876" y="31467"/>
                </a:cubicBezTo>
                <a:cubicBezTo>
                  <a:pt x="312506" y="33015"/>
                  <a:pt x="312822" y="36184"/>
                  <a:pt x="312822" y="40974"/>
                </a:cubicBezTo>
                <a:lnTo>
                  <a:pt x="312822" y="57773"/>
                </a:lnTo>
                <a:cubicBezTo>
                  <a:pt x="312822" y="62491"/>
                  <a:pt x="312909" y="65381"/>
                  <a:pt x="313084" y="66443"/>
                </a:cubicBezTo>
                <a:cubicBezTo>
                  <a:pt x="313260" y="67506"/>
                  <a:pt x="313549" y="68217"/>
                  <a:pt x="313952" y="68578"/>
                </a:cubicBezTo>
                <a:cubicBezTo>
                  <a:pt x="314354" y="68937"/>
                  <a:pt x="314819" y="69117"/>
                  <a:pt x="315344" y="69117"/>
                </a:cubicBezTo>
                <a:cubicBezTo>
                  <a:pt x="315904" y="69117"/>
                  <a:pt x="316395" y="68991"/>
                  <a:pt x="316815" y="68738"/>
                </a:cubicBezTo>
                <a:cubicBezTo>
                  <a:pt x="317551" y="68270"/>
                  <a:pt x="318970" y="66954"/>
                  <a:pt x="321072" y="64790"/>
                </a:cubicBezTo>
                <a:lnTo>
                  <a:pt x="321072" y="67819"/>
                </a:lnTo>
                <a:cubicBezTo>
                  <a:pt x="317148" y="73227"/>
                  <a:pt x="313400" y="75931"/>
                  <a:pt x="309827" y="75931"/>
                </a:cubicBezTo>
                <a:cubicBezTo>
                  <a:pt x="308110" y="75931"/>
                  <a:pt x="306744" y="75318"/>
                  <a:pt x="305728" y="74093"/>
                </a:cubicBezTo>
                <a:cubicBezTo>
                  <a:pt x="304712" y="72867"/>
                  <a:pt x="304187" y="70775"/>
                  <a:pt x="304152" y="67819"/>
                </a:cubicBezTo>
                <a:moveTo>
                  <a:pt x="304152" y="64273"/>
                </a:moveTo>
                <a:lnTo>
                  <a:pt x="304152" y="45483"/>
                </a:lnTo>
                <a:cubicBezTo>
                  <a:pt x="298862" y="47636"/>
                  <a:pt x="295446" y="49162"/>
                  <a:pt x="293905" y="50060"/>
                </a:cubicBezTo>
                <a:cubicBezTo>
                  <a:pt x="291137" y="51639"/>
                  <a:pt x="289158" y="53291"/>
                  <a:pt x="287967" y="55013"/>
                </a:cubicBezTo>
                <a:cubicBezTo>
                  <a:pt x="286776" y="56736"/>
                  <a:pt x="286181" y="58621"/>
                  <a:pt x="286181" y="60667"/>
                </a:cubicBezTo>
                <a:cubicBezTo>
                  <a:pt x="286181" y="63251"/>
                  <a:pt x="286934" y="65396"/>
                  <a:pt x="288440" y="67101"/>
                </a:cubicBezTo>
                <a:cubicBezTo>
                  <a:pt x="289946" y="68805"/>
                  <a:pt x="291680" y="69658"/>
                  <a:pt x="293642" y="69658"/>
                </a:cubicBezTo>
                <a:cubicBezTo>
                  <a:pt x="296305" y="69658"/>
                  <a:pt x="299808" y="67863"/>
                  <a:pt x="304152" y="64273"/>
                </a:cubicBezTo>
                <a:close/>
                <a:moveTo>
                  <a:pt x="338044" y="24012"/>
                </a:moveTo>
                <a:lnTo>
                  <a:pt x="338044" y="35153"/>
                </a:lnTo>
                <a:cubicBezTo>
                  <a:pt x="342073" y="27726"/>
                  <a:pt x="346207" y="24012"/>
                  <a:pt x="350445" y="24012"/>
                </a:cubicBezTo>
                <a:cubicBezTo>
                  <a:pt x="352372" y="24012"/>
                  <a:pt x="353966" y="24616"/>
                  <a:pt x="355227" y="25824"/>
                </a:cubicBezTo>
                <a:cubicBezTo>
                  <a:pt x="356488" y="27032"/>
                  <a:pt x="357119" y="28429"/>
                  <a:pt x="357119" y="30016"/>
                </a:cubicBezTo>
                <a:cubicBezTo>
                  <a:pt x="357119" y="31422"/>
                  <a:pt x="356664" y="32612"/>
                  <a:pt x="355753" y="33585"/>
                </a:cubicBezTo>
                <a:cubicBezTo>
                  <a:pt x="354842" y="34558"/>
                  <a:pt x="353756" y="35045"/>
                  <a:pt x="352495" y="35045"/>
                </a:cubicBezTo>
                <a:cubicBezTo>
                  <a:pt x="351269" y="35045"/>
                  <a:pt x="349894" y="34423"/>
                  <a:pt x="348370" y="33179"/>
                </a:cubicBezTo>
                <a:cubicBezTo>
                  <a:pt x="346846" y="31935"/>
                  <a:pt x="345716" y="31314"/>
                  <a:pt x="344981" y="31314"/>
                </a:cubicBezTo>
                <a:cubicBezTo>
                  <a:pt x="344350" y="31314"/>
                  <a:pt x="343667" y="31673"/>
                  <a:pt x="342931" y="32392"/>
                </a:cubicBezTo>
                <a:cubicBezTo>
                  <a:pt x="341355" y="33867"/>
                  <a:pt x="339726" y="36294"/>
                  <a:pt x="338044" y="39674"/>
                </a:cubicBezTo>
                <a:lnTo>
                  <a:pt x="338044" y="63356"/>
                </a:lnTo>
                <a:cubicBezTo>
                  <a:pt x="338044" y="66088"/>
                  <a:pt x="338377" y="68155"/>
                  <a:pt x="339043" y="69558"/>
                </a:cubicBezTo>
                <a:cubicBezTo>
                  <a:pt x="339498" y="70529"/>
                  <a:pt x="340304" y="71339"/>
                  <a:pt x="341460" y="71987"/>
                </a:cubicBezTo>
                <a:cubicBezTo>
                  <a:pt x="342616" y="72633"/>
                  <a:pt x="344280" y="72957"/>
                  <a:pt x="346452" y="72957"/>
                </a:cubicBezTo>
                <a:lnTo>
                  <a:pt x="346452" y="74958"/>
                </a:lnTo>
                <a:lnTo>
                  <a:pt x="321807" y="74958"/>
                </a:lnTo>
                <a:lnTo>
                  <a:pt x="321807" y="72957"/>
                </a:lnTo>
                <a:cubicBezTo>
                  <a:pt x="324260" y="72957"/>
                  <a:pt x="326081" y="72561"/>
                  <a:pt x="327272" y="71770"/>
                </a:cubicBezTo>
                <a:cubicBezTo>
                  <a:pt x="328148" y="71195"/>
                  <a:pt x="328761" y="70277"/>
                  <a:pt x="329112" y="69017"/>
                </a:cubicBezTo>
                <a:cubicBezTo>
                  <a:pt x="329287" y="68405"/>
                  <a:pt x="329374" y="66661"/>
                  <a:pt x="329374" y="63783"/>
                </a:cubicBezTo>
                <a:lnTo>
                  <a:pt x="329374" y="44626"/>
                </a:lnTo>
                <a:cubicBezTo>
                  <a:pt x="329374" y="38870"/>
                  <a:pt x="329260" y="35444"/>
                  <a:pt x="329033" y="34347"/>
                </a:cubicBezTo>
                <a:cubicBezTo>
                  <a:pt x="328805" y="33250"/>
                  <a:pt x="328385" y="32449"/>
                  <a:pt x="327772" y="31946"/>
                </a:cubicBezTo>
                <a:cubicBezTo>
                  <a:pt x="327159" y="31442"/>
                  <a:pt x="326397" y="31190"/>
                  <a:pt x="325486" y="31190"/>
                </a:cubicBezTo>
                <a:cubicBezTo>
                  <a:pt x="324400" y="31190"/>
                  <a:pt x="323174" y="31460"/>
                  <a:pt x="321807" y="32000"/>
                </a:cubicBezTo>
                <a:lnTo>
                  <a:pt x="321282" y="30056"/>
                </a:lnTo>
                <a:lnTo>
                  <a:pt x="335837" y="24012"/>
                </a:lnTo>
                <a:lnTo>
                  <a:pt x="338044" y="24012"/>
                </a:lnTo>
                <a:close/>
                <a:moveTo>
                  <a:pt x="357097" y="25419"/>
                </a:moveTo>
                <a:lnTo>
                  <a:pt x="379535" y="25419"/>
                </a:lnTo>
                <a:lnTo>
                  <a:pt x="379535" y="27420"/>
                </a:lnTo>
                <a:lnTo>
                  <a:pt x="378431" y="27420"/>
                </a:lnTo>
                <a:cubicBezTo>
                  <a:pt x="376855" y="27420"/>
                  <a:pt x="375673" y="27771"/>
                  <a:pt x="374884" y="28474"/>
                </a:cubicBezTo>
                <a:cubicBezTo>
                  <a:pt x="374096" y="29177"/>
                  <a:pt x="373702" y="30052"/>
                  <a:pt x="373702" y="31097"/>
                </a:cubicBezTo>
                <a:cubicBezTo>
                  <a:pt x="373702" y="32503"/>
                  <a:pt x="374280" y="34450"/>
                  <a:pt x="375436" y="36938"/>
                </a:cubicBezTo>
                <a:lnTo>
                  <a:pt x="387154" y="61924"/>
                </a:lnTo>
                <a:lnTo>
                  <a:pt x="397926" y="34558"/>
                </a:lnTo>
                <a:cubicBezTo>
                  <a:pt x="398522" y="33080"/>
                  <a:pt x="398820" y="31620"/>
                  <a:pt x="398820" y="30178"/>
                </a:cubicBezTo>
                <a:cubicBezTo>
                  <a:pt x="398820" y="29529"/>
                  <a:pt x="398697" y="29042"/>
                  <a:pt x="398452" y="28718"/>
                </a:cubicBezTo>
                <a:cubicBezTo>
                  <a:pt x="398171" y="28321"/>
                  <a:pt x="397734" y="28006"/>
                  <a:pt x="397138" y="27771"/>
                </a:cubicBezTo>
                <a:cubicBezTo>
                  <a:pt x="396543" y="27537"/>
                  <a:pt x="395492" y="27420"/>
                  <a:pt x="393985" y="27420"/>
                </a:cubicBezTo>
                <a:lnTo>
                  <a:pt x="393985" y="25419"/>
                </a:lnTo>
                <a:lnTo>
                  <a:pt x="409644" y="25419"/>
                </a:lnTo>
                <a:lnTo>
                  <a:pt x="409644" y="27420"/>
                </a:lnTo>
                <a:cubicBezTo>
                  <a:pt x="408348" y="27564"/>
                  <a:pt x="407350" y="27852"/>
                  <a:pt x="406649" y="28285"/>
                </a:cubicBezTo>
                <a:cubicBezTo>
                  <a:pt x="405948" y="28718"/>
                  <a:pt x="405178" y="29529"/>
                  <a:pt x="404337" y="30719"/>
                </a:cubicBezTo>
                <a:cubicBezTo>
                  <a:pt x="404022" y="31223"/>
                  <a:pt x="403426" y="32612"/>
                  <a:pt x="402550" y="34883"/>
                </a:cubicBezTo>
                <a:lnTo>
                  <a:pt x="382950" y="84314"/>
                </a:lnTo>
                <a:cubicBezTo>
                  <a:pt x="381059" y="89109"/>
                  <a:pt x="378580" y="92733"/>
                  <a:pt x="375515" y="95185"/>
                </a:cubicBezTo>
                <a:cubicBezTo>
                  <a:pt x="372450" y="97636"/>
                  <a:pt x="369498" y="98862"/>
                  <a:pt x="366661" y="98862"/>
                </a:cubicBezTo>
                <a:cubicBezTo>
                  <a:pt x="364594" y="98862"/>
                  <a:pt x="362895" y="98257"/>
                  <a:pt x="361564" y="97045"/>
                </a:cubicBezTo>
                <a:cubicBezTo>
                  <a:pt x="360233" y="95834"/>
                  <a:pt x="359567" y="94445"/>
                  <a:pt x="359567" y="92878"/>
                </a:cubicBezTo>
                <a:cubicBezTo>
                  <a:pt x="359567" y="91381"/>
                  <a:pt x="360049" y="90175"/>
                  <a:pt x="361012" y="89257"/>
                </a:cubicBezTo>
                <a:cubicBezTo>
                  <a:pt x="361975" y="88341"/>
                  <a:pt x="363298" y="87883"/>
                  <a:pt x="364979" y="87883"/>
                </a:cubicBezTo>
                <a:cubicBezTo>
                  <a:pt x="366135" y="87883"/>
                  <a:pt x="367712" y="88280"/>
                  <a:pt x="369709" y="89073"/>
                </a:cubicBezTo>
                <a:cubicBezTo>
                  <a:pt x="371110" y="89614"/>
                  <a:pt x="371986" y="89885"/>
                  <a:pt x="372336" y="89885"/>
                </a:cubicBezTo>
                <a:cubicBezTo>
                  <a:pt x="373387" y="89885"/>
                  <a:pt x="374534" y="89322"/>
                  <a:pt x="375778" y="88196"/>
                </a:cubicBezTo>
                <a:cubicBezTo>
                  <a:pt x="377021" y="87072"/>
                  <a:pt x="378274" y="84895"/>
                  <a:pt x="379535" y="81666"/>
                </a:cubicBezTo>
                <a:lnTo>
                  <a:pt x="382950" y="73011"/>
                </a:lnTo>
                <a:lnTo>
                  <a:pt x="365663" y="35640"/>
                </a:lnTo>
                <a:cubicBezTo>
                  <a:pt x="365137" y="34522"/>
                  <a:pt x="364296" y="33134"/>
                  <a:pt x="363140" y="31476"/>
                </a:cubicBezTo>
                <a:cubicBezTo>
                  <a:pt x="362264" y="30214"/>
                  <a:pt x="361546" y="29367"/>
                  <a:pt x="360986" y="28934"/>
                </a:cubicBezTo>
                <a:cubicBezTo>
                  <a:pt x="360180" y="28357"/>
                  <a:pt x="358884" y="27852"/>
                  <a:pt x="357097" y="27420"/>
                </a:cubicBezTo>
                <a:lnTo>
                  <a:pt x="357097" y="254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14E94-17EF-45C8-B196-73B0E565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665" y="1233080"/>
            <a:ext cx="224298" cy="155829"/>
          </a:xfrm>
          <a:custGeom xmlns:a="http://schemas.openxmlformats.org/drawingml/2006/main">
            <a:pathLst>
              <a:path w="224298" h="155829">
                <a:moveTo>
                  <a:pt x="224298" y="77914"/>
                </a:moveTo>
                <a:lnTo>
                  <a:pt x="148596" y="155829"/>
                </a:lnTo>
                <a:lnTo>
                  <a:pt x="148596" y="116871"/>
                </a:lnTo>
                <a:lnTo>
                  <a:pt x="0" y="116871"/>
                </a:lnTo>
                <a:lnTo>
                  <a:pt x="0" y="38956"/>
                </a:lnTo>
                <a:lnTo>
                  <a:pt x="148596" y="38956"/>
                </a:lnTo>
                <a:lnTo>
                  <a:pt x="148596" y="0"/>
                </a:lnTo>
                <a:lnTo>
                  <a:pt x="224298" y="77914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02641-D849-4CBB-A3D8-18916DD5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093" y="1601832"/>
            <a:ext cx="10" cy="106807"/>
          </a:xfrm>
          <a:custGeom xmlns:a="http://schemas.openxmlformats.org/drawingml/2006/main">
            <a:pathLst>
              <a:path w="1" h="106807" fill="none">
                <a:moveTo>
                  <a:pt x="0" y="0"/>
                </a:moveTo>
                <a:lnTo>
                  <a:pt x="1" y="106807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69F3E-69D2-440B-A220-889CCE7C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608" y="1712314"/>
            <a:ext cx="2550464" cy="1233"/>
          </a:xfrm>
          <a:custGeom xmlns:a="http://schemas.openxmlformats.org/drawingml/2006/main">
            <a:pathLst>
              <a:path w="2550464" h="1233" fill="none">
                <a:moveTo>
                  <a:pt x="0" y="1233"/>
                </a:moveTo>
                <a:lnTo>
                  <a:pt x="25504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A311F-FD72-4A7C-B409-1CEA5D76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712" y="1707717"/>
            <a:ext cx="10" cy="113763"/>
          </a:xfrm>
          <a:custGeom xmlns:a="http://schemas.openxmlformats.org/drawingml/2006/main">
            <a:pathLst>
              <a:path w="1" h="113763" fill="none">
                <a:moveTo>
                  <a:pt x="0" y="0"/>
                </a:moveTo>
                <a:lnTo>
                  <a:pt x="1" y="113763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29C64-690D-417E-8A46-2350D57F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7073" y="1713547"/>
            <a:ext cx="10" cy="113763"/>
          </a:xfrm>
          <a:custGeom xmlns:a="http://schemas.openxmlformats.org/drawingml/2006/main">
            <a:pathLst>
              <a:path w="1" h="113763" fill="none">
                <a:moveTo>
                  <a:pt x="0" y="0"/>
                </a:moveTo>
                <a:lnTo>
                  <a:pt x="1" y="113763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C5B6A-E808-40EE-8481-93A4E344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530" y="2843610"/>
            <a:ext cx="587520" cy="166870"/>
          </a:xfrm>
          <a:custGeom xmlns:a="http://schemas.openxmlformats.org/drawingml/2006/main">
            <a:pathLst>
              <a:path w="587520" h="166870">
                <a:moveTo>
                  <a:pt x="0" y="0"/>
                </a:moveTo>
                <a:lnTo>
                  <a:pt x="587520" y="0"/>
                </a:lnTo>
                <a:lnTo>
                  <a:pt x="587520" y="166870"/>
                </a:lnTo>
                <a:lnTo>
                  <a:pt x="0" y="1668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RoBERTa">
            <a:extLst xmlns:a="http://schemas.openxmlformats.org/drawingml/2006/main">
              <a:ext uri="{FF2B5EF4-FFF2-40B4-BE49-F238E27FC236}">
                <a16:creationId xmlns:a16="http://schemas.microsoft.com/office/drawing/2014/main" id="{549EA2B6-2D29-4803-96D1-F0E2D4AB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139" y="2885773"/>
            <a:ext cx="517413" cy="87325"/>
          </a:xfrm>
          <a:custGeom xmlns:a="http://schemas.openxmlformats.org/drawingml/2006/main">
            <a:pathLst>
              <a:path w="517413" h="87325">
                <a:moveTo>
                  <a:pt x="82700" y="85558"/>
                </a:moveTo>
                <a:lnTo>
                  <a:pt x="60508" y="85558"/>
                </a:lnTo>
                <a:lnTo>
                  <a:pt x="32369" y="45429"/>
                </a:lnTo>
                <a:cubicBezTo>
                  <a:pt x="30284" y="45513"/>
                  <a:pt x="28588" y="45555"/>
                  <a:pt x="27281" y="45555"/>
                </a:cubicBezTo>
                <a:cubicBezTo>
                  <a:pt x="26749" y="45555"/>
                  <a:pt x="26177" y="45545"/>
                  <a:pt x="25564" y="45524"/>
                </a:cubicBezTo>
                <a:cubicBezTo>
                  <a:pt x="24951" y="45503"/>
                  <a:pt x="24318" y="45471"/>
                  <a:pt x="23664" y="45429"/>
                </a:cubicBezTo>
                <a:lnTo>
                  <a:pt x="23664" y="70372"/>
                </a:lnTo>
                <a:cubicBezTo>
                  <a:pt x="23664" y="75774"/>
                  <a:pt x="24236" y="79129"/>
                  <a:pt x="25380" y="80437"/>
                </a:cubicBezTo>
                <a:cubicBezTo>
                  <a:pt x="26933" y="82295"/>
                  <a:pt x="29263" y="83223"/>
                  <a:pt x="32369" y="83223"/>
                </a:cubicBezTo>
                <a:lnTo>
                  <a:pt x="35618" y="83223"/>
                </a:lnTo>
                <a:lnTo>
                  <a:pt x="35618" y="85558"/>
                </a:lnTo>
                <a:lnTo>
                  <a:pt x="0" y="85558"/>
                </a:lnTo>
                <a:lnTo>
                  <a:pt x="0" y="83223"/>
                </a:lnTo>
                <a:lnTo>
                  <a:pt x="3127" y="83223"/>
                </a:lnTo>
                <a:cubicBezTo>
                  <a:pt x="6641" y="83223"/>
                  <a:pt x="9155" y="82046"/>
                  <a:pt x="10667" y="79690"/>
                </a:cubicBezTo>
                <a:cubicBezTo>
                  <a:pt x="11525" y="78386"/>
                  <a:pt x="11954" y="75294"/>
                  <a:pt x="11954" y="70415"/>
                </a:cubicBezTo>
                <a:lnTo>
                  <a:pt x="11954" y="15143"/>
                </a:lnTo>
                <a:cubicBezTo>
                  <a:pt x="11954" y="9759"/>
                  <a:pt x="11382" y="6415"/>
                  <a:pt x="10238" y="5111"/>
                </a:cubicBezTo>
                <a:cubicBezTo>
                  <a:pt x="8644" y="3260"/>
                  <a:pt x="6274" y="2335"/>
                  <a:pt x="3127" y="2335"/>
                </a:cubicBezTo>
                <a:lnTo>
                  <a:pt x="0" y="2335"/>
                </a:lnTo>
                <a:lnTo>
                  <a:pt x="0" y="0"/>
                </a:lnTo>
                <a:lnTo>
                  <a:pt x="30284" y="0"/>
                </a:lnTo>
                <a:cubicBezTo>
                  <a:pt x="39112" y="0"/>
                  <a:pt x="45621" y="661"/>
                  <a:pt x="49810" y="1982"/>
                </a:cubicBezTo>
                <a:cubicBezTo>
                  <a:pt x="53999" y="3303"/>
                  <a:pt x="57555" y="5736"/>
                  <a:pt x="60477" y="9281"/>
                </a:cubicBezTo>
                <a:cubicBezTo>
                  <a:pt x="63399" y="12825"/>
                  <a:pt x="64860" y="17050"/>
                  <a:pt x="64860" y="21957"/>
                </a:cubicBezTo>
                <a:cubicBezTo>
                  <a:pt x="64860" y="27200"/>
                  <a:pt x="63195" y="31750"/>
                  <a:pt x="59864" y="35610"/>
                </a:cubicBezTo>
                <a:cubicBezTo>
                  <a:pt x="56533" y="39468"/>
                  <a:pt x="51373" y="42194"/>
                  <a:pt x="44385" y="43789"/>
                </a:cubicBezTo>
                <a:lnTo>
                  <a:pt x="61550" y="68412"/>
                </a:lnTo>
                <a:cubicBezTo>
                  <a:pt x="65473" y="74067"/>
                  <a:pt x="68845" y="77823"/>
                  <a:pt x="71665" y="79680"/>
                </a:cubicBezTo>
                <a:cubicBezTo>
                  <a:pt x="74485" y="81536"/>
                  <a:pt x="78163" y="82717"/>
                  <a:pt x="82700" y="83223"/>
                </a:cubicBezTo>
                <a:lnTo>
                  <a:pt x="82700" y="85558"/>
                </a:lnTo>
                <a:moveTo>
                  <a:pt x="23664" y="41580"/>
                </a:moveTo>
                <a:cubicBezTo>
                  <a:pt x="24440" y="41580"/>
                  <a:pt x="25114" y="41591"/>
                  <a:pt x="25687" y="41612"/>
                </a:cubicBezTo>
                <a:cubicBezTo>
                  <a:pt x="26259" y="41633"/>
                  <a:pt x="26729" y="41643"/>
                  <a:pt x="27097" y="41643"/>
                </a:cubicBezTo>
                <a:cubicBezTo>
                  <a:pt x="35025" y="41643"/>
                  <a:pt x="41003" y="39877"/>
                  <a:pt x="45028" y="36343"/>
                </a:cubicBezTo>
                <a:cubicBezTo>
                  <a:pt x="49054" y="32810"/>
                  <a:pt x="51067" y="28309"/>
                  <a:pt x="51067" y="22841"/>
                </a:cubicBezTo>
                <a:cubicBezTo>
                  <a:pt x="51067" y="17499"/>
                  <a:pt x="49442" y="13155"/>
                  <a:pt x="46193" y="9811"/>
                </a:cubicBezTo>
                <a:cubicBezTo>
                  <a:pt x="42944" y="6467"/>
                  <a:pt x="38642" y="4795"/>
                  <a:pt x="33288" y="4795"/>
                </a:cubicBezTo>
                <a:cubicBezTo>
                  <a:pt x="30918" y="4795"/>
                  <a:pt x="27710" y="5195"/>
                  <a:pt x="23664" y="5994"/>
                </a:cubicBezTo>
                <a:lnTo>
                  <a:pt x="23664" y="41580"/>
                </a:lnTo>
                <a:close/>
                <a:moveTo>
                  <a:pt x="112194" y="26122"/>
                </a:moveTo>
                <a:cubicBezTo>
                  <a:pt x="120695" y="26122"/>
                  <a:pt x="127520" y="29441"/>
                  <a:pt x="132670" y="36081"/>
                </a:cubicBezTo>
                <a:cubicBezTo>
                  <a:pt x="137043" y="41753"/>
                  <a:pt x="139229" y="48266"/>
                  <a:pt x="139229" y="55621"/>
                </a:cubicBezTo>
                <a:cubicBezTo>
                  <a:pt x="139229" y="60790"/>
                  <a:pt x="138024" y="66021"/>
                  <a:pt x="135612" y="71316"/>
                </a:cubicBezTo>
                <a:cubicBezTo>
                  <a:pt x="133201" y="76610"/>
                  <a:pt x="129880" y="80601"/>
                  <a:pt x="125650" y="83290"/>
                </a:cubicBezTo>
                <a:cubicBezTo>
                  <a:pt x="121420" y="85980"/>
                  <a:pt x="116710" y="87325"/>
                  <a:pt x="111520" y="87325"/>
                </a:cubicBezTo>
                <a:cubicBezTo>
                  <a:pt x="103060" y="87325"/>
                  <a:pt x="96337" y="83858"/>
                  <a:pt x="91351" y="76924"/>
                </a:cubicBezTo>
                <a:cubicBezTo>
                  <a:pt x="87141" y="71083"/>
                  <a:pt x="85036" y="64529"/>
                  <a:pt x="85036" y="57260"/>
                </a:cubicBezTo>
                <a:cubicBezTo>
                  <a:pt x="85036" y="51965"/>
                  <a:pt x="86313" y="46701"/>
                  <a:pt x="88868" y="41470"/>
                </a:cubicBezTo>
                <a:cubicBezTo>
                  <a:pt x="91422" y="36238"/>
                  <a:pt x="94784" y="32372"/>
                  <a:pt x="98952" y="29872"/>
                </a:cubicBezTo>
                <a:cubicBezTo>
                  <a:pt x="103121" y="27372"/>
                  <a:pt x="107535" y="26122"/>
                  <a:pt x="112194" y="26122"/>
                </a:cubicBezTo>
                <a:moveTo>
                  <a:pt x="110294" y="30286"/>
                </a:moveTo>
                <a:cubicBezTo>
                  <a:pt x="108128" y="30286"/>
                  <a:pt x="105951" y="30948"/>
                  <a:pt x="103765" y="32272"/>
                </a:cubicBezTo>
                <a:cubicBezTo>
                  <a:pt x="101578" y="33595"/>
                  <a:pt x="99811" y="35917"/>
                  <a:pt x="98462" y="39236"/>
                </a:cubicBezTo>
                <a:cubicBezTo>
                  <a:pt x="97113" y="42555"/>
                  <a:pt x="96439" y="46819"/>
                  <a:pt x="96439" y="52028"/>
                </a:cubicBezTo>
                <a:cubicBezTo>
                  <a:pt x="96439" y="60431"/>
                  <a:pt x="98063" y="67678"/>
                  <a:pt x="101313" y="73771"/>
                </a:cubicBezTo>
                <a:cubicBezTo>
                  <a:pt x="104562" y="79862"/>
                  <a:pt x="108843" y="82908"/>
                  <a:pt x="114156" y="82908"/>
                </a:cubicBezTo>
                <a:cubicBezTo>
                  <a:pt x="118120" y="82908"/>
                  <a:pt x="121390" y="81227"/>
                  <a:pt x="123965" y="77866"/>
                </a:cubicBezTo>
                <a:cubicBezTo>
                  <a:pt x="126539" y="74505"/>
                  <a:pt x="127827" y="68728"/>
                  <a:pt x="127827" y="60537"/>
                </a:cubicBezTo>
                <a:cubicBezTo>
                  <a:pt x="127827" y="50285"/>
                  <a:pt x="125681" y="42218"/>
                  <a:pt x="121390" y="36335"/>
                </a:cubicBezTo>
                <a:cubicBezTo>
                  <a:pt x="118488" y="32302"/>
                  <a:pt x="114789" y="30286"/>
                  <a:pt x="110294" y="30286"/>
                </a:cubicBezTo>
                <a:close/>
                <a:moveTo>
                  <a:pt x="201577" y="41933"/>
                </a:moveTo>
                <a:cubicBezTo>
                  <a:pt x="207339" y="43194"/>
                  <a:pt x="211651" y="45211"/>
                  <a:pt x="214512" y="47984"/>
                </a:cubicBezTo>
                <a:cubicBezTo>
                  <a:pt x="218476" y="51852"/>
                  <a:pt x="220459" y="56580"/>
                  <a:pt x="220459" y="62169"/>
                </a:cubicBezTo>
                <a:cubicBezTo>
                  <a:pt x="220459" y="66414"/>
                  <a:pt x="219151" y="70480"/>
                  <a:pt x="216535" y="74368"/>
                </a:cubicBezTo>
                <a:cubicBezTo>
                  <a:pt x="213919" y="78255"/>
                  <a:pt x="210333" y="81092"/>
                  <a:pt x="205776" y="82878"/>
                </a:cubicBezTo>
                <a:cubicBezTo>
                  <a:pt x="201219" y="84665"/>
                  <a:pt x="194261" y="85558"/>
                  <a:pt x="184902" y="85558"/>
                </a:cubicBezTo>
                <a:lnTo>
                  <a:pt x="145667" y="85558"/>
                </a:lnTo>
                <a:lnTo>
                  <a:pt x="145667" y="83223"/>
                </a:lnTo>
                <a:lnTo>
                  <a:pt x="148793" y="83223"/>
                </a:lnTo>
                <a:cubicBezTo>
                  <a:pt x="152267" y="83223"/>
                  <a:pt x="154760" y="82088"/>
                  <a:pt x="156273" y="79816"/>
                </a:cubicBezTo>
                <a:cubicBezTo>
                  <a:pt x="157213" y="78344"/>
                  <a:pt x="157683" y="75210"/>
                  <a:pt x="157683" y="70415"/>
                </a:cubicBezTo>
                <a:lnTo>
                  <a:pt x="157683" y="15143"/>
                </a:lnTo>
                <a:cubicBezTo>
                  <a:pt x="157683" y="9843"/>
                  <a:pt x="157090" y="6499"/>
                  <a:pt x="155905" y="5111"/>
                </a:cubicBezTo>
                <a:cubicBezTo>
                  <a:pt x="154311" y="3260"/>
                  <a:pt x="151940" y="2335"/>
                  <a:pt x="148793" y="2335"/>
                </a:cubicBezTo>
                <a:lnTo>
                  <a:pt x="145667" y="2335"/>
                </a:lnTo>
                <a:lnTo>
                  <a:pt x="145667" y="0"/>
                </a:lnTo>
                <a:lnTo>
                  <a:pt x="181591" y="0"/>
                </a:lnTo>
                <a:cubicBezTo>
                  <a:pt x="188294" y="0"/>
                  <a:pt x="193668" y="505"/>
                  <a:pt x="197715" y="1516"/>
                </a:cubicBezTo>
                <a:cubicBezTo>
                  <a:pt x="203845" y="3032"/>
                  <a:pt x="208525" y="5716"/>
                  <a:pt x="211753" y="9569"/>
                </a:cubicBezTo>
                <a:cubicBezTo>
                  <a:pt x="214982" y="13420"/>
                  <a:pt x="216596" y="17851"/>
                  <a:pt x="216596" y="22860"/>
                </a:cubicBezTo>
                <a:cubicBezTo>
                  <a:pt x="216596" y="27155"/>
                  <a:pt x="215329" y="30997"/>
                  <a:pt x="212795" y="34387"/>
                </a:cubicBezTo>
                <a:cubicBezTo>
                  <a:pt x="210262" y="37776"/>
                  <a:pt x="206522" y="40291"/>
                  <a:pt x="201577" y="41933"/>
                </a:cubicBezTo>
                <a:moveTo>
                  <a:pt x="169453" y="38488"/>
                </a:moveTo>
                <a:cubicBezTo>
                  <a:pt x="170965" y="38783"/>
                  <a:pt x="172692" y="39004"/>
                  <a:pt x="174633" y="39151"/>
                </a:cubicBezTo>
                <a:cubicBezTo>
                  <a:pt x="176575" y="39298"/>
                  <a:pt x="178710" y="39372"/>
                  <a:pt x="181040" y="39372"/>
                </a:cubicBezTo>
                <a:cubicBezTo>
                  <a:pt x="187007" y="39372"/>
                  <a:pt x="191492" y="38708"/>
                  <a:pt x="194496" y="37380"/>
                </a:cubicBezTo>
                <a:cubicBezTo>
                  <a:pt x="197500" y="36053"/>
                  <a:pt x="199799" y="34020"/>
                  <a:pt x="201393" y="31282"/>
                </a:cubicBezTo>
                <a:cubicBezTo>
                  <a:pt x="202987" y="28542"/>
                  <a:pt x="203784" y="25550"/>
                  <a:pt x="203784" y="22304"/>
                </a:cubicBezTo>
                <a:cubicBezTo>
                  <a:pt x="203784" y="17291"/>
                  <a:pt x="201802" y="13014"/>
                  <a:pt x="197837" y="9474"/>
                </a:cubicBezTo>
                <a:cubicBezTo>
                  <a:pt x="193873" y="5934"/>
                  <a:pt x="188090" y="4164"/>
                  <a:pt x="180488" y="4164"/>
                </a:cubicBezTo>
                <a:cubicBezTo>
                  <a:pt x="176401" y="4164"/>
                  <a:pt x="172723" y="4648"/>
                  <a:pt x="169453" y="5616"/>
                </a:cubicBezTo>
                <a:lnTo>
                  <a:pt x="169453" y="38488"/>
                </a:lnTo>
                <a:moveTo>
                  <a:pt x="169453" y="79438"/>
                </a:moveTo>
                <a:cubicBezTo>
                  <a:pt x="174194" y="80573"/>
                  <a:pt x="178874" y="81141"/>
                  <a:pt x="183492" y="81141"/>
                </a:cubicBezTo>
                <a:cubicBezTo>
                  <a:pt x="190889" y="81141"/>
                  <a:pt x="196529" y="79427"/>
                  <a:pt x="200412" y="75999"/>
                </a:cubicBezTo>
                <a:cubicBezTo>
                  <a:pt x="204295" y="72571"/>
                  <a:pt x="206236" y="68333"/>
                  <a:pt x="206236" y="63285"/>
                </a:cubicBezTo>
                <a:cubicBezTo>
                  <a:pt x="206236" y="59962"/>
                  <a:pt x="205357" y="56765"/>
                  <a:pt x="203600" y="53695"/>
                </a:cubicBezTo>
                <a:cubicBezTo>
                  <a:pt x="201842" y="50624"/>
                  <a:pt x="198982" y="48205"/>
                  <a:pt x="195017" y="46439"/>
                </a:cubicBezTo>
                <a:cubicBezTo>
                  <a:pt x="191053" y="44672"/>
                  <a:pt x="186148" y="43789"/>
                  <a:pt x="180304" y="43789"/>
                </a:cubicBezTo>
                <a:cubicBezTo>
                  <a:pt x="177770" y="43789"/>
                  <a:pt x="175604" y="43831"/>
                  <a:pt x="173806" y="43915"/>
                </a:cubicBezTo>
                <a:cubicBezTo>
                  <a:pt x="172007" y="43999"/>
                  <a:pt x="170557" y="44146"/>
                  <a:pt x="169453" y="44356"/>
                </a:cubicBezTo>
                <a:lnTo>
                  <a:pt x="169453" y="79438"/>
                </a:lnTo>
                <a:close/>
                <a:moveTo>
                  <a:pt x="252773" y="4669"/>
                </a:moveTo>
                <a:lnTo>
                  <a:pt x="252773" y="38488"/>
                </a:lnTo>
                <a:lnTo>
                  <a:pt x="271042" y="38488"/>
                </a:lnTo>
                <a:cubicBezTo>
                  <a:pt x="275782" y="38488"/>
                  <a:pt x="278950" y="37748"/>
                  <a:pt x="280544" y="36268"/>
                </a:cubicBezTo>
                <a:cubicBezTo>
                  <a:pt x="282669" y="34324"/>
                  <a:pt x="283854" y="30900"/>
                  <a:pt x="284099" y="25996"/>
                </a:cubicBezTo>
                <a:lnTo>
                  <a:pt x="286368" y="25996"/>
                </a:lnTo>
                <a:lnTo>
                  <a:pt x="286368" y="55777"/>
                </a:lnTo>
                <a:lnTo>
                  <a:pt x="284099" y="55777"/>
                </a:lnTo>
                <a:cubicBezTo>
                  <a:pt x="283527" y="51653"/>
                  <a:pt x="282955" y="49008"/>
                  <a:pt x="282383" y="47842"/>
                </a:cubicBezTo>
                <a:cubicBezTo>
                  <a:pt x="281647" y="46385"/>
                  <a:pt x="280442" y="45240"/>
                  <a:pt x="278766" y="44408"/>
                </a:cubicBezTo>
                <a:cubicBezTo>
                  <a:pt x="277090" y="43574"/>
                  <a:pt x="274515" y="43158"/>
                  <a:pt x="271042" y="43158"/>
                </a:cubicBezTo>
                <a:lnTo>
                  <a:pt x="252773" y="43158"/>
                </a:lnTo>
                <a:lnTo>
                  <a:pt x="252773" y="71314"/>
                </a:lnTo>
                <a:cubicBezTo>
                  <a:pt x="252773" y="75093"/>
                  <a:pt x="252936" y="77392"/>
                  <a:pt x="253263" y="78211"/>
                </a:cubicBezTo>
                <a:cubicBezTo>
                  <a:pt x="253590" y="79030"/>
                  <a:pt x="254162" y="79682"/>
                  <a:pt x="254980" y="80165"/>
                </a:cubicBezTo>
                <a:cubicBezTo>
                  <a:pt x="255797" y="80648"/>
                  <a:pt x="257350" y="80889"/>
                  <a:pt x="259639" y="80889"/>
                </a:cubicBezTo>
                <a:lnTo>
                  <a:pt x="273739" y="80889"/>
                </a:lnTo>
                <a:cubicBezTo>
                  <a:pt x="278439" y="80889"/>
                  <a:pt x="281852" y="80552"/>
                  <a:pt x="283977" y="79879"/>
                </a:cubicBezTo>
                <a:cubicBezTo>
                  <a:pt x="286102" y="79206"/>
                  <a:pt x="288146" y="77881"/>
                  <a:pt x="290107" y="75904"/>
                </a:cubicBezTo>
                <a:cubicBezTo>
                  <a:pt x="292641" y="73296"/>
                  <a:pt x="295236" y="69363"/>
                  <a:pt x="297893" y="64105"/>
                </a:cubicBezTo>
                <a:lnTo>
                  <a:pt x="300345" y="64105"/>
                </a:lnTo>
                <a:lnTo>
                  <a:pt x="293172" y="85558"/>
                </a:lnTo>
                <a:lnTo>
                  <a:pt x="229109" y="85558"/>
                </a:lnTo>
                <a:lnTo>
                  <a:pt x="229109" y="83223"/>
                </a:lnTo>
                <a:lnTo>
                  <a:pt x="232052" y="83223"/>
                </a:lnTo>
                <a:cubicBezTo>
                  <a:pt x="234014" y="83223"/>
                  <a:pt x="235873" y="82740"/>
                  <a:pt x="237630" y="81772"/>
                </a:cubicBezTo>
                <a:cubicBezTo>
                  <a:pt x="238938" y="81099"/>
                  <a:pt x="239827" y="80090"/>
                  <a:pt x="240297" y="78744"/>
                </a:cubicBezTo>
                <a:cubicBezTo>
                  <a:pt x="240767" y="77398"/>
                  <a:pt x="241002" y="74642"/>
                  <a:pt x="241002" y="70478"/>
                </a:cubicBezTo>
                <a:lnTo>
                  <a:pt x="241002" y="14891"/>
                </a:lnTo>
                <a:cubicBezTo>
                  <a:pt x="241002" y="9464"/>
                  <a:pt x="240471" y="6120"/>
                  <a:pt x="239408" y="4858"/>
                </a:cubicBezTo>
                <a:cubicBezTo>
                  <a:pt x="237937" y="3176"/>
                  <a:pt x="235485" y="2335"/>
                  <a:pt x="232052" y="2335"/>
                </a:cubicBezTo>
                <a:lnTo>
                  <a:pt x="229109" y="2335"/>
                </a:lnTo>
                <a:lnTo>
                  <a:pt x="229109" y="0"/>
                </a:lnTo>
                <a:lnTo>
                  <a:pt x="293172" y="0"/>
                </a:lnTo>
                <a:lnTo>
                  <a:pt x="294092" y="18676"/>
                </a:lnTo>
                <a:lnTo>
                  <a:pt x="291701" y="18676"/>
                </a:lnTo>
                <a:cubicBezTo>
                  <a:pt x="290843" y="14195"/>
                  <a:pt x="289893" y="11117"/>
                  <a:pt x="288851" y="9443"/>
                </a:cubicBezTo>
                <a:cubicBezTo>
                  <a:pt x="287808" y="7768"/>
                  <a:pt x="286265" y="6491"/>
                  <a:pt x="284222" y="5612"/>
                </a:cubicBezTo>
                <a:cubicBezTo>
                  <a:pt x="282587" y="4983"/>
                  <a:pt x="279706" y="4669"/>
                  <a:pt x="275578" y="4669"/>
                </a:cubicBezTo>
                <a:lnTo>
                  <a:pt x="252773" y="4669"/>
                </a:lnTo>
                <a:close/>
                <a:moveTo>
                  <a:pt x="387602" y="85558"/>
                </a:moveTo>
                <a:lnTo>
                  <a:pt x="365410" y="85558"/>
                </a:lnTo>
                <a:lnTo>
                  <a:pt x="337271" y="45429"/>
                </a:lnTo>
                <a:cubicBezTo>
                  <a:pt x="335187" y="45513"/>
                  <a:pt x="333491" y="45555"/>
                  <a:pt x="332183" y="45555"/>
                </a:cubicBezTo>
                <a:cubicBezTo>
                  <a:pt x="331652" y="45555"/>
                  <a:pt x="331079" y="45545"/>
                  <a:pt x="330466" y="45524"/>
                </a:cubicBezTo>
                <a:cubicBezTo>
                  <a:pt x="329853" y="45503"/>
                  <a:pt x="329220" y="45471"/>
                  <a:pt x="328566" y="45429"/>
                </a:cubicBezTo>
                <a:lnTo>
                  <a:pt x="328566" y="70372"/>
                </a:lnTo>
                <a:cubicBezTo>
                  <a:pt x="328566" y="75774"/>
                  <a:pt x="329138" y="79129"/>
                  <a:pt x="330283" y="80437"/>
                </a:cubicBezTo>
                <a:cubicBezTo>
                  <a:pt x="331836" y="82295"/>
                  <a:pt x="334165" y="83223"/>
                  <a:pt x="337271" y="83223"/>
                </a:cubicBezTo>
                <a:lnTo>
                  <a:pt x="340520" y="83223"/>
                </a:lnTo>
                <a:lnTo>
                  <a:pt x="340520" y="85558"/>
                </a:lnTo>
                <a:lnTo>
                  <a:pt x="304902" y="85558"/>
                </a:lnTo>
                <a:lnTo>
                  <a:pt x="304902" y="83223"/>
                </a:lnTo>
                <a:lnTo>
                  <a:pt x="308029" y="83223"/>
                </a:lnTo>
                <a:cubicBezTo>
                  <a:pt x="311544" y="83223"/>
                  <a:pt x="314057" y="82046"/>
                  <a:pt x="315569" y="79690"/>
                </a:cubicBezTo>
                <a:cubicBezTo>
                  <a:pt x="316428" y="78386"/>
                  <a:pt x="316857" y="75294"/>
                  <a:pt x="316857" y="70415"/>
                </a:cubicBezTo>
                <a:lnTo>
                  <a:pt x="316857" y="15143"/>
                </a:lnTo>
                <a:cubicBezTo>
                  <a:pt x="316857" y="9759"/>
                  <a:pt x="316285" y="6415"/>
                  <a:pt x="315140" y="5111"/>
                </a:cubicBezTo>
                <a:cubicBezTo>
                  <a:pt x="313546" y="3260"/>
                  <a:pt x="311176" y="2335"/>
                  <a:pt x="308029" y="2335"/>
                </a:cubicBezTo>
                <a:lnTo>
                  <a:pt x="304902" y="2335"/>
                </a:lnTo>
                <a:lnTo>
                  <a:pt x="304902" y="0"/>
                </a:lnTo>
                <a:lnTo>
                  <a:pt x="335187" y="0"/>
                </a:lnTo>
                <a:cubicBezTo>
                  <a:pt x="344015" y="0"/>
                  <a:pt x="350523" y="661"/>
                  <a:pt x="354712" y="1982"/>
                </a:cubicBezTo>
                <a:cubicBezTo>
                  <a:pt x="358902" y="3303"/>
                  <a:pt x="362457" y="5736"/>
                  <a:pt x="365379" y="9281"/>
                </a:cubicBezTo>
                <a:cubicBezTo>
                  <a:pt x="368302" y="12825"/>
                  <a:pt x="369763" y="17050"/>
                  <a:pt x="369763" y="21957"/>
                </a:cubicBezTo>
                <a:cubicBezTo>
                  <a:pt x="369763" y="27200"/>
                  <a:pt x="368097" y="31750"/>
                  <a:pt x="364766" y="35610"/>
                </a:cubicBezTo>
                <a:cubicBezTo>
                  <a:pt x="361435" y="39468"/>
                  <a:pt x="356276" y="42194"/>
                  <a:pt x="349287" y="43789"/>
                </a:cubicBezTo>
                <a:lnTo>
                  <a:pt x="366452" y="68412"/>
                </a:lnTo>
                <a:cubicBezTo>
                  <a:pt x="370376" y="74067"/>
                  <a:pt x="373748" y="77823"/>
                  <a:pt x="376568" y="79680"/>
                </a:cubicBezTo>
                <a:cubicBezTo>
                  <a:pt x="379388" y="81536"/>
                  <a:pt x="383066" y="82717"/>
                  <a:pt x="387602" y="83223"/>
                </a:cubicBezTo>
                <a:lnTo>
                  <a:pt x="387602" y="85558"/>
                </a:lnTo>
                <a:moveTo>
                  <a:pt x="328566" y="41580"/>
                </a:moveTo>
                <a:cubicBezTo>
                  <a:pt x="329343" y="41580"/>
                  <a:pt x="330017" y="41591"/>
                  <a:pt x="330589" y="41612"/>
                </a:cubicBezTo>
                <a:cubicBezTo>
                  <a:pt x="331161" y="41633"/>
                  <a:pt x="331631" y="41643"/>
                  <a:pt x="331999" y="41643"/>
                </a:cubicBezTo>
                <a:cubicBezTo>
                  <a:pt x="339928" y="41643"/>
                  <a:pt x="345905" y="39877"/>
                  <a:pt x="349931" y="36343"/>
                </a:cubicBezTo>
                <a:cubicBezTo>
                  <a:pt x="353956" y="32810"/>
                  <a:pt x="355969" y="28309"/>
                  <a:pt x="355969" y="22841"/>
                </a:cubicBezTo>
                <a:cubicBezTo>
                  <a:pt x="355969" y="17499"/>
                  <a:pt x="354345" y="13155"/>
                  <a:pt x="351095" y="9811"/>
                </a:cubicBezTo>
                <a:cubicBezTo>
                  <a:pt x="347846" y="6467"/>
                  <a:pt x="343545" y="4795"/>
                  <a:pt x="338191" y="4795"/>
                </a:cubicBezTo>
                <a:cubicBezTo>
                  <a:pt x="335820" y="4795"/>
                  <a:pt x="332612" y="5195"/>
                  <a:pt x="328566" y="5994"/>
                </a:cubicBezTo>
                <a:lnTo>
                  <a:pt x="328566" y="41580"/>
                </a:lnTo>
                <a:close/>
                <a:moveTo>
                  <a:pt x="458355" y="0"/>
                </a:moveTo>
                <a:lnTo>
                  <a:pt x="459274" y="20064"/>
                </a:lnTo>
                <a:lnTo>
                  <a:pt x="456945" y="20064"/>
                </a:lnTo>
                <a:cubicBezTo>
                  <a:pt x="456495" y="16531"/>
                  <a:pt x="455882" y="14007"/>
                  <a:pt x="455106" y="12493"/>
                </a:cubicBezTo>
                <a:cubicBezTo>
                  <a:pt x="453839" y="10053"/>
                  <a:pt x="452153" y="8255"/>
                  <a:pt x="450048" y="7098"/>
                </a:cubicBezTo>
                <a:cubicBezTo>
                  <a:pt x="447943" y="5942"/>
                  <a:pt x="445174" y="5363"/>
                  <a:pt x="441741" y="5363"/>
                </a:cubicBezTo>
                <a:lnTo>
                  <a:pt x="430032" y="5363"/>
                </a:lnTo>
                <a:lnTo>
                  <a:pt x="430032" y="70730"/>
                </a:lnTo>
                <a:cubicBezTo>
                  <a:pt x="430032" y="75988"/>
                  <a:pt x="430584" y="79269"/>
                  <a:pt x="431687" y="80573"/>
                </a:cubicBezTo>
                <a:cubicBezTo>
                  <a:pt x="433240" y="82340"/>
                  <a:pt x="435631" y="83223"/>
                  <a:pt x="438860" y="83223"/>
                </a:cubicBezTo>
                <a:lnTo>
                  <a:pt x="441741" y="83223"/>
                </a:lnTo>
                <a:lnTo>
                  <a:pt x="441741" y="85558"/>
                </a:lnTo>
                <a:lnTo>
                  <a:pt x="406491" y="85558"/>
                </a:lnTo>
                <a:lnTo>
                  <a:pt x="406491" y="83223"/>
                </a:lnTo>
                <a:lnTo>
                  <a:pt x="409434" y="83223"/>
                </a:lnTo>
                <a:cubicBezTo>
                  <a:pt x="412949" y="83223"/>
                  <a:pt x="415442" y="82130"/>
                  <a:pt x="416913" y="79942"/>
                </a:cubicBezTo>
                <a:cubicBezTo>
                  <a:pt x="417812" y="78596"/>
                  <a:pt x="418262" y="75526"/>
                  <a:pt x="418262" y="70730"/>
                </a:cubicBezTo>
                <a:lnTo>
                  <a:pt x="418262" y="5363"/>
                </a:lnTo>
                <a:lnTo>
                  <a:pt x="408269" y="5363"/>
                </a:lnTo>
                <a:cubicBezTo>
                  <a:pt x="404386" y="5363"/>
                  <a:pt x="401628" y="5658"/>
                  <a:pt x="399993" y="6246"/>
                </a:cubicBezTo>
                <a:cubicBezTo>
                  <a:pt x="397868" y="7046"/>
                  <a:pt x="396049" y="8581"/>
                  <a:pt x="394537" y="10852"/>
                </a:cubicBezTo>
                <a:cubicBezTo>
                  <a:pt x="393025" y="13124"/>
                  <a:pt x="392125" y="16195"/>
                  <a:pt x="391839" y="20064"/>
                </a:cubicBezTo>
                <a:lnTo>
                  <a:pt x="389510" y="20064"/>
                </a:lnTo>
                <a:lnTo>
                  <a:pt x="390491" y="0"/>
                </a:lnTo>
                <a:lnTo>
                  <a:pt x="458355" y="0"/>
                </a:lnTo>
                <a:close/>
                <a:moveTo>
                  <a:pt x="497673" y="77229"/>
                </a:moveTo>
                <a:cubicBezTo>
                  <a:pt x="491910" y="81814"/>
                  <a:pt x="488293" y="84464"/>
                  <a:pt x="486822" y="85179"/>
                </a:cubicBezTo>
                <a:cubicBezTo>
                  <a:pt x="484615" y="86273"/>
                  <a:pt x="482265" y="86820"/>
                  <a:pt x="479772" y="86820"/>
                </a:cubicBezTo>
                <a:cubicBezTo>
                  <a:pt x="475889" y="86820"/>
                  <a:pt x="472691" y="85453"/>
                  <a:pt x="470178" y="82719"/>
                </a:cubicBezTo>
                <a:cubicBezTo>
                  <a:pt x="467664" y="79985"/>
                  <a:pt x="466407" y="76388"/>
                  <a:pt x="466407" y="71929"/>
                </a:cubicBezTo>
                <a:cubicBezTo>
                  <a:pt x="466407" y="69111"/>
                  <a:pt x="467020" y="66671"/>
                  <a:pt x="468246" y="64610"/>
                </a:cubicBezTo>
                <a:cubicBezTo>
                  <a:pt x="469922" y="61750"/>
                  <a:pt x="472834" y="59058"/>
                  <a:pt x="476982" y="56534"/>
                </a:cubicBezTo>
                <a:cubicBezTo>
                  <a:pt x="481131" y="54010"/>
                  <a:pt x="488027" y="50939"/>
                  <a:pt x="497673" y="47322"/>
                </a:cubicBezTo>
                <a:lnTo>
                  <a:pt x="497673" y="45050"/>
                </a:lnTo>
                <a:cubicBezTo>
                  <a:pt x="497673" y="39288"/>
                  <a:pt x="496784" y="35334"/>
                  <a:pt x="495006" y="33188"/>
                </a:cubicBezTo>
                <a:cubicBezTo>
                  <a:pt x="493228" y="31043"/>
                  <a:pt x="490643" y="29971"/>
                  <a:pt x="487251" y="29971"/>
                </a:cubicBezTo>
                <a:cubicBezTo>
                  <a:pt x="484676" y="29971"/>
                  <a:pt x="482633" y="30683"/>
                  <a:pt x="481120" y="32108"/>
                </a:cubicBezTo>
                <a:cubicBezTo>
                  <a:pt x="479567" y="33533"/>
                  <a:pt x="478791" y="35167"/>
                  <a:pt x="478791" y="37012"/>
                </a:cubicBezTo>
                <a:lnTo>
                  <a:pt x="478913" y="40657"/>
                </a:lnTo>
                <a:cubicBezTo>
                  <a:pt x="478913" y="42584"/>
                  <a:pt x="478433" y="44072"/>
                  <a:pt x="477473" y="45119"/>
                </a:cubicBezTo>
                <a:cubicBezTo>
                  <a:pt x="476512" y="46167"/>
                  <a:pt x="475256" y="46691"/>
                  <a:pt x="473703" y="46691"/>
                </a:cubicBezTo>
                <a:cubicBezTo>
                  <a:pt x="472190" y="46691"/>
                  <a:pt x="470954" y="46146"/>
                  <a:pt x="469994" y="45056"/>
                </a:cubicBezTo>
                <a:cubicBezTo>
                  <a:pt x="469033" y="43965"/>
                  <a:pt x="468553" y="42476"/>
                  <a:pt x="468553" y="40588"/>
                </a:cubicBezTo>
                <a:cubicBezTo>
                  <a:pt x="468553" y="36983"/>
                  <a:pt x="470351" y="33670"/>
                  <a:pt x="473948" y="30651"/>
                </a:cubicBezTo>
                <a:cubicBezTo>
                  <a:pt x="477544" y="27631"/>
                  <a:pt x="482592" y="26122"/>
                  <a:pt x="489090" y="26122"/>
                </a:cubicBezTo>
                <a:cubicBezTo>
                  <a:pt x="494076" y="26122"/>
                  <a:pt x="498163" y="26983"/>
                  <a:pt x="501351" y="28705"/>
                </a:cubicBezTo>
                <a:cubicBezTo>
                  <a:pt x="503762" y="30007"/>
                  <a:pt x="505540" y="32045"/>
                  <a:pt x="506684" y="34819"/>
                </a:cubicBezTo>
                <a:cubicBezTo>
                  <a:pt x="507420" y="36625"/>
                  <a:pt x="507788" y="40322"/>
                  <a:pt x="507788" y="45910"/>
                </a:cubicBezTo>
                <a:lnTo>
                  <a:pt x="507788" y="65509"/>
                </a:lnTo>
                <a:cubicBezTo>
                  <a:pt x="507788" y="71013"/>
                  <a:pt x="507890" y="74385"/>
                  <a:pt x="508094" y="75624"/>
                </a:cubicBezTo>
                <a:cubicBezTo>
                  <a:pt x="508299" y="76864"/>
                  <a:pt x="508636" y="77694"/>
                  <a:pt x="509106" y="78115"/>
                </a:cubicBezTo>
                <a:cubicBezTo>
                  <a:pt x="509576" y="78534"/>
                  <a:pt x="510117" y="78744"/>
                  <a:pt x="510731" y="78744"/>
                </a:cubicBezTo>
                <a:cubicBezTo>
                  <a:pt x="511384" y="78744"/>
                  <a:pt x="511957" y="78596"/>
                  <a:pt x="512447" y="78302"/>
                </a:cubicBezTo>
                <a:cubicBezTo>
                  <a:pt x="513305" y="77755"/>
                  <a:pt x="514961" y="76220"/>
                  <a:pt x="517413" y="73696"/>
                </a:cubicBezTo>
                <a:lnTo>
                  <a:pt x="517413" y="77229"/>
                </a:lnTo>
                <a:cubicBezTo>
                  <a:pt x="512835" y="83539"/>
                  <a:pt x="508462" y="86694"/>
                  <a:pt x="504294" y="86694"/>
                </a:cubicBezTo>
                <a:cubicBezTo>
                  <a:pt x="502291" y="86694"/>
                  <a:pt x="500697" y="85979"/>
                  <a:pt x="499512" y="84548"/>
                </a:cubicBezTo>
                <a:cubicBezTo>
                  <a:pt x="498327" y="83118"/>
                  <a:pt x="497714" y="80679"/>
                  <a:pt x="497673" y="77229"/>
                </a:cubicBezTo>
                <a:moveTo>
                  <a:pt x="497673" y="73093"/>
                </a:moveTo>
                <a:lnTo>
                  <a:pt x="497673" y="51171"/>
                </a:lnTo>
                <a:cubicBezTo>
                  <a:pt x="491501" y="53683"/>
                  <a:pt x="487517" y="55463"/>
                  <a:pt x="485718" y="56510"/>
                </a:cubicBezTo>
                <a:cubicBezTo>
                  <a:pt x="482490" y="58353"/>
                  <a:pt x="480180" y="60280"/>
                  <a:pt x="478791" y="62289"/>
                </a:cubicBezTo>
                <a:cubicBezTo>
                  <a:pt x="477401" y="64299"/>
                  <a:pt x="476706" y="66498"/>
                  <a:pt x="476706" y="68885"/>
                </a:cubicBezTo>
                <a:cubicBezTo>
                  <a:pt x="476706" y="71900"/>
                  <a:pt x="477585" y="74403"/>
                  <a:pt x="479343" y="76391"/>
                </a:cubicBezTo>
                <a:cubicBezTo>
                  <a:pt x="481100" y="78380"/>
                  <a:pt x="483123" y="79375"/>
                  <a:pt x="485412" y="79375"/>
                </a:cubicBezTo>
                <a:cubicBezTo>
                  <a:pt x="488518" y="79375"/>
                  <a:pt x="492605" y="77281"/>
                  <a:pt x="497673" y="730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EC901-88B8-4284-BDEE-2C297511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894" y="3168323"/>
            <a:ext cx="107616" cy="399104"/>
          </a:xfrm>
          <a:custGeom xmlns:a="http://schemas.openxmlformats.org/drawingml/2006/main">
            <a:pathLst>
              <a:path w="107616" h="399104">
                <a:moveTo>
                  <a:pt x="49324" y="288344"/>
                </a:moveTo>
                <a:lnTo>
                  <a:pt x="0" y="288344"/>
                </a:lnTo>
                <a:lnTo>
                  <a:pt x="53808" y="399104"/>
                </a:lnTo>
                <a:lnTo>
                  <a:pt x="107616" y="288344"/>
                </a:lnTo>
                <a:lnTo>
                  <a:pt x="58292" y="288344"/>
                </a:lnTo>
                <a:lnTo>
                  <a:pt x="58294" y="0"/>
                </a:lnTo>
                <a:lnTo>
                  <a:pt x="49326" y="0"/>
                </a:lnTo>
                <a:lnTo>
                  <a:pt x="49324" y="288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MultilayerPerceptron">
            <a:extLst xmlns:a="http://schemas.openxmlformats.org/drawingml/2006/main">
              <a:ext uri="{FF2B5EF4-FFF2-40B4-BE49-F238E27FC236}">
                <a16:creationId xmlns:a16="http://schemas.microsoft.com/office/drawing/2014/main" id="{B82E91D6-D91B-4FF2-AE34-0BCC5B67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81" y="3604239"/>
            <a:ext cx="1257011" cy="134412"/>
          </a:xfrm>
          <a:custGeom xmlns:a="http://schemas.openxmlformats.org/drawingml/2006/main">
            <a:pathLst>
              <a:path w="1257011" h="134412">
                <a:moveTo>
                  <a:pt x="56330" y="102540"/>
                </a:moveTo>
                <a:lnTo>
                  <a:pt x="19617" y="20263"/>
                </a:lnTo>
                <a:lnTo>
                  <a:pt x="19617" y="85594"/>
                </a:lnTo>
                <a:cubicBezTo>
                  <a:pt x="19617" y="91603"/>
                  <a:pt x="20248" y="95353"/>
                  <a:pt x="21509" y="96843"/>
                </a:cubicBezTo>
                <a:cubicBezTo>
                  <a:pt x="23237" y="98862"/>
                  <a:pt x="25970" y="99872"/>
                  <a:pt x="29706" y="99872"/>
                </a:cubicBezTo>
                <a:lnTo>
                  <a:pt x="33069" y="99872"/>
                </a:lnTo>
                <a:lnTo>
                  <a:pt x="33069" y="102540"/>
                </a:lnTo>
                <a:lnTo>
                  <a:pt x="0" y="102540"/>
                </a:lnTo>
                <a:lnTo>
                  <a:pt x="0" y="99872"/>
                </a:lnTo>
                <a:lnTo>
                  <a:pt x="3363" y="99872"/>
                </a:lnTo>
                <a:cubicBezTo>
                  <a:pt x="7380" y="99872"/>
                  <a:pt x="10229" y="98622"/>
                  <a:pt x="11911" y="96122"/>
                </a:cubicBezTo>
                <a:cubicBezTo>
                  <a:pt x="12938" y="94584"/>
                  <a:pt x="13452" y="91074"/>
                  <a:pt x="13452" y="85594"/>
                </a:cubicBezTo>
                <a:lnTo>
                  <a:pt x="13452" y="21705"/>
                </a:lnTo>
                <a:cubicBezTo>
                  <a:pt x="13452" y="17378"/>
                  <a:pt x="12985" y="14254"/>
                  <a:pt x="12051" y="12331"/>
                </a:cubicBezTo>
                <a:cubicBezTo>
                  <a:pt x="11397" y="10937"/>
                  <a:pt x="10194" y="9771"/>
                  <a:pt x="8443" y="8833"/>
                </a:cubicBezTo>
                <a:cubicBezTo>
                  <a:pt x="6691" y="7896"/>
                  <a:pt x="3877" y="7427"/>
                  <a:pt x="0" y="7427"/>
                </a:cubicBezTo>
                <a:lnTo>
                  <a:pt x="0" y="4759"/>
                </a:lnTo>
                <a:lnTo>
                  <a:pt x="26904" y="4759"/>
                </a:lnTo>
                <a:lnTo>
                  <a:pt x="61375" y="81267"/>
                </a:lnTo>
                <a:lnTo>
                  <a:pt x="95285" y="4759"/>
                </a:lnTo>
                <a:lnTo>
                  <a:pt x="122189" y="4759"/>
                </a:lnTo>
                <a:lnTo>
                  <a:pt x="122189" y="7427"/>
                </a:lnTo>
                <a:lnTo>
                  <a:pt x="118896" y="7427"/>
                </a:lnTo>
                <a:cubicBezTo>
                  <a:pt x="114832" y="7427"/>
                  <a:pt x="111960" y="8677"/>
                  <a:pt x="110278" y="11177"/>
                </a:cubicBezTo>
                <a:cubicBezTo>
                  <a:pt x="109251" y="12715"/>
                  <a:pt x="108737" y="16225"/>
                  <a:pt x="108737" y="21705"/>
                </a:cubicBezTo>
                <a:lnTo>
                  <a:pt x="108737" y="85594"/>
                </a:lnTo>
                <a:cubicBezTo>
                  <a:pt x="108737" y="91603"/>
                  <a:pt x="109391" y="95353"/>
                  <a:pt x="110699" y="96843"/>
                </a:cubicBezTo>
                <a:cubicBezTo>
                  <a:pt x="112427" y="98862"/>
                  <a:pt x="115159" y="99872"/>
                  <a:pt x="118896" y="99872"/>
                </a:cubicBezTo>
                <a:lnTo>
                  <a:pt x="122189" y="99872"/>
                </a:lnTo>
                <a:lnTo>
                  <a:pt x="122189" y="102540"/>
                </a:lnTo>
                <a:lnTo>
                  <a:pt x="81833" y="102540"/>
                </a:lnTo>
                <a:lnTo>
                  <a:pt x="81833" y="99872"/>
                </a:lnTo>
                <a:lnTo>
                  <a:pt x="85196" y="99872"/>
                </a:lnTo>
                <a:cubicBezTo>
                  <a:pt x="89260" y="99872"/>
                  <a:pt x="92109" y="98622"/>
                  <a:pt x="93744" y="96122"/>
                </a:cubicBezTo>
                <a:cubicBezTo>
                  <a:pt x="94771" y="94584"/>
                  <a:pt x="95285" y="91074"/>
                  <a:pt x="95285" y="85594"/>
                </a:cubicBezTo>
                <a:lnTo>
                  <a:pt x="95285" y="20263"/>
                </a:lnTo>
                <a:lnTo>
                  <a:pt x="58642" y="102540"/>
                </a:lnTo>
                <a:lnTo>
                  <a:pt x="56330" y="102540"/>
                </a:lnTo>
                <a:close/>
                <a:moveTo>
                  <a:pt x="186152" y="36487"/>
                </a:moveTo>
                <a:lnTo>
                  <a:pt x="186152" y="76508"/>
                </a:lnTo>
                <a:cubicBezTo>
                  <a:pt x="186152" y="84152"/>
                  <a:pt x="186327" y="88827"/>
                  <a:pt x="186678" y="90534"/>
                </a:cubicBezTo>
                <a:cubicBezTo>
                  <a:pt x="187028" y="92240"/>
                  <a:pt x="187589" y="93430"/>
                  <a:pt x="188359" y="94103"/>
                </a:cubicBezTo>
                <a:cubicBezTo>
                  <a:pt x="189130" y="94776"/>
                  <a:pt x="190029" y="95113"/>
                  <a:pt x="191057" y="95113"/>
                </a:cubicBezTo>
                <a:cubicBezTo>
                  <a:pt x="192505" y="95113"/>
                  <a:pt x="194139" y="94704"/>
                  <a:pt x="195961" y="93887"/>
                </a:cubicBezTo>
                <a:lnTo>
                  <a:pt x="196942" y="96410"/>
                </a:lnTo>
                <a:lnTo>
                  <a:pt x="177745" y="104559"/>
                </a:lnTo>
                <a:lnTo>
                  <a:pt x="174592" y="104559"/>
                </a:lnTo>
                <a:lnTo>
                  <a:pt x="174592" y="90570"/>
                </a:lnTo>
                <a:cubicBezTo>
                  <a:pt x="169080" y="96723"/>
                  <a:pt x="164877" y="100593"/>
                  <a:pt x="161981" y="102179"/>
                </a:cubicBezTo>
                <a:cubicBezTo>
                  <a:pt x="159085" y="103766"/>
                  <a:pt x="156025" y="104559"/>
                  <a:pt x="152803" y="104559"/>
                </a:cubicBezTo>
                <a:cubicBezTo>
                  <a:pt x="149206" y="104559"/>
                  <a:pt x="146088" y="103489"/>
                  <a:pt x="143449" y="101350"/>
                </a:cubicBezTo>
                <a:cubicBezTo>
                  <a:pt x="140810" y="99211"/>
                  <a:pt x="138977" y="96459"/>
                  <a:pt x="137949" y="93093"/>
                </a:cubicBezTo>
                <a:cubicBezTo>
                  <a:pt x="136922" y="89728"/>
                  <a:pt x="136408" y="84969"/>
                  <a:pt x="136408" y="78816"/>
                </a:cubicBezTo>
                <a:lnTo>
                  <a:pt x="136408" y="49323"/>
                </a:lnTo>
                <a:cubicBezTo>
                  <a:pt x="136408" y="46198"/>
                  <a:pt x="136081" y="44035"/>
                  <a:pt x="135427" y="42833"/>
                </a:cubicBezTo>
                <a:cubicBezTo>
                  <a:pt x="134773" y="41631"/>
                  <a:pt x="133804" y="40706"/>
                  <a:pt x="132519" y="40057"/>
                </a:cubicBezTo>
                <a:cubicBezTo>
                  <a:pt x="131235" y="39408"/>
                  <a:pt x="128911" y="39107"/>
                  <a:pt x="125548" y="39155"/>
                </a:cubicBezTo>
                <a:lnTo>
                  <a:pt x="125548" y="36487"/>
                </a:lnTo>
                <a:lnTo>
                  <a:pt x="148038" y="36487"/>
                </a:lnTo>
                <a:lnTo>
                  <a:pt x="148038" y="80582"/>
                </a:lnTo>
                <a:cubicBezTo>
                  <a:pt x="148038" y="86721"/>
                  <a:pt x="149078" y="90749"/>
                  <a:pt x="151156" y="92668"/>
                </a:cubicBezTo>
                <a:cubicBezTo>
                  <a:pt x="153235" y="94586"/>
                  <a:pt x="155745" y="95545"/>
                  <a:pt x="158688" y="95545"/>
                </a:cubicBezTo>
                <a:cubicBezTo>
                  <a:pt x="160696" y="95545"/>
                  <a:pt x="162973" y="94898"/>
                  <a:pt x="165519" y="93603"/>
                </a:cubicBezTo>
                <a:cubicBezTo>
                  <a:pt x="168064" y="92308"/>
                  <a:pt x="171089" y="89839"/>
                  <a:pt x="174592" y="86196"/>
                </a:cubicBezTo>
                <a:lnTo>
                  <a:pt x="174592" y="48865"/>
                </a:lnTo>
                <a:cubicBezTo>
                  <a:pt x="174592" y="45125"/>
                  <a:pt x="173926" y="42596"/>
                  <a:pt x="172595" y="41278"/>
                </a:cubicBezTo>
                <a:cubicBezTo>
                  <a:pt x="171264" y="39959"/>
                  <a:pt x="168497" y="39252"/>
                  <a:pt x="164293" y="39155"/>
                </a:cubicBezTo>
                <a:lnTo>
                  <a:pt x="164293" y="36487"/>
                </a:lnTo>
                <a:lnTo>
                  <a:pt x="186152" y="36487"/>
                </a:lnTo>
                <a:close/>
                <a:moveTo>
                  <a:pt x="223706" y="0"/>
                </a:moveTo>
                <a:lnTo>
                  <a:pt x="223706" y="87550"/>
                </a:lnTo>
                <a:cubicBezTo>
                  <a:pt x="223706" y="91681"/>
                  <a:pt x="223998" y="94420"/>
                  <a:pt x="224581" y="95766"/>
                </a:cubicBezTo>
                <a:cubicBezTo>
                  <a:pt x="225165" y="97111"/>
                  <a:pt x="226064" y="98131"/>
                  <a:pt x="227279" y="98828"/>
                </a:cubicBezTo>
                <a:cubicBezTo>
                  <a:pt x="228493" y="99524"/>
                  <a:pt x="230759" y="99872"/>
                  <a:pt x="234075" y="99872"/>
                </a:cubicBezTo>
                <a:lnTo>
                  <a:pt x="234075" y="102540"/>
                </a:lnTo>
                <a:lnTo>
                  <a:pt x="202617" y="102540"/>
                </a:lnTo>
                <a:lnTo>
                  <a:pt x="202617" y="99872"/>
                </a:lnTo>
                <a:cubicBezTo>
                  <a:pt x="205559" y="99872"/>
                  <a:pt x="207568" y="99560"/>
                  <a:pt x="208642" y="98937"/>
                </a:cubicBezTo>
                <a:cubicBezTo>
                  <a:pt x="209716" y="98312"/>
                  <a:pt x="210557" y="97279"/>
                  <a:pt x="211164" y="95838"/>
                </a:cubicBezTo>
                <a:cubicBezTo>
                  <a:pt x="211772" y="94396"/>
                  <a:pt x="212075" y="91633"/>
                  <a:pt x="212075" y="87550"/>
                </a:cubicBezTo>
                <a:lnTo>
                  <a:pt x="212075" y="27598"/>
                </a:lnTo>
                <a:cubicBezTo>
                  <a:pt x="212075" y="20152"/>
                  <a:pt x="211912" y="15577"/>
                  <a:pt x="211585" y="13872"/>
                </a:cubicBezTo>
                <a:cubicBezTo>
                  <a:pt x="211258" y="12165"/>
                  <a:pt x="210732" y="11000"/>
                  <a:pt x="210008" y="10377"/>
                </a:cubicBezTo>
                <a:cubicBezTo>
                  <a:pt x="209284" y="9752"/>
                  <a:pt x="208362" y="9440"/>
                  <a:pt x="207241" y="9440"/>
                </a:cubicBezTo>
                <a:cubicBezTo>
                  <a:pt x="206027" y="9440"/>
                  <a:pt x="204485" y="9824"/>
                  <a:pt x="202617" y="10593"/>
                </a:cubicBezTo>
                <a:lnTo>
                  <a:pt x="201426" y="8070"/>
                </a:lnTo>
                <a:lnTo>
                  <a:pt x="220553" y="0"/>
                </a:lnTo>
                <a:lnTo>
                  <a:pt x="223706" y="0"/>
                </a:lnTo>
                <a:close/>
                <a:moveTo>
                  <a:pt x="260636" y="14710"/>
                </a:moveTo>
                <a:lnTo>
                  <a:pt x="260636" y="36487"/>
                </a:lnTo>
                <a:lnTo>
                  <a:pt x="275629" y="36487"/>
                </a:lnTo>
                <a:lnTo>
                  <a:pt x="275629" y="41535"/>
                </a:lnTo>
                <a:lnTo>
                  <a:pt x="260636" y="41535"/>
                </a:lnTo>
                <a:lnTo>
                  <a:pt x="260636" y="84310"/>
                </a:lnTo>
                <a:cubicBezTo>
                  <a:pt x="260636" y="88584"/>
                  <a:pt x="261231" y="91465"/>
                  <a:pt x="262422" y="92954"/>
                </a:cubicBezTo>
                <a:cubicBezTo>
                  <a:pt x="263613" y="94441"/>
                  <a:pt x="265143" y="95185"/>
                  <a:pt x="267011" y="95185"/>
                </a:cubicBezTo>
                <a:cubicBezTo>
                  <a:pt x="268553" y="95185"/>
                  <a:pt x="270047" y="94692"/>
                  <a:pt x="271495" y="93706"/>
                </a:cubicBezTo>
                <a:cubicBezTo>
                  <a:pt x="272943" y="92721"/>
                  <a:pt x="274064" y="91267"/>
                  <a:pt x="274858" y="89344"/>
                </a:cubicBezTo>
                <a:lnTo>
                  <a:pt x="277591" y="89344"/>
                </a:lnTo>
                <a:cubicBezTo>
                  <a:pt x="275956" y="94068"/>
                  <a:pt x="273644" y="97642"/>
                  <a:pt x="270655" y="100063"/>
                </a:cubicBezTo>
                <a:cubicBezTo>
                  <a:pt x="267665" y="102483"/>
                  <a:pt x="264582" y="103694"/>
                  <a:pt x="261406" y="103694"/>
                </a:cubicBezTo>
                <a:cubicBezTo>
                  <a:pt x="259258" y="103694"/>
                  <a:pt x="257156" y="103080"/>
                  <a:pt x="255101" y="101852"/>
                </a:cubicBezTo>
                <a:cubicBezTo>
                  <a:pt x="253046" y="100625"/>
                  <a:pt x="251527" y="98869"/>
                  <a:pt x="250547" y="96584"/>
                </a:cubicBezTo>
                <a:cubicBezTo>
                  <a:pt x="249566" y="94298"/>
                  <a:pt x="249075" y="90772"/>
                  <a:pt x="249075" y="86006"/>
                </a:cubicBezTo>
                <a:lnTo>
                  <a:pt x="249075" y="41535"/>
                </a:lnTo>
                <a:lnTo>
                  <a:pt x="238916" y="41535"/>
                </a:lnTo>
                <a:lnTo>
                  <a:pt x="238916" y="39155"/>
                </a:lnTo>
                <a:cubicBezTo>
                  <a:pt x="241485" y="38095"/>
                  <a:pt x="244113" y="36299"/>
                  <a:pt x="246798" y="33768"/>
                </a:cubicBezTo>
                <a:cubicBezTo>
                  <a:pt x="249484" y="31236"/>
                  <a:pt x="251878" y="28235"/>
                  <a:pt x="253980" y="24763"/>
                </a:cubicBezTo>
                <a:cubicBezTo>
                  <a:pt x="255054" y="22932"/>
                  <a:pt x="256549" y="19581"/>
                  <a:pt x="258464" y="14710"/>
                </a:cubicBezTo>
                <a:lnTo>
                  <a:pt x="260636" y="14710"/>
                </a:lnTo>
                <a:close/>
                <a:moveTo>
                  <a:pt x="298687" y="0"/>
                </a:moveTo>
                <a:cubicBezTo>
                  <a:pt x="300649" y="0"/>
                  <a:pt x="302318" y="713"/>
                  <a:pt x="303696" y="2138"/>
                </a:cubicBezTo>
                <a:cubicBezTo>
                  <a:pt x="305074" y="3563"/>
                  <a:pt x="305763" y="5290"/>
                  <a:pt x="305763" y="7319"/>
                </a:cubicBezTo>
                <a:cubicBezTo>
                  <a:pt x="305763" y="9349"/>
                  <a:pt x="305074" y="11088"/>
                  <a:pt x="303696" y="12538"/>
                </a:cubicBezTo>
                <a:cubicBezTo>
                  <a:pt x="302318" y="13986"/>
                  <a:pt x="300649" y="14710"/>
                  <a:pt x="298687" y="14710"/>
                </a:cubicBezTo>
                <a:cubicBezTo>
                  <a:pt x="296725" y="14710"/>
                  <a:pt x="295044" y="13986"/>
                  <a:pt x="293642" y="12538"/>
                </a:cubicBezTo>
                <a:cubicBezTo>
                  <a:pt x="292241" y="11088"/>
                  <a:pt x="291541" y="9349"/>
                  <a:pt x="291541" y="7319"/>
                </a:cubicBezTo>
                <a:cubicBezTo>
                  <a:pt x="291541" y="5290"/>
                  <a:pt x="292229" y="3563"/>
                  <a:pt x="293607" y="2138"/>
                </a:cubicBezTo>
                <a:cubicBezTo>
                  <a:pt x="294985" y="713"/>
                  <a:pt x="296678" y="0"/>
                  <a:pt x="298687" y="0"/>
                </a:cubicBezTo>
                <a:moveTo>
                  <a:pt x="304502" y="34613"/>
                </a:moveTo>
                <a:lnTo>
                  <a:pt x="304502" y="87568"/>
                </a:lnTo>
                <a:cubicBezTo>
                  <a:pt x="304502" y="91693"/>
                  <a:pt x="304794" y="94439"/>
                  <a:pt x="305378" y="95807"/>
                </a:cubicBezTo>
                <a:cubicBezTo>
                  <a:pt x="305962" y="97174"/>
                  <a:pt x="306826" y="98193"/>
                  <a:pt x="307970" y="98864"/>
                </a:cubicBezTo>
                <a:cubicBezTo>
                  <a:pt x="309114" y="99536"/>
                  <a:pt x="311205" y="99872"/>
                  <a:pt x="314241" y="99872"/>
                </a:cubicBezTo>
                <a:lnTo>
                  <a:pt x="314241" y="102540"/>
                </a:lnTo>
                <a:lnTo>
                  <a:pt x="283063" y="102540"/>
                </a:lnTo>
                <a:lnTo>
                  <a:pt x="283063" y="99872"/>
                </a:lnTo>
                <a:cubicBezTo>
                  <a:pt x="286192" y="99872"/>
                  <a:pt x="288294" y="99560"/>
                  <a:pt x="289369" y="98937"/>
                </a:cubicBezTo>
                <a:cubicBezTo>
                  <a:pt x="290443" y="98313"/>
                  <a:pt x="291295" y="97282"/>
                  <a:pt x="291926" y="95843"/>
                </a:cubicBezTo>
                <a:cubicBezTo>
                  <a:pt x="292556" y="94403"/>
                  <a:pt x="292872" y="91645"/>
                  <a:pt x="292872" y="87568"/>
                </a:cubicBezTo>
                <a:lnTo>
                  <a:pt x="292872" y="62170"/>
                </a:lnTo>
                <a:cubicBezTo>
                  <a:pt x="292872" y="55022"/>
                  <a:pt x="292662" y="50393"/>
                  <a:pt x="292241" y="48284"/>
                </a:cubicBezTo>
                <a:cubicBezTo>
                  <a:pt x="291914" y="46749"/>
                  <a:pt x="291400" y="45681"/>
                  <a:pt x="290700" y="45082"/>
                </a:cubicBezTo>
                <a:cubicBezTo>
                  <a:pt x="289999" y="44483"/>
                  <a:pt x="289042" y="44183"/>
                  <a:pt x="287827" y="44183"/>
                </a:cubicBezTo>
                <a:cubicBezTo>
                  <a:pt x="286519" y="44183"/>
                  <a:pt x="284931" y="44543"/>
                  <a:pt x="283063" y="45262"/>
                </a:cubicBezTo>
                <a:lnTo>
                  <a:pt x="282082" y="42671"/>
                </a:lnTo>
                <a:lnTo>
                  <a:pt x="301419" y="34613"/>
                </a:lnTo>
                <a:lnTo>
                  <a:pt x="304502" y="34613"/>
                </a:lnTo>
                <a:close/>
                <a:moveTo>
                  <a:pt x="344795" y="0"/>
                </a:moveTo>
                <a:lnTo>
                  <a:pt x="344795" y="87550"/>
                </a:lnTo>
                <a:cubicBezTo>
                  <a:pt x="344795" y="91681"/>
                  <a:pt x="345087" y="94420"/>
                  <a:pt x="345671" y="95766"/>
                </a:cubicBezTo>
                <a:cubicBezTo>
                  <a:pt x="346255" y="97111"/>
                  <a:pt x="347154" y="98131"/>
                  <a:pt x="348368" y="98828"/>
                </a:cubicBezTo>
                <a:cubicBezTo>
                  <a:pt x="349583" y="99524"/>
                  <a:pt x="351848" y="99872"/>
                  <a:pt x="355164" y="99872"/>
                </a:cubicBezTo>
                <a:lnTo>
                  <a:pt x="355164" y="102540"/>
                </a:lnTo>
                <a:lnTo>
                  <a:pt x="323706" y="102540"/>
                </a:lnTo>
                <a:lnTo>
                  <a:pt x="323706" y="99872"/>
                </a:lnTo>
                <a:cubicBezTo>
                  <a:pt x="326649" y="99872"/>
                  <a:pt x="328657" y="99560"/>
                  <a:pt x="329732" y="98937"/>
                </a:cubicBezTo>
                <a:cubicBezTo>
                  <a:pt x="330806" y="98312"/>
                  <a:pt x="331647" y="97279"/>
                  <a:pt x="332254" y="95838"/>
                </a:cubicBezTo>
                <a:cubicBezTo>
                  <a:pt x="332861" y="94396"/>
                  <a:pt x="333165" y="91633"/>
                  <a:pt x="333165" y="87550"/>
                </a:cubicBezTo>
                <a:lnTo>
                  <a:pt x="333165" y="27598"/>
                </a:lnTo>
                <a:cubicBezTo>
                  <a:pt x="333165" y="20152"/>
                  <a:pt x="333001" y="15577"/>
                  <a:pt x="332674" y="13872"/>
                </a:cubicBezTo>
                <a:cubicBezTo>
                  <a:pt x="332347" y="12165"/>
                  <a:pt x="331822" y="11000"/>
                  <a:pt x="331098" y="10377"/>
                </a:cubicBezTo>
                <a:cubicBezTo>
                  <a:pt x="330374" y="9752"/>
                  <a:pt x="329451" y="9440"/>
                  <a:pt x="328330" y="9440"/>
                </a:cubicBezTo>
                <a:cubicBezTo>
                  <a:pt x="327116" y="9440"/>
                  <a:pt x="325575" y="9824"/>
                  <a:pt x="323706" y="10593"/>
                </a:cubicBezTo>
                <a:lnTo>
                  <a:pt x="322515" y="8070"/>
                </a:lnTo>
                <a:lnTo>
                  <a:pt x="341642" y="0"/>
                </a:lnTo>
                <a:lnTo>
                  <a:pt x="344795" y="0"/>
                </a:lnTo>
                <a:close/>
                <a:moveTo>
                  <a:pt x="399451" y="93021"/>
                </a:moveTo>
                <a:cubicBezTo>
                  <a:pt x="392865" y="98261"/>
                  <a:pt x="388731" y="101290"/>
                  <a:pt x="387050" y="102107"/>
                </a:cubicBezTo>
                <a:cubicBezTo>
                  <a:pt x="384528" y="103357"/>
                  <a:pt x="381842" y="103982"/>
                  <a:pt x="378993" y="103982"/>
                </a:cubicBezTo>
                <a:cubicBezTo>
                  <a:pt x="374555" y="103982"/>
                  <a:pt x="370900" y="102420"/>
                  <a:pt x="368028" y="99295"/>
                </a:cubicBezTo>
                <a:cubicBezTo>
                  <a:pt x="365155" y="96170"/>
                  <a:pt x="363719" y="92060"/>
                  <a:pt x="363719" y="86964"/>
                </a:cubicBezTo>
                <a:cubicBezTo>
                  <a:pt x="363719" y="83743"/>
                  <a:pt x="364420" y="80955"/>
                  <a:pt x="365821" y="78599"/>
                </a:cubicBezTo>
                <a:cubicBezTo>
                  <a:pt x="367736" y="75330"/>
                  <a:pt x="371064" y="72254"/>
                  <a:pt x="375805" y="69369"/>
                </a:cubicBezTo>
                <a:cubicBezTo>
                  <a:pt x="380546" y="66485"/>
                  <a:pt x="388428" y="62976"/>
                  <a:pt x="399451" y="58841"/>
                </a:cubicBezTo>
                <a:lnTo>
                  <a:pt x="399451" y="56245"/>
                </a:lnTo>
                <a:cubicBezTo>
                  <a:pt x="399451" y="49659"/>
                  <a:pt x="398435" y="45141"/>
                  <a:pt x="396403" y="42689"/>
                </a:cubicBezTo>
                <a:cubicBezTo>
                  <a:pt x="394371" y="40237"/>
                  <a:pt x="391417" y="39011"/>
                  <a:pt x="387540" y="39011"/>
                </a:cubicBezTo>
                <a:cubicBezTo>
                  <a:pt x="384598" y="39011"/>
                  <a:pt x="382262" y="39826"/>
                  <a:pt x="380534" y="41454"/>
                </a:cubicBezTo>
                <a:cubicBezTo>
                  <a:pt x="378759" y="43082"/>
                  <a:pt x="377872" y="44951"/>
                  <a:pt x="377872" y="47058"/>
                </a:cubicBezTo>
                <a:lnTo>
                  <a:pt x="378012" y="51225"/>
                </a:lnTo>
                <a:cubicBezTo>
                  <a:pt x="378012" y="53427"/>
                  <a:pt x="377463" y="55127"/>
                  <a:pt x="376365" y="56324"/>
                </a:cubicBezTo>
                <a:cubicBezTo>
                  <a:pt x="375268" y="57522"/>
                  <a:pt x="373831" y="58120"/>
                  <a:pt x="372056" y="58120"/>
                </a:cubicBezTo>
                <a:cubicBezTo>
                  <a:pt x="370328" y="58120"/>
                  <a:pt x="368915" y="57498"/>
                  <a:pt x="367818" y="56252"/>
                </a:cubicBezTo>
                <a:cubicBezTo>
                  <a:pt x="366720" y="55005"/>
                  <a:pt x="366171" y="53303"/>
                  <a:pt x="366171" y="51146"/>
                </a:cubicBezTo>
                <a:cubicBezTo>
                  <a:pt x="366171" y="47025"/>
                  <a:pt x="368226" y="43239"/>
                  <a:pt x="372337" y="39789"/>
                </a:cubicBezTo>
                <a:cubicBezTo>
                  <a:pt x="376447" y="36338"/>
                  <a:pt x="382215" y="34613"/>
                  <a:pt x="389642" y="34613"/>
                </a:cubicBezTo>
                <a:cubicBezTo>
                  <a:pt x="395340" y="34613"/>
                  <a:pt x="400011" y="35597"/>
                  <a:pt x="403655" y="37565"/>
                </a:cubicBezTo>
                <a:cubicBezTo>
                  <a:pt x="406410" y="39053"/>
                  <a:pt x="408442" y="41383"/>
                  <a:pt x="409750" y="44552"/>
                </a:cubicBezTo>
                <a:cubicBezTo>
                  <a:pt x="410591" y="46617"/>
                  <a:pt x="411011" y="50842"/>
                  <a:pt x="411011" y="57228"/>
                </a:cubicBezTo>
                <a:lnTo>
                  <a:pt x="411011" y="79627"/>
                </a:lnTo>
                <a:cubicBezTo>
                  <a:pt x="411011" y="85917"/>
                  <a:pt x="411128" y="89770"/>
                  <a:pt x="411361" y="91187"/>
                </a:cubicBezTo>
                <a:cubicBezTo>
                  <a:pt x="411595" y="92604"/>
                  <a:pt x="411980" y="93552"/>
                  <a:pt x="412517" y="94033"/>
                </a:cubicBezTo>
                <a:cubicBezTo>
                  <a:pt x="413055" y="94512"/>
                  <a:pt x="413673" y="94752"/>
                  <a:pt x="414374" y="94752"/>
                </a:cubicBezTo>
                <a:cubicBezTo>
                  <a:pt x="415121" y="94752"/>
                  <a:pt x="415775" y="94584"/>
                  <a:pt x="416336" y="94247"/>
                </a:cubicBezTo>
                <a:cubicBezTo>
                  <a:pt x="417317" y="93622"/>
                  <a:pt x="419208" y="91868"/>
                  <a:pt x="422011" y="88983"/>
                </a:cubicBezTo>
                <a:lnTo>
                  <a:pt x="422011" y="93021"/>
                </a:lnTo>
                <a:cubicBezTo>
                  <a:pt x="416780" y="100232"/>
                  <a:pt x="411782" y="103838"/>
                  <a:pt x="407018" y="103838"/>
                </a:cubicBezTo>
                <a:cubicBezTo>
                  <a:pt x="404729" y="103838"/>
                  <a:pt x="402907" y="103021"/>
                  <a:pt x="401553" y="101386"/>
                </a:cubicBezTo>
                <a:cubicBezTo>
                  <a:pt x="400198" y="99752"/>
                  <a:pt x="399498" y="96963"/>
                  <a:pt x="399451" y="93021"/>
                </a:cubicBezTo>
                <a:moveTo>
                  <a:pt x="399451" y="88294"/>
                </a:moveTo>
                <a:lnTo>
                  <a:pt x="399451" y="63240"/>
                </a:lnTo>
                <a:cubicBezTo>
                  <a:pt x="392398" y="66111"/>
                  <a:pt x="387844" y="68145"/>
                  <a:pt x="385789" y="69342"/>
                </a:cubicBezTo>
                <a:cubicBezTo>
                  <a:pt x="382099" y="71449"/>
                  <a:pt x="379460" y="73650"/>
                  <a:pt x="377872" y="75947"/>
                </a:cubicBezTo>
                <a:cubicBezTo>
                  <a:pt x="376284" y="78244"/>
                  <a:pt x="375489" y="80757"/>
                  <a:pt x="375489" y="83485"/>
                </a:cubicBezTo>
                <a:cubicBezTo>
                  <a:pt x="375489" y="86931"/>
                  <a:pt x="376494" y="89791"/>
                  <a:pt x="378502" y="92064"/>
                </a:cubicBezTo>
                <a:cubicBezTo>
                  <a:pt x="380511" y="94337"/>
                  <a:pt x="382823" y="95473"/>
                  <a:pt x="385438" y="95473"/>
                </a:cubicBezTo>
                <a:cubicBezTo>
                  <a:pt x="388988" y="95473"/>
                  <a:pt x="393659" y="93080"/>
                  <a:pt x="399451" y="88294"/>
                </a:cubicBezTo>
                <a:close/>
                <a:moveTo>
                  <a:pt x="422221" y="36487"/>
                </a:moveTo>
                <a:lnTo>
                  <a:pt x="452138" y="36487"/>
                </a:lnTo>
                <a:lnTo>
                  <a:pt x="452138" y="39155"/>
                </a:lnTo>
                <a:lnTo>
                  <a:pt x="450666" y="39155"/>
                </a:lnTo>
                <a:cubicBezTo>
                  <a:pt x="448564" y="39155"/>
                  <a:pt x="446988" y="39624"/>
                  <a:pt x="445937" y="40562"/>
                </a:cubicBezTo>
                <a:cubicBezTo>
                  <a:pt x="444886" y="41499"/>
                  <a:pt x="444361" y="42665"/>
                  <a:pt x="444361" y="44059"/>
                </a:cubicBezTo>
                <a:cubicBezTo>
                  <a:pt x="444361" y="45934"/>
                  <a:pt x="445131" y="48530"/>
                  <a:pt x="446673" y="51847"/>
                </a:cubicBezTo>
                <a:lnTo>
                  <a:pt x="462297" y="85161"/>
                </a:lnTo>
                <a:lnTo>
                  <a:pt x="476660" y="48674"/>
                </a:lnTo>
                <a:cubicBezTo>
                  <a:pt x="477454" y="46703"/>
                  <a:pt x="477851" y="44756"/>
                  <a:pt x="477851" y="42833"/>
                </a:cubicBezTo>
                <a:cubicBezTo>
                  <a:pt x="477851" y="41968"/>
                  <a:pt x="477687" y="41319"/>
                  <a:pt x="477360" y="40886"/>
                </a:cubicBezTo>
                <a:cubicBezTo>
                  <a:pt x="476986" y="40357"/>
                  <a:pt x="476403" y="39937"/>
                  <a:pt x="475609" y="39624"/>
                </a:cubicBezTo>
                <a:cubicBezTo>
                  <a:pt x="474815" y="39312"/>
                  <a:pt x="473413" y="39155"/>
                  <a:pt x="471405" y="39155"/>
                </a:cubicBezTo>
                <a:lnTo>
                  <a:pt x="471405" y="36487"/>
                </a:lnTo>
                <a:lnTo>
                  <a:pt x="492283" y="36487"/>
                </a:lnTo>
                <a:lnTo>
                  <a:pt x="492283" y="39155"/>
                </a:lnTo>
                <a:cubicBezTo>
                  <a:pt x="490555" y="39348"/>
                  <a:pt x="489224" y="39732"/>
                  <a:pt x="488290" y="40309"/>
                </a:cubicBezTo>
                <a:cubicBezTo>
                  <a:pt x="487356" y="40886"/>
                  <a:pt x="486328" y="41968"/>
                  <a:pt x="485207" y="43554"/>
                </a:cubicBezTo>
                <a:cubicBezTo>
                  <a:pt x="484787" y="44227"/>
                  <a:pt x="483993" y="46078"/>
                  <a:pt x="482825" y="49107"/>
                </a:cubicBezTo>
                <a:lnTo>
                  <a:pt x="456692" y="115015"/>
                </a:lnTo>
                <a:cubicBezTo>
                  <a:pt x="454169" y="121408"/>
                  <a:pt x="450865" y="126240"/>
                  <a:pt x="446778" y="129509"/>
                </a:cubicBezTo>
                <a:cubicBezTo>
                  <a:pt x="442691" y="132778"/>
                  <a:pt x="438756" y="134412"/>
                  <a:pt x="434972" y="134412"/>
                </a:cubicBezTo>
                <a:cubicBezTo>
                  <a:pt x="432217" y="134412"/>
                  <a:pt x="429951" y="133605"/>
                  <a:pt x="428176" y="131990"/>
                </a:cubicBezTo>
                <a:cubicBezTo>
                  <a:pt x="426401" y="130375"/>
                  <a:pt x="425514" y="128523"/>
                  <a:pt x="425514" y="126433"/>
                </a:cubicBezTo>
                <a:cubicBezTo>
                  <a:pt x="425514" y="124438"/>
                  <a:pt x="426156" y="122829"/>
                  <a:pt x="427441" y="121606"/>
                </a:cubicBezTo>
                <a:cubicBezTo>
                  <a:pt x="428725" y="120385"/>
                  <a:pt x="430488" y="119774"/>
                  <a:pt x="432730" y="119774"/>
                </a:cubicBezTo>
                <a:cubicBezTo>
                  <a:pt x="434272" y="119774"/>
                  <a:pt x="436374" y="120303"/>
                  <a:pt x="439036" y="121360"/>
                </a:cubicBezTo>
                <a:cubicBezTo>
                  <a:pt x="440904" y="122081"/>
                  <a:pt x="442072" y="122442"/>
                  <a:pt x="442539" y="122442"/>
                </a:cubicBezTo>
                <a:cubicBezTo>
                  <a:pt x="443940" y="122442"/>
                  <a:pt x="445470" y="121692"/>
                  <a:pt x="447128" y="120191"/>
                </a:cubicBezTo>
                <a:cubicBezTo>
                  <a:pt x="448786" y="118692"/>
                  <a:pt x="450456" y="115789"/>
                  <a:pt x="452138" y="111484"/>
                </a:cubicBezTo>
                <a:lnTo>
                  <a:pt x="456692" y="99944"/>
                </a:lnTo>
                <a:lnTo>
                  <a:pt x="433641" y="50116"/>
                </a:lnTo>
                <a:cubicBezTo>
                  <a:pt x="432941" y="48626"/>
                  <a:pt x="431820" y="46775"/>
                  <a:pt x="430278" y="44564"/>
                </a:cubicBezTo>
                <a:cubicBezTo>
                  <a:pt x="429110" y="42881"/>
                  <a:pt x="428153" y="41751"/>
                  <a:pt x="427406" y="41175"/>
                </a:cubicBezTo>
                <a:cubicBezTo>
                  <a:pt x="426331" y="40405"/>
                  <a:pt x="424603" y="39732"/>
                  <a:pt x="422221" y="39155"/>
                </a:cubicBezTo>
                <a:lnTo>
                  <a:pt x="422221" y="36487"/>
                </a:lnTo>
                <a:close/>
                <a:moveTo>
                  <a:pt x="508398" y="61437"/>
                </a:moveTo>
                <a:cubicBezTo>
                  <a:pt x="508351" y="71222"/>
                  <a:pt x="510663" y="78896"/>
                  <a:pt x="515334" y="84461"/>
                </a:cubicBezTo>
                <a:cubicBezTo>
                  <a:pt x="520005" y="90024"/>
                  <a:pt x="525493" y="92805"/>
                  <a:pt x="531799" y="92805"/>
                </a:cubicBezTo>
                <a:cubicBezTo>
                  <a:pt x="536003" y="92805"/>
                  <a:pt x="539658" y="91615"/>
                  <a:pt x="542764" y="89236"/>
                </a:cubicBezTo>
                <a:cubicBezTo>
                  <a:pt x="545870" y="86856"/>
                  <a:pt x="548474" y="82782"/>
                  <a:pt x="550576" y="77013"/>
                </a:cubicBezTo>
                <a:lnTo>
                  <a:pt x="552748" y="78455"/>
                </a:lnTo>
                <a:cubicBezTo>
                  <a:pt x="551767" y="85041"/>
                  <a:pt x="548917" y="91038"/>
                  <a:pt x="544200" y="96447"/>
                </a:cubicBezTo>
                <a:cubicBezTo>
                  <a:pt x="539482" y="101855"/>
                  <a:pt x="533574" y="104559"/>
                  <a:pt x="526474" y="104559"/>
                </a:cubicBezTo>
                <a:cubicBezTo>
                  <a:pt x="518767" y="104559"/>
                  <a:pt x="512170" y="101477"/>
                  <a:pt x="506681" y="95313"/>
                </a:cubicBezTo>
                <a:cubicBezTo>
                  <a:pt x="501193" y="89148"/>
                  <a:pt x="498449" y="80860"/>
                  <a:pt x="498449" y="70449"/>
                </a:cubicBezTo>
                <a:cubicBezTo>
                  <a:pt x="498449" y="59176"/>
                  <a:pt x="501263" y="50385"/>
                  <a:pt x="506892" y="44077"/>
                </a:cubicBezTo>
                <a:cubicBezTo>
                  <a:pt x="512520" y="37767"/>
                  <a:pt x="519585" y="34613"/>
                  <a:pt x="528086" y="34613"/>
                </a:cubicBezTo>
                <a:cubicBezTo>
                  <a:pt x="535279" y="34613"/>
                  <a:pt x="541187" y="37046"/>
                  <a:pt x="545811" y="41914"/>
                </a:cubicBezTo>
                <a:cubicBezTo>
                  <a:pt x="550435" y="46780"/>
                  <a:pt x="552748" y="53287"/>
                  <a:pt x="552748" y="61437"/>
                </a:cubicBezTo>
                <a:lnTo>
                  <a:pt x="508398" y="61437"/>
                </a:lnTo>
                <a:moveTo>
                  <a:pt x="508398" y="57255"/>
                </a:moveTo>
                <a:lnTo>
                  <a:pt x="538104" y="57255"/>
                </a:lnTo>
                <a:cubicBezTo>
                  <a:pt x="537871" y="53025"/>
                  <a:pt x="537380" y="50044"/>
                  <a:pt x="536633" y="48313"/>
                </a:cubicBezTo>
                <a:cubicBezTo>
                  <a:pt x="535465" y="45621"/>
                  <a:pt x="533726" y="43506"/>
                  <a:pt x="531413" y="41968"/>
                </a:cubicBezTo>
                <a:cubicBezTo>
                  <a:pt x="529101" y="40429"/>
                  <a:pt x="526684" y="39660"/>
                  <a:pt x="524162" y="39660"/>
                </a:cubicBezTo>
                <a:cubicBezTo>
                  <a:pt x="520285" y="39660"/>
                  <a:pt x="516817" y="41211"/>
                  <a:pt x="513758" y="44311"/>
                </a:cubicBezTo>
                <a:cubicBezTo>
                  <a:pt x="510698" y="47412"/>
                  <a:pt x="508912" y="51727"/>
                  <a:pt x="508398" y="57255"/>
                </a:cubicBezTo>
                <a:close/>
                <a:moveTo>
                  <a:pt x="579161" y="34613"/>
                </a:moveTo>
                <a:lnTo>
                  <a:pt x="579161" y="49467"/>
                </a:lnTo>
                <a:cubicBezTo>
                  <a:pt x="584532" y="39564"/>
                  <a:pt x="590044" y="34613"/>
                  <a:pt x="595696" y="34613"/>
                </a:cubicBezTo>
                <a:cubicBezTo>
                  <a:pt x="598265" y="34613"/>
                  <a:pt x="600390" y="35418"/>
                  <a:pt x="602071" y="37028"/>
                </a:cubicBezTo>
                <a:cubicBezTo>
                  <a:pt x="603753" y="38639"/>
                  <a:pt x="604594" y="40502"/>
                  <a:pt x="604594" y="42617"/>
                </a:cubicBezTo>
                <a:cubicBezTo>
                  <a:pt x="604594" y="44492"/>
                  <a:pt x="603986" y="46078"/>
                  <a:pt x="602772" y="47376"/>
                </a:cubicBezTo>
                <a:cubicBezTo>
                  <a:pt x="601558" y="48674"/>
                  <a:pt x="600110" y="49323"/>
                  <a:pt x="598428" y="49323"/>
                </a:cubicBezTo>
                <a:cubicBezTo>
                  <a:pt x="596793" y="49323"/>
                  <a:pt x="594960" y="48494"/>
                  <a:pt x="592928" y="46835"/>
                </a:cubicBezTo>
                <a:cubicBezTo>
                  <a:pt x="590896" y="45177"/>
                  <a:pt x="589390" y="44347"/>
                  <a:pt x="588409" y="44347"/>
                </a:cubicBezTo>
                <a:cubicBezTo>
                  <a:pt x="587568" y="44347"/>
                  <a:pt x="586658" y="44827"/>
                  <a:pt x="585677" y="45785"/>
                </a:cubicBezTo>
                <a:cubicBezTo>
                  <a:pt x="583575" y="47752"/>
                  <a:pt x="581403" y="50988"/>
                  <a:pt x="579161" y="55495"/>
                </a:cubicBezTo>
                <a:lnTo>
                  <a:pt x="579161" y="87070"/>
                </a:lnTo>
                <a:cubicBezTo>
                  <a:pt x="579161" y="90713"/>
                  <a:pt x="579605" y="93470"/>
                  <a:pt x="580492" y="95340"/>
                </a:cubicBezTo>
                <a:cubicBezTo>
                  <a:pt x="581099" y="96635"/>
                  <a:pt x="582174" y="97714"/>
                  <a:pt x="583715" y="98578"/>
                </a:cubicBezTo>
                <a:cubicBezTo>
                  <a:pt x="585256" y="99441"/>
                  <a:pt x="587475" y="99872"/>
                  <a:pt x="590371" y="99872"/>
                </a:cubicBezTo>
                <a:lnTo>
                  <a:pt x="590371" y="102540"/>
                </a:lnTo>
                <a:lnTo>
                  <a:pt x="557512" y="102540"/>
                </a:lnTo>
                <a:lnTo>
                  <a:pt x="557512" y="99872"/>
                </a:lnTo>
                <a:cubicBezTo>
                  <a:pt x="560781" y="99872"/>
                  <a:pt x="563210" y="99344"/>
                  <a:pt x="564798" y="98290"/>
                </a:cubicBezTo>
                <a:cubicBezTo>
                  <a:pt x="565966" y="97522"/>
                  <a:pt x="566783" y="96299"/>
                  <a:pt x="567250" y="94619"/>
                </a:cubicBezTo>
                <a:cubicBezTo>
                  <a:pt x="567484" y="93803"/>
                  <a:pt x="567601" y="91477"/>
                  <a:pt x="567601" y="87640"/>
                </a:cubicBezTo>
                <a:lnTo>
                  <a:pt x="567601" y="62098"/>
                </a:lnTo>
                <a:cubicBezTo>
                  <a:pt x="567601" y="54422"/>
                  <a:pt x="567449" y="49854"/>
                  <a:pt x="567145" y="48392"/>
                </a:cubicBezTo>
                <a:cubicBezTo>
                  <a:pt x="566842" y="46929"/>
                  <a:pt x="566281" y="45862"/>
                  <a:pt x="565464" y="45190"/>
                </a:cubicBezTo>
                <a:cubicBezTo>
                  <a:pt x="564646" y="44519"/>
                  <a:pt x="563630" y="44183"/>
                  <a:pt x="562416" y="44183"/>
                </a:cubicBezTo>
                <a:cubicBezTo>
                  <a:pt x="560968" y="44183"/>
                  <a:pt x="559333" y="44543"/>
                  <a:pt x="557512" y="45262"/>
                </a:cubicBezTo>
                <a:lnTo>
                  <a:pt x="556811" y="42671"/>
                </a:lnTo>
                <a:lnTo>
                  <a:pt x="576218" y="34613"/>
                </a:lnTo>
                <a:lnTo>
                  <a:pt x="579161" y="34613"/>
                </a:lnTo>
                <a:close/>
                <a:moveTo>
                  <a:pt x="668277" y="56678"/>
                </a:moveTo>
                <a:lnTo>
                  <a:pt x="668277" y="85209"/>
                </a:lnTo>
                <a:cubicBezTo>
                  <a:pt x="668277" y="91373"/>
                  <a:pt x="668931" y="95201"/>
                  <a:pt x="670239" y="96694"/>
                </a:cubicBezTo>
                <a:cubicBezTo>
                  <a:pt x="672014" y="98813"/>
                  <a:pt x="674699" y="99872"/>
                  <a:pt x="678296" y="99872"/>
                </a:cubicBezTo>
                <a:lnTo>
                  <a:pt x="681939" y="99872"/>
                </a:lnTo>
                <a:lnTo>
                  <a:pt x="681939" y="102540"/>
                </a:lnTo>
                <a:lnTo>
                  <a:pt x="641233" y="102540"/>
                </a:lnTo>
                <a:lnTo>
                  <a:pt x="641233" y="99872"/>
                </a:lnTo>
                <a:lnTo>
                  <a:pt x="644806" y="99872"/>
                </a:lnTo>
                <a:cubicBezTo>
                  <a:pt x="648823" y="99872"/>
                  <a:pt x="651696" y="98526"/>
                  <a:pt x="653424" y="95834"/>
                </a:cubicBezTo>
                <a:cubicBezTo>
                  <a:pt x="654358" y="94343"/>
                  <a:pt x="654825" y="90810"/>
                  <a:pt x="654825" y="85233"/>
                </a:cubicBezTo>
                <a:lnTo>
                  <a:pt x="654825" y="22066"/>
                </a:lnTo>
                <a:cubicBezTo>
                  <a:pt x="654825" y="15912"/>
                  <a:pt x="654195" y="12090"/>
                  <a:pt x="652933" y="10600"/>
                </a:cubicBezTo>
                <a:cubicBezTo>
                  <a:pt x="651112" y="8485"/>
                  <a:pt x="648403" y="7427"/>
                  <a:pt x="644806" y="7427"/>
                </a:cubicBezTo>
                <a:lnTo>
                  <a:pt x="641233" y="7427"/>
                </a:lnTo>
                <a:lnTo>
                  <a:pt x="641233" y="4759"/>
                </a:lnTo>
                <a:lnTo>
                  <a:pt x="676054" y="4759"/>
                </a:lnTo>
                <a:cubicBezTo>
                  <a:pt x="684555" y="4759"/>
                  <a:pt x="691258" y="5660"/>
                  <a:pt x="696162" y="7461"/>
                </a:cubicBezTo>
                <a:cubicBezTo>
                  <a:pt x="701066" y="9261"/>
                  <a:pt x="705200" y="12297"/>
                  <a:pt x="708563" y="16569"/>
                </a:cubicBezTo>
                <a:cubicBezTo>
                  <a:pt x="711926" y="20842"/>
                  <a:pt x="713607" y="25907"/>
                  <a:pt x="713607" y="31764"/>
                </a:cubicBezTo>
                <a:cubicBezTo>
                  <a:pt x="713607" y="39734"/>
                  <a:pt x="711050" y="46215"/>
                  <a:pt x="705936" y="51209"/>
                </a:cubicBezTo>
                <a:cubicBezTo>
                  <a:pt x="700821" y="56201"/>
                  <a:pt x="693593" y="58697"/>
                  <a:pt x="684251" y="58697"/>
                </a:cubicBezTo>
                <a:cubicBezTo>
                  <a:pt x="681963" y="58697"/>
                  <a:pt x="679487" y="58529"/>
                  <a:pt x="676825" y="58192"/>
                </a:cubicBezTo>
                <a:cubicBezTo>
                  <a:pt x="674162" y="57856"/>
                  <a:pt x="671313" y="57351"/>
                  <a:pt x="668277" y="56678"/>
                </a:cubicBezTo>
                <a:moveTo>
                  <a:pt x="668277" y="52496"/>
                </a:moveTo>
                <a:cubicBezTo>
                  <a:pt x="670753" y="52976"/>
                  <a:pt x="672948" y="53337"/>
                  <a:pt x="674863" y="53577"/>
                </a:cubicBezTo>
                <a:cubicBezTo>
                  <a:pt x="676778" y="53818"/>
                  <a:pt x="678413" y="53938"/>
                  <a:pt x="679767" y="53938"/>
                </a:cubicBezTo>
                <a:cubicBezTo>
                  <a:pt x="684625" y="53938"/>
                  <a:pt x="688817" y="52003"/>
                  <a:pt x="692344" y="48133"/>
                </a:cubicBezTo>
                <a:cubicBezTo>
                  <a:pt x="695870" y="44263"/>
                  <a:pt x="697633" y="39252"/>
                  <a:pt x="697633" y="33098"/>
                </a:cubicBezTo>
                <a:cubicBezTo>
                  <a:pt x="697633" y="28868"/>
                  <a:pt x="696793" y="24938"/>
                  <a:pt x="695111" y="21308"/>
                </a:cubicBezTo>
                <a:cubicBezTo>
                  <a:pt x="693430" y="17679"/>
                  <a:pt x="691047" y="14963"/>
                  <a:pt x="687965" y="13160"/>
                </a:cubicBezTo>
                <a:cubicBezTo>
                  <a:pt x="684882" y="11357"/>
                  <a:pt x="681379" y="10456"/>
                  <a:pt x="677455" y="10456"/>
                </a:cubicBezTo>
                <a:cubicBezTo>
                  <a:pt x="675073" y="10456"/>
                  <a:pt x="672014" y="10913"/>
                  <a:pt x="668277" y="11826"/>
                </a:cubicBezTo>
                <a:lnTo>
                  <a:pt x="668277" y="52496"/>
                </a:lnTo>
                <a:close/>
                <a:moveTo>
                  <a:pt x="734836" y="61437"/>
                </a:moveTo>
                <a:cubicBezTo>
                  <a:pt x="734789" y="71222"/>
                  <a:pt x="737101" y="78896"/>
                  <a:pt x="741772" y="84461"/>
                </a:cubicBezTo>
                <a:cubicBezTo>
                  <a:pt x="746443" y="90024"/>
                  <a:pt x="751931" y="92805"/>
                  <a:pt x="758237" y="92805"/>
                </a:cubicBezTo>
                <a:cubicBezTo>
                  <a:pt x="762441" y="92805"/>
                  <a:pt x="766096" y="91615"/>
                  <a:pt x="769202" y="89236"/>
                </a:cubicBezTo>
                <a:cubicBezTo>
                  <a:pt x="772308" y="86856"/>
                  <a:pt x="774912" y="82782"/>
                  <a:pt x="777014" y="77013"/>
                </a:cubicBezTo>
                <a:lnTo>
                  <a:pt x="779186" y="78455"/>
                </a:lnTo>
                <a:cubicBezTo>
                  <a:pt x="778205" y="85041"/>
                  <a:pt x="775355" y="91038"/>
                  <a:pt x="770638" y="96447"/>
                </a:cubicBezTo>
                <a:cubicBezTo>
                  <a:pt x="765920" y="101855"/>
                  <a:pt x="760012" y="104559"/>
                  <a:pt x="752912" y="104559"/>
                </a:cubicBezTo>
                <a:cubicBezTo>
                  <a:pt x="745205" y="104559"/>
                  <a:pt x="738608" y="101477"/>
                  <a:pt x="733119" y="95313"/>
                </a:cubicBezTo>
                <a:cubicBezTo>
                  <a:pt x="727631" y="89148"/>
                  <a:pt x="724887" y="80860"/>
                  <a:pt x="724887" y="70449"/>
                </a:cubicBezTo>
                <a:cubicBezTo>
                  <a:pt x="724887" y="59176"/>
                  <a:pt x="727701" y="50385"/>
                  <a:pt x="733330" y="44077"/>
                </a:cubicBezTo>
                <a:cubicBezTo>
                  <a:pt x="738958" y="37767"/>
                  <a:pt x="746023" y="34613"/>
                  <a:pt x="754524" y="34613"/>
                </a:cubicBezTo>
                <a:cubicBezTo>
                  <a:pt x="761717" y="34613"/>
                  <a:pt x="767625" y="37046"/>
                  <a:pt x="772249" y="41914"/>
                </a:cubicBezTo>
                <a:cubicBezTo>
                  <a:pt x="776873" y="46780"/>
                  <a:pt x="779186" y="53287"/>
                  <a:pt x="779186" y="61437"/>
                </a:cubicBezTo>
                <a:lnTo>
                  <a:pt x="734836" y="61437"/>
                </a:lnTo>
                <a:moveTo>
                  <a:pt x="734836" y="57255"/>
                </a:moveTo>
                <a:lnTo>
                  <a:pt x="764542" y="57255"/>
                </a:lnTo>
                <a:cubicBezTo>
                  <a:pt x="764309" y="53025"/>
                  <a:pt x="763818" y="50044"/>
                  <a:pt x="763071" y="48313"/>
                </a:cubicBezTo>
                <a:cubicBezTo>
                  <a:pt x="761903" y="45621"/>
                  <a:pt x="760164" y="43506"/>
                  <a:pt x="757852" y="41968"/>
                </a:cubicBezTo>
                <a:cubicBezTo>
                  <a:pt x="755539" y="40429"/>
                  <a:pt x="753122" y="39660"/>
                  <a:pt x="750600" y="39660"/>
                </a:cubicBezTo>
                <a:cubicBezTo>
                  <a:pt x="746723" y="39660"/>
                  <a:pt x="743255" y="41211"/>
                  <a:pt x="740196" y="44311"/>
                </a:cubicBezTo>
                <a:cubicBezTo>
                  <a:pt x="737136" y="47412"/>
                  <a:pt x="735350" y="51727"/>
                  <a:pt x="734836" y="57255"/>
                </a:cubicBezTo>
                <a:close/>
                <a:moveTo>
                  <a:pt x="805599" y="34613"/>
                </a:moveTo>
                <a:lnTo>
                  <a:pt x="805599" y="49467"/>
                </a:lnTo>
                <a:cubicBezTo>
                  <a:pt x="810971" y="39564"/>
                  <a:pt x="816482" y="34613"/>
                  <a:pt x="822134" y="34613"/>
                </a:cubicBezTo>
                <a:cubicBezTo>
                  <a:pt x="824703" y="34613"/>
                  <a:pt x="826828" y="35418"/>
                  <a:pt x="828510" y="37028"/>
                </a:cubicBezTo>
                <a:cubicBezTo>
                  <a:pt x="830191" y="38639"/>
                  <a:pt x="831032" y="40502"/>
                  <a:pt x="831032" y="42617"/>
                </a:cubicBezTo>
                <a:cubicBezTo>
                  <a:pt x="831032" y="44492"/>
                  <a:pt x="830425" y="46078"/>
                  <a:pt x="829210" y="47376"/>
                </a:cubicBezTo>
                <a:cubicBezTo>
                  <a:pt x="827996" y="48674"/>
                  <a:pt x="826548" y="49323"/>
                  <a:pt x="824866" y="49323"/>
                </a:cubicBezTo>
                <a:cubicBezTo>
                  <a:pt x="823232" y="49323"/>
                  <a:pt x="821398" y="48494"/>
                  <a:pt x="819367" y="46835"/>
                </a:cubicBezTo>
                <a:cubicBezTo>
                  <a:pt x="817335" y="45177"/>
                  <a:pt x="815828" y="44347"/>
                  <a:pt x="814847" y="44347"/>
                </a:cubicBezTo>
                <a:cubicBezTo>
                  <a:pt x="814007" y="44347"/>
                  <a:pt x="813096" y="44827"/>
                  <a:pt x="812115" y="45785"/>
                </a:cubicBezTo>
                <a:cubicBezTo>
                  <a:pt x="810013" y="47752"/>
                  <a:pt x="807841" y="50988"/>
                  <a:pt x="805599" y="55495"/>
                </a:cubicBezTo>
                <a:lnTo>
                  <a:pt x="805599" y="87070"/>
                </a:lnTo>
                <a:cubicBezTo>
                  <a:pt x="805599" y="90713"/>
                  <a:pt x="806043" y="93470"/>
                  <a:pt x="806930" y="95340"/>
                </a:cubicBezTo>
                <a:cubicBezTo>
                  <a:pt x="807538" y="96635"/>
                  <a:pt x="808612" y="97714"/>
                  <a:pt x="810153" y="98578"/>
                </a:cubicBezTo>
                <a:cubicBezTo>
                  <a:pt x="811695" y="99441"/>
                  <a:pt x="813913" y="99872"/>
                  <a:pt x="816809" y="99872"/>
                </a:cubicBezTo>
                <a:lnTo>
                  <a:pt x="816809" y="102540"/>
                </a:lnTo>
                <a:lnTo>
                  <a:pt x="783950" y="102540"/>
                </a:lnTo>
                <a:lnTo>
                  <a:pt x="783950" y="99872"/>
                </a:lnTo>
                <a:cubicBezTo>
                  <a:pt x="787220" y="99872"/>
                  <a:pt x="789648" y="99344"/>
                  <a:pt x="791236" y="98290"/>
                </a:cubicBezTo>
                <a:cubicBezTo>
                  <a:pt x="792404" y="97522"/>
                  <a:pt x="793222" y="96299"/>
                  <a:pt x="793689" y="94619"/>
                </a:cubicBezTo>
                <a:cubicBezTo>
                  <a:pt x="793922" y="93803"/>
                  <a:pt x="794039" y="91477"/>
                  <a:pt x="794039" y="87640"/>
                </a:cubicBezTo>
                <a:lnTo>
                  <a:pt x="794039" y="62098"/>
                </a:lnTo>
                <a:cubicBezTo>
                  <a:pt x="794039" y="54422"/>
                  <a:pt x="793887" y="49854"/>
                  <a:pt x="793584" y="48392"/>
                </a:cubicBezTo>
                <a:cubicBezTo>
                  <a:pt x="793280" y="46929"/>
                  <a:pt x="792719" y="45862"/>
                  <a:pt x="791902" y="45190"/>
                </a:cubicBezTo>
                <a:cubicBezTo>
                  <a:pt x="791085" y="44519"/>
                  <a:pt x="790069" y="44183"/>
                  <a:pt x="788854" y="44183"/>
                </a:cubicBezTo>
                <a:cubicBezTo>
                  <a:pt x="787406" y="44183"/>
                  <a:pt x="785772" y="44543"/>
                  <a:pt x="783950" y="45262"/>
                </a:cubicBezTo>
                <a:lnTo>
                  <a:pt x="783249" y="42671"/>
                </a:lnTo>
                <a:lnTo>
                  <a:pt x="802657" y="34613"/>
                </a:lnTo>
                <a:lnTo>
                  <a:pt x="805599" y="34613"/>
                </a:lnTo>
                <a:close/>
                <a:moveTo>
                  <a:pt x="888409" y="77446"/>
                </a:moveTo>
                <a:cubicBezTo>
                  <a:pt x="886681" y="86147"/>
                  <a:pt x="883295" y="92841"/>
                  <a:pt x="878250" y="97528"/>
                </a:cubicBezTo>
                <a:cubicBezTo>
                  <a:pt x="873206" y="102215"/>
                  <a:pt x="867624" y="104559"/>
                  <a:pt x="861505" y="104559"/>
                </a:cubicBezTo>
                <a:cubicBezTo>
                  <a:pt x="854219" y="104559"/>
                  <a:pt x="847866" y="101414"/>
                  <a:pt x="842448" y="95124"/>
                </a:cubicBezTo>
                <a:cubicBezTo>
                  <a:pt x="837030" y="88832"/>
                  <a:pt x="834321" y="80332"/>
                  <a:pt x="834321" y="69622"/>
                </a:cubicBezTo>
                <a:cubicBezTo>
                  <a:pt x="834321" y="59249"/>
                  <a:pt x="837322" y="50821"/>
                  <a:pt x="843324" y="44338"/>
                </a:cubicBezTo>
                <a:cubicBezTo>
                  <a:pt x="849326" y="37855"/>
                  <a:pt x="856531" y="34613"/>
                  <a:pt x="864938" y="34613"/>
                </a:cubicBezTo>
                <a:cubicBezTo>
                  <a:pt x="871244" y="34613"/>
                  <a:pt x="876429" y="36326"/>
                  <a:pt x="880492" y="39753"/>
                </a:cubicBezTo>
                <a:cubicBezTo>
                  <a:pt x="884556" y="43178"/>
                  <a:pt x="886588" y="46735"/>
                  <a:pt x="886588" y="50425"/>
                </a:cubicBezTo>
                <a:cubicBezTo>
                  <a:pt x="886588" y="52246"/>
                  <a:pt x="886015" y="53719"/>
                  <a:pt x="884871" y="54846"/>
                </a:cubicBezTo>
                <a:cubicBezTo>
                  <a:pt x="883727" y="55971"/>
                  <a:pt x="882127" y="56534"/>
                  <a:pt x="880072" y="56534"/>
                </a:cubicBezTo>
                <a:cubicBezTo>
                  <a:pt x="877316" y="56534"/>
                  <a:pt x="875238" y="55621"/>
                  <a:pt x="873836" y="53794"/>
                </a:cubicBezTo>
                <a:cubicBezTo>
                  <a:pt x="873042" y="52784"/>
                  <a:pt x="872517" y="50861"/>
                  <a:pt x="872260" y="48025"/>
                </a:cubicBezTo>
                <a:cubicBezTo>
                  <a:pt x="872003" y="45189"/>
                  <a:pt x="871057" y="43025"/>
                  <a:pt x="869422" y="41535"/>
                </a:cubicBezTo>
                <a:cubicBezTo>
                  <a:pt x="867788" y="40093"/>
                  <a:pt x="865522" y="39372"/>
                  <a:pt x="862626" y="39372"/>
                </a:cubicBezTo>
                <a:cubicBezTo>
                  <a:pt x="857955" y="39372"/>
                  <a:pt x="854195" y="41151"/>
                  <a:pt x="851346" y="44708"/>
                </a:cubicBezTo>
                <a:cubicBezTo>
                  <a:pt x="847563" y="49419"/>
                  <a:pt x="845671" y="55645"/>
                  <a:pt x="845671" y="63384"/>
                </a:cubicBezTo>
                <a:cubicBezTo>
                  <a:pt x="845671" y="71268"/>
                  <a:pt x="847551" y="78227"/>
                  <a:pt x="851311" y="84260"/>
                </a:cubicBezTo>
                <a:cubicBezTo>
                  <a:pt x="855071" y="90293"/>
                  <a:pt x="860151" y="93310"/>
                  <a:pt x="866550" y="93310"/>
                </a:cubicBezTo>
                <a:cubicBezTo>
                  <a:pt x="871127" y="93310"/>
                  <a:pt x="875238" y="91699"/>
                  <a:pt x="878881" y="88478"/>
                </a:cubicBezTo>
                <a:cubicBezTo>
                  <a:pt x="881450" y="86267"/>
                  <a:pt x="883949" y="82253"/>
                  <a:pt x="886377" y="76436"/>
                </a:cubicBezTo>
                <a:lnTo>
                  <a:pt x="888409" y="77446"/>
                </a:lnTo>
                <a:close/>
                <a:moveTo>
                  <a:pt x="907466" y="61437"/>
                </a:moveTo>
                <a:cubicBezTo>
                  <a:pt x="907420" y="71222"/>
                  <a:pt x="909732" y="78896"/>
                  <a:pt x="914403" y="84461"/>
                </a:cubicBezTo>
                <a:cubicBezTo>
                  <a:pt x="919073" y="90024"/>
                  <a:pt x="924562" y="92805"/>
                  <a:pt x="930867" y="92805"/>
                </a:cubicBezTo>
                <a:cubicBezTo>
                  <a:pt x="935071" y="92805"/>
                  <a:pt x="938726" y="91615"/>
                  <a:pt x="941832" y="89236"/>
                </a:cubicBezTo>
                <a:cubicBezTo>
                  <a:pt x="944938" y="86856"/>
                  <a:pt x="947542" y="82782"/>
                  <a:pt x="949644" y="77013"/>
                </a:cubicBezTo>
                <a:lnTo>
                  <a:pt x="951816" y="78455"/>
                </a:lnTo>
                <a:cubicBezTo>
                  <a:pt x="950835" y="85041"/>
                  <a:pt x="947986" y="91038"/>
                  <a:pt x="943268" y="96447"/>
                </a:cubicBezTo>
                <a:cubicBezTo>
                  <a:pt x="938551" y="101855"/>
                  <a:pt x="932642" y="104559"/>
                  <a:pt x="925543" y="104559"/>
                </a:cubicBezTo>
                <a:cubicBezTo>
                  <a:pt x="917836" y="104559"/>
                  <a:pt x="911238" y="101477"/>
                  <a:pt x="905750" y="95313"/>
                </a:cubicBezTo>
                <a:cubicBezTo>
                  <a:pt x="900262" y="89148"/>
                  <a:pt x="897518" y="80860"/>
                  <a:pt x="897518" y="70449"/>
                </a:cubicBezTo>
                <a:cubicBezTo>
                  <a:pt x="897518" y="59176"/>
                  <a:pt x="900332" y="50385"/>
                  <a:pt x="905960" y="44077"/>
                </a:cubicBezTo>
                <a:cubicBezTo>
                  <a:pt x="911588" y="37767"/>
                  <a:pt x="918653" y="34613"/>
                  <a:pt x="927154" y="34613"/>
                </a:cubicBezTo>
                <a:cubicBezTo>
                  <a:pt x="934347" y="34613"/>
                  <a:pt x="940256" y="37046"/>
                  <a:pt x="944880" y="41914"/>
                </a:cubicBezTo>
                <a:cubicBezTo>
                  <a:pt x="949504" y="46780"/>
                  <a:pt x="951816" y="53287"/>
                  <a:pt x="951816" y="61437"/>
                </a:cubicBezTo>
                <a:lnTo>
                  <a:pt x="907466" y="61437"/>
                </a:lnTo>
                <a:moveTo>
                  <a:pt x="907466" y="57255"/>
                </a:moveTo>
                <a:lnTo>
                  <a:pt x="937173" y="57255"/>
                </a:lnTo>
                <a:cubicBezTo>
                  <a:pt x="936939" y="53025"/>
                  <a:pt x="936449" y="50044"/>
                  <a:pt x="935702" y="48313"/>
                </a:cubicBezTo>
                <a:cubicBezTo>
                  <a:pt x="934534" y="45621"/>
                  <a:pt x="932794" y="43506"/>
                  <a:pt x="930482" y="41968"/>
                </a:cubicBezTo>
                <a:cubicBezTo>
                  <a:pt x="928170" y="40429"/>
                  <a:pt x="925753" y="39660"/>
                  <a:pt x="923230" y="39660"/>
                </a:cubicBezTo>
                <a:cubicBezTo>
                  <a:pt x="919354" y="39660"/>
                  <a:pt x="915886" y="41211"/>
                  <a:pt x="912826" y="44311"/>
                </a:cubicBezTo>
                <a:cubicBezTo>
                  <a:pt x="909767" y="47412"/>
                  <a:pt x="907980" y="51727"/>
                  <a:pt x="907466" y="57255"/>
                </a:cubicBezTo>
                <a:close/>
                <a:moveTo>
                  <a:pt x="954829" y="42984"/>
                </a:moveTo>
                <a:lnTo>
                  <a:pt x="974586" y="34757"/>
                </a:lnTo>
                <a:lnTo>
                  <a:pt x="977249" y="34757"/>
                </a:lnTo>
                <a:lnTo>
                  <a:pt x="977249" y="50188"/>
                </a:lnTo>
                <a:cubicBezTo>
                  <a:pt x="980565" y="44371"/>
                  <a:pt x="983893" y="40321"/>
                  <a:pt x="987232" y="38038"/>
                </a:cubicBezTo>
                <a:cubicBezTo>
                  <a:pt x="990572" y="35754"/>
                  <a:pt x="994087" y="34613"/>
                  <a:pt x="997777" y="34613"/>
                </a:cubicBezTo>
                <a:cubicBezTo>
                  <a:pt x="1004223" y="34613"/>
                  <a:pt x="1009594" y="37206"/>
                  <a:pt x="1013891" y="42391"/>
                </a:cubicBezTo>
                <a:cubicBezTo>
                  <a:pt x="1019169" y="48731"/>
                  <a:pt x="1021808" y="56991"/>
                  <a:pt x="1021808" y="67172"/>
                </a:cubicBezTo>
                <a:cubicBezTo>
                  <a:pt x="1021808" y="78554"/>
                  <a:pt x="1018632" y="87966"/>
                  <a:pt x="1012280" y="95410"/>
                </a:cubicBezTo>
                <a:cubicBezTo>
                  <a:pt x="1007048" y="101509"/>
                  <a:pt x="1000463" y="104559"/>
                  <a:pt x="992522" y="104559"/>
                </a:cubicBezTo>
                <a:cubicBezTo>
                  <a:pt x="989066" y="104559"/>
                  <a:pt x="986076" y="104054"/>
                  <a:pt x="983554" y="103045"/>
                </a:cubicBezTo>
                <a:cubicBezTo>
                  <a:pt x="981686" y="102323"/>
                  <a:pt x="979584" y="100881"/>
                  <a:pt x="977249" y="98718"/>
                </a:cubicBezTo>
                <a:lnTo>
                  <a:pt x="977249" y="118837"/>
                </a:lnTo>
                <a:cubicBezTo>
                  <a:pt x="977249" y="123355"/>
                  <a:pt x="977517" y="126228"/>
                  <a:pt x="978054" y="127454"/>
                </a:cubicBezTo>
                <a:cubicBezTo>
                  <a:pt x="978591" y="128680"/>
                  <a:pt x="979526" y="129653"/>
                  <a:pt x="980857" y="130374"/>
                </a:cubicBezTo>
                <a:cubicBezTo>
                  <a:pt x="982188" y="131095"/>
                  <a:pt x="984605" y="131456"/>
                  <a:pt x="988108" y="131456"/>
                </a:cubicBezTo>
                <a:lnTo>
                  <a:pt x="988108" y="134124"/>
                </a:lnTo>
                <a:lnTo>
                  <a:pt x="954478" y="134124"/>
                </a:lnTo>
                <a:lnTo>
                  <a:pt x="954478" y="131456"/>
                </a:lnTo>
                <a:lnTo>
                  <a:pt x="956230" y="131456"/>
                </a:lnTo>
                <a:cubicBezTo>
                  <a:pt x="958799" y="131504"/>
                  <a:pt x="960994" y="130998"/>
                  <a:pt x="962816" y="129939"/>
                </a:cubicBezTo>
                <a:cubicBezTo>
                  <a:pt x="963703" y="129410"/>
                  <a:pt x="964392" y="128556"/>
                  <a:pt x="964883" y="127377"/>
                </a:cubicBezTo>
                <a:cubicBezTo>
                  <a:pt x="965373" y="126199"/>
                  <a:pt x="965618" y="123205"/>
                  <a:pt x="965618" y="118395"/>
                </a:cubicBezTo>
                <a:lnTo>
                  <a:pt x="965618" y="55901"/>
                </a:lnTo>
                <a:cubicBezTo>
                  <a:pt x="965618" y="51619"/>
                  <a:pt x="965431" y="48902"/>
                  <a:pt x="965058" y="47748"/>
                </a:cubicBezTo>
                <a:cubicBezTo>
                  <a:pt x="964684" y="46593"/>
                  <a:pt x="964088" y="45726"/>
                  <a:pt x="963271" y="45150"/>
                </a:cubicBezTo>
                <a:cubicBezTo>
                  <a:pt x="962454" y="44571"/>
                  <a:pt x="961344" y="44282"/>
                  <a:pt x="959943" y="44282"/>
                </a:cubicBezTo>
                <a:cubicBezTo>
                  <a:pt x="958822" y="44282"/>
                  <a:pt x="957398" y="44619"/>
                  <a:pt x="955669" y="45292"/>
                </a:cubicBezTo>
                <a:lnTo>
                  <a:pt x="954829" y="42984"/>
                </a:lnTo>
                <a:moveTo>
                  <a:pt x="977249" y="54573"/>
                </a:moveTo>
                <a:lnTo>
                  <a:pt x="977249" y="79203"/>
                </a:lnTo>
                <a:cubicBezTo>
                  <a:pt x="977249" y="84533"/>
                  <a:pt x="977459" y="88038"/>
                  <a:pt x="977879" y="89718"/>
                </a:cubicBezTo>
                <a:cubicBezTo>
                  <a:pt x="978533" y="92503"/>
                  <a:pt x="980133" y="94952"/>
                  <a:pt x="982678" y="97064"/>
                </a:cubicBezTo>
                <a:cubicBezTo>
                  <a:pt x="985224" y="99176"/>
                  <a:pt x="988435" y="100232"/>
                  <a:pt x="992312" y="100232"/>
                </a:cubicBezTo>
                <a:cubicBezTo>
                  <a:pt x="996983" y="100232"/>
                  <a:pt x="1000766" y="98360"/>
                  <a:pt x="1003662" y="94614"/>
                </a:cubicBezTo>
                <a:cubicBezTo>
                  <a:pt x="1007445" y="89719"/>
                  <a:pt x="1009337" y="82829"/>
                  <a:pt x="1009337" y="73946"/>
                </a:cubicBezTo>
                <a:cubicBezTo>
                  <a:pt x="1009337" y="63864"/>
                  <a:pt x="1007189" y="56111"/>
                  <a:pt x="1002891" y="50686"/>
                </a:cubicBezTo>
                <a:cubicBezTo>
                  <a:pt x="999902" y="46941"/>
                  <a:pt x="996352" y="45068"/>
                  <a:pt x="992242" y="45068"/>
                </a:cubicBezTo>
                <a:cubicBezTo>
                  <a:pt x="990000" y="45068"/>
                  <a:pt x="987781" y="45645"/>
                  <a:pt x="985586" y="46797"/>
                </a:cubicBezTo>
                <a:cubicBezTo>
                  <a:pt x="983904" y="47661"/>
                  <a:pt x="981125" y="50253"/>
                  <a:pt x="977249" y="54573"/>
                </a:cubicBezTo>
                <a:close/>
                <a:moveTo>
                  <a:pt x="1049833" y="14710"/>
                </a:moveTo>
                <a:lnTo>
                  <a:pt x="1049833" y="36487"/>
                </a:lnTo>
                <a:lnTo>
                  <a:pt x="1064827" y="36487"/>
                </a:lnTo>
                <a:lnTo>
                  <a:pt x="1064827" y="41535"/>
                </a:lnTo>
                <a:lnTo>
                  <a:pt x="1049833" y="41535"/>
                </a:lnTo>
                <a:lnTo>
                  <a:pt x="1049833" y="84310"/>
                </a:lnTo>
                <a:cubicBezTo>
                  <a:pt x="1049833" y="88584"/>
                  <a:pt x="1050429" y="91465"/>
                  <a:pt x="1051620" y="92954"/>
                </a:cubicBezTo>
                <a:cubicBezTo>
                  <a:pt x="1052811" y="94441"/>
                  <a:pt x="1054341" y="95185"/>
                  <a:pt x="1056209" y="95185"/>
                </a:cubicBezTo>
                <a:cubicBezTo>
                  <a:pt x="1057750" y="95185"/>
                  <a:pt x="1059245" y="94692"/>
                  <a:pt x="1060693" y="93706"/>
                </a:cubicBezTo>
                <a:cubicBezTo>
                  <a:pt x="1062141" y="92721"/>
                  <a:pt x="1063262" y="91267"/>
                  <a:pt x="1064056" y="89344"/>
                </a:cubicBezTo>
                <a:lnTo>
                  <a:pt x="1066788" y="89344"/>
                </a:lnTo>
                <a:cubicBezTo>
                  <a:pt x="1065154" y="94068"/>
                  <a:pt x="1062842" y="97642"/>
                  <a:pt x="1059852" y="100063"/>
                </a:cubicBezTo>
                <a:cubicBezTo>
                  <a:pt x="1056863" y="102483"/>
                  <a:pt x="1053780" y="103694"/>
                  <a:pt x="1050604" y="103694"/>
                </a:cubicBezTo>
                <a:cubicBezTo>
                  <a:pt x="1048455" y="103694"/>
                  <a:pt x="1046354" y="103080"/>
                  <a:pt x="1044298" y="101852"/>
                </a:cubicBezTo>
                <a:cubicBezTo>
                  <a:pt x="1042243" y="100625"/>
                  <a:pt x="1040725" y="98869"/>
                  <a:pt x="1039744" y="96584"/>
                </a:cubicBezTo>
                <a:cubicBezTo>
                  <a:pt x="1038764" y="94298"/>
                  <a:pt x="1038273" y="90772"/>
                  <a:pt x="1038273" y="86006"/>
                </a:cubicBezTo>
                <a:lnTo>
                  <a:pt x="1038273" y="41535"/>
                </a:lnTo>
                <a:lnTo>
                  <a:pt x="1028114" y="41535"/>
                </a:lnTo>
                <a:lnTo>
                  <a:pt x="1028114" y="39155"/>
                </a:lnTo>
                <a:cubicBezTo>
                  <a:pt x="1030683" y="38095"/>
                  <a:pt x="1033310" y="36299"/>
                  <a:pt x="1035996" y="33768"/>
                </a:cubicBezTo>
                <a:cubicBezTo>
                  <a:pt x="1038682" y="31236"/>
                  <a:pt x="1041076" y="28235"/>
                  <a:pt x="1043177" y="24763"/>
                </a:cubicBezTo>
                <a:cubicBezTo>
                  <a:pt x="1044252" y="22932"/>
                  <a:pt x="1045746" y="19581"/>
                  <a:pt x="1047661" y="14710"/>
                </a:cubicBezTo>
                <a:lnTo>
                  <a:pt x="1049833" y="14710"/>
                </a:lnTo>
                <a:close/>
                <a:moveTo>
                  <a:pt x="1090337" y="34613"/>
                </a:moveTo>
                <a:lnTo>
                  <a:pt x="1090337" y="49467"/>
                </a:lnTo>
                <a:cubicBezTo>
                  <a:pt x="1095708" y="39564"/>
                  <a:pt x="1101220" y="34613"/>
                  <a:pt x="1106872" y="34613"/>
                </a:cubicBezTo>
                <a:cubicBezTo>
                  <a:pt x="1109441" y="34613"/>
                  <a:pt x="1111566" y="35418"/>
                  <a:pt x="1113247" y="37028"/>
                </a:cubicBezTo>
                <a:cubicBezTo>
                  <a:pt x="1114929" y="38639"/>
                  <a:pt x="1115770" y="40502"/>
                  <a:pt x="1115770" y="42617"/>
                </a:cubicBezTo>
                <a:cubicBezTo>
                  <a:pt x="1115770" y="44492"/>
                  <a:pt x="1115162" y="46078"/>
                  <a:pt x="1113948" y="47376"/>
                </a:cubicBezTo>
                <a:cubicBezTo>
                  <a:pt x="1112733" y="48674"/>
                  <a:pt x="1111286" y="49323"/>
                  <a:pt x="1109604" y="49323"/>
                </a:cubicBezTo>
                <a:cubicBezTo>
                  <a:pt x="1107969" y="49323"/>
                  <a:pt x="1106136" y="48494"/>
                  <a:pt x="1104104" y="46835"/>
                </a:cubicBezTo>
                <a:cubicBezTo>
                  <a:pt x="1102072" y="45177"/>
                  <a:pt x="1100566" y="44347"/>
                  <a:pt x="1099585" y="44347"/>
                </a:cubicBezTo>
                <a:cubicBezTo>
                  <a:pt x="1098744" y="44347"/>
                  <a:pt x="1097834" y="44827"/>
                  <a:pt x="1096853" y="45785"/>
                </a:cubicBezTo>
                <a:cubicBezTo>
                  <a:pt x="1094751" y="47752"/>
                  <a:pt x="1092579" y="50988"/>
                  <a:pt x="1090337" y="55495"/>
                </a:cubicBezTo>
                <a:lnTo>
                  <a:pt x="1090337" y="87070"/>
                </a:lnTo>
                <a:cubicBezTo>
                  <a:pt x="1090337" y="90713"/>
                  <a:pt x="1090781" y="93470"/>
                  <a:pt x="1091668" y="95340"/>
                </a:cubicBezTo>
                <a:cubicBezTo>
                  <a:pt x="1092275" y="96635"/>
                  <a:pt x="1093350" y="97714"/>
                  <a:pt x="1094891" y="98578"/>
                </a:cubicBezTo>
                <a:cubicBezTo>
                  <a:pt x="1096432" y="99441"/>
                  <a:pt x="1098651" y="99872"/>
                  <a:pt x="1101547" y="99872"/>
                </a:cubicBezTo>
                <a:lnTo>
                  <a:pt x="1101547" y="102540"/>
                </a:lnTo>
                <a:lnTo>
                  <a:pt x="1068688" y="102540"/>
                </a:lnTo>
                <a:lnTo>
                  <a:pt x="1068688" y="99872"/>
                </a:lnTo>
                <a:cubicBezTo>
                  <a:pt x="1071957" y="99872"/>
                  <a:pt x="1074386" y="99344"/>
                  <a:pt x="1075974" y="98290"/>
                </a:cubicBezTo>
                <a:cubicBezTo>
                  <a:pt x="1077142" y="97522"/>
                  <a:pt x="1077959" y="96299"/>
                  <a:pt x="1078426" y="94619"/>
                </a:cubicBezTo>
                <a:cubicBezTo>
                  <a:pt x="1078660" y="93803"/>
                  <a:pt x="1078777" y="91477"/>
                  <a:pt x="1078777" y="87640"/>
                </a:cubicBezTo>
                <a:lnTo>
                  <a:pt x="1078777" y="62098"/>
                </a:lnTo>
                <a:cubicBezTo>
                  <a:pt x="1078777" y="54422"/>
                  <a:pt x="1078625" y="49854"/>
                  <a:pt x="1078321" y="48392"/>
                </a:cubicBezTo>
                <a:cubicBezTo>
                  <a:pt x="1078018" y="46929"/>
                  <a:pt x="1077457" y="45862"/>
                  <a:pt x="1076640" y="45190"/>
                </a:cubicBezTo>
                <a:cubicBezTo>
                  <a:pt x="1075822" y="44519"/>
                  <a:pt x="1074806" y="44183"/>
                  <a:pt x="1073592" y="44183"/>
                </a:cubicBezTo>
                <a:cubicBezTo>
                  <a:pt x="1072144" y="44183"/>
                  <a:pt x="1070509" y="44543"/>
                  <a:pt x="1068688" y="45262"/>
                </a:cubicBezTo>
                <a:lnTo>
                  <a:pt x="1067987" y="42671"/>
                </a:lnTo>
                <a:lnTo>
                  <a:pt x="1087394" y="34613"/>
                </a:lnTo>
                <a:lnTo>
                  <a:pt x="1090337" y="34613"/>
                </a:lnTo>
                <a:close/>
                <a:moveTo>
                  <a:pt x="1150027" y="34613"/>
                </a:moveTo>
                <a:cubicBezTo>
                  <a:pt x="1159742" y="34613"/>
                  <a:pt x="1167542" y="38407"/>
                  <a:pt x="1173427" y="45995"/>
                </a:cubicBezTo>
                <a:cubicBezTo>
                  <a:pt x="1178425" y="52477"/>
                  <a:pt x="1180924" y="59921"/>
                  <a:pt x="1180924" y="68326"/>
                </a:cubicBezTo>
                <a:cubicBezTo>
                  <a:pt x="1180924" y="74233"/>
                  <a:pt x="1179546" y="80212"/>
                  <a:pt x="1176790" y="86263"/>
                </a:cubicBezTo>
                <a:cubicBezTo>
                  <a:pt x="1174035" y="92313"/>
                  <a:pt x="1170240" y="96875"/>
                  <a:pt x="1165405" y="99948"/>
                </a:cubicBezTo>
                <a:cubicBezTo>
                  <a:pt x="1160571" y="103022"/>
                  <a:pt x="1155188" y="104559"/>
                  <a:pt x="1149256" y="104559"/>
                </a:cubicBezTo>
                <a:cubicBezTo>
                  <a:pt x="1139587" y="104559"/>
                  <a:pt x="1131904" y="100597"/>
                  <a:pt x="1126205" y="92672"/>
                </a:cubicBezTo>
                <a:cubicBezTo>
                  <a:pt x="1121394" y="85997"/>
                  <a:pt x="1118989" y="78506"/>
                  <a:pt x="1118989" y="70199"/>
                </a:cubicBezTo>
                <a:cubicBezTo>
                  <a:pt x="1118989" y="64147"/>
                  <a:pt x="1120449" y="58132"/>
                  <a:pt x="1123368" y="52153"/>
                </a:cubicBezTo>
                <a:cubicBezTo>
                  <a:pt x="1126287" y="46174"/>
                  <a:pt x="1130129" y="41756"/>
                  <a:pt x="1134893" y="38899"/>
                </a:cubicBezTo>
                <a:cubicBezTo>
                  <a:pt x="1139657" y="36041"/>
                  <a:pt x="1144702" y="34613"/>
                  <a:pt x="1150027" y="34613"/>
                </a:cubicBezTo>
                <a:moveTo>
                  <a:pt x="1147855" y="39372"/>
                </a:moveTo>
                <a:cubicBezTo>
                  <a:pt x="1145379" y="39372"/>
                  <a:pt x="1142892" y="40128"/>
                  <a:pt x="1140393" y="41641"/>
                </a:cubicBezTo>
                <a:cubicBezTo>
                  <a:pt x="1137894" y="43154"/>
                  <a:pt x="1135874" y="45807"/>
                  <a:pt x="1134333" y="49600"/>
                </a:cubicBezTo>
                <a:cubicBezTo>
                  <a:pt x="1132791" y="53393"/>
                  <a:pt x="1132020" y="58267"/>
                  <a:pt x="1132020" y="64220"/>
                </a:cubicBezTo>
                <a:cubicBezTo>
                  <a:pt x="1132020" y="73823"/>
                  <a:pt x="1133877" y="82106"/>
                  <a:pt x="1137590" y="89069"/>
                </a:cubicBezTo>
                <a:cubicBezTo>
                  <a:pt x="1141304" y="96030"/>
                  <a:pt x="1146196" y="99511"/>
                  <a:pt x="1152269" y="99511"/>
                </a:cubicBezTo>
                <a:cubicBezTo>
                  <a:pt x="1156799" y="99511"/>
                  <a:pt x="1160536" y="97591"/>
                  <a:pt x="1163479" y="93749"/>
                </a:cubicBezTo>
                <a:cubicBezTo>
                  <a:pt x="1166421" y="89908"/>
                  <a:pt x="1167892" y="83306"/>
                  <a:pt x="1167892" y="73944"/>
                </a:cubicBezTo>
                <a:cubicBezTo>
                  <a:pt x="1167892" y="62228"/>
                  <a:pt x="1165440" y="53008"/>
                  <a:pt x="1160536" y="46285"/>
                </a:cubicBezTo>
                <a:cubicBezTo>
                  <a:pt x="1157220" y="41676"/>
                  <a:pt x="1152993" y="39372"/>
                  <a:pt x="1147855" y="39372"/>
                </a:cubicBezTo>
                <a:close/>
                <a:moveTo>
                  <a:pt x="1209089" y="48602"/>
                </a:moveTo>
                <a:cubicBezTo>
                  <a:pt x="1216609" y="39276"/>
                  <a:pt x="1223779" y="34613"/>
                  <a:pt x="1230598" y="34613"/>
                </a:cubicBezTo>
                <a:cubicBezTo>
                  <a:pt x="1234101" y="34613"/>
                  <a:pt x="1237114" y="35512"/>
                  <a:pt x="1239636" y="37312"/>
                </a:cubicBezTo>
                <a:cubicBezTo>
                  <a:pt x="1242158" y="39110"/>
                  <a:pt x="1244167" y="42072"/>
                  <a:pt x="1245661" y="46197"/>
                </a:cubicBezTo>
                <a:cubicBezTo>
                  <a:pt x="1246689" y="49074"/>
                  <a:pt x="1247203" y="53487"/>
                  <a:pt x="1247203" y="59436"/>
                </a:cubicBezTo>
                <a:lnTo>
                  <a:pt x="1247203" y="87568"/>
                </a:lnTo>
                <a:cubicBezTo>
                  <a:pt x="1247203" y="91741"/>
                  <a:pt x="1247530" y="94572"/>
                  <a:pt x="1248184" y="96059"/>
                </a:cubicBezTo>
                <a:cubicBezTo>
                  <a:pt x="1248697" y="97258"/>
                  <a:pt x="1249526" y="98193"/>
                  <a:pt x="1250671" y="98864"/>
                </a:cubicBezTo>
                <a:cubicBezTo>
                  <a:pt x="1251815" y="99536"/>
                  <a:pt x="1253929" y="99872"/>
                  <a:pt x="1257011" y="99872"/>
                </a:cubicBezTo>
                <a:lnTo>
                  <a:pt x="1257011" y="102540"/>
                </a:lnTo>
                <a:lnTo>
                  <a:pt x="1225273" y="102540"/>
                </a:lnTo>
                <a:lnTo>
                  <a:pt x="1225273" y="99872"/>
                </a:lnTo>
                <a:lnTo>
                  <a:pt x="1226604" y="99872"/>
                </a:lnTo>
                <a:cubicBezTo>
                  <a:pt x="1229594" y="99872"/>
                  <a:pt x="1231684" y="99405"/>
                  <a:pt x="1232875" y="98472"/>
                </a:cubicBezTo>
                <a:cubicBezTo>
                  <a:pt x="1234066" y="97539"/>
                  <a:pt x="1234895" y="96165"/>
                  <a:pt x="1235362" y="94349"/>
                </a:cubicBezTo>
                <a:cubicBezTo>
                  <a:pt x="1235549" y="93631"/>
                  <a:pt x="1235642" y="91382"/>
                  <a:pt x="1235642" y="87604"/>
                </a:cubicBezTo>
                <a:lnTo>
                  <a:pt x="1235642" y="60700"/>
                </a:lnTo>
                <a:cubicBezTo>
                  <a:pt x="1235642" y="54723"/>
                  <a:pt x="1234883" y="50383"/>
                  <a:pt x="1233365" y="47680"/>
                </a:cubicBezTo>
                <a:cubicBezTo>
                  <a:pt x="1231847" y="44978"/>
                  <a:pt x="1229290" y="43626"/>
                  <a:pt x="1225694" y="43626"/>
                </a:cubicBezTo>
                <a:cubicBezTo>
                  <a:pt x="1220135" y="43626"/>
                  <a:pt x="1214600" y="46735"/>
                  <a:pt x="1209089" y="52953"/>
                </a:cubicBezTo>
                <a:lnTo>
                  <a:pt x="1209089" y="87604"/>
                </a:lnTo>
                <a:cubicBezTo>
                  <a:pt x="1209089" y="92052"/>
                  <a:pt x="1209346" y="94802"/>
                  <a:pt x="1209859" y="95854"/>
                </a:cubicBezTo>
                <a:cubicBezTo>
                  <a:pt x="1210513" y="97240"/>
                  <a:pt x="1211413" y="98257"/>
                  <a:pt x="1212557" y="98903"/>
                </a:cubicBezTo>
                <a:cubicBezTo>
                  <a:pt x="1213701" y="99549"/>
                  <a:pt x="1216025" y="99872"/>
                  <a:pt x="1219528" y="99872"/>
                </a:cubicBezTo>
                <a:lnTo>
                  <a:pt x="1219528" y="102540"/>
                </a:lnTo>
                <a:lnTo>
                  <a:pt x="1187790" y="102540"/>
                </a:lnTo>
                <a:lnTo>
                  <a:pt x="1187790" y="99872"/>
                </a:lnTo>
                <a:lnTo>
                  <a:pt x="1189191" y="99872"/>
                </a:lnTo>
                <a:cubicBezTo>
                  <a:pt x="1192461" y="99872"/>
                  <a:pt x="1194668" y="99021"/>
                  <a:pt x="1195812" y="97319"/>
                </a:cubicBezTo>
                <a:cubicBezTo>
                  <a:pt x="1196956" y="95615"/>
                  <a:pt x="1197528" y="92365"/>
                  <a:pt x="1197528" y="87568"/>
                </a:cubicBezTo>
                <a:lnTo>
                  <a:pt x="1197528" y="63105"/>
                </a:lnTo>
                <a:cubicBezTo>
                  <a:pt x="1197528" y="55191"/>
                  <a:pt x="1197353" y="50371"/>
                  <a:pt x="1197003" y="48645"/>
                </a:cubicBezTo>
                <a:cubicBezTo>
                  <a:pt x="1196653" y="46917"/>
                  <a:pt x="1196116" y="45741"/>
                  <a:pt x="1195392" y="45118"/>
                </a:cubicBezTo>
                <a:cubicBezTo>
                  <a:pt x="1194668" y="44495"/>
                  <a:pt x="1193698" y="44183"/>
                  <a:pt x="1192484" y="44183"/>
                </a:cubicBezTo>
                <a:cubicBezTo>
                  <a:pt x="1191176" y="44183"/>
                  <a:pt x="1189611" y="44543"/>
                  <a:pt x="1187790" y="45262"/>
                </a:cubicBezTo>
                <a:lnTo>
                  <a:pt x="1186739" y="42671"/>
                </a:lnTo>
                <a:lnTo>
                  <a:pt x="1206076" y="34613"/>
                </a:lnTo>
                <a:lnTo>
                  <a:pt x="1209089" y="34613"/>
                </a:lnTo>
                <a:lnTo>
                  <a:pt x="1209089" y="486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9DA75-9F57-46B5-9A62-E21EB64F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712" y="3333396"/>
            <a:ext cx="2550464" cy="1233"/>
          </a:xfrm>
          <a:custGeom xmlns:a="http://schemas.openxmlformats.org/drawingml/2006/main">
            <a:pathLst>
              <a:path w="2550464" h="1233" fill="none">
                <a:moveTo>
                  <a:pt x="0" y="1233"/>
                </a:moveTo>
                <a:lnTo>
                  <a:pt x="25504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08AAC-B2BF-4E07-98A3-E1FD1F8A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991" y="3566223"/>
            <a:ext cx="298387" cy="110760"/>
          </a:xfrm>
          <a:custGeom xmlns:a="http://schemas.openxmlformats.org/drawingml/2006/main">
            <a:pathLst>
              <a:path w="298387" h="110760">
                <a:moveTo>
                  <a:pt x="190771" y="110760"/>
                </a:moveTo>
                <a:lnTo>
                  <a:pt x="298387" y="55380"/>
                </a:lnTo>
                <a:lnTo>
                  <a:pt x="190771" y="0"/>
                </a:lnTo>
                <a:lnTo>
                  <a:pt x="190771" y="50765"/>
                </a:lnTo>
                <a:lnTo>
                  <a:pt x="0" y="50765"/>
                </a:lnTo>
                <a:lnTo>
                  <a:pt x="0" y="59995"/>
                </a:lnTo>
                <a:lnTo>
                  <a:pt x="190771" y="59995"/>
                </a:lnTo>
                <a:lnTo>
                  <a:pt x="190771" y="110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63a16a6d34bec"/>
          <a:stretch xmlns:a="http://schemas.openxmlformats.org/drawingml/2006/main"/>
        </p:blipFill>
        <p:spPr>
          <a:xfrm xmlns:a="http://schemas.openxmlformats.org/drawingml/2006/main">
            <a:off x="7496203" y="3413005"/>
            <a:ext cx="325999" cy="334906"/>
          </a:xfrm>
          <a:prstGeom xmlns:a="http://schemas.openxmlformats.org/drawingml/2006/main" prst="rect">
            <a:avLst/>
          </a:prstGeom>
        </p:spPr>
      </p:pic>
      <p:sp>
        <p:nvSpPr>
          <p:cNvPr id="160" name="Text CommitsPair">
            <a:extLst xmlns:a="http://schemas.openxmlformats.org/drawingml/2006/main">
              <a:ext uri="{FF2B5EF4-FFF2-40B4-BE49-F238E27FC236}">
                <a16:creationId xmlns:a16="http://schemas.microsoft.com/office/drawing/2014/main" id="{52F47129-0D6F-4438-B5D0-F097A6CB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740" y="3451771"/>
            <a:ext cx="812875" cy="102107"/>
          </a:xfrm>
          <a:custGeom xmlns:a="http://schemas.openxmlformats.org/drawingml/2006/main">
            <a:pathLst>
              <a:path w="812875" h="102107">
                <a:moveTo>
                  <a:pt x="94024" y="0"/>
                </a:moveTo>
                <a:lnTo>
                  <a:pt x="87018" y="31151"/>
                </a:lnTo>
                <a:lnTo>
                  <a:pt x="84285" y="31151"/>
                </a:lnTo>
                <a:cubicBezTo>
                  <a:pt x="83958" y="22618"/>
                  <a:pt x="81938" y="16255"/>
                  <a:pt x="78225" y="12060"/>
                </a:cubicBezTo>
                <a:cubicBezTo>
                  <a:pt x="74511" y="7866"/>
                  <a:pt x="69665" y="5769"/>
                  <a:pt x="63687" y="5769"/>
                </a:cubicBezTo>
                <a:cubicBezTo>
                  <a:pt x="57241" y="5769"/>
                  <a:pt x="50819" y="8603"/>
                  <a:pt x="44420" y="14271"/>
                </a:cubicBezTo>
                <a:cubicBezTo>
                  <a:pt x="38021" y="19939"/>
                  <a:pt x="32602" y="28609"/>
                  <a:pt x="28165" y="40280"/>
                </a:cubicBezTo>
                <a:cubicBezTo>
                  <a:pt x="24569" y="49743"/>
                  <a:pt x="22770" y="59086"/>
                  <a:pt x="22770" y="68308"/>
                </a:cubicBezTo>
                <a:cubicBezTo>
                  <a:pt x="22770" y="76571"/>
                  <a:pt x="24744" y="82876"/>
                  <a:pt x="28691" y="87223"/>
                </a:cubicBezTo>
                <a:cubicBezTo>
                  <a:pt x="32637" y="91569"/>
                  <a:pt x="38044" y="93742"/>
                  <a:pt x="44910" y="93742"/>
                </a:cubicBezTo>
                <a:cubicBezTo>
                  <a:pt x="50468" y="93742"/>
                  <a:pt x="55536" y="92487"/>
                  <a:pt x="60114" y="89977"/>
                </a:cubicBezTo>
                <a:cubicBezTo>
                  <a:pt x="64691" y="87465"/>
                  <a:pt x="69315" y="83384"/>
                  <a:pt x="73986" y="77734"/>
                </a:cubicBezTo>
                <a:lnTo>
                  <a:pt x="77349" y="77734"/>
                </a:lnTo>
                <a:cubicBezTo>
                  <a:pt x="71557" y="86728"/>
                  <a:pt x="65707" y="93039"/>
                  <a:pt x="59798" y="96667"/>
                </a:cubicBezTo>
                <a:cubicBezTo>
                  <a:pt x="53890" y="100294"/>
                  <a:pt x="46662" y="102107"/>
                  <a:pt x="38114" y="102107"/>
                </a:cubicBezTo>
                <a:cubicBezTo>
                  <a:pt x="26670" y="102107"/>
                  <a:pt x="17457" y="98543"/>
                  <a:pt x="10474" y="91415"/>
                </a:cubicBezTo>
                <a:cubicBezTo>
                  <a:pt x="3491" y="84285"/>
                  <a:pt x="0" y="74983"/>
                  <a:pt x="0" y="63510"/>
                </a:cubicBezTo>
                <a:cubicBezTo>
                  <a:pt x="0" y="52757"/>
                  <a:pt x="2779" y="42497"/>
                  <a:pt x="8337" y="32729"/>
                </a:cubicBezTo>
                <a:cubicBezTo>
                  <a:pt x="13896" y="22959"/>
                  <a:pt x="21895" y="15063"/>
                  <a:pt x="32334" y="9038"/>
                </a:cubicBezTo>
                <a:cubicBezTo>
                  <a:pt x="42773" y="3013"/>
                  <a:pt x="53154" y="0"/>
                  <a:pt x="63477" y="0"/>
                </a:cubicBezTo>
                <a:cubicBezTo>
                  <a:pt x="67400" y="0"/>
                  <a:pt x="72281" y="844"/>
                  <a:pt x="78120" y="2533"/>
                </a:cubicBezTo>
                <a:cubicBezTo>
                  <a:pt x="81109" y="3377"/>
                  <a:pt x="83187" y="3799"/>
                  <a:pt x="84355" y="3799"/>
                </a:cubicBezTo>
                <a:cubicBezTo>
                  <a:pt x="86691" y="3799"/>
                  <a:pt x="89049" y="2533"/>
                  <a:pt x="91431" y="0"/>
                </a:cubicBezTo>
                <a:lnTo>
                  <a:pt x="94024" y="0"/>
                </a:lnTo>
                <a:close/>
                <a:moveTo>
                  <a:pt x="134173" y="33026"/>
                </a:moveTo>
                <a:cubicBezTo>
                  <a:pt x="137863" y="33026"/>
                  <a:pt x="141331" y="33904"/>
                  <a:pt x="144577" y="35660"/>
                </a:cubicBezTo>
                <a:cubicBezTo>
                  <a:pt x="147823" y="37417"/>
                  <a:pt x="150276" y="39859"/>
                  <a:pt x="151934" y="42989"/>
                </a:cubicBezTo>
                <a:cubicBezTo>
                  <a:pt x="153592" y="46116"/>
                  <a:pt x="154421" y="49581"/>
                  <a:pt x="154421" y="53381"/>
                </a:cubicBezTo>
                <a:cubicBezTo>
                  <a:pt x="154421" y="61178"/>
                  <a:pt x="152307" y="68975"/>
                  <a:pt x="148080" y="76772"/>
                </a:cubicBezTo>
                <a:cubicBezTo>
                  <a:pt x="143853" y="84567"/>
                  <a:pt x="138283" y="90715"/>
                  <a:pt x="131370" y="95214"/>
                </a:cubicBezTo>
                <a:cubicBezTo>
                  <a:pt x="124458" y="99713"/>
                  <a:pt x="117498" y="101963"/>
                  <a:pt x="110492" y="101963"/>
                </a:cubicBezTo>
                <a:cubicBezTo>
                  <a:pt x="104139" y="101963"/>
                  <a:pt x="99223" y="100014"/>
                  <a:pt x="95744" y="96118"/>
                </a:cubicBezTo>
                <a:cubicBezTo>
                  <a:pt x="92264" y="92219"/>
                  <a:pt x="90524" y="87455"/>
                  <a:pt x="90524" y="81824"/>
                </a:cubicBezTo>
                <a:cubicBezTo>
                  <a:pt x="90524" y="75134"/>
                  <a:pt x="91820" y="68866"/>
                  <a:pt x="94412" y="63019"/>
                </a:cubicBezTo>
                <a:cubicBezTo>
                  <a:pt x="97005" y="57172"/>
                  <a:pt x="100298" y="52071"/>
                  <a:pt x="104291" y="47716"/>
                </a:cubicBezTo>
                <a:cubicBezTo>
                  <a:pt x="108285" y="43361"/>
                  <a:pt x="112874" y="39824"/>
                  <a:pt x="118058" y="37105"/>
                </a:cubicBezTo>
                <a:cubicBezTo>
                  <a:pt x="123243" y="34386"/>
                  <a:pt x="128615" y="33026"/>
                  <a:pt x="134173" y="33026"/>
                </a:cubicBezTo>
                <a:moveTo>
                  <a:pt x="131300" y="36920"/>
                </a:moveTo>
                <a:cubicBezTo>
                  <a:pt x="128825" y="36920"/>
                  <a:pt x="126770" y="37664"/>
                  <a:pt x="125135" y="39153"/>
                </a:cubicBezTo>
                <a:cubicBezTo>
                  <a:pt x="121865" y="42177"/>
                  <a:pt x="118175" y="49248"/>
                  <a:pt x="114065" y="60365"/>
                </a:cubicBezTo>
                <a:cubicBezTo>
                  <a:pt x="109955" y="71480"/>
                  <a:pt x="107899" y="81503"/>
                  <a:pt x="107899" y="90434"/>
                </a:cubicBezTo>
                <a:cubicBezTo>
                  <a:pt x="107899" y="92643"/>
                  <a:pt x="108553" y="94467"/>
                  <a:pt x="109861" y="95908"/>
                </a:cubicBezTo>
                <a:cubicBezTo>
                  <a:pt x="111169" y="97349"/>
                  <a:pt x="112710" y="98069"/>
                  <a:pt x="114485" y="98069"/>
                </a:cubicBezTo>
                <a:cubicBezTo>
                  <a:pt x="116307" y="98069"/>
                  <a:pt x="117918" y="97493"/>
                  <a:pt x="119320" y="96341"/>
                </a:cubicBezTo>
                <a:cubicBezTo>
                  <a:pt x="121375" y="94611"/>
                  <a:pt x="123897" y="90734"/>
                  <a:pt x="126886" y="84708"/>
                </a:cubicBezTo>
                <a:cubicBezTo>
                  <a:pt x="129876" y="78683"/>
                  <a:pt x="132328" y="72033"/>
                  <a:pt x="134243" y="64759"/>
                </a:cubicBezTo>
                <a:cubicBezTo>
                  <a:pt x="136158" y="57483"/>
                  <a:pt x="137115" y="50821"/>
                  <a:pt x="137115" y="44771"/>
                </a:cubicBezTo>
                <a:cubicBezTo>
                  <a:pt x="137115" y="42274"/>
                  <a:pt x="136532" y="40342"/>
                  <a:pt x="135364" y="38973"/>
                </a:cubicBezTo>
                <a:cubicBezTo>
                  <a:pt x="134196" y="37604"/>
                  <a:pt x="132842" y="36920"/>
                  <a:pt x="131300" y="36920"/>
                </a:cubicBezTo>
                <a:close/>
                <a:moveTo>
                  <a:pt x="196879" y="33026"/>
                </a:moveTo>
                <a:lnTo>
                  <a:pt x="187911" y="64067"/>
                </a:lnTo>
                <a:cubicBezTo>
                  <a:pt x="193937" y="54538"/>
                  <a:pt x="198327" y="48114"/>
                  <a:pt x="201083" y="44794"/>
                </a:cubicBezTo>
                <a:cubicBezTo>
                  <a:pt x="205147" y="39932"/>
                  <a:pt x="208498" y="36756"/>
                  <a:pt x="211137" y="35264"/>
                </a:cubicBezTo>
                <a:cubicBezTo>
                  <a:pt x="213776" y="33772"/>
                  <a:pt x="216427" y="33026"/>
                  <a:pt x="219089" y="33026"/>
                </a:cubicBezTo>
                <a:cubicBezTo>
                  <a:pt x="222125" y="33026"/>
                  <a:pt x="224321" y="33973"/>
                  <a:pt x="225675" y="35868"/>
                </a:cubicBezTo>
                <a:cubicBezTo>
                  <a:pt x="227030" y="37761"/>
                  <a:pt x="227707" y="39848"/>
                  <a:pt x="227707" y="42130"/>
                </a:cubicBezTo>
                <a:cubicBezTo>
                  <a:pt x="227707" y="44480"/>
                  <a:pt x="227076" y="47932"/>
                  <a:pt x="225815" y="52487"/>
                </a:cubicBezTo>
                <a:lnTo>
                  <a:pt x="222662" y="64067"/>
                </a:lnTo>
                <a:cubicBezTo>
                  <a:pt x="228735" y="54442"/>
                  <a:pt x="233102" y="48041"/>
                  <a:pt x="235764" y="44866"/>
                </a:cubicBezTo>
                <a:cubicBezTo>
                  <a:pt x="239874" y="39956"/>
                  <a:pt x="243448" y="36635"/>
                  <a:pt x="246484" y="34903"/>
                </a:cubicBezTo>
                <a:cubicBezTo>
                  <a:pt x="248586" y="33652"/>
                  <a:pt x="250828" y="33026"/>
                  <a:pt x="253210" y="33026"/>
                </a:cubicBezTo>
                <a:cubicBezTo>
                  <a:pt x="255685" y="33026"/>
                  <a:pt x="257752" y="33888"/>
                  <a:pt x="259410" y="35613"/>
                </a:cubicBezTo>
                <a:cubicBezTo>
                  <a:pt x="261068" y="37338"/>
                  <a:pt x="261897" y="39584"/>
                  <a:pt x="261897" y="42353"/>
                </a:cubicBezTo>
                <a:cubicBezTo>
                  <a:pt x="261897" y="45448"/>
                  <a:pt x="261197" y="49460"/>
                  <a:pt x="259796" y="54391"/>
                </a:cubicBezTo>
                <a:lnTo>
                  <a:pt x="252019" y="81441"/>
                </a:lnTo>
                <a:cubicBezTo>
                  <a:pt x="250851" y="85455"/>
                  <a:pt x="250267" y="88042"/>
                  <a:pt x="250267" y="89202"/>
                </a:cubicBezTo>
                <a:cubicBezTo>
                  <a:pt x="250267" y="89579"/>
                  <a:pt x="250419" y="89933"/>
                  <a:pt x="250722" y="90263"/>
                </a:cubicBezTo>
                <a:cubicBezTo>
                  <a:pt x="251026" y="90594"/>
                  <a:pt x="251365" y="90759"/>
                  <a:pt x="251738" y="90759"/>
                </a:cubicBezTo>
                <a:cubicBezTo>
                  <a:pt x="252252" y="90759"/>
                  <a:pt x="252696" y="90594"/>
                  <a:pt x="253070" y="90263"/>
                </a:cubicBezTo>
                <a:cubicBezTo>
                  <a:pt x="254751" y="88895"/>
                  <a:pt x="256526" y="86889"/>
                  <a:pt x="258394" y="84246"/>
                </a:cubicBezTo>
                <a:cubicBezTo>
                  <a:pt x="258815" y="83680"/>
                  <a:pt x="259445" y="82807"/>
                  <a:pt x="260286" y="81628"/>
                </a:cubicBezTo>
                <a:lnTo>
                  <a:pt x="262668" y="83185"/>
                </a:lnTo>
                <a:cubicBezTo>
                  <a:pt x="259445" y="89272"/>
                  <a:pt x="255907" y="93732"/>
                  <a:pt x="252054" y="96564"/>
                </a:cubicBezTo>
                <a:cubicBezTo>
                  <a:pt x="248200" y="99394"/>
                  <a:pt x="244639" y="100809"/>
                  <a:pt x="241369" y="100809"/>
                </a:cubicBezTo>
                <a:cubicBezTo>
                  <a:pt x="238520" y="100809"/>
                  <a:pt x="236231" y="99997"/>
                  <a:pt x="234503" y="98373"/>
                </a:cubicBezTo>
                <a:cubicBezTo>
                  <a:pt x="232775" y="96748"/>
                  <a:pt x="231911" y="94844"/>
                  <a:pt x="231911" y="92661"/>
                </a:cubicBezTo>
                <a:cubicBezTo>
                  <a:pt x="231911" y="90588"/>
                  <a:pt x="232495" y="87453"/>
                  <a:pt x="233662" y="83257"/>
                </a:cubicBezTo>
                <a:lnTo>
                  <a:pt x="241579" y="55047"/>
                </a:lnTo>
                <a:cubicBezTo>
                  <a:pt x="242654" y="51141"/>
                  <a:pt x="243191" y="48705"/>
                  <a:pt x="243191" y="47741"/>
                </a:cubicBezTo>
                <a:cubicBezTo>
                  <a:pt x="243191" y="47403"/>
                  <a:pt x="243027" y="47078"/>
                  <a:pt x="242700" y="46765"/>
                </a:cubicBezTo>
                <a:cubicBezTo>
                  <a:pt x="242373" y="46451"/>
                  <a:pt x="242046" y="46294"/>
                  <a:pt x="241719" y="46294"/>
                </a:cubicBezTo>
                <a:cubicBezTo>
                  <a:pt x="241112" y="46294"/>
                  <a:pt x="240505" y="46439"/>
                  <a:pt x="239898" y="46729"/>
                </a:cubicBezTo>
                <a:cubicBezTo>
                  <a:pt x="239010" y="47210"/>
                  <a:pt x="237644" y="48463"/>
                  <a:pt x="235799" y="50488"/>
                </a:cubicBezTo>
                <a:cubicBezTo>
                  <a:pt x="233954" y="52513"/>
                  <a:pt x="231303" y="56140"/>
                  <a:pt x="227847" y="61370"/>
                </a:cubicBezTo>
                <a:cubicBezTo>
                  <a:pt x="224391" y="66599"/>
                  <a:pt x="221997" y="70685"/>
                  <a:pt x="220666" y="73626"/>
                </a:cubicBezTo>
                <a:cubicBezTo>
                  <a:pt x="219334" y="76566"/>
                  <a:pt x="218015" y="80374"/>
                  <a:pt x="216707" y="85049"/>
                </a:cubicBezTo>
                <a:lnTo>
                  <a:pt x="212433" y="99944"/>
                </a:lnTo>
                <a:lnTo>
                  <a:pt x="194708" y="99944"/>
                </a:lnTo>
                <a:lnTo>
                  <a:pt x="207809" y="52919"/>
                </a:lnTo>
                <a:cubicBezTo>
                  <a:pt x="208510" y="50375"/>
                  <a:pt x="208860" y="48622"/>
                  <a:pt x="208860" y="47662"/>
                </a:cubicBezTo>
                <a:cubicBezTo>
                  <a:pt x="208860" y="47326"/>
                  <a:pt x="208708" y="47014"/>
                  <a:pt x="208405" y="46727"/>
                </a:cubicBezTo>
                <a:cubicBezTo>
                  <a:pt x="208101" y="46439"/>
                  <a:pt x="207786" y="46294"/>
                  <a:pt x="207459" y="46294"/>
                </a:cubicBezTo>
                <a:cubicBezTo>
                  <a:pt x="205731" y="46294"/>
                  <a:pt x="202998" y="48621"/>
                  <a:pt x="199262" y="53273"/>
                </a:cubicBezTo>
                <a:cubicBezTo>
                  <a:pt x="193563" y="60469"/>
                  <a:pt x="188379" y="69128"/>
                  <a:pt x="183708" y="79251"/>
                </a:cubicBezTo>
                <a:lnTo>
                  <a:pt x="178033" y="99944"/>
                </a:lnTo>
                <a:lnTo>
                  <a:pt x="160167" y="99944"/>
                </a:lnTo>
                <a:lnTo>
                  <a:pt x="173338" y="53577"/>
                </a:lnTo>
                <a:cubicBezTo>
                  <a:pt x="174646" y="49010"/>
                  <a:pt x="175300" y="45766"/>
                  <a:pt x="175300" y="43843"/>
                </a:cubicBezTo>
                <a:cubicBezTo>
                  <a:pt x="175300" y="43073"/>
                  <a:pt x="175113" y="42412"/>
                  <a:pt x="174740" y="41860"/>
                </a:cubicBezTo>
                <a:cubicBezTo>
                  <a:pt x="174366" y="41307"/>
                  <a:pt x="173759" y="40874"/>
                  <a:pt x="172918" y="40562"/>
                </a:cubicBezTo>
                <a:cubicBezTo>
                  <a:pt x="172077" y="40249"/>
                  <a:pt x="170466" y="40093"/>
                  <a:pt x="168084" y="40093"/>
                </a:cubicBezTo>
                <a:lnTo>
                  <a:pt x="168784" y="37353"/>
                </a:lnTo>
                <a:lnTo>
                  <a:pt x="192676" y="33026"/>
                </a:lnTo>
                <a:lnTo>
                  <a:pt x="196879" y="33026"/>
                </a:lnTo>
                <a:close/>
                <a:moveTo>
                  <a:pt x="308971" y="33026"/>
                </a:moveTo>
                <a:lnTo>
                  <a:pt x="300003" y="64067"/>
                </a:lnTo>
                <a:cubicBezTo>
                  <a:pt x="306028" y="54538"/>
                  <a:pt x="310419" y="48114"/>
                  <a:pt x="313174" y="44794"/>
                </a:cubicBezTo>
                <a:cubicBezTo>
                  <a:pt x="317238" y="39932"/>
                  <a:pt x="320589" y="36756"/>
                  <a:pt x="323228" y="35264"/>
                </a:cubicBezTo>
                <a:cubicBezTo>
                  <a:pt x="325867" y="33772"/>
                  <a:pt x="328518" y="33026"/>
                  <a:pt x="331180" y="33026"/>
                </a:cubicBezTo>
                <a:cubicBezTo>
                  <a:pt x="334216" y="33026"/>
                  <a:pt x="336412" y="33973"/>
                  <a:pt x="337766" y="35868"/>
                </a:cubicBezTo>
                <a:cubicBezTo>
                  <a:pt x="339121" y="37761"/>
                  <a:pt x="339798" y="39848"/>
                  <a:pt x="339798" y="42130"/>
                </a:cubicBezTo>
                <a:cubicBezTo>
                  <a:pt x="339798" y="44480"/>
                  <a:pt x="339168" y="47932"/>
                  <a:pt x="337906" y="52487"/>
                </a:cubicBezTo>
                <a:lnTo>
                  <a:pt x="334754" y="64067"/>
                </a:lnTo>
                <a:cubicBezTo>
                  <a:pt x="340826" y="54442"/>
                  <a:pt x="345193" y="48041"/>
                  <a:pt x="347855" y="44866"/>
                </a:cubicBezTo>
                <a:cubicBezTo>
                  <a:pt x="351966" y="39956"/>
                  <a:pt x="355539" y="36635"/>
                  <a:pt x="358575" y="34903"/>
                </a:cubicBezTo>
                <a:cubicBezTo>
                  <a:pt x="360677" y="33652"/>
                  <a:pt x="362919" y="33026"/>
                  <a:pt x="365301" y="33026"/>
                </a:cubicBezTo>
                <a:cubicBezTo>
                  <a:pt x="367776" y="33026"/>
                  <a:pt x="369843" y="33888"/>
                  <a:pt x="371501" y="35613"/>
                </a:cubicBezTo>
                <a:cubicBezTo>
                  <a:pt x="373159" y="37338"/>
                  <a:pt x="373989" y="39584"/>
                  <a:pt x="373989" y="42353"/>
                </a:cubicBezTo>
                <a:cubicBezTo>
                  <a:pt x="373989" y="45448"/>
                  <a:pt x="373288" y="49460"/>
                  <a:pt x="371887" y="54391"/>
                </a:cubicBezTo>
                <a:lnTo>
                  <a:pt x="364110" y="81441"/>
                </a:lnTo>
                <a:cubicBezTo>
                  <a:pt x="362942" y="85455"/>
                  <a:pt x="362358" y="88042"/>
                  <a:pt x="362358" y="89202"/>
                </a:cubicBezTo>
                <a:cubicBezTo>
                  <a:pt x="362358" y="89579"/>
                  <a:pt x="362510" y="89933"/>
                  <a:pt x="362814" y="90263"/>
                </a:cubicBezTo>
                <a:cubicBezTo>
                  <a:pt x="363117" y="90594"/>
                  <a:pt x="363456" y="90759"/>
                  <a:pt x="363829" y="90759"/>
                </a:cubicBezTo>
                <a:cubicBezTo>
                  <a:pt x="364343" y="90759"/>
                  <a:pt x="364787" y="90594"/>
                  <a:pt x="365161" y="90263"/>
                </a:cubicBezTo>
                <a:cubicBezTo>
                  <a:pt x="366842" y="88895"/>
                  <a:pt x="368617" y="86889"/>
                  <a:pt x="370485" y="84246"/>
                </a:cubicBezTo>
                <a:cubicBezTo>
                  <a:pt x="370906" y="83680"/>
                  <a:pt x="371536" y="82807"/>
                  <a:pt x="372377" y="81628"/>
                </a:cubicBezTo>
                <a:lnTo>
                  <a:pt x="374759" y="83185"/>
                </a:lnTo>
                <a:cubicBezTo>
                  <a:pt x="371536" y="89272"/>
                  <a:pt x="367998" y="93732"/>
                  <a:pt x="364145" y="96564"/>
                </a:cubicBezTo>
                <a:cubicBezTo>
                  <a:pt x="360291" y="99394"/>
                  <a:pt x="356730" y="100809"/>
                  <a:pt x="353460" y="100809"/>
                </a:cubicBezTo>
                <a:cubicBezTo>
                  <a:pt x="350611" y="100809"/>
                  <a:pt x="348322" y="99997"/>
                  <a:pt x="346594" y="98373"/>
                </a:cubicBezTo>
                <a:cubicBezTo>
                  <a:pt x="344866" y="96748"/>
                  <a:pt x="344002" y="94844"/>
                  <a:pt x="344002" y="92661"/>
                </a:cubicBezTo>
                <a:cubicBezTo>
                  <a:pt x="344002" y="90588"/>
                  <a:pt x="344586" y="87453"/>
                  <a:pt x="345753" y="83257"/>
                </a:cubicBezTo>
                <a:lnTo>
                  <a:pt x="353670" y="55047"/>
                </a:lnTo>
                <a:cubicBezTo>
                  <a:pt x="354745" y="51141"/>
                  <a:pt x="355282" y="48705"/>
                  <a:pt x="355282" y="47741"/>
                </a:cubicBezTo>
                <a:cubicBezTo>
                  <a:pt x="355282" y="47403"/>
                  <a:pt x="355118" y="47078"/>
                  <a:pt x="354791" y="46765"/>
                </a:cubicBezTo>
                <a:cubicBezTo>
                  <a:pt x="354464" y="46451"/>
                  <a:pt x="354138" y="46294"/>
                  <a:pt x="353811" y="46294"/>
                </a:cubicBezTo>
                <a:cubicBezTo>
                  <a:pt x="353203" y="46294"/>
                  <a:pt x="352596" y="46439"/>
                  <a:pt x="351989" y="46729"/>
                </a:cubicBezTo>
                <a:cubicBezTo>
                  <a:pt x="351101" y="47210"/>
                  <a:pt x="349735" y="48463"/>
                  <a:pt x="347890" y="50488"/>
                </a:cubicBezTo>
                <a:cubicBezTo>
                  <a:pt x="346045" y="52513"/>
                  <a:pt x="343395" y="56140"/>
                  <a:pt x="339938" y="61370"/>
                </a:cubicBezTo>
                <a:cubicBezTo>
                  <a:pt x="336482" y="66599"/>
                  <a:pt x="334088" y="70685"/>
                  <a:pt x="332757" y="73626"/>
                </a:cubicBezTo>
                <a:cubicBezTo>
                  <a:pt x="331426" y="76566"/>
                  <a:pt x="330106" y="80374"/>
                  <a:pt x="328798" y="85049"/>
                </a:cubicBezTo>
                <a:lnTo>
                  <a:pt x="324524" y="99944"/>
                </a:lnTo>
                <a:lnTo>
                  <a:pt x="306799" y="99944"/>
                </a:lnTo>
                <a:lnTo>
                  <a:pt x="319900" y="52919"/>
                </a:lnTo>
                <a:cubicBezTo>
                  <a:pt x="320601" y="50375"/>
                  <a:pt x="320951" y="48622"/>
                  <a:pt x="320951" y="47662"/>
                </a:cubicBezTo>
                <a:cubicBezTo>
                  <a:pt x="320951" y="47326"/>
                  <a:pt x="320799" y="47014"/>
                  <a:pt x="320496" y="46727"/>
                </a:cubicBezTo>
                <a:cubicBezTo>
                  <a:pt x="320192" y="46439"/>
                  <a:pt x="319877" y="46294"/>
                  <a:pt x="319550" y="46294"/>
                </a:cubicBezTo>
                <a:cubicBezTo>
                  <a:pt x="317822" y="46294"/>
                  <a:pt x="315089" y="48621"/>
                  <a:pt x="311353" y="53273"/>
                </a:cubicBezTo>
                <a:cubicBezTo>
                  <a:pt x="305654" y="60469"/>
                  <a:pt x="300470" y="69128"/>
                  <a:pt x="295799" y="79251"/>
                </a:cubicBezTo>
                <a:lnTo>
                  <a:pt x="290124" y="99944"/>
                </a:lnTo>
                <a:lnTo>
                  <a:pt x="272258" y="99944"/>
                </a:lnTo>
                <a:lnTo>
                  <a:pt x="285430" y="53577"/>
                </a:lnTo>
                <a:cubicBezTo>
                  <a:pt x="286737" y="49010"/>
                  <a:pt x="287391" y="45766"/>
                  <a:pt x="287391" y="43843"/>
                </a:cubicBezTo>
                <a:cubicBezTo>
                  <a:pt x="287391" y="43073"/>
                  <a:pt x="287205" y="42412"/>
                  <a:pt x="286831" y="41860"/>
                </a:cubicBezTo>
                <a:cubicBezTo>
                  <a:pt x="286457" y="41307"/>
                  <a:pt x="285850" y="40874"/>
                  <a:pt x="285009" y="40562"/>
                </a:cubicBezTo>
                <a:cubicBezTo>
                  <a:pt x="284169" y="40249"/>
                  <a:pt x="282557" y="40093"/>
                  <a:pt x="280175" y="40093"/>
                </a:cubicBezTo>
                <a:lnTo>
                  <a:pt x="280876" y="37353"/>
                </a:lnTo>
                <a:lnTo>
                  <a:pt x="304767" y="33026"/>
                </a:lnTo>
                <a:lnTo>
                  <a:pt x="308971" y="33026"/>
                </a:lnTo>
                <a:close/>
                <a:moveTo>
                  <a:pt x="415179" y="0"/>
                </a:moveTo>
                <a:cubicBezTo>
                  <a:pt x="418075" y="0"/>
                  <a:pt x="420516" y="1041"/>
                  <a:pt x="422501" y="3123"/>
                </a:cubicBezTo>
                <a:cubicBezTo>
                  <a:pt x="424486" y="5204"/>
                  <a:pt x="425478" y="7720"/>
                  <a:pt x="425478" y="10672"/>
                </a:cubicBezTo>
                <a:cubicBezTo>
                  <a:pt x="425478" y="13624"/>
                  <a:pt x="424474" y="16141"/>
                  <a:pt x="422466" y="18223"/>
                </a:cubicBezTo>
                <a:cubicBezTo>
                  <a:pt x="420457" y="20304"/>
                  <a:pt x="418028" y="21344"/>
                  <a:pt x="415179" y="21344"/>
                </a:cubicBezTo>
                <a:cubicBezTo>
                  <a:pt x="412377" y="21344"/>
                  <a:pt x="409971" y="20304"/>
                  <a:pt x="407963" y="18223"/>
                </a:cubicBezTo>
                <a:cubicBezTo>
                  <a:pt x="405954" y="16141"/>
                  <a:pt x="404950" y="13624"/>
                  <a:pt x="404950" y="10672"/>
                </a:cubicBezTo>
                <a:cubicBezTo>
                  <a:pt x="404950" y="7720"/>
                  <a:pt x="405943" y="5204"/>
                  <a:pt x="407928" y="3123"/>
                </a:cubicBezTo>
                <a:cubicBezTo>
                  <a:pt x="409913" y="1041"/>
                  <a:pt x="412330" y="0"/>
                  <a:pt x="415179" y="0"/>
                </a:cubicBezTo>
                <a:moveTo>
                  <a:pt x="419523" y="33026"/>
                </a:moveTo>
                <a:lnTo>
                  <a:pt x="405160" y="83947"/>
                </a:lnTo>
                <a:cubicBezTo>
                  <a:pt x="404366" y="86860"/>
                  <a:pt x="403969" y="88770"/>
                  <a:pt x="403969" y="89677"/>
                </a:cubicBezTo>
                <a:cubicBezTo>
                  <a:pt x="403969" y="90227"/>
                  <a:pt x="404179" y="90739"/>
                  <a:pt x="404600" y="91214"/>
                </a:cubicBezTo>
                <a:cubicBezTo>
                  <a:pt x="405020" y="91687"/>
                  <a:pt x="405464" y="91924"/>
                  <a:pt x="405931" y="91924"/>
                </a:cubicBezTo>
                <a:cubicBezTo>
                  <a:pt x="406725" y="91924"/>
                  <a:pt x="407519" y="91549"/>
                  <a:pt x="408313" y="90799"/>
                </a:cubicBezTo>
                <a:cubicBezTo>
                  <a:pt x="410415" y="88952"/>
                  <a:pt x="412937" y="85606"/>
                  <a:pt x="415880" y="80763"/>
                </a:cubicBezTo>
                <a:lnTo>
                  <a:pt x="418262" y="82261"/>
                </a:lnTo>
                <a:cubicBezTo>
                  <a:pt x="411209" y="95396"/>
                  <a:pt x="403712" y="101963"/>
                  <a:pt x="395772" y="101963"/>
                </a:cubicBezTo>
                <a:cubicBezTo>
                  <a:pt x="392736" y="101963"/>
                  <a:pt x="390319" y="101086"/>
                  <a:pt x="388520" y="99331"/>
                </a:cubicBezTo>
                <a:cubicBezTo>
                  <a:pt x="386722" y="97576"/>
                  <a:pt x="385823" y="95353"/>
                  <a:pt x="385823" y="92661"/>
                </a:cubicBezTo>
                <a:cubicBezTo>
                  <a:pt x="385823" y="90882"/>
                  <a:pt x="386220" y="88623"/>
                  <a:pt x="387014" y="85882"/>
                </a:cubicBezTo>
                <a:lnTo>
                  <a:pt x="396753" y="51414"/>
                </a:lnTo>
                <a:cubicBezTo>
                  <a:pt x="397687" y="48097"/>
                  <a:pt x="398154" y="45597"/>
                  <a:pt x="398154" y="43915"/>
                </a:cubicBezTo>
                <a:cubicBezTo>
                  <a:pt x="398154" y="42857"/>
                  <a:pt x="397710" y="41920"/>
                  <a:pt x="396823" y="41102"/>
                </a:cubicBezTo>
                <a:cubicBezTo>
                  <a:pt x="395935" y="40285"/>
                  <a:pt x="394721" y="39877"/>
                  <a:pt x="393179" y="39877"/>
                </a:cubicBezTo>
                <a:cubicBezTo>
                  <a:pt x="392479" y="39877"/>
                  <a:pt x="391638" y="39901"/>
                  <a:pt x="390657" y="39949"/>
                </a:cubicBezTo>
                <a:lnTo>
                  <a:pt x="391568" y="37064"/>
                </a:lnTo>
                <a:lnTo>
                  <a:pt x="415319" y="33026"/>
                </a:lnTo>
                <a:lnTo>
                  <a:pt x="419523" y="33026"/>
                </a:lnTo>
                <a:close/>
                <a:moveTo>
                  <a:pt x="464440" y="15431"/>
                </a:moveTo>
                <a:lnTo>
                  <a:pt x="458835" y="35045"/>
                </a:lnTo>
                <a:lnTo>
                  <a:pt x="468013" y="35045"/>
                </a:lnTo>
                <a:lnTo>
                  <a:pt x="465561" y="43410"/>
                </a:lnTo>
                <a:lnTo>
                  <a:pt x="456522" y="43410"/>
                </a:lnTo>
                <a:lnTo>
                  <a:pt x="444822" y="85224"/>
                </a:lnTo>
                <a:cubicBezTo>
                  <a:pt x="444075" y="87820"/>
                  <a:pt x="443701" y="89791"/>
                  <a:pt x="443701" y="91137"/>
                </a:cubicBezTo>
                <a:cubicBezTo>
                  <a:pt x="443701" y="91765"/>
                  <a:pt x="443911" y="92308"/>
                  <a:pt x="444332" y="92767"/>
                </a:cubicBezTo>
                <a:cubicBezTo>
                  <a:pt x="444752" y="93225"/>
                  <a:pt x="445219" y="93454"/>
                  <a:pt x="445733" y="93454"/>
                </a:cubicBezTo>
                <a:cubicBezTo>
                  <a:pt x="446527" y="93454"/>
                  <a:pt x="447344" y="93117"/>
                  <a:pt x="448185" y="92444"/>
                </a:cubicBezTo>
                <a:cubicBezTo>
                  <a:pt x="450334" y="90762"/>
                  <a:pt x="452832" y="87829"/>
                  <a:pt x="455682" y="83647"/>
                </a:cubicBezTo>
                <a:lnTo>
                  <a:pt x="458134" y="85233"/>
                </a:lnTo>
                <a:cubicBezTo>
                  <a:pt x="454911" y="91002"/>
                  <a:pt x="451361" y="95233"/>
                  <a:pt x="447484" y="97925"/>
                </a:cubicBezTo>
                <a:cubicBezTo>
                  <a:pt x="443608" y="100617"/>
                  <a:pt x="439801" y="101963"/>
                  <a:pt x="436064" y="101963"/>
                </a:cubicBezTo>
                <a:cubicBezTo>
                  <a:pt x="432888" y="101963"/>
                  <a:pt x="430424" y="101134"/>
                  <a:pt x="428673" y="99475"/>
                </a:cubicBezTo>
                <a:cubicBezTo>
                  <a:pt x="426921" y="97817"/>
                  <a:pt x="426045" y="95713"/>
                  <a:pt x="426045" y="93166"/>
                </a:cubicBezTo>
                <a:cubicBezTo>
                  <a:pt x="426045" y="90377"/>
                  <a:pt x="426653" y="86796"/>
                  <a:pt x="427867" y="82421"/>
                </a:cubicBezTo>
                <a:lnTo>
                  <a:pt x="438937" y="43410"/>
                </a:lnTo>
                <a:lnTo>
                  <a:pt x="429408" y="43410"/>
                </a:lnTo>
                <a:lnTo>
                  <a:pt x="430810" y="38060"/>
                </a:lnTo>
                <a:cubicBezTo>
                  <a:pt x="436788" y="35795"/>
                  <a:pt x="441833" y="33144"/>
                  <a:pt x="445943" y="30108"/>
                </a:cubicBezTo>
                <a:cubicBezTo>
                  <a:pt x="450053" y="27072"/>
                  <a:pt x="455004" y="22180"/>
                  <a:pt x="460796" y="15431"/>
                </a:cubicBezTo>
                <a:lnTo>
                  <a:pt x="464440" y="15431"/>
                </a:lnTo>
                <a:close/>
                <a:moveTo>
                  <a:pt x="517064" y="33026"/>
                </a:moveTo>
                <a:lnTo>
                  <a:pt x="513982" y="55380"/>
                </a:lnTo>
                <a:lnTo>
                  <a:pt x="511389" y="55380"/>
                </a:lnTo>
                <a:cubicBezTo>
                  <a:pt x="511016" y="49656"/>
                  <a:pt x="509299" y="45149"/>
                  <a:pt x="506240" y="41857"/>
                </a:cubicBezTo>
                <a:cubicBezTo>
                  <a:pt x="503180" y="38566"/>
                  <a:pt x="499899" y="36920"/>
                  <a:pt x="496396" y="36920"/>
                </a:cubicBezTo>
                <a:cubicBezTo>
                  <a:pt x="494247" y="36920"/>
                  <a:pt x="492472" y="37569"/>
                  <a:pt x="491071" y="38867"/>
                </a:cubicBezTo>
                <a:cubicBezTo>
                  <a:pt x="489670" y="40165"/>
                  <a:pt x="488969" y="41727"/>
                  <a:pt x="488969" y="43554"/>
                </a:cubicBezTo>
                <a:cubicBezTo>
                  <a:pt x="488969" y="45093"/>
                  <a:pt x="489273" y="46535"/>
                  <a:pt x="489880" y="47881"/>
                </a:cubicBezTo>
                <a:cubicBezTo>
                  <a:pt x="490487" y="49227"/>
                  <a:pt x="491842" y="51054"/>
                  <a:pt x="493944" y="53361"/>
                </a:cubicBezTo>
                <a:cubicBezTo>
                  <a:pt x="501324" y="61533"/>
                  <a:pt x="505808" y="67152"/>
                  <a:pt x="507396" y="70217"/>
                </a:cubicBezTo>
                <a:cubicBezTo>
                  <a:pt x="508984" y="73281"/>
                  <a:pt x="509778" y="76562"/>
                  <a:pt x="509778" y="80057"/>
                </a:cubicBezTo>
                <a:cubicBezTo>
                  <a:pt x="509778" y="83840"/>
                  <a:pt x="508844" y="87419"/>
                  <a:pt x="506975" y="90795"/>
                </a:cubicBezTo>
                <a:cubicBezTo>
                  <a:pt x="505107" y="94171"/>
                  <a:pt x="502316" y="96876"/>
                  <a:pt x="498603" y="98912"/>
                </a:cubicBezTo>
                <a:cubicBezTo>
                  <a:pt x="494890" y="100946"/>
                  <a:pt x="491024" y="101963"/>
                  <a:pt x="487008" y="101963"/>
                </a:cubicBezTo>
                <a:cubicBezTo>
                  <a:pt x="484298" y="101963"/>
                  <a:pt x="480959" y="101433"/>
                  <a:pt x="476989" y="100374"/>
                </a:cubicBezTo>
                <a:cubicBezTo>
                  <a:pt x="474373" y="99637"/>
                  <a:pt x="472411" y="99268"/>
                  <a:pt x="471103" y="99268"/>
                </a:cubicBezTo>
                <a:cubicBezTo>
                  <a:pt x="469936" y="99268"/>
                  <a:pt x="469025" y="99441"/>
                  <a:pt x="468371" y="99786"/>
                </a:cubicBezTo>
                <a:cubicBezTo>
                  <a:pt x="467717" y="100132"/>
                  <a:pt x="466993" y="100857"/>
                  <a:pt x="466199" y="101963"/>
                </a:cubicBezTo>
                <a:lnTo>
                  <a:pt x="463607" y="101963"/>
                </a:lnTo>
                <a:lnTo>
                  <a:pt x="467040" y="77878"/>
                </a:lnTo>
                <a:lnTo>
                  <a:pt x="469282" y="77878"/>
                </a:lnTo>
                <a:cubicBezTo>
                  <a:pt x="470917" y="83757"/>
                  <a:pt x="472446" y="87947"/>
                  <a:pt x="473871" y="90448"/>
                </a:cubicBezTo>
                <a:cubicBezTo>
                  <a:pt x="475295" y="92949"/>
                  <a:pt x="477199" y="94941"/>
                  <a:pt x="479581" y="96424"/>
                </a:cubicBezTo>
                <a:cubicBezTo>
                  <a:pt x="481963" y="97905"/>
                  <a:pt x="484252" y="98646"/>
                  <a:pt x="486447" y="98646"/>
                </a:cubicBezTo>
                <a:cubicBezTo>
                  <a:pt x="489016" y="98646"/>
                  <a:pt x="491141" y="97817"/>
                  <a:pt x="492823" y="96158"/>
                </a:cubicBezTo>
                <a:cubicBezTo>
                  <a:pt x="494504" y="94500"/>
                  <a:pt x="495345" y="92517"/>
                  <a:pt x="495345" y="90209"/>
                </a:cubicBezTo>
                <a:cubicBezTo>
                  <a:pt x="495345" y="87950"/>
                  <a:pt x="494796" y="85762"/>
                  <a:pt x="493699" y="83647"/>
                </a:cubicBezTo>
                <a:cubicBezTo>
                  <a:pt x="492601" y="81532"/>
                  <a:pt x="490067" y="78239"/>
                  <a:pt x="486097" y="73768"/>
                </a:cubicBezTo>
                <a:cubicBezTo>
                  <a:pt x="480632" y="67663"/>
                  <a:pt x="477035" y="62940"/>
                  <a:pt x="475307" y="59601"/>
                </a:cubicBezTo>
                <a:cubicBezTo>
                  <a:pt x="474093" y="57181"/>
                  <a:pt x="473486" y="54422"/>
                  <a:pt x="473486" y="51324"/>
                </a:cubicBezTo>
                <a:cubicBezTo>
                  <a:pt x="473486" y="46096"/>
                  <a:pt x="475319" y="41739"/>
                  <a:pt x="478985" y="38254"/>
                </a:cubicBezTo>
                <a:cubicBezTo>
                  <a:pt x="482652" y="34769"/>
                  <a:pt x="487802" y="33026"/>
                  <a:pt x="494434" y="33026"/>
                </a:cubicBezTo>
                <a:cubicBezTo>
                  <a:pt x="497330" y="33026"/>
                  <a:pt x="500880" y="33586"/>
                  <a:pt x="505084" y="34705"/>
                </a:cubicBezTo>
                <a:cubicBezTo>
                  <a:pt x="507186" y="35265"/>
                  <a:pt x="508867" y="35546"/>
                  <a:pt x="510128" y="35546"/>
                </a:cubicBezTo>
                <a:cubicBezTo>
                  <a:pt x="511950" y="35546"/>
                  <a:pt x="513421" y="34706"/>
                  <a:pt x="514542" y="33026"/>
                </a:cubicBezTo>
                <a:lnTo>
                  <a:pt x="517064" y="33026"/>
                </a:lnTo>
                <a:close/>
                <a:moveTo>
                  <a:pt x="596301" y="55078"/>
                </a:moveTo>
                <a:lnTo>
                  <a:pt x="588594" y="82306"/>
                </a:lnTo>
                <a:cubicBezTo>
                  <a:pt x="587520" y="86163"/>
                  <a:pt x="586983" y="88886"/>
                  <a:pt x="586983" y="90477"/>
                </a:cubicBezTo>
                <a:cubicBezTo>
                  <a:pt x="586983" y="92696"/>
                  <a:pt x="587683" y="94372"/>
                  <a:pt x="589085" y="95505"/>
                </a:cubicBezTo>
                <a:cubicBezTo>
                  <a:pt x="590486" y="96637"/>
                  <a:pt x="593662" y="97252"/>
                  <a:pt x="598613" y="97348"/>
                </a:cubicBezTo>
                <a:lnTo>
                  <a:pt x="597702" y="99944"/>
                </a:lnTo>
                <a:lnTo>
                  <a:pt x="551321" y="99944"/>
                </a:lnTo>
                <a:lnTo>
                  <a:pt x="552092" y="97348"/>
                </a:lnTo>
                <a:cubicBezTo>
                  <a:pt x="556015" y="97300"/>
                  <a:pt x="558794" y="96902"/>
                  <a:pt x="560429" y="96156"/>
                </a:cubicBezTo>
                <a:cubicBezTo>
                  <a:pt x="562064" y="95408"/>
                  <a:pt x="563418" y="94190"/>
                  <a:pt x="564493" y="92503"/>
                </a:cubicBezTo>
                <a:cubicBezTo>
                  <a:pt x="565287" y="91394"/>
                  <a:pt x="566478" y="87995"/>
                  <a:pt x="568066" y="82306"/>
                </a:cubicBezTo>
                <a:lnTo>
                  <a:pt x="585652" y="20243"/>
                </a:lnTo>
                <a:cubicBezTo>
                  <a:pt x="586866" y="16075"/>
                  <a:pt x="587473" y="13095"/>
                  <a:pt x="587473" y="11301"/>
                </a:cubicBezTo>
                <a:cubicBezTo>
                  <a:pt x="587473" y="9509"/>
                  <a:pt x="586703" y="7995"/>
                  <a:pt x="585161" y="6760"/>
                </a:cubicBezTo>
                <a:cubicBezTo>
                  <a:pt x="583620" y="5524"/>
                  <a:pt x="580817" y="4857"/>
                  <a:pt x="576754" y="4759"/>
                </a:cubicBezTo>
                <a:lnTo>
                  <a:pt x="577524" y="2163"/>
                </a:lnTo>
                <a:lnTo>
                  <a:pt x="615148" y="2163"/>
                </a:lnTo>
                <a:cubicBezTo>
                  <a:pt x="625470" y="2163"/>
                  <a:pt x="632897" y="3511"/>
                  <a:pt x="637428" y="6206"/>
                </a:cubicBezTo>
                <a:cubicBezTo>
                  <a:pt x="644434" y="10442"/>
                  <a:pt x="647937" y="16797"/>
                  <a:pt x="647937" y="25270"/>
                </a:cubicBezTo>
                <a:cubicBezTo>
                  <a:pt x="647937" y="33453"/>
                  <a:pt x="644446" y="40662"/>
                  <a:pt x="637463" y="46896"/>
                </a:cubicBezTo>
                <a:cubicBezTo>
                  <a:pt x="630480" y="53129"/>
                  <a:pt x="621080" y="56245"/>
                  <a:pt x="609263" y="56245"/>
                </a:cubicBezTo>
                <a:cubicBezTo>
                  <a:pt x="605713" y="56245"/>
                  <a:pt x="601392" y="55856"/>
                  <a:pt x="596301" y="55078"/>
                </a:cubicBezTo>
                <a:moveTo>
                  <a:pt x="597702" y="49467"/>
                </a:moveTo>
                <a:cubicBezTo>
                  <a:pt x="600738" y="49852"/>
                  <a:pt x="603261" y="50044"/>
                  <a:pt x="605269" y="50044"/>
                </a:cubicBezTo>
                <a:cubicBezTo>
                  <a:pt x="611715" y="50044"/>
                  <a:pt x="616783" y="47021"/>
                  <a:pt x="620473" y="40974"/>
                </a:cubicBezTo>
                <a:cubicBezTo>
                  <a:pt x="624163" y="34927"/>
                  <a:pt x="626008" y="28616"/>
                  <a:pt x="626008" y="22041"/>
                </a:cubicBezTo>
                <a:cubicBezTo>
                  <a:pt x="626008" y="17577"/>
                  <a:pt x="624816" y="14110"/>
                  <a:pt x="622434" y="11639"/>
                </a:cubicBezTo>
                <a:cubicBezTo>
                  <a:pt x="620052" y="9168"/>
                  <a:pt x="616759" y="7932"/>
                  <a:pt x="612556" y="7932"/>
                </a:cubicBezTo>
                <a:cubicBezTo>
                  <a:pt x="611668" y="7932"/>
                  <a:pt x="610570" y="7980"/>
                  <a:pt x="609263" y="8076"/>
                </a:cubicBezTo>
                <a:lnTo>
                  <a:pt x="597702" y="49467"/>
                </a:lnTo>
                <a:close/>
                <a:moveTo>
                  <a:pt x="711767" y="34036"/>
                </a:moveTo>
                <a:lnTo>
                  <a:pt x="698175" y="82092"/>
                </a:lnTo>
                <a:lnTo>
                  <a:pt x="696774" y="87944"/>
                </a:lnTo>
                <a:cubicBezTo>
                  <a:pt x="696634" y="88668"/>
                  <a:pt x="696564" y="89199"/>
                  <a:pt x="696564" y="89535"/>
                </a:cubicBezTo>
                <a:cubicBezTo>
                  <a:pt x="696564" y="90109"/>
                  <a:pt x="696762" y="90612"/>
                  <a:pt x="697159" y="91043"/>
                </a:cubicBezTo>
                <a:cubicBezTo>
                  <a:pt x="697556" y="91474"/>
                  <a:pt x="697965" y="91690"/>
                  <a:pt x="698385" y="91690"/>
                </a:cubicBezTo>
                <a:cubicBezTo>
                  <a:pt x="699366" y="91690"/>
                  <a:pt x="700721" y="90923"/>
                  <a:pt x="702449" y="89391"/>
                </a:cubicBezTo>
                <a:cubicBezTo>
                  <a:pt x="703150" y="88768"/>
                  <a:pt x="704831" y="86565"/>
                  <a:pt x="707493" y="82782"/>
                </a:cubicBezTo>
                <a:lnTo>
                  <a:pt x="709946" y="84075"/>
                </a:lnTo>
                <a:cubicBezTo>
                  <a:pt x="706629" y="90301"/>
                  <a:pt x="703091" y="94838"/>
                  <a:pt x="699331" y="97688"/>
                </a:cubicBezTo>
                <a:cubicBezTo>
                  <a:pt x="695571" y="100538"/>
                  <a:pt x="691519" y="101963"/>
                  <a:pt x="687175" y="101963"/>
                </a:cubicBezTo>
                <a:cubicBezTo>
                  <a:pt x="684513" y="101963"/>
                  <a:pt x="682481" y="101254"/>
                  <a:pt x="681080" y="99836"/>
                </a:cubicBezTo>
                <a:cubicBezTo>
                  <a:pt x="679679" y="98418"/>
                  <a:pt x="678978" y="96627"/>
                  <a:pt x="678978" y="94464"/>
                </a:cubicBezTo>
                <a:cubicBezTo>
                  <a:pt x="678978" y="92589"/>
                  <a:pt x="679725" y="89103"/>
                  <a:pt x="681220" y="84008"/>
                </a:cubicBezTo>
                <a:lnTo>
                  <a:pt x="682902" y="78167"/>
                </a:lnTo>
                <a:cubicBezTo>
                  <a:pt x="677483" y="87733"/>
                  <a:pt x="672275" y="94512"/>
                  <a:pt x="667278" y="98502"/>
                </a:cubicBezTo>
                <a:cubicBezTo>
                  <a:pt x="664382" y="100809"/>
                  <a:pt x="661299" y="101963"/>
                  <a:pt x="658029" y="101963"/>
                </a:cubicBezTo>
                <a:cubicBezTo>
                  <a:pt x="653732" y="101963"/>
                  <a:pt x="650626" y="100147"/>
                  <a:pt x="648711" y="96514"/>
                </a:cubicBezTo>
                <a:cubicBezTo>
                  <a:pt x="646796" y="92880"/>
                  <a:pt x="645839" y="88777"/>
                  <a:pt x="645839" y="84206"/>
                </a:cubicBezTo>
                <a:cubicBezTo>
                  <a:pt x="645839" y="77420"/>
                  <a:pt x="647847" y="69636"/>
                  <a:pt x="651864" y="60854"/>
                </a:cubicBezTo>
                <a:cubicBezTo>
                  <a:pt x="655881" y="52071"/>
                  <a:pt x="661159" y="45009"/>
                  <a:pt x="667698" y="39667"/>
                </a:cubicBezTo>
                <a:cubicBezTo>
                  <a:pt x="673069" y="35240"/>
                  <a:pt x="678114" y="33026"/>
                  <a:pt x="682831" y="33026"/>
                </a:cubicBezTo>
                <a:cubicBezTo>
                  <a:pt x="685447" y="33026"/>
                  <a:pt x="687549" y="33808"/>
                  <a:pt x="689137" y="35372"/>
                </a:cubicBezTo>
                <a:cubicBezTo>
                  <a:pt x="690725" y="36936"/>
                  <a:pt x="691893" y="39787"/>
                  <a:pt x="692640" y="43926"/>
                </a:cubicBezTo>
                <a:lnTo>
                  <a:pt x="695162" y="35045"/>
                </a:lnTo>
                <a:lnTo>
                  <a:pt x="711767" y="34036"/>
                </a:lnTo>
                <a:moveTo>
                  <a:pt x="689347" y="47867"/>
                </a:moveTo>
                <a:cubicBezTo>
                  <a:pt x="689347" y="43978"/>
                  <a:pt x="688763" y="41169"/>
                  <a:pt x="687596" y="39442"/>
                </a:cubicBezTo>
                <a:cubicBezTo>
                  <a:pt x="686755" y="38241"/>
                  <a:pt x="685611" y="37641"/>
                  <a:pt x="684163" y="37641"/>
                </a:cubicBezTo>
                <a:cubicBezTo>
                  <a:pt x="682715" y="37641"/>
                  <a:pt x="681220" y="38362"/>
                  <a:pt x="679679" y="39802"/>
                </a:cubicBezTo>
                <a:cubicBezTo>
                  <a:pt x="676549" y="42778"/>
                  <a:pt x="673175" y="48815"/>
                  <a:pt x="669555" y="57913"/>
                </a:cubicBezTo>
                <a:cubicBezTo>
                  <a:pt x="665935" y="67009"/>
                  <a:pt x="664125" y="74870"/>
                  <a:pt x="664125" y="81495"/>
                </a:cubicBezTo>
                <a:cubicBezTo>
                  <a:pt x="664125" y="84038"/>
                  <a:pt x="664534" y="85874"/>
                  <a:pt x="665351" y="87002"/>
                </a:cubicBezTo>
                <a:cubicBezTo>
                  <a:pt x="666168" y="88131"/>
                  <a:pt x="667067" y="88695"/>
                  <a:pt x="668048" y="88695"/>
                </a:cubicBezTo>
                <a:cubicBezTo>
                  <a:pt x="670150" y="88695"/>
                  <a:pt x="672275" y="87446"/>
                  <a:pt x="674424" y="84950"/>
                </a:cubicBezTo>
                <a:cubicBezTo>
                  <a:pt x="677507" y="81398"/>
                  <a:pt x="680286" y="77054"/>
                  <a:pt x="682761" y="71918"/>
                </a:cubicBezTo>
                <a:cubicBezTo>
                  <a:pt x="687152" y="62892"/>
                  <a:pt x="689347" y="54875"/>
                  <a:pt x="689347" y="47867"/>
                </a:cubicBezTo>
                <a:close/>
                <a:moveTo>
                  <a:pt x="747009" y="0"/>
                </a:moveTo>
                <a:cubicBezTo>
                  <a:pt x="749905" y="0"/>
                  <a:pt x="752346" y="1041"/>
                  <a:pt x="754331" y="3123"/>
                </a:cubicBezTo>
                <a:cubicBezTo>
                  <a:pt x="756316" y="5204"/>
                  <a:pt x="757308" y="7720"/>
                  <a:pt x="757308" y="10672"/>
                </a:cubicBezTo>
                <a:cubicBezTo>
                  <a:pt x="757308" y="13624"/>
                  <a:pt x="756304" y="16141"/>
                  <a:pt x="754296" y="18223"/>
                </a:cubicBezTo>
                <a:cubicBezTo>
                  <a:pt x="752287" y="20304"/>
                  <a:pt x="749858" y="21344"/>
                  <a:pt x="747009" y="21344"/>
                </a:cubicBezTo>
                <a:cubicBezTo>
                  <a:pt x="744207" y="21344"/>
                  <a:pt x="741801" y="20304"/>
                  <a:pt x="739793" y="18223"/>
                </a:cubicBezTo>
                <a:cubicBezTo>
                  <a:pt x="737784" y="16141"/>
                  <a:pt x="736780" y="13624"/>
                  <a:pt x="736780" y="10672"/>
                </a:cubicBezTo>
                <a:cubicBezTo>
                  <a:pt x="736780" y="7720"/>
                  <a:pt x="737773" y="5204"/>
                  <a:pt x="739758" y="3123"/>
                </a:cubicBezTo>
                <a:cubicBezTo>
                  <a:pt x="741743" y="1041"/>
                  <a:pt x="744160" y="0"/>
                  <a:pt x="747009" y="0"/>
                </a:cubicBezTo>
                <a:moveTo>
                  <a:pt x="751353" y="33026"/>
                </a:moveTo>
                <a:lnTo>
                  <a:pt x="736990" y="83947"/>
                </a:lnTo>
                <a:cubicBezTo>
                  <a:pt x="736196" y="86860"/>
                  <a:pt x="735799" y="88770"/>
                  <a:pt x="735799" y="89677"/>
                </a:cubicBezTo>
                <a:cubicBezTo>
                  <a:pt x="735799" y="90227"/>
                  <a:pt x="736009" y="90739"/>
                  <a:pt x="736430" y="91214"/>
                </a:cubicBezTo>
                <a:cubicBezTo>
                  <a:pt x="736850" y="91687"/>
                  <a:pt x="737294" y="91924"/>
                  <a:pt x="737761" y="91924"/>
                </a:cubicBezTo>
                <a:cubicBezTo>
                  <a:pt x="738555" y="91924"/>
                  <a:pt x="739349" y="91549"/>
                  <a:pt x="740143" y="90799"/>
                </a:cubicBezTo>
                <a:cubicBezTo>
                  <a:pt x="742245" y="88952"/>
                  <a:pt x="744767" y="85606"/>
                  <a:pt x="747710" y="80763"/>
                </a:cubicBezTo>
                <a:lnTo>
                  <a:pt x="750092" y="82261"/>
                </a:lnTo>
                <a:cubicBezTo>
                  <a:pt x="743039" y="95396"/>
                  <a:pt x="735542" y="101963"/>
                  <a:pt x="727602" y="101963"/>
                </a:cubicBezTo>
                <a:cubicBezTo>
                  <a:pt x="724566" y="101963"/>
                  <a:pt x="722149" y="101086"/>
                  <a:pt x="720350" y="99331"/>
                </a:cubicBezTo>
                <a:cubicBezTo>
                  <a:pt x="718552" y="97576"/>
                  <a:pt x="717653" y="95353"/>
                  <a:pt x="717653" y="92661"/>
                </a:cubicBezTo>
                <a:cubicBezTo>
                  <a:pt x="717653" y="90882"/>
                  <a:pt x="718050" y="88623"/>
                  <a:pt x="718844" y="85882"/>
                </a:cubicBezTo>
                <a:lnTo>
                  <a:pt x="728583" y="51414"/>
                </a:lnTo>
                <a:cubicBezTo>
                  <a:pt x="729517" y="48097"/>
                  <a:pt x="729984" y="45597"/>
                  <a:pt x="729984" y="43915"/>
                </a:cubicBezTo>
                <a:cubicBezTo>
                  <a:pt x="729984" y="42857"/>
                  <a:pt x="729540" y="41920"/>
                  <a:pt x="728653" y="41102"/>
                </a:cubicBezTo>
                <a:cubicBezTo>
                  <a:pt x="727765" y="40285"/>
                  <a:pt x="726551" y="39877"/>
                  <a:pt x="725010" y="39877"/>
                </a:cubicBezTo>
                <a:cubicBezTo>
                  <a:pt x="724309" y="39877"/>
                  <a:pt x="723468" y="39901"/>
                  <a:pt x="722487" y="39949"/>
                </a:cubicBezTo>
                <a:lnTo>
                  <a:pt x="723398" y="37064"/>
                </a:lnTo>
                <a:lnTo>
                  <a:pt x="747149" y="33026"/>
                </a:lnTo>
                <a:lnTo>
                  <a:pt x="751353" y="33026"/>
                </a:lnTo>
                <a:close/>
                <a:moveTo>
                  <a:pt x="789124" y="33026"/>
                </a:moveTo>
                <a:lnTo>
                  <a:pt x="778545" y="73595"/>
                </a:lnTo>
                <a:cubicBezTo>
                  <a:pt x="787232" y="53816"/>
                  <a:pt x="793772" y="41640"/>
                  <a:pt x="798162" y="37069"/>
                </a:cubicBezTo>
                <a:cubicBezTo>
                  <a:pt x="800731" y="34374"/>
                  <a:pt x="803440" y="33026"/>
                  <a:pt x="806289" y="33026"/>
                </a:cubicBezTo>
                <a:cubicBezTo>
                  <a:pt x="808251" y="33026"/>
                  <a:pt x="809839" y="33759"/>
                  <a:pt x="811054" y="35226"/>
                </a:cubicBezTo>
                <a:cubicBezTo>
                  <a:pt x="812268" y="36692"/>
                  <a:pt x="812875" y="38771"/>
                  <a:pt x="812875" y="41463"/>
                </a:cubicBezTo>
                <a:cubicBezTo>
                  <a:pt x="812875" y="46126"/>
                  <a:pt x="811778" y="50044"/>
                  <a:pt x="809582" y="53217"/>
                </a:cubicBezTo>
                <a:cubicBezTo>
                  <a:pt x="808181" y="55236"/>
                  <a:pt x="806616" y="56245"/>
                  <a:pt x="804888" y="56245"/>
                </a:cubicBezTo>
                <a:cubicBezTo>
                  <a:pt x="803020" y="56245"/>
                  <a:pt x="801619" y="55367"/>
                  <a:pt x="800684" y="53609"/>
                </a:cubicBezTo>
                <a:cubicBezTo>
                  <a:pt x="799750" y="51850"/>
                  <a:pt x="799096" y="50816"/>
                  <a:pt x="798723" y="50508"/>
                </a:cubicBezTo>
                <a:cubicBezTo>
                  <a:pt x="798349" y="50199"/>
                  <a:pt x="797952" y="50044"/>
                  <a:pt x="797532" y="50044"/>
                </a:cubicBezTo>
                <a:cubicBezTo>
                  <a:pt x="797064" y="50044"/>
                  <a:pt x="796574" y="50188"/>
                  <a:pt x="796060" y="50477"/>
                </a:cubicBezTo>
                <a:cubicBezTo>
                  <a:pt x="795033" y="51054"/>
                  <a:pt x="793690" y="52460"/>
                  <a:pt x="792032" y="54695"/>
                </a:cubicBezTo>
                <a:cubicBezTo>
                  <a:pt x="790373" y="56929"/>
                  <a:pt x="788330" y="60666"/>
                  <a:pt x="785901" y="65906"/>
                </a:cubicBezTo>
                <a:cubicBezTo>
                  <a:pt x="783472" y="71144"/>
                  <a:pt x="781581" y="75578"/>
                  <a:pt x="780226" y="79208"/>
                </a:cubicBezTo>
                <a:cubicBezTo>
                  <a:pt x="778872" y="82836"/>
                  <a:pt x="776980" y="89748"/>
                  <a:pt x="774551" y="99944"/>
                </a:cubicBezTo>
                <a:lnTo>
                  <a:pt x="757596" y="99944"/>
                </a:lnTo>
                <a:lnTo>
                  <a:pt x="769156" y="52135"/>
                </a:lnTo>
                <a:cubicBezTo>
                  <a:pt x="769997" y="48578"/>
                  <a:pt x="770417" y="46222"/>
                  <a:pt x="770417" y="45068"/>
                </a:cubicBezTo>
                <a:cubicBezTo>
                  <a:pt x="770417" y="43770"/>
                  <a:pt x="770196" y="42761"/>
                  <a:pt x="769752" y="42040"/>
                </a:cubicBezTo>
                <a:cubicBezTo>
                  <a:pt x="769308" y="41319"/>
                  <a:pt x="768701" y="40790"/>
                  <a:pt x="767930" y="40453"/>
                </a:cubicBezTo>
                <a:cubicBezTo>
                  <a:pt x="767159" y="40117"/>
                  <a:pt x="765560" y="39949"/>
                  <a:pt x="763131" y="39949"/>
                </a:cubicBezTo>
                <a:lnTo>
                  <a:pt x="763761" y="37785"/>
                </a:lnTo>
                <a:lnTo>
                  <a:pt x="784920" y="33026"/>
                </a:lnTo>
                <a:lnTo>
                  <a:pt x="789124" y="330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RelevanceScore">
            <a:extLst xmlns:a="http://schemas.openxmlformats.org/drawingml/2006/main">
              <a:ext uri="{FF2B5EF4-FFF2-40B4-BE49-F238E27FC236}">
                <a16:creationId xmlns:a16="http://schemas.microsoft.com/office/drawing/2014/main" id="{2E0EECF6-6813-4B27-85D8-77BE39B4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797" y="3602405"/>
            <a:ext cx="977929" cy="102107"/>
          </a:xfrm>
          <a:custGeom xmlns:a="http://schemas.openxmlformats.org/drawingml/2006/main">
            <a:pathLst>
              <a:path w="977929" h="102107">
                <a:moveTo>
                  <a:pt x="45751" y="52207"/>
                </a:moveTo>
                <a:lnTo>
                  <a:pt x="37343" y="81844"/>
                </a:lnTo>
                <a:cubicBezTo>
                  <a:pt x="36129" y="86046"/>
                  <a:pt x="35522" y="89137"/>
                  <a:pt x="35522" y="91117"/>
                </a:cubicBezTo>
                <a:cubicBezTo>
                  <a:pt x="35522" y="92953"/>
                  <a:pt x="36246" y="94427"/>
                  <a:pt x="37694" y="95538"/>
                </a:cubicBezTo>
                <a:cubicBezTo>
                  <a:pt x="39142" y="96649"/>
                  <a:pt x="42154" y="97252"/>
                  <a:pt x="46732" y="97348"/>
                </a:cubicBezTo>
                <a:lnTo>
                  <a:pt x="45751" y="99944"/>
                </a:lnTo>
                <a:lnTo>
                  <a:pt x="0" y="99944"/>
                </a:lnTo>
                <a:lnTo>
                  <a:pt x="841" y="97348"/>
                </a:lnTo>
                <a:cubicBezTo>
                  <a:pt x="5418" y="97348"/>
                  <a:pt x="8769" y="96430"/>
                  <a:pt x="10895" y="94594"/>
                </a:cubicBezTo>
                <a:cubicBezTo>
                  <a:pt x="13020" y="92758"/>
                  <a:pt x="14970" y="88653"/>
                  <a:pt x="16745" y="82277"/>
                </a:cubicBezTo>
                <a:lnTo>
                  <a:pt x="34401" y="19542"/>
                </a:lnTo>
                <a:cubicBezTo>
                  <a:pt x="35382" y="16016"/>
                  <a:pt x="35872" y="13238"/>
                  <a:pt x="35872" y="11209"/>
                </a:cubicBezTo>
                <a:cubicBezTo>
                  <a:pt x="35872" y="9277"/>
                  <a:pt x="35265" y="7804"/>
                  <a:pt x="34050" y="6790"/>
                </a:cubicBezTo>
                <a:cubicBezTo>
                  <a:pt x="32836" y="5774"/>
                  <a:pt x="30010" y="5097"/>
                  <a:pt x="25573" y="4759"/>
                </a:cubicBezTo>
                <a:lnTo>
                  <a:pt x="26273" y="2163"/>
                </a:lnTo>
                <a:lnTo>
                  <a:pt x="65648" y="2163"/>
                </a:lnTo>
                <a:cubicBezTo>
                  <a:pt x="76905" y="2163"/>
                  <a:pt x="84822" y="4182"/>
                  <a:pt x="89400" y="8218"/>
                </a:cubicBezTo>
                <a:cubicBezTo>
                  <a:pt x="93977" y="12255"/>
                  <a:pt x="96266" y="17445"/>
                  <a:pt x="96266" y="23789"/>
                </a:cubicBezTo>
                <a:cubicBezTo>
                  <a:pt x="96266" y="30470"/>
                  <a:pt x="93603" y="36502"/>
                  <a:pt x="88279" y="41884"/>
                </a:cubicBezTo>
                <a:cubicBezTo>
                  <a:pt x="84916" y="45248"/>
                  <a:pt x="78960" y="48156"/>
                  <a:pt x="70413" y="50607"/>
                </a:cubicBezTo>
                <a:lnTo>
                  <a:pt x="78960" y="80258"/>
                </a:lnTo>
                <a:cubicBezTo>
                  <a:pt x="81249" y="88223"/>
                  <a:pt x="83246" y="93027"/>
                  <a:pt x="84951" y="94669"/>
                </a:cubicBezTo>
                <a:cubicBezTo>
                  <a:pt x="86656" y="96311"/>
                  <a:pt x="89493" y="97204"/>
                  <a:pt x="93463" y="97348"/>
                </a:cubicBezTo>
                <a:lnTo>
                  <a:pt x="93463" y="99944"/>
                </a:lnTo>
                <a:lnTo>
                  <a:pt x="63897" y="99944"/>
                </a:lnTo>
                <a:lnTo>
                  <a:pt x="50445" y="52207"/>
                </a:lnTo>
                <a:lnTo>
                  <a:pt x="48133" y="52352"/>
                </a:lnTo>
                <a:cubicBezTo>
                  <a:pt x="47619" y="52352"/>
                  <a:pt x="46825" y="52303"/>
                  <a:pt x="45751" y="52207"/>
                </a:cubicBezTo>
                <a:moveTo>
                  <a:pt x="46732" y="47881"/>
                </a:moveTo>
                <a:cubicBezTo>
                  <a:pt x="48366" y="47977"/>
                  <a:pt x="49744" y="48025"/>
                  <a:pt x="50865" y="48025"/>
                </a:cubicBezTo>
                <a:cubicBezTo>
                  <a:pt x="57685" y="48025"/>
                  <a:pt x="63290" y="45621"/>
                  <a:pt x="67680" y="40814"/>
                </a:cubicBezTo>
                <a:cubicBezTo>
                  <a:pt x="72071" y="36007"/>
                  <a:pt x="74266" y="29709"/>
                  <a:pt x="74266" y="21921"/>
                </a:cubicBezTo>
                <a:cubicBezTo>
                  <a:pt x="74266" y="17306"/>
                  <a:pt x="73098" y="13797"/>
                  <a:pt x="70763" y="11393"/>
                </a:cubicBezTo>
                <a:cubicBezTo>
                  <a:pt x="68428" y="8990"/>
                  <a:pt x="65345" y="7788"/>
                  <a:pt x="61515" y="7788"/>
                </a:cubicBezTo>
                <a:cubicBezTo>
                  <a:pt x="60581" y="7788"/>
                  <a:pt x="59483" y="7812"/>
                  <a:pt x="58222" y="7860"/>
                </a:cubicBezTo>
                <a:lnTo>
                  <a:pt x="46732" y="47881"/>
                </a:lnTo>
                <a:close/>
                <a:moveTo>
                  <a:pt x="123383" y="72831"/>
                </a:moveTo>
                <a:cubicBezTo>
                  <a:pt x="122963" y="75955"/>
                  <a:pt x="122753" y="78527"/>
                  <a:pt x="122753" y="80546"/>
                </a:cubicBezTo>
                <a:cubicBezTo>
                  <a:pt x="122753" y="84152"/>
                  <a:pt x="123769" y="87036"/>
                  <a:pt x="125800" y="89200"/>
                </a:cubicBezTo>
                <a:cubicBezTo>
                  <a:pt x="127832" y="91363"/>
                  <a:pt x="130553" y="92444"/>
                  <a:pt x="133963" y="92444"/>
                </a:cubicBezTo>
                <a:cubicBezTo>
                  <a:pt x="137232" y="92444"/>
                  <a:pt x="140513" y="91729"/>
                  <a:pt x="143806" y="90297"/>
                </a:cubicBezTo>
                <a:cubicBezTo>
                  <a:pt x="147099" y="88865"/>
                  <a:pt x="150918" y="86360"/>
                  <a:pt x="155262" y="82782"/>
                </a:cubicBezTo>
                <a:lnTo>
                  <a:pt x="157364" y="84605"/>
                </a:lnTo>
                <a:cubicBezTo>
                  <a:pt x="151992" y="90863"/>
                  <a:pt x="146761" y="95321"/>
                  <a:pt x="141670" y="97979"/>
                </a:cubicBezTo>
                <a:cubicBezTo>
                  <a:pt x="136578" y="100635"/>
                  <a:pt x="130950" y="101963"/>
                  <a:pt x="124784" y="101963"/>
                </a:cubicBezTo>
                <a:cubicBezTo>
                  <a:pt x="116984" y="101963"/>
                  <a:pt x="111589" y="100038"/>
                  <a:pt x="108600" y="96190"/>
                </a:cubicBezTo>
                <a:cubicBezTo>
                  <a:pt x="105611" y="92339"/>
                  <a:pt x="104116" y="87887"/>
                  <a:pt x="104116" y="82834"/>
                </a:cubicBezTo>
                <a:cubicBezTo>
                  <a:pt x="104116" y="74942"/>
                  <a:pt x="106346" y="67051"/>
                  <a:pt x="110807" y="59159"/>
                </a:cubicBezTo>
                <a:cubicBezTo>
                  <a:pt x="115268" y="51266"/>
                  <a:pt x="121340" y="44938"/>
                  <a:pt x="129023" y="40174"/>
                </a:cubicBezTo>
                <a:cubicBezTo>
                  <a:pt x="136707" y="35409"/>
                  <a:pt x="144425" y="33026"/>
                  <a:pt x="152179" y="33026"/>
                </a:cubicBezTo>
                <a:cubicBezTo>
                  <a:pt x="156102" y="33026"/>
                  <a:pt x="159068" y="33988"/>
                  <a:pt x="161077" y="35911"/>
                </a:cubicBezTo>
                <a:cubicBezTo>
                  <a:pt x="163085" y="37833"/>
                  <a:pt x="164089" y="40261"/>
                  <a:pt x="164089" y="43194"/>
                </a:cubicBezTo>
                <a:cubicBezTo>
                  <a:pt x="164089" y="46703"/>
                  <a:pt x="163109" y="50116"/>
                  <a:pt x="161147" y="53433"/>
                </a:cubicBezTo>
                <a:cubicBezTo>
                  <a:pt x="158438" y="57952"/>
                  <a:pt x="155028" y="61594"/>
                  <a:pt x="150918" y="64358"/>
                </a:cubicBezTo>
                <a:cubicBezTo>
                  <a:pt x="146807" y="67122"/>
                  <a:pt x="142207" y="69225"/>
                  <a:pt x="137115" y="70667"/>
                </a:cubicBezTo>
                <a:cubicBezTo>
                  <a:pt x="133706" y="71629"/>
                  <a:pt x="129128" y="72350"/>
                  <a:pt x="123383" y="72831"/>
                </a:cubicBezTo>
                <a:moveTo>
                  <a:pt x="124014" y="69081"/>
                </a:moveTo>
                <a:cubicBezTo>
                  <a:pt x="128124" y="68459"/>
                  <a:pt x="131312" y="67610"/>
                  <a:pt x="133577" y="66535"/>
                </a:cubicBezTo>
                <a:cubicBezTo>
                  <a:pt x="135843" y="65457"/>
                  <a:pt x="138061" y="63734"/>
                  <a:pt x="140233" y="61365"/>
                </a:cubicBezTo>
                <a:cubicBezTo>
                  <a:pt x="142405" y="58996"/>
                  <a:pt x="144285" y="56005"/>
                  <a:pt x="145873" y="52392"/>
                </a:cubicBezTo>
                <a:cubicBezTo>
                  <a:pt x="147461" y="48779"/>
                  <a:pt x="148255" y="45394"/>
                  <a:pt x="148255" y="42236"/>
                </a:cubicBezTo>
                <a:cubicBezTo>
                  <a:pt x="148255" y="40896"/>
                  <a:pt x="147893" y="39844"/>
                  <a:pt x="147169" y="39079"/>
                </a:cubicBezTo>
                <a:cubicBezTo>
                  <a:pt x="146445" y="38313"/>
                  <a:pt x="145523" y="37930"/>
                  <a:pt x="144402" y="37930"/>
                </a:cubicBezTo>
                <a:cubicBezTo>
                  <a:pt x="142160" y="37930"/>
                  <a:pt x="139638" y="39533"/>
                  <a:pt x="136835" y="42738"/>
                </a:cubicBezTo>
                <a:cubicBezTo>
                  <a:pt x="131697" y="48576"/>
                  <a:pt x="127423" y="57357"/>
                  <a:pt x="124014" y="69081"/>
                </a:cubicBezTo>
                <a:close/>
                <a:moveTo>
                  <a:pt x="209140" y="0"/>
                </a:moveTo>
                <a:lnTo>
                  <a:pt x="185949" y="81628"/>
                </a:lnTo>
                <a:cubicBezTo>
                  <a:pt x="184595" y="86461"/>
                  <a:pt x="183918" y="89481"/>
                  <a:pt x="183918" y="90689"/>
                </a:cubicBezTo>
                <a:cubicBezTo>
                  <a:pt x="183918" y="91284"/>
                  <a:pt x="184116" y="91788"/>
                  <a:pt x="184513" y="92201"/>
                </a:cubicBezTo>
                <a:cubicBezTo>
                  <a:pt x="184910" y="92613"/>
                  <a:pt x="185342" y="92819"/>
                  <a:pt x="185809" y="92819"/>
                </a:cubicBezTo>
                <a:cubicBezTo>
                  <a:pt x="186650" y="92819"/>
                  <a:pt x="187444" y="92498"/>
                  <a:pt x="188191" y="91856"/>
                </a:cubicBezTo>
                <a:cubicBezTo>
                  <a:pt x="190433" y="90069"/>
                  <a:pt x="192932" y="87044"/>
                  <a:pt x="195688" y="82782"/>
                </a:cubicBezTo>
                <a:lnTo>
                  <a:pt x="198421" y="84019"/>
                </a:lnTo>
                <a:cubicBezTo>
                  <a:pt x="193983" y="90985"/>
                  <a:pt x="189616" y="95958"/>
                  <a:pt x="185319" y="98939"/>
                </a:cubicBezTo>
                <a:cubicBezTo>
                  <a:pt x="182376" y="100955"/>
                  <a:pt x="179247" y="101963"/>
                  <a:pt x="175931" y="101963"/>
                </a:cubicBezTo>
                <a:cubicBezTo>
                  <a:pt x="172848" y="101963"/>
                  <a:pt x="170396" y="101110"/>
                  <a:pt x="168574" y="99403"/>
                </a:cubicBezTo>
                <a:cubicBezTo>
                  <a:pt x="166752" y="97696"/>
                  <a:pt x="165842" y="95641"/>
                  <a:pt x="165842" y="93238"/>
                </a:cubicBezTo>
                <a:cubicBezTo>
                  <a:pt x="165842" y="91462"/>
                  <a:pt x="166402" y="88606"/>
                  <a:pt x="167523" y="84670"/>
                </a:cubicBezTo>
                <a:lnTo>
                  <a:pt x="186440" y="18298"/>
                </a:lnTo>
                <a:cubicBezTo>
                  <a:pt x="187467" y="14650"/>
                  <a:pt x="187981" y="12226"/>
                  <a:pt x="187981" y="11026"/>
                </a:cubicBezTo>
                <a:cubicBezTo>
                  <a:pt x="187981" y="9874"/>
                  <a:pt x="187491" y="8962"/>
                  <a:pt x="186510" y="8290"/>
                </a:cubicBezTo>
                <a:cubicBezTo>
                  <a:pt x="185202" y="7330"/>
                  <a:pt x="183217" y="6923"/>
                  <a:pt x="180555" y="7067"/>
                </a:cubicBezTo>
                <a:lnTo>
                  <a:pt x="181325" y="4327"/>
                </a:lnTo>
                <a:lnTo>
                  <a:pt x="204936" y="0"/>
                </a:lnTo>
                <a:lnTo>
                  <a:pt x="209140" y="0"/>
                </a:lnTo>
                <a:close/>
                <a:moveTo>
                  <a:pt x="226523" y="72831"/>
                </a:moveTo>
                <a:cubicBezTo>
                  <a:pt x="226103" y="75955"/>
                  <a:pt x="225892" y="78527"/>
                  <a:pt x="225892" y="80546"/>
                </a:cubicBezTo>
                <a:cubicBezTo>
                  <a:pt x="225892" y="84152"/>
                  <a:pt x="226908" y="87036"/>
                  <a:pt x="228940" y="89200"/>
                </a:cubicBezTo>
                <a:cubicBezTo>
                  <a:pt x="230972" y="91363"/>
                  <a:pt x="233693" y="92444"/>
                  <a:pt x="237102" y="92444"/>
                </a:cubicBezTo>
                <a:cubicBezTo>
                  <a:pt x="240372" y="92444"/>
                  <a:pt x="243653" y="91729"/>
                  <a:pt x="246946" y="90297"/>
                </a:cubicBezTo>
                <a:cubicBezTo>
                  <a:pt x="250239" y="88865"/>
                  <a:pt x="254058" y="86360"/>
                  <a:pt x="258401" y="82782"/>
                </a:cubicBezTo>
                <a:lnTo>
                  <a:pt x="260503" y="84605"/>
                </a:lnTo>
                <a:cubicBezTo>
                  <a:pt x="255132" y="90863"/>
                  <a:pt x="249900" y="95321"/>
                  <a:pt x="244809" y="97979"/>
                </a:cubicBezTo>
                <a:cubicBezTo>
                  <a:pt x="239718" y="100635"/>
                  <a:pt x="234090" y="101963"/>
                  <a:pt x="227924" y="101963"/>
                </a:cubicBezTo>
                <a:cubicBezTo>
                  <a:pt x="220124" y="101963"/>
                  <a:pt x="214729" y="100038"/>
                  <a:pt x="211740" y="96190"/>
                </a:cubicBezTo>
                <a:cubicBezTo>
                  <a:pt x="208750" y="92339"/>
                  <a:pt x="207256" y="87887"/>
                  <a:pt x="207256" y="82834"/>
                </a:cubicBezTo>
                <a:cubicBezTo>
                  <a:pt x="207256" y="74942"/>
                  <a:pt x="209486" y="67051"/>
                  <a:pt x="213947" y="59159"/>
                </a:cubicBezTo>
                <a:cubicBezTo>
                  <a:pt x="218407" y="51266"/>
                  <a:pt x="224479" y="44938"/>
                  <a:pt x="232163" y="40174"/>
                </a:cubicBezTo>
                <a:cubicBezTo>
                  <a:pt x="239847" y="35409"/>
                  <a:pt x="247565" y="33026"/>
                  <a:pt x="255319" y="33026"/>
                </a:cubicBezTo>
                <a:cubicBezTo>
                  <a:pt x="259242" y="33026"/>
                  <a:pt x="262208" y="33988"/>
                  <a:pt x="264217" y="35911"/>
                </a:cubicBezTo>
                <a:cubicBezTo>
                  <a:pt x="266225" y="37833"/>
                  <a:pt x="267229" y="40261"/>
                  <a:pt x="267229" y="43194"/>
                </a:cubicBezTo>
                <a:cubicBezTo>
                  <a:pt x="267229" y="46703"/>
                  <a:pt x="266248" y="50116"/>
                  <a:pt x="264287" y="53433"/>
                </a:cubicBezTo>
                <a:cubicBezTo>
                  <a:pt x="261578" y="57952"/>
                  <a:pt x="258168" y="61594"/>
                  <a:pt x="254058" y="64358"/>
                </a:cubicBezTo>
                <a:cubicBezTo>
                  <a:pt x="249947" y="67122"/>
                  <a:pt x="245346" y="69225"/>
                  <a:pt x="240255" y="70667"/>
                </a:cubicBezTo>
                <a:cubicBezTo>
                  <a:pt x="236846" y="71629"/>
                  <a:pt x="232268" y="72350"/>
                  <a:pt x="226523" y="72831"/>
                </a:cubicBezTo>
                <a:moveTo>
                  <a:pt x="227154" y="69081"/>
                </a:moveTo>
                <a:cubicBezTo>
                  <a:pt x="231264" y="68459"/>
                  <a:pt x="234452" y="67610"/>
                  <a:pt x="236717" y="66535"/>
                </a:cubicBezTo>
                <a:cubicBezTo>
                  <a:pt x="238982" y="65457"/>
                  <a:pt x="241201" y="63734"/>
                  <a:pt x="243373" y="61365"/>
                </a:cubicBezTo>
                <a:cubicBezTo>
                  <a:pt x="245545" y="58996"/>
                  <a:pt x="247425" y="56005"/>
                  <a:pt x="249013" y="52392"/>
                </a:cubicBezTo>
                <a:cubicBezTo>
                  <a:pt x="250601" y="48779"/>
                  <a:pt x="251395" y="45394"/>
                  <a:pt x="251395" y="42236"/>
                </a:cubicBezTo>
                <a:cubicBezTo>
                  <a:pt x="251395" y="40896"/>
                  <a:pt x="251033" y="39844"/>
                  <a:pt x="250309" y="39079"/>
                </a:cubicBezTo>
                <a:cubicBezTo>
                  <a:pt x="249585" y="38313"/>
                  <a:pt x="248663" y="37930"/>
                  <a:pt x="247542" y="37930"/>
                </a:cubicBezTo>
                <a:cubicBezTo>
                  <a:pt x="245300" y="37930"/>
                  <a:pt x="242777" y="39533"/>
                  <a:pt x="239975" y="42738"/>
                </a:cubicBezTo>
                <a:cubicBezTo>
                  <a:pt x="234837" y="48576"/>
                  <a:pt x="230563" y="57357"/>
                  <a:pt x="227154" y="69081"/>
                </a:cubicBezTo>
                <a:close/>
                <a:moveTo>
                  <a:pt x="286636" y="101963"/>
                </a:moveTo>
                <a:lnTo>
                  <a:pt x="284114" y="101963"/>
                </a:lnTo>
                <a:cubicBezTo>
                  <a:pt x="284254" y="98021"/>
                  <a:pt x="284324" y="95040"/>
                  <a:pt x="284324" y="93021"/>
                </a:cubicBezTo>
                <a:cubicBezTo>
                  <a:pt x="284324" y="87541"/>
                  <a:pt x="283915" y="79621"/>
                  <a:pt x="283098" y="69261"/>
                </a:cubicBezTo>
                <a:cubicBezTo>
                  <a:pt x="282281" y="58901"/>
                  <a:pt x="281358" y="51991"/>
                  <a:pt x="280331" y="48530"/>
                </a:cubicBezTo>
                <a:cubicBezTo>
                  <a:pt x="279537" y="45982"/>
                  <a:pt x="278486" y="44131"/>
                  <a:pt x="277178" y="42977"/>
                </a:cubicBezTo>
                <a:cubicBezTo>
                  <a:pt x="276290" y="42208"/>
                  <a:pt x="275146" y="41824"/>
                  <a:pt x="273745" y="41824"/>
                </a:cubicBezTo>
                <a:cubicBezTo>
                  <a:pt x="272951" y="41824"/>
                  <a:pt x="271993" y="41920"/>
                  <a:pt x="270872" y="42112"/>
                </a:cubicBezTo>
                <a:lnTo>
                  <a:pt x="270872" y="39516"/>
                </a:lnTo>
                <a:lnTo>
                  <a:pt x="294203" y="33026"/>
                </a:lnTo>
                <a:cubicBezTo>
                  <a:pt x="298874" y="46164"/>
                  <a:pt x="301139" y="62982"/>
                  <a:pt x="300999" y="83483"/>
                </a:cubicBezTo>
                <a:cubicBezTo>
                  <a:pt x="307865" y="76757"/>
                  <a:pt x="312594" y="71304"/>
                  <a:pt x="315187" y="67125"/>
                </a:cubicBezTo>
                <a:cubicBezTo>
                  <a:pt x="317779" y="62946"/>
                  <a:pt x="319075" y="59463"/>
                  <a:pt x="319075" y="56676"/>
                </a:cubicBezTo>
                <a:cubicBezTo>
                  <a:pt x="319075" y="54466"/>
                  <a:pt x="318269" y="52219"/>
                  <a:pt x="316658" y="49936"/>
                </a:cubicBezTo>
                <a:cubicBezTo>
                  <a:pt x="315046" y="47652"/>
                  <a:pt x="314042" y="46028"/>
                  <a:pt x="313645" y="45062"/>
                </a:cubicBezTo>
                <a:cubicBezTo>
                  <a:pt x="313248" y="44094"/>
                  <a:pt x="313050" y="43031"/>
                  <a:pt x="313050" y="41871"/>
                </a:cubicBezTo>
                <a:cubicBezTo>
                  <a:pt x="313050" y="39358"/>
                  <a:pt x="313844" y="37255"/>
                  <a:pt x="315432" y="35564"/>
                </a:cubicBezTo>
                <a:cubicBezTo>
                  <a:pt x="317020" y="33872"/>
                  <a:pt x="319028" y="33026"/>
                  <a:pt x="321457" y="33026"/>
                </a:cubicBezTo>
                <a:cubicBezTo>
                  <a:pt x="324026" y="33026"/>
                  <a:pt x="326011" y="33869"/>
                  <a:pt x="327412" y="35555"/>
                </a:cubicBezTo>
                <a:cubicBezTo>
                  <a:pt x="329374" y="37913"/>
                  <a:pt x="330355" y="40704"/>
                  <a:pt x="330355" y="43928"/>
                </a:cubicBezTo>
                <a:cubicBezTo>
                  <a:pt x="330355" y="47250"/>
                  <a:pt x="329783" y="50511"/>
                  <a:pt x="328639" y="53713"/>
                </a:cubicBezTo>
                <a:cubicBezTo>
                  <a:pt x="327494" y="56914"/>
                  <a:pt x="325532" y="60693"/>
                  <a:pt x="322753" y="65050"/>
                </a:cubicBezTo>
                <a:cubicBezTo>
                  <a:pt x="319974" y="69406"/>
                  <a:pt x="316880" y="73365"/>
                  <a:pt x="313470" y="76927"/>
                </a:cubicBezTo>
                <a:cubicBezTo>
                  <a:pt x="307211" y="83474"/>
                  <a:pt x="298267" y="91819"/>
                  <a:pt x="286636" y="101963"/>
                </a:cubicBezTo>
                <a:close/>
                <a:moveTo>
                  <a:pt x="398386" y="34036"/>
                </a:moveTo>
                <a:lnTo>
                  <a:pt x="384794" y="82092"/>
                </a:lnTo>
                <a:lnTo>
                  <a:pt x="383393" y="87944"/>
                </a:lnTo>
                <a:cubicBezTo>
                  <a:pt x="383253" y="88668"/>
                  <a:pt x="383183" y="89199"/>
                  <a:pt x="383183" y="89535"/>
                </a:cubicBezTo>
                <a:cubicBezTo>
                  <a:pt x="383183" y="90109"/>
                  <a:pt x="383381" y="90612"/>
                  <a:pt x="383778" y="91043"/>
                </a:cubicBezTo>
                <a:cubicBezTo>
                  <a:pt x="384175" y="91474"/>
                  <a:pt x="384584" y="91690"/>
                  <a:pt x="385004" y="91690"/>
                </a:cubicBezTo>
                <a:cubicBezTo>
                  <a:pt x="385985" y="91690"/>
                  <a:pt x="387340" y="90923"/>
                  <a:pt x="389068" y="89391"/>
                </a:cubicBezTo>
                <a:cubicBezTo>
                  <a:pt x="389769" y="88768"/>
                  <a:pt x="391450" y="86565"/>
                  <a:pt x="394112" y="82782"/>
                </a:cubicBezTo>
                <a:lnTo>
                  <a:pt x="396565" y="84075"/>
                </a:lnTo>
                <a:cubicBezTo>
                  <a:pt x="393248" y="90301"/>
                  <a:pt x="389710" y="94838"/>
                  <a:pt x="385950" y="97688"/>
                </a:cubicBezTo>
                <a:cubicBezTo>
                  <a:pt x="382190" y="100538"/>
                  <a:pt x="378138" y="101963"/>
                  <a:pt x="373794" y="101963"/>
                </a:cubicBezTo>
                <a:cubicBezTo>
                  <a:pt x="371132" y="101963"/>
                  <a:pt x="369100" y="101254"/>
                  <a:pt x="367699" y="99836"/>
                </a:cubicBezTo>
                <a:cubicBezTo>
                  <a:pt x="366298" y="98418"/>
                  <a:pt x="365597" y="96627"/>
                  <a:pt x="365597" y="94464"/>
                </a:cubicBezTo>
                <a:cubicBezTo>
                  <a:pt x="365597" y="92589"/>
                  <a:pt x="366344" y="89103"/>
                  <a:pt x="367839" y="84008"/>
                </a:cubicBezTo>
                <a:lnTo>
                  <a:pt x="369520" y="78167"/>
                </a:lnTo>
                <a:cubicBezTo>
                  <a:pt x="364102" y="87733"/>
                  <a:pt x="358894" y="94512"/>
                  <a:pt x="353897" y="98502"/>
                </a:cubicBezTo>
                <a:cubicBezTo>
                  <a:pt x="351001" y="100809"/>
                  <a:pt x="347918" y="101963"/>
                  <a:pt x="344648" y="101963"/>
                </a:cubicBezTo>
                <a:cubicBezTo>
                  <a:pt x="340351" y="101963"/>
                  <a:pt x="337245" y="100147"/>
                  <a:pt x="335330" y="96514"/>
                </a:cubicBezTo>
                <a:cubicBezTo>
                  <a:pt x="333415" y="92880"/>
                  <a:pt x="332457" y="88777"/>
                  <a:pt x="332457" y="84206"/>
                </a:cubicBezTo>
                <a:cubicBezTo>
                  <a:pt x="332457" y="77420"/>
                  <a:pt x="334466" y="69636"/>
                  <a:pt x="338483" y="60854"/>
                </a:cubicBezTo>
                <a:cubicBezTo>
                  <a:pt x="342500" y="52071"/>
                  <a:pt x="347778" y="45009"/>
                  <a:pt x="354317" y="39667"/>
                </a:cubicBezTo>
                <a:cubicBezTo>
                  <a:pt x="359688" y="35240"/>
                  <a:pt x="364733" y="33026"/>
                  <a:pt x="369450" y="33026"/>
                </a:cubicBezTo>
                <a:cubicBezTo>
                  <a:pt x="372066" y="33026"/>
                  <a:pt x="374168" y="33808"/>
                  <a:pt x="375756" y="35372"/>
                </a:cubicBezTo>
                <a:cubicBezTo>
                  <a:pt x="377344" y="36936"/>
                  <a:pt x="378512" y="39787"/>
                  <a:pt x="379259" y="43926"/>
                </a:cubicBezTo>
                <a:lnTo>
                  <a:pt x="381781" y="35045"/>
                </a:lnTo>
                <a:lnTo>
                  <a:pt x="398386" y="34036"/>
                </a:lnTo>
                <a:moveTo>
                  <a:pt x="375966" y="47867"/>
                </a:moveTo>
                <a:cubicBezTo>
                  <a:pt x="375966" y="43978"/>
                  <a:pt x="375382" y="41169"/>
                  <a:pt x="374215" y="39442"/>
                </a:cubicBezTo>
                <a:cubicBezTo>
                  <a:pt x="373374" y="38241"/>
                  <a:pt x="372230" y="37641"/>
                  <a:pt x="370782" y="37641"/>
                </a:cubicBezTo>
                <a:cubicBezTo>
                  <a:pt x="369334" y="37641"/>
                  <a:pt x="367839" y="38362"/>
                  <a:pt x="366298" y="39802"/>
                </a:cubicBezTo>
                <a:cubicBezTo>
                  <a:pt x="363168" y="42778"/>
                  <a:pt x="359793" y="48815"/>
                  <a:pt x="356174" y="57913"/>
                </a:cubicBezTo>
                <a:cubicBezTo>
                  <a:pt x="352554" y="67009"/>
                  <a:pt x="350744" y="74870"/>
                  <a:pt x="350744" y="81495"/>
                </a:cubicBezTo>
                <a:cubicBezTo>
                  <a:pt x="350744" y="84038"/>
                  <a:pt x="351152" y="85874"/>
                  <a:pt x="351970" y="87002"/>
                </a:cubicBezTo>
                <a:cubicBezTo>
                  <a:pt x="352787" y="88131"/>
                  <a:pt x="353686" y="88695"/>
                  <a:pt x="354667" y="88695"/>
                </a:cubicBezTo>
                <a:cubicBezTo>
                  <a:pt x="356769" y="88695"/>
                  <a:pt x="358894" y="87446"/>
                  <a:pt x="361043" y="84950"/>
                </a:cubicBezTo>
                <a:cubicBezTo>
                  <a:pt x="364126" y="81398"/>
                  <a:pt x="366905" y="77054"/>
                  <a:pt x="369380" y="71918"/>
                </a:cubicBezTo>
                <a:cubicBezTo>
                  <a:pt x="373771" y="62892"/>
                  <a:pt x="375966" y="54875"/>
                  <a:pt x="375966" y="47867"/>
                </a:cubicBezTo>
                <a:close/>
                <a:moveTo>
                  <a:pt x="439723" y="33026"/>
                </a:moveTo>
                <a:lnTo>
                  <a:pt x="431035" y="63995"/>
                </a:lnTo>
                <a:cubicBezTo>
                  <a:pt x="436873" y="54947"/>
                  <a:pt x="441241" y="48763"/>
                  <a:pt x="444137" y="45443"/>
                </a:cubicBezTo>
                <a:cubicBezTo>
                  <a:pt x="448387" y="40631"/>
                  <a:pt x="452054" y="37359"/>
                  <a:pt x="455136" y="35627"/>
                </a:cubicBezTo>
                <a:cubicBezTo>
                  <a:pt x="458219" y="33893"/>
                  <a:pt x="461115" y="33026"/>
                  <a:pt x="463824" y="33026"/>
                </a:cubicBezTo>
                <a:cubicBezTo>
                  <a:pt x="466253" y="33026"/>
                  <a:pt x="468331" y="33958"/>
                  <a:pt x="470060" y="35823"/>
                </a:cubicBezTo>
                <a:cubicBezTo>
                  <a:pt x="471788" y="37685"/>
                  <a:pt x="472652" y="40117"/>
                  <a:pt x="472652" y="43117"/>
                </a:cubicBezTo>
                <a:cubicBezTo>
                  <a:pt x="472652" y="45820"/>
                  <a:pt x="472092" y="49101"/>
                  <a:pt x="470971" y="52962"/>
                </a:cubicBezTo>
                <a:lnTo>
                  <a:pt x="462003" y="83875"/>
                </a:lnTo>
                <a:cubicBezTo>
                  <a:pt x="461255" y="86577"/>
                  <a:pt x="460882" y="88339"/>
                  <a:pt x="460882" y="89159"/>
                </a:cubicBezTo>
                <a:cubicBezTo>
                  <a:pt x="460882" y="89640"/>
                  <a:pt x="461057" y="90072"/>
                  <a:pt x="461407" y="90457"/>
                </a:cubicBezTo>
                <a:cubicBezTo>
                  <a:pt x="461757" y="90842"/>
                  <a:pt x="462119" y="91034"/>
                  <a:pt x="462493" y="91034"/>
                </a:cubicBezTo>
                <a:cubicBezTo>
                  <a:pt x="462960" y="91034"/>
                  <a:pt x="463450" y="90842"/>
                  <a:pt x="463964" y="90457"/>
                </a:cubicBezTo>
                <a:cubicBezTo>
                  <a:pt x="465599" y="89070"/>
                  <a:pt x="467257" y="87122"/>
                  <a:pt x="468939" y="84612"/>
                </a:cubicBezTo>
                <a:cubicBezTo>
                  <a:pt x="469359" y="83949"/>
                  <a:pt x="470036" y="82955"/>
                  <a:pt x="470971" y="81628"/>
                </a:cubicBezTo>
                <a:lnTo>
                  <a:pt x="473633" y="83262"/>
                </a:lnTo>
                <a:cubicBezTo>
                  <a:pt x="466767" y="94960"/>
                  <a:pt x="459550" y="100809"/>
                  <a:pt x="451984" y="100809"/>
                </a:cubicBezTo>
                <a:cubicBezTo>
                  <a:pt x="449088" y="100809"/>
                  <a:pt x="446822" y="100040"/>
                  <a:pt x="445188" y="98502"/>
                </a:cubicBezTo>
                <a:cubicBezTo>
                  <a:pt x="443553" y="96963"/>
                  <a:pt x="442735" y="95040"/>
                  <a:pt x="442735" y="92733"/>
                </a:cubicBezTo>
                <a:cubicBezTo>
                  <a:pt x="442735" y="90708"/>
                  <a:pt x="443296" y="87694"/>
                  <a:pt x="444417" y="83692"/>
                </a:cubicBezTo>
                <a:lnTo>
                  <a:pt x="453175" y="52804"/>
                </a:lnTo>
                <a:cubicBezTo>
                  <a:pt x="453782" y="50779"/>
                  <a:pt x="454085" y="49285"/>
                  <a:pt x="454085" y="48320"/>
                </a:cubicBezTo>
                <a:cubicBezTo>
                  <a:pt x="454085" y="47790"/>
                  <a:pt x="453875" y="47320"/>
                  <a:pt x="453455" y="46910"/>
                </a:cubicBezTo>
                <a:cubicBezTo>
                  <a:pt x="453035" y="46499"/>
                  <a:pt x="452544" y="46294"/>
                  <a:pt x="451984" y="46294"/>
                </a:cubicBezTo>
                <a:cubicBezTo>
                  <a:pt x="450209" y="46294"/>
                  <a:pt x="448060" y="47549"/>
                  <a:pt x="445538" y="50060"/>
                </a:cubicBezTo>
                <a:cubicBezTo>
                  <a:pt x="439092" y="56434"/>
                  <a:pt x="432857" y="65923"/>
                  <a:pt x="426831" y="78527"/>
                </a:cubicBezTo>
                <a:lnTo>
                  <a:pt x="421086" y="99944"/>
                </a:lnTo>
                <a:lnTo>
                  <a:pt x="403220" y="99944"/>
                </a:lnTo>
                <a:lnTo>
                  <a:pt x="416322" y="53654"/>
                </a:lnTo>
                <a:cubicBezTo>
                  <a:pt x="417583" y="49077"/>
                  <a:pt x="418213" y="45828"/>
                  <a:pt x="418213" y="43908"/>
                </a:cubicBezTo>
                <a:cubicBezTo>
                  <a:pt x="418213" y="43092"/>
                  <a:pt x="418027" y="42409"/>
                  <a:pt x="417653" y="41857"/>
                </a:cubicBezTo>
                <a:cubicBezTo>
                  <a:pt x="417279" y="41305"/>
                  <a:pt x="416672" y="40873"/>
                  <a:pt x="415831" y="40562"/>
                </a:cubicBezTo>
                <a:cubicBezTo>
                  <a:pt x="414991" y="40249"/>
                  <a:pt x="413403" y="40093"/>
                  <a:pt x="411067" y="40093"/>
                </a:cubicBezTo>
                <a:lnTo>
                  <a:pt x="411838" y="37353"/>
                </a:lnTo>
                <a:lnTo>
                  <a:pt x="435449" y="33026"/>
                </a:lnTo>
                <a:lnTo>
                  <a:pt x="439723" y="33026"/>
                </a:lnTo>
                <a:close/>
                <a:moveTo>
                  <a:pt x="535987" y="82782"/>
                </a:moveTo>
                <a:lnTo>
                  <a:pt x="538089" y="84706"/>
                </a:lnTo>
                <a:cubicBezTo>
                  <a:pt x="533559" y="90221"/>
                  <a:pt x="529098" y="94262"/>
                  <a:pt x="524707" y="96830"/>
                </a:cubicBezTo>
                <a:cubicBezTo>
                  <a:pt x="518869" y="100252"/>
                  <a:pt x="512820" y="101963"/>
                  <a:pt x="506561" y="101963"/>
                </a:cubicBezTo>
                <a:cubicBezTo>
                  <a:pt x="502357" y="101963"/>
                  <a:pt x="498633" y="101037"/>
                  <a:pt x="495386" y="99184"/>
                </a:cubicBezTo>
                <a:cubicBezTo>
                  <a:pt x="492140" y="97331"/>
                  <a:pt x="489746" y="94732"/>
                  <a:pt x="488205" y="91388"/>
                </a:cubicBezTo>
                <a:cubicBezTo>
                  <a:pt x="486664" y="88044"/>
                  <a:pt x="485893" y="84615"/>
                  <a:pt x="485893" y="81101"/>
                </a:cubicBezTo>
                <a:cubicBezTo>
                  <a:pt x="485893" y="73209"/>
                  <a:pt x="487971" y="65450"/>
                  <a:pt x="492128" y="57823"/>
                </a:cubicBezTo>
                <a:cubicBezTo>
                  <a:pt x="496285" y="50194"/>
                  <a:pt x="501774" y="44154"/>
                  <a:pt x="508593" y="39703"/>
                </a:cubicBezTo>
                <a:cubicBezTo>
                  <a:pt x="515412" y="35252"/>
                  <a:pt x="522115" y="33026"/>
                  <a:pt x="528701" y="33026"/>
                </a:cubicBezTo>
                <a:cubicBezTo>
                  <a:pt x="533979" y="33026"/>
                  <a:pt x="537949" y="34232"/>
                  <a:pt x="540612" y="36643"/>
                </a:cubicBezTo>
                <a:cubicBezTo>
                  <a:pt x="543274" y="39054"/>
                  <a:pt x="544605" y="42044"/>
                  <a:pt x="544605" y="45612"/>
                </a:cubicBezTo>
                <a:cubicBezTo>
                  <a:pt x="544605" y="48841"/>
                  <a:pt x="543601" y="51590"/>
                  <a:pt x="541592" y="53857"/>
                </a:cubicBezTo>
                <a:cubicBezTo>
                  <a:pt x="539584" y="56122"/>
                  <a:pt x="537342" y="57255"/>
                  <a:pt x="534866" y="57255"/>
                </a:cubicBezTo>
                <a:cubicBezTo>
                  <a:pt x="532718" y="57255"/>
                  <a:pt x="530931" y="56532"/>
                  <a:pt x="529507" y="55085"/>
                </a:cubicBezTo>
                <a:cubicBezTo>
                  <a:pt x="528082" y="53637"/>
                  <a:pt x="527370" y="51924"/>
                  <a:pt x="527370" y="49947"/>
                </a:cubicBezTo>
                <a:cubicBezTo>
                  <a:pt x="527370" y="47342"/>
                  <a:pt x="528631" y="45074"/>
                  <a:pt x="531153" y="43144"/>
                </a:cubicBezTo>
                <a:cubicBezTo>
                  <a:pt x="532881" y="41793"/>
                  <a:pt x="533745" y="40612"/>
                  <a:pt x="533745" y="39599"/>
                </a:cubicBezTo>
                <a:cubicBezTo>
                  <a:pt x="533745" y="38731"/>
                  <a:pt x="533395" y="38032"/>
                  <a:pt x="532695" y="37501"/>
                </a:cubicBezTo>
                <a:cubicBezTo>
                  <a:pt x="531760" y="36729"/>
                  <a:pt x="530546" y="36343"/>
                  <a:pt x="529051" y="36343"/>
                </a:cubicBezTo>
                <a:cubicBezTo>
                  <a:pt x="525128" y="36343"/>
                  <a:pt x="521438" y="37980"/>
                  <a:pt x="517981" y="41253"/>
                </a:cubicBezTo>
                <a:cubicBezTo>
                  <a:pt x="513404" y="45586"/>
                  <a:pt x="509901" y="51074"/>
                  <a:pt x="507472" y="57717"/>
                </a:cubicBezTo>
                <a:cubicBezTo>
                  <a:pt x="505043" y="64359"/>
                  <a:pt x="503829" y="70664"/>
                  <a:pt x="503829" y="76632"/>
                </a:cubicBezTo>
                <a:cubicBezTo>
                  <a:pt x="503829" y="81349"/>
                  <a:pt x="505067" y="85116"/>
                  <a:pt x="507542" y="87933"/>
                </a:cubicBezTo>
                <a:cubicBezTo>
                  <a:pt x="510018" y="90748"/>
                  <a:pt x="512960" y="92156"/>
                  <a:pt x="516370" y="92156"/>
                </a:cubicBezTo>
                <a:cubicBezTo>
                  <a:pt x="519359" y="92156"/>
                  <a:pt x="522594" y="91381"/>
                  <a:pt x="526074" y="89830"/>
                </a:cubicBezTo>
                <a:cubicBezTo>
                  <a:pt x="529553" y="88280"/>
                  <a:pt x="532858" y="85931"/>
                  <a:pt x="535987" y="82782"/>
                </a:cubicBezTo>
                <a:close/>
                <a:moveTo>
                  <a:pt x="567306" y="72831"/>
                </a:moveTo>
                <a:cubicBezTo>
                  <a:pt x="566885" y="75955"/>
                  <a:pt x="566675" y="78527"/>
                  <a:pt x="566675" y="80546"/>
                </a:cubicBezTo>
                <a:cubicBezTo>
                  <a:pt x="566675" y="84152"/>
                  <a:pt x="567691" y="87036"/>
                  <a:pt x="569723" y="89200"/>
                </a:cubicBezTo>
                <a:cubicBezTo>
                  <a:pt x="571755" y="91363"/>
                  <a:pt x="574476" y="92444"/>
                  <a:pt x="577885" y="92444"/>
                </a:cubicBezTo>
                <a:cubicBezTo>
                  <a:pt x="581155" y="92444"/>
                  <a:pt x="584436" y="91729"/>
                  <a:pt x="587729" y="90297"/>
                </a:cubicBezTo>
                <a:cubicBezTo>
                  <a:pt x="591022" y="88865"/>
                  <a:pt x="594840" y="86360"/>
                  <a:pt x="599184" y="82782"/>
                </a:cubicBezTo>
                <a:lnTo>
                  <a:pt x="601286" y="84605"/>
                </a:lnTo>
                <a:cubicBezTo>
                  <a:pt x="595915" y="90863"/>
                  <a:pt x="590683" y="95321"/>
                  <a:pt x="585592" y="97979"/>
                </a:cubicBezTo>
                <a:cubicBezTo>
                  <a:pt x="580501" y="100635"/>
                  <a:pt x="574873" y="101963"/>
                  <a:pt x="568707" y="101963"/>
                </a:cubicBezTo>
                <a:cubicBezTo>
                  <a:pt x="560907" y="101963"/>
                  <a:pt x="555512" y="100038"/>
                  <a:pt x="552523" y="96190"/>
                </a:cubicBezTo>
                <a:cubicBezTo>
                  <a:pt x="549533" y="92339"/>
                  <a:pt x="548039" y="87887"/>
                  <a:pt x="548039" y="82834"/>
                </a:cubicBezTo>
                <a:cubicBezTo>
                  <a:pt x="548039" y="74942"/>
                  <a:pt x="550269" y="67051"/>
                  <a:pt x="554730" y="59159"/>
                </a:cubicBezTo>
                <a:cubicBezTo>
                  <a:pt x="559190" y="51266"/>
                  <a:pt x="565262" y="44938"/>
                  <a:pt x="572946" y="40174"/>
                </a:cubicBezTo>
                <a:cubicBezTo>
                  <a:pt x="580629" y="35409"/>
                  <a:pt x="588348" y="33026"/>
                  <a:pt x="596102" y="33026"/>
                </a:cubicBezTo>
                <a:cubicBezTo>
                  <a:pt x="600025" y="33026"/>
                  <a:pt x="602991" y="33988"/>
                  <a:pt x="604999" y="35911"/>
                </a:cubicBezTo>
                <a:cubicBezTo>
                  <a:pt x="607008" y="37833"/>
                  <a:pt x="608012" y="40261"/>
                  <a:pt x="608012" y="43194"/>
                </a:cubicBezTo>
                <a:cubicBezTo>
                  <a:pt x="608012" y="46703"/>
                  <a:pt x="607031" y="50116"/>
                  <a:pt x="605069" y="53433"/>
                </a:cubicBezTo>
                <a:cubicBezTo>
                  <a:pt x="602360" y="57952"/>
                  <a:pt x="598951" y="61594"/>
                  <a:pt x="594840" y="64358"/>
                </a:cubicBezTo>
                <a:cubicBezTo>
                  <a:pt x="590730" y="67122"/>
                  <a:pt x="586129" y="69225"/>
                  <a:pt x="581038" y="70667"/>
                </a:cubicBezTo>
                <a:cubicBezTo>
                  <a:pt x="577628" y="71629"/>
                  <a:pt x="573051" y="72350"/>
                  <a:pt x="567306" y="72831"/>
                </a:cubicBezTo>
                <a:moveTo>
                  <a:pt x="567936" y="69081"/>
                </a:moveTo>
                <a:cubicBezTo>
                  <a:pt x="572047" y="68459"/>
                  <a:pt x="575235" y="67610"/>
                  <a:pt x="577500" y="66535"/>
                </a:cubicBezTo>
                <a:cubicBezTo>
                  <a:pt x="579765" y="65457"/>
                  <a:pt x="581984" y="63734"/>
                  <a:pt x="584156" y="61365"/>
                </a:cubicBezTo>
                <a:cubicBezTo>
                  <a:pt x="586328" y="58996"/>
                  <a:pt x="588208" y="56005"/>
                  <a:pt x="589796" y="52392"/>
                </a:cubicBezTo>
                <a:cubicBezTo>
                  <a:pt x="591384" y="48779"/>
                  <a:pt x="592178" y="45394"/>
                  <a:pt x="592178" y="42236"/>
                </a:cubicBezTo>
                <a:cubicBezTo>
                  <a:pt x="592178" y="40896"/>
                  <a:pt x="591816" y="39844"/>
                  <a:pt x="591092" y="39079"/>
                </a:cubicBezTo>
                <a:cubicBezTo>
                  <a:pt x="590368" y="38313"/>
                  <a:pt x="589446" y="37930"/>
                  <a:pt x="588325" y="37930"/>
                </a:cubicBezTo>
                <a:cubicBezTo>
                  <a:pt x="586083" y="37930"/>
                  <a:pt x="583560" y="39533"/>
                  <a:pt x="580758" y="42738"/>
                </a:cubicBezTo>
                <a:cubicBezTo>
                  <a:pt x="575620" y="48576"/>
                  <a:pt x="571346" y="57357"/>
                  <a:pt x="567936" y="69081"/>
                </a:cubicBezTo>
                <a:close/>
                <a:moveTo>
                  <a:pt x="727249" y="0"/>
                </a:moveTo>
                <a:lnTo>
                  <a:pt x="719331" y="33170"/>
                </a:lnTo>
                <a:lnTo>
                  <a:pt x="717019" y="33170"/>
                </a:lnTo>
                <a:cubicBezTo>
                  <a:pt x="716506" y="27992"/>
                  <a:pt x="715595" y="23845"/>
                  <a:pt x="714287" y="20729"/>
                </a:cubicBezTo>
                <a:cubicBezTo>
                  <a:pt x="712325" y="16222"/>
                  <a:pt x="709721" y="12747"/>
                  <a:pt x="706475" y="10303"/>
                </a:cubicBezTo>
                <a:cubicBezTo>
                  <a:pt x="703229" y="7857"/>
                  <a:pt x="699714" y="6634"/>
                  <a:pt x="695931" y="6634"/>
                </a:cubicBezTo>
                <a:cubicBezTo>
                  <a:pt x="692287" y="6634"/>
                  <a:pt x="689100" y="8061"/>
                  <a:pt x="686367" y="10916"/>
                </a:cubicBezTo>
                <a:cubicBezTo>
                  <a:pt x="683635" y="13768"/>
                  <a:pt x="682268" y="16993"/>
                  <a:pt x="682268" y="20590"/>
                </a:cubicBezTo>
                <a:cubicBezTo>
                  <a:pt x="682268" y="24138"/>
                  <a:pt x="683214" y="27627"/>
                  <a:pt x="685106" y="31057"/>
                </a:cubicBezTo>
                <a:cubicBezTo>
                  <a:pt x="686998" y="34485"/>
                  <a:pt x="691470" y="39651"/>
                  <a:pt x="698523" y="46556"/>
                </a:cubicBezTo>
                <a:cubicBezTo>
                  <a:pt x="704175" y="52072"/>
                  <a:pt x="707970" y="56822"/>
                  <a:pt x="709908" y="60804"/>
                </a:cubicBezTo>
                <a:cubicBezTo>
                  <a:pt x="711846" y="64785"/>
                  <a:pt x="712816" y="69103"/>
                  <a:pt x="712816" y="73757"/>
                </a:cubicBezTo>
                <a:cubicBezTo>
                  <a:pt x="712816" y="78985"/>
                  <a:pt x="711461" y="83806"/>
                  <a:pt x="708752" y="88219"/>
                </a:cubicBezTo>
                <a:cubicBezTo>
                  <a:pt x="706043" y="92633"/>
                  <a:pt x="702108" y="96051"/>
                  <a:pt x="696947" y="98475"/>
                </a:cubicBezTo>
                <a:cubicBezTo>
                  <a:pt x="691785" y="100896"/>
                  <a:pt x="685935" y="102107"/>
                  <a:pt x="679396" y="102107"/>
                </a:cubicBezTo>
                <a:cubicBezTo>
                  <a:pt x="675379" y="102107"/>
                  <a:pt x="670323" y="101482"/>
                  <a:pt x="664227" y="100232"/>
                </a:cubicBezTo>
                <a:cubicBezTo>
                  <a:pt x="658132" y="98982"/>
                  <a:pt x="654080" y="98357"/>
                  <a:pt x="652072" y="98357"/>
                </a:cubicBezTo>
                <a:cubicBezTo>
                  <a:pt x="650483" y="98357"/>
                  <a:pt x="649059" y="98615"/>
                  <a:pt x="647798" y="99130"/>
                </a:cubicBezTo>
                <a:cubicBezTo>
                  <a:pt x="646537" y="99644"/>
                  <a:pt x="644972" y="100636"/>
                  <a:pt x="643104" y="102107"/>
                </a:cubicBezTo>
                <a:lnTo>
                  <a:pt x="640371" y="102107"/>
                </a:lnTo>
                <a:lnTo>
                  <a:pt x="648849" y="64754"/>
                </a:lnTo>
                <a:lnTo>
                  <a:pt x="651511" y="64754"/>
                </a:lnTo>
                <a:cubicBezTo>
                  <a:pt x="652118" y="71292"/>
                  <a:pt x="653403" y="76857"/>
                  <a:pt x="655364" y="81448"/>
                </a:cubicBezTo>
                <a:cubicBezTo>
                  <a:pt x="657326" y="86039"/>
                  <a:pt x="660129" y="89620"/>
                  <a:pt x="663772" y="92192"/>
                </a:cubicBezTo>
                <a:cubicBezTo>
                  <a:pt x="667415" y="94764"/>
                  <a:pt x="671572" y="96050"/>
                  <a:pt x="676243" y="96050"/>
                </a:cubicBezTo>
                <a:cubicBezTo>
                  <a:pt x="680867" y="96050"/>
                  <a:pt x="684732" y="94483"/>
                  <a:pt x="687838" y="91349"/>
                </a:cubicBezTo>
                <a:cubicBezTo>
                  <a:pt x="690945" y="88214"/>
                  <a:pt x="692498" y="84541"/>
                  <a:pt x="692498" y="80330"/>
                </a:cubicBezTo>
                <a:cubicBezTo>
                  <a:pt x="692498" y="76743"/>
                  <a:pt x="691622" y="73298"/>
                  <a:pt x="689870" y="69996"/>
                </a:cubicBezTo>
                <a:cubicBezTo>
                  <a:pt x="688119" y="66694"/>
                  <a:pt x="684125" y="61878"/>
                  <a:pt x="677890" y="55549"/>
                </a:cubicBezTo>
                <a:cubicBezTo>
                  <a:pt x="671654" y="49219"/>
                  <a:pt x="667345" y="43555"/>
                  <a:pt x="664963" y="38558"/>
                </a:cubicBezTo>
                <a:cubicBezTo>
                  <a:pt x="663235" y="34858"/>
                  <a:pt x="662371" y="30918"/>
                  <a:pt x="662371" y="26739"/>
                </a:cubicBezTo>
                <a:cubicBezTo>
                  <a:pt x="662371" y="19483"/>
                  <a:pt x="665150" y="13213"/>
                  <a:pt x="670708" y="7928"/>
                </a:cubicBezTo>
                <a:cubicBezTo>
                  <a:pt x="676266" y="2643"/>
                  <a:pt x="683530" y="0"/>
                  <a:pt x="692498" y="0"/>
                </a:cubicBezTo>
                <a:cubicBezTo>
                  <a:pt x="696561" y="0"/>
                  <a:pt x="701909" y="937"/>
                  <a:pt x="708542" y="2812"/>
                </a:cubicBezTo>
                <a:cubicBezTo>
                  <a:pt x="712419" y="3918"/>
                  <a:pt x="715151" y="4471"/>
                  <a:pt x="716739" y="4471"/>
                </a:cubicBezTo>
                <a:cubicBezTo>
                  <a:pt x="718094" y="4471"/>
                  <a:pt x="719308" y="4170"/>
                  <a:pt x="720382" y="3569"/>
                </a:cubicBezTo>
                <a:cubicBezTo>
                  <a:pt x="721457" y="2969"/>
                  <a:pt x="722718" y="1779"/>
                  <a:pt x="724166" y="0"/>
                </a:cubicBezTo>
                <a:lnTo>
                  <a:pt x="727249" y="0"/>
                </a:lnTo>
                <a:close/>
                <a:moveTo>
                  <a:pt x="778113" y="82782"/>
                </a:moveTo>
                <a:lnTo>
                  <a:pt x="780215" y="84706"/>
                </a:lnTo>
                <a:cubicBezTo>
                  <a:pt x="775685" y="90221"/>
                  <a:pt x="771224" y="94262"/>
                  <a:pt x="766833" y="96830"/>
                </a:cubicBezTo>
                <a:cubicBezTo>
                  <a:pt x="760995" y="100252"/>
                  <a:pt x="754946" y="101963"/>
                  <a:pt x="748687" y="101963"/>
                </a:cubicBezTo>
                <a:cubicBezTo>
                  <a:pt x="744483" y="101963"/>
                  <a:pt x="740758" y="101037"/>
                  <a:pt x="737512" y="99184"/>
                </a:cubicBezTo>
                <a:cubicBezTo>
                  <a:pt x="734266" y="97331"/>
                  <a:pt x="731872" y="94732"/>
                  <a:pt x="730331" y="91388"/>
                </a:cubicBezTo>
                <a:cubicBezTo>
                  <a:pt x="728789" y="88044"/>
                  <a:pt x="728019" y="84615"/>
                  <a:pt x="728019" y="81101"/>
                </a:cubicBezTo>
                <a:cubicBezTo>
                  <a:pt x="728019" y="73209"/>
                  <a:pt x="730097" y="65450"/>
                  <a:pt x="734254" y="57823"/>
                </a:cubicBezTo>
                <a:cubicBezTo>
                  <a:pt x="738411" y="50194"/>
                  <a:pt x="743900" y="44154"/>
                  <a:pt x="750719" y="39703"/>
                </a:cubicBezTo>
                <a:cubicBezTo>
                  <a:pt x="757538" y="35252"/>
                  <a:pt x="764241" y="33026"/>
                  <a:pt x="770827" y="33026"/>
                </a:cubicBezTo>
                <a:cubicBezTo>
                  <a:pt x="776105" y="33026"/>
                  <a:pt x="780075" y="34232"/>
                  <a:pt x="782738" y="36643"/>
                </a:cubicBezTo>
                <a:cubicBezTo>
                  <a:pt x="785400" y="39054"/>
                  <a:pt x="786731" y="42044"/>
                  <a:pt x="786731" y="45612"/>
                </a:cubicBezTo>
                <a:cubicBezTo>
                  <a:pt x="786731" y="48841"/>
                  <a:pt x="785727" y="51590"/>
                  <a:pt x="783718" y="53857"/>
                </a:cubicBezTo>
                <a:cubicBezTo>
                  <a:pt x="781710" y="56122"/>
                  <a:pt x="779468" y="57255"/>
                  <a:pt x="776992" y="57255"/>
                </a:cubicBezTo>
                <a:cubicBezTo>
                  <a:pt x="774844" y="57255"/>
                  <a:pt x="773057" y="56532"/>
                  <a:pt x="771633" y="55085"/>
                </a:cubicBezTo>
                <a:cubicBezTo>
                  <a:pt x="770208" y="53637"/>
                  <a:pt x="769496" y="51924"/>
                  <a:pt x="769496" y="49947"/>
                </a:cubicBezTo>
                <a:cubicBezTo>
                  <a:pt x="769496" y="47342"/>
                  <a:pt x="770757" y="45074"/>
                  <a:pt x="773279" y="43144"/>
                </a:cubicBezTo>
                <a:cubicBezTo>
                  <a:pt x="775007" y="41793"/>
                  <a:pt x="775871" y="40612"/>
                  <a:pt x="775871" y="39599"/>
                </a:cubicBezTo>
                <a:cubicBezTo>
                  <a:pt x="775871" y="38731"/>
                  <a:pt x="775521" y="38032"/>
                  <a:pt x="774821" y="37501"/>
                </a:cubicBezTo>
                <a:cubicBezTo>
                  <a:pt x="773886" y="36729"/>
                  <a:pt x="772672" y="36343"/>
                  <a:pt x="771177" y="36343"/>
                </a:cubicBezTo>
                <a:cubicBezTo>
                  <a:pt x="767254" y="36343"/>
                  <a:pt x="763564" y="37980"/>
                  <a:pt x="760107" y="41253"/>
                </a:cubicBezTo>
                <a:cubicBezTo>
                  <a:pt x="755530" y="45586"/>
                  <a:pt x="752027" y="51074"/>
                  <a:pt x="749598" y="57717"/>
                </a:cubicBezTo>
                <a:cubicBezTo>
                  <a:pt x="747169" y="64359"/>
                  <a:pt x="745955" y="70664"/>
                  <a:pt x="745955" y="76632"/>
                </a:cubicBezTo>
                <a:cubicBezTo>
                  <a:pt x="745955" y="81349"/>
                  <a:pt x="747193" y="85116"/>
                  <a:pt x="749668" y="87933"/>
                </a:cubicBezTo>
                <a:cubicBezTo>
                  <a:pt x="752144" y="90748"/>
                  <a:pt x="755086" y="92156"/>
                  <a:pt x="758496" y="92156"/>
                </a:cubicBezTo>
                <a:cubicBezTo>
                  <a:pt x="761485" y="92156"/>
                  <a:pt x="764720" y="91381"/>
                  <a:pt x="768200" y="89830"/>
                </a:cubicBezTo>
                <a:cubicBezTo>
                  <a:pt x="771679" y="88280"/>
                  <a:pt x="774984" y="85931"/>
                  <a:pt x="778113" y="82782"/>
                </a:cubicBezTo>
                <a:close/>
                <a:moveTo>
                  <a:pt x="834164" y="33026"/>
                </a:moveTo>
                <a:cubicBezTo>
                  <a:pt x="837854" y="33026"/>
                  <a:pt x="841322" y="33904"/>
                  <a:pt x="844568" y="35660"/>
                </a:cubicBezTo>
                <a:cubicBezTo>
                  <a:pt x="847814" y="37417"/>
                  <a:pt x="850267" y="39859"/>
                  <a:pt x="851925" y="42989"/>
                </a:cubicBezTo>
                <a:cubicBezTo>
                  <a:pt x="853583" y="46116"/>
                  <a:pt x="854412" y="49581"/>
                  <a:pt x="854412" y="53381"/>
                </a:cubicBezTo>
                <a:cubicBezTo>
                  <a:pt x="854412" y="61178"/>
                  <a:pt x="852298" y="68975"/>
                  <a:pt x="848071" y="76772"/>
                </a:cubicBezTo>
                <a:cubicBezTo>
                  <a:pt x="843844" y="84567"/>
                  <a:pt x="838274" y="90715"/>
                  <a:pt x="831361" y="95214"/>
                </a:cubicBezTo>
                <a:cubicBezTo>
                  <a:pt x="824449" y="99713"/>
                  <a:pt x="817489" y="101963"/>
                  <a:pt x="810483" y="101963"/>
                </a:cubicBezTo>
                <a:cubicBezTo>
                  <a:pt x="804130" y="101963"/>
                  <a:pt x="799214" y="100014"/>
                  <a:pt x="795735" y="96118"/>
                </a:cubicBezTo>
                <a:cubicBezTo>
                  <a:pt x="792255" y="92219"/>
                  <a:pt x="790515" y="87455"/>
                  <a:pt x="790515" y="81824"/>
                </a:cubicBezTo>
                <a:cubicBezTo>
                  <a:pt x="790515" y="75134"/>
                  <a:pt x="791811" y="68866"/>
                  <a:pt x="794403" y="63019"/>
                </a:cubicBezTo>
                <a:cubicBezTo>
                  <a:pt x="796996" y="57172"/>
                  <a:pt x="800289" y="52071"/>
                  <a:pt x="804282" y="47716"/>
                </a:cubicBezTo>
                <a:cubicBezTo>
                  <a:pt x="808276" y="43361"/>
                  <a:pt x="812865" y="39824"/>
                  <a:pt x="818050" y="37105"/>
                </a:cubicBezTo>
                <a:cubicBezTo>
                  <a:pt x="823234" y="34386"/>
                  <a:pt x="828606" y="33026"/>
                  <a:pt x="834164" y="33026"/>
                </a:cubicBezTo>
                <a:moveTo>
                  <a:pt x="831291" y="36920"/>
                </a:moveTo>
                <a:cubicBezTo>
                  <a:pt x="828816" y="36920"/>
                  <a:pt x="826761" y="37664"/>
                  <a:pt x="825126" y="39153"/>
                </a:cubicBezTo>
                <a:cubicBezTo>
                  <a:pt x="821856" y="42177"/>
                  <a:pt x="818166" y="49248"/>
                  <a:pt x="814056" y="60365"/>
                </a:cubicBezTo>
                <a:cubicBezTo>
                  <a:pt x="809946" y="71480"/>
                  <a:pt x="807890" y="81503"/>
                  <a:pt x="807890" y="90434"/>
                </a:cubicBezTo>
                <a:cubicBezTo>
                  <a:pt x="807890" y="92643"/>
                  <a:pt x="808544" y="94467"/>
                  <a:pt x="809852" y="95908"/>
                </a:cubicBezTo>
                <a:cubicBezTo>
                  <a:pt x="811160" y="97349"/>
                  <a:pt x="812701" y="98069"/>
                  <a:pt x="814476" y="98069"/>
                </a:cubicBezTo>
                <a:cubicBezTo>
                  <a:pt x="816298" y="98069"/>
                  <a:pt x="817909" y="97493"/>
                  <a:pt x="819311" y="96341"/>
                </a:cubicBezTo>
                <a:cubicBezTo>
                  <a:pt x="821366" y="94611"/>
                  <a:pt x="823888" y="90734"/>
                  <a:pt x="826877" y="84708"/>
                </a:cubicBezTo>
                <a:cubicBezTo>
                  <a:pt x="829867" y="78683"/>
                  <a:pt x="832319" y="72033"/>
                  <a:pt x="834234" y="64759"/>
                </a:cubicBezTo>
                <a:cubicBezTo>
                  <a:pt x="836149" y="57483"/>
                  <a:pt x="837106" y="50821"/>
                  <a:pt x="837106" y="44771"/>
                </a:cubicBezTo>
                <a:cubicBezTo>
                  <a:pt x="837106" y="42274"/>
                  <a:pt x="836523" y="40342"/>
                  <a:pt x="835355" y="38973"/>
                </a:cubicBezTo>
                <a:cubicBezTo>
                  <a:pt x="834187" y="37604"/>
                  <a:pt x="832833" y="36920"/>
                  <a:pt x="831291" y="36920"/>
                </a:cubicBezTo>
                <a:close/>
                <a:moveTo>
                  <a:pt x="892736" y="33026"/>
                </a:moveTo>
                <a:lnTo>
                  <a:pt x="882156" y="73595"/>
                </a:lnTo>
                <a:cubicBezTo>
                  <a:pt x="890844" y="53816"/>
                  <a:pt x="897383" y="41640"/>
                  <a:pt x="901774" y="37069"/>
                </a:cubicBezTo>
                <a:cubicBezTo>
                  <a:pt x="904343" y="34374"/>
                  <a:pt x="907052" y="33026"/>
                  <a:pt x="909901" y="33026"/>
                </a:cubicBezTo>
                <a:cubicBezTo>
                  <a:pt x="911863" y="33026"/>
                  <a:pt x="913451" y="33759"/>
                  <a:pt x="914665" y="35226"/>
                </a:cubicBezTo>
                <a:cubicBezTo>
                  <a:pt x="915880" y="36692"/>
                  <a:pt x="916487" y="38771"/>
                  <a:pt x="916487" y="41463"/>
                </a:cubicBezTo>
                <a:cubicBezTo>
                  <a:pt x="916487" y="46126"/>
                  <a:pt x="915389" y="50044"/>
                  <a:pt x="913194" y="53217"/>
                </a:cubicBezTo>
                <a:cubicBezTo>
                  <a:pt x="911793" y="55236"/>
                  <a:pt x="910228" y="56245"/>
                  <a:pt x="908500" y="56245"/>
                </a:cubicBezTo>
                <a:cubicBezTo>
                  <a:pt x="906631" y="56245"/>
                  <a:pt x="905230" y="55367"/>
                  <a:pt x="904296" y="53609"/>
                </a:cubicBezTo>
                <a:cubicBezTo>
                  <a:pt x="903362" y="51850"/>
                  <a:pt x="902708" y="50816"/>
                  <a:pt x="902334" y="50508"/>
                </a:cubicBezTo>
                <a:cubicBezTo>
                  <a:pt x="901961" y="50199"/>
                  <a:pt x="901564" y="50044"/>
                  <a:pt x="901143" y="50044"/>
                </a:cubicBezTo>
                <a:cubicBezTo>
                  <a:pt x="900676" y="50044"/>
                  <a:pt x="900186" y="50188"/>
                  <a:pt x="899672" y="50477"/>
                </a:cubicBezTo>
                <a:cubicBezTo>
                  <a:pt x="898644" y="51054"/>
                  <a:pt x="897301" y="52460"/>
                  <a:pt x="895643" y="54695"/>
                </a:cubicBezTo>
                <a:cubicBezTo>
                  <a:pt x="893985" y="56929"/>
                  <a:pt x="891942" y="60666"/>
                  <a:pt x="889513" y="65906"/>
                </a:cubicBezTo>
                <a:cubicBezTo>
                  <a:pt x="887084" y="71144"/>
                  <a:pt x="885192" y="75578"/>
                  <a:pt x="883838" y="79208"/>
                </a:cubicBezTo>
                <a:cubicBezTo>
                  <a:pt x="882483" y="82836"/>
                  <a:pt x="880592" y="89748"/>
                  <a:pt x="878163" y="99944"/>
                </a:cubicBezTo>
                <a:lnTo>
                  <a:pt x="861208" y="99944"/>
                </a:lnTo>
                <a:lnTo>
                  <a:pt x="872768" y="52135"/>
                </a:lnTo>
                <a:cubicBezTo>
                  <a:pt x="873609" y="48578"/>
                  <a:pt x="874029" y="46222"/>
                  <a:pt x="874029" y="45068"/>
                </a:cubicBezTo>
                <a:cubicBezTo>
                  <a:pt x="874029" y="43770"/>
                  <a:pt x="873807" y="42761"/>
                  <a:pt x="873363" y="42040"/>
                </a:cubicBezTo>
                <a:cubicBezTo>
                  <a:pt x="872920" y="41319"/>
                  <a:pt x="872312" y="40790"/>
                  <a:pt x="871542" y="40453"/>
                </a:cubicBezTo>
                <a:cubicBezTo>
                  <a:pt x="870771" y="40117"/>
                  <a:pt x="869171" y="39949"/>
                  <a:pt x="866743" y="39949"/>
                </a:cubicBezTo>
                <a:lnTo>
                  <a:pt x="867373" y="37785"/>
                </a:lnTo>
                <a:lnTo>
                  <a:pt x="888532" y="33026"/>
                </a:lnTo>
                <a:lnTo>
                  <a:pt x="892736" y="33026"/>
                </a:lnTo>
                <a:close/>
                <a:moveTo>
                  <a:pt x="937222" y="72831"/>
                </a:moveTo>
                <a:cubicBezTo>
                  <a:pt x="936802" y="75955"/>
                  <a:pt x="936592" y="78527"/>
                  <a:pt x="936592" y="80546"/>
                </a:cubicBezTo>
                <a:cubicBezTo>
                  <a:pt x="936592" y="84152"/>
                  <a:pt x="937608" y="87036"/>
                  <a:pt x="939640" y="89200"/>
                </a:cubicBezTo>
                <a:cubicBezTo>
                  <a:pt x="941671" y="91363"/>
                  <a:pt x="944392" y="92444"/>
                  <a:pt x="947802" y="92444"/>
                </a:cubicBezTo>
                <a:cubicBezTo>
                  <a:pt x="951071" y="92444"/>
                  <a:pt x="954353" y="91729"/>
                  <a:pt x="957646" y="90297"/>
                </a:cubicBezTo>
                <a:cubicBezTo>
                  <a:pt x="960939" y="88865"/>
                  <a:pt x="964757" y="86360"/>
                  <a:pt x="969101" y="82782"/>
                </a:cubicBezTo>
                <a:lnTo>
                  <a:pt x="971203" y="84605"/>
                </a:lnTo>
                <a:cubicBezTo>
                  <a:pt x="965831" y="90863"/>
                  <a:pt x="960600" y="95321"/>
                  <a:pt x="955509" y="97979"/>
                </a:cubicBezTo>
                <a:cubicBezTo>
                  <a:pt x="950417" y="100635"/>
                  <a:pt x="944789" y="101963"/>
                  <a:pt x="938624" y="101963"/>
                </a:cubicBezTo>
                <a:cubicBezTo>
                  <a:pt x="930823" y="101963"/>
                  <a:pt x="925429" y="100038"/>
                  <a:pt x="922439" y="96190"/>
                </a:cubicBezTo>
                <a:cubicBezTo>
                  <a:pt x="919450" y="92339"/>
                  <a:pt x="917955" y="87887"/>
                  <a:pt x="917955" y="82834"/>
                </a:cubicBezTo>
                <a:cubicBezTo>
                  <a:pt x="917955" y="74942"/>
                  <a:pt x="920186" y="67051"/>
                  <a:pt x="924646" y="59159"/>
                </a:cubicBezTo>
                <a:cubicBezTo>
                  <a:pt x="929107" y="51266"/>
                  <a:pt x="935179" y="44938"/>
                  <a:pt x="942862" y="40174"/>
                </a:cubicBezTo>
                <a:cubicBezTo>
                  <a:pt x="950546" y="35409"/>
                  <a:pt x="958264" y="33026"/>
                  <a:pt x="966018" y="33026"/>
                </a:cubicBezTo>
                <a:cubicBezTo>
                  <a:pt x="969942" y="33026"/>
                  <a:pt x="972907" y="33988"/>
                  <a:pt x="974916" y="35911"/>
                </a:cubicBezTo>
                <a:cubicBezTo>
                  <a:pt x="976924" y="37833"/>
                  <a:pt x="977929" y="40261"/>
                  <a:pt x="977929" y="43194"/>
                </a:cubicBezTo>
                <a:cubicBezTo>
                  <a:pt x="977929" y="46703"/>
                  <a:pt x="976948" y="50116"/>
                  <a:pt x="974986" y="53433"/>
                </a:cubicBezTo>
                <a:cubicBezTo>
                  <a:pt x="972277" y="57952"/>
                  <a:pt x="968867" y="61594"/>
                  <a:pt x="964757" y="64358"/>
                </a:cubicBezTo>
                <a:cubicBezTo>
                  <a:pt x="960647" y="67122"/>
                  <a:pt x="956046" y="69225"/>
                  <a:pt x="950955" y="70667"/>
                </a:cubicBezTo>
                <a:cubicBezTo>
                  <a:pt x="947545" y="71629"/>
                  <a:pt x="942967" y="72350"/>
                  <a:pt x="937222" y="72831"/>
                </a:cubicBezTo>
                <a:moveTo>
                  <a:pt x="937853" y="69081"/>
                </a:moveTo>
                <a:cubicBezTo>
                  <a:pt x="941963" y="68459"/>
                  <a:pt x="945151" y="67610"/>
                  <a:pt x="947416" y="66535"/>
                </a:cubicBezTo>
                <a:cubicBezTo>
                  <a:pt x="949682" y="65457"/>
                  <a:pt x="951900" y="63734"/>
                  <a:pt x="954072" y="61365"/>
                </a:cubicBezTo>
                <a:cubicBezTo>
                  <a:pt x="956244" y="58996"/>
                  <a:pt x="958124" y="56005"/>
                  <a:pt x="959712" y="52392"/>
                </a:cubicBezTo>
                <a:cubicBezTo>
                  <a:pt x="961300" y="48779"/>
                  <a:pt x="962095" y="45394"/>
                  <a:pt x="962095" y="42236"/>
                </a:cubicBezTo>
                <a:cubicBezTo>
                  <a:pt x="962095" y="40896"/>
                  <a:pt x="961733" y="39844"/>
                  <a:pt x="961009" y="39079"/>
                </a:cubicBezTo>
                <a:cubicBezTo>
                  <a:pt x="960285" y="38313"/>
                  <a:pt x="959362" y="37930"/>
                  <a:pt x="958241" y="37930"/>
                </a:cubicBezTo>
                <a:cubicBezTo>
                  <a:pt x="955999" y="37930"/>
                  <a:pt x="953477" y="39533"/>
                  <a:pt x="950674" y="42738"/>
                </a:cubicBezTo>
                <a:cubicBezTo>
                  <a:pt x="945536" y="48576"/>
                  <a:pt x="941263" y="57357"/>
                  <a:pt x="937853" y="690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Phase-2">
            <a:extLst xmlns:a="http://schemas.openxmlformats.org/drawingml/2006/main">
              <a:ext uri="{FF2B5EF4-FFF2-40B4-BE49-F238E27FC236}">
                <a16:creationId xmlns:a16="http://schemas.microsoft.com/office/drawing/2014/main" id="{8FA9D9EB-6BE6-4C9C-A7A9-486F44EB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537" y="3964997"/>
            <a:ext cx="776678" cy="156838"/>
          </a:xfrm>
          <a:custGeom xmlns:a="http://schemas.openxmlformats.org/drawingml/2006/main">
            <a:pathLst>
              <a:path w="776678" h="156838">
                <a:moveTo>
                  <a:pt x="40566" y="85017"/>
                </a:moveTo>
                <a:lnTo>
                  <a:pt x="40566" y="127813"/>
                </a:lnTo>
                <a:cubicBezTo>
                  <a:pt x="40566" y="137059"/>
                  <a:pt x="41547" y="142802"/>
                  <a:pt x="43509" y="145042"/>
                </a:cubicBezTo>
                <a:cubicBezTo>
                  <a:pt x="46171" y="148219"/>
                  <a:pt x="50200" y="149808"/>
                  <a:pt x="55595" y="149808"/>
                </a:cubicBezTo>
                <a:lnTo>
                  <a:pt x="61059" y="149808"/>
                </a:lnTo>
                <a:lnTo>
                  <a:pt x="61059" y="153810"/>
                </a:lnTo>
                <a:lnTo>
                  <a:pt x="0" y="153810"/>
                </a:lnTo>
                <a:lnTo>
                  <a:pt x="0" y="149808"/>
                </a:lnTo>
                <a:lnTo>
                  <a:pt x="5360" y="149808"/>
                </a:lnTo>
                <a:cubicBezTo>
                  <a:pt x="11385" y="149808"/>
                  <a:pt x="15694" y="147789"/>
                  <a:pt x="18286" y="143750"/>
                </a:cubicBezTo>
                <a:cubicBezTo>
                  <a:pt x="19688" y="141515"/>
                  <a:pt x="20388" y="136215"/>
                  <a:pt x="20388" y="127850"/>
                </a:cubicBezTo>
                <a:lnTo>
                  <a:pt x="20388" y="33098"/>
                </a:lnTo>
                <a:cubicBezTo>
                  <a:pt x="20388" y="23868"/>
                  <a:pt x="19442" y="18136"/>
                  <a:pt x="17551" y="15900"/>
                </a:cubicBezTo>
                <a:cubicBezTo>
                  <a:pt x="14818" y="12727"/>
                  <a:pt x="10755" y="11141"/>
                  <a:pt x="5360" y="11141"/>
                </a:cubicBezTo>
                <a:lnTo>
                  <a:pt x="0" y="11141"/>
                </a:lnTo>
                <a:lnTo>
                  <a:pt x="0" y="7139"/>
                </a:lnTo>
                <a:lnTo>
                  <a:pt x="52232" y="7139"/>
                </a:lnTo>
                <a:cubicBezTo>
                  <a:pt x="64983" y="7139"/>
                  <a:pt x="75037" y="8490"/>
                  <a:pt x="82393" y="11192"/>
                </a:cubicBezTo>
                <a:cubicBezTo>
                  <a:pt x="89750" y="13891"/>
                  <a:pt x="95951" y="18445"/>
                  <a:pt x="100995" y="24854"/>
                </a:cubicBezTo>
                <a:cubicBezTo>
                  <a:pt x="106039" y="31263"/>
                  <a:pt x="108562" y="38860"/>
                  <a:pt x="108562" y="47646"/>
                </a:cubicBezTo>
                <a:cubicBezTo>
                  <a:pt x="108562" y="59601"/>
                  <a:pt x="104726" y="69323"/>
                  <a:pt x="97054" y="76814"/>
                </a:cubicBezTo>
                <a:cubicBezTo>
                  <a:pt x="89382" y="84302"/>
                  <a:pt x="78540" y="88046"/>
                  <a:pt x="64528" y="88046"/>
                </a:cubicBezTo>
                <a:cubicBezTo>
                  <a:pt x="61094" y="88046"/>
                  <a:pt x="57381" y="87793"/>
                  <a:pt x="53388" y="87289"/>
                </a:cubicBezTo>
                <a:cubicBezTo>
                  <a:pt x="49394" y="86784"/>
                  <a:pt x="45120" y="86027"/>
                  <a:pt x="40566" y="85017"/>
                </a:cubicBezTo>
                <a:moveTo>
                  <a:pt x="40566" y="78744"/>
                </a:moveTo>
                <a:cubicBezTo>
                  <a:pt x="44279" y="79465"/>
                  <a:pt x="47572" y="80006"/>
                  <a:pt x="50445" y="80366"/>
                </a:cubicBezTo>
                <a:cubicBezTo>
                  <a:pt x="53318" y="80727"/>
                  <a:pt x="55770" y="80907"/>
                  <a:pt x="57802" y="80907"/>
                </a:cubicBezTo>
                <a:cubicBezTo>
                  <a:pt x="65088" y="80907"/>
                  <a:pt x="71376" y="78005"/>
                  <a:pt x="76666" y="72200"/>
                </a:cubicBezTo>
                <a:cubicBezTo>
                  <a:pt x="81956" y="66395"/>
                  <a:pt x="84600" y="58877"/>
                  <a:pt x="84600" y="49647"/>
                </a:cubicBezTo>
                <a:cubicBezTo>
                  <a:pt x="84600" y="43302"/>
                  <a:pt x="83339" y="37407"/>
                  <a:pt x="80817" y="31963"/>
                </a:cubicBezTo>
                <a:cubicBezTo>
                  <a:pt x="78295" y="26518"/>
                  <a:pt x="74722" y="22444"/>
                  <a:pt x="70097" y="19740"/>
                </a:cubicBezTo>
                <a:cubicBezTo>
                  <a:pt x="65473" y="17036"/>
                  <a:pt x="60219" y="15684"/>
                  <a:pt x="54333" y="15684"/>
                </a:cubicBezTo>
                <a:cubicBezTo>
                  <a:pt x="50760" y="15684"/>
                  <a:pt x="46171" y="16369"/>
                  <a:pt x="40566" y="17739"/>
                </a:cubicBezTo>
                <a:lnTo>
                  <a:pt x="40566" y="78744"/>
                </a:lnTo>
                <a:close/>
                <a:moveTo>
                  <a:pt x="150252" y="0"/>
                </a:moveTo>
                <a:lnTo>
                  <a:pt x="150252" y="72578"/>
                </a:lnTo>
                <a:cubicBezTo>
                  <a:pt x="158029" y="63781"/>
                  <a:pt x="164195" y="58138"/>
                  <a:pt x="168749" y="55651"/>
                </a:cubicBezTo>
                <a:cubicBezTo>
                  <a:pt x="173303" y="53163"/>
                  <a:pt x="177857" y="51919"/>
                  <a:pt x="182411" y="51919"/>
                </a:cubicBezTo>
                <a:cubicBezTo>
                  <a:pt x="187876" y="51919"/>
                  <a:pt x="192570" y="53466"/>
                  <a:pt x="196494" y="56560"/>
                </a:cubicBezTo>
                <a:cubicBezTo>
                  <a:pt x="200417" y="59654"/>
                  <a:pt x="203325" y="64510"/>
                  <a:pt x="205216" y="71128"/>
                </a:cubicBezTo>
                <a:cubicBezTo>
                  <a:pt x="206548" y="75734"/>
                  <a:pt x="207213" y="84153"/>
                  <a:pt x="207213" y="96385"/>
                </a:cubicBezTo>
                <a:lnTo>
                  <a:pt x="207213" y="131352"/>
                </a:lnTo>
                <a:cubicBezTo>
                  <a:pt x="207213" y="137612"/>
                  <a:pt x="207704" y="141894"/>
                  <a:pt x="208684" y="144197"/>
                </a:cubicBezTo>
                <a:cubicBezTo>
                  <a:pt x="209385" y="145923"/>
                  <a:pt x="210576" y="147289"/>
                  <a:pt x="212258" y="148297"/>
                </a:cubicBezTo>
                <a:cubicBezTo>
                  <a:pt x="213939" y="149304"/>
                  <a:pt x="217022" y="149808"/>
                  <a:pt x="221506" y="149808"/>
                </a:cubicBezTo>
                <a:lnTo>
                  <a:pt x="221506" y="153810"/>
                </a:lnTo>
                <a:lnTo>
                  <a:pt x="174214" y="153810"/>
                </a:lnTo>
                <a:lnTo>
                  <a:pt x="174214" y="149808"/>
                </a:lnTo>
                <a:lnTo>
                  <a:pt x="176421" y="149808"/>
                </a:lnTo>
                <a:cubicBezTo>
                  <a:pt x="180905" y="149808"/>
                  <a:pt x="184023" y="149105"/>
                  <a:pt x="185774" y="147698"/>
                </a:cubicBezTo>
                <a:cubicBezTo>
                  <a:pt x="187526" y="146292"/>
                  <a:pt x="188752" y="144219"/>
                  <a:pt x="189452" y="141479"/>
                </a:cubicBezTo>
                <a:cubicBezTo>
                  <a:pt x="189663" y="140325"/>
                  <a:pt x="189768" y="136936"/>
                  <a:pt x="189768" y="131312"/>
                </a:cubicBezTo>
                <a:lnTo>
                  <a:pt x="189768" y="96266"/>
                </a:lnTo>
                <a:cubicBezTo>
                  <a:pt x="189768" y="85450"/>
                  <a:pt x="189225" y="78347"/>
                  <a:pt x="188139" y="74958"/>
                </a:cubicBezTo>
                <a:cubicBezTo>
                  <a:pt x="187053" y="71569"/>
                  <a:pt x="185319" y="69027"/>
                  <a:pt x="182937" y="67332"/>
                </a:cubicBezTo>
                <a:cubicBezTo>
                  <a:pt x="180554" y="65638"/>
                  <a:pt x="177682" y="64790"/>
                  <a:pt x="174319" y="64790"/>
                </a:cubicBezTo>
                <a:cubicBezTo>
                  <a:pt x="170886" y="64790"/>
                  <a:pt x="167313" y="65728"/>
                  <a:pt x="163599" y="67603"/>
                </a:cubicBezTo>
                <a:cubicBezTo>
                  <a:pt x="159886" y="69478"/>
                  <a:pt x="155437" y="73263"/>
                  <a:pt x="150252" y="78960"/>
                </a:cubicBezTo>
                <a:lnTo>
                  <a:pt x="150252" y="131312"/>
                </a:lnTo>
                <a:cubicBezTo>
                  <a:pt x="150252" y="138090"/>
                  <a:pt x="150620" y="142308"/>
                  <a:pt x="151356" y="143967"/>
                </a:cubicBezTo>
                <a:cubicBezTo>
                  <a:pt x="152092" y="145625"/>
                  <a:pt x="153458" y="147013"/>
                  <a:pt x="155455" y="148131"/>
                </a:cubicBezTo>
                <a:cubicBezTo>
                  <a:pt x="157451" y="149249"/>
                  <a:pt x="160902" y="149808"/>
                  <a:pt x="165806" y="149808"/>
                </a:cubicBezTo>
                <a:lnTo>
                  <a:pt x="165806" y="153810"/>
                </a:lnTo>
                <a:lnTo>
                  <a:pt x="118094" y="153810"/>
                </a:lnTo>
                <a:lnTo>
                  <a:pt x="118094" y="149808"/>
                </a:lnTo>
                <a:cubicBezTo>
                  <a:pt x="122368" y="149808"/>
                  <a:pt x="125731" y="149123"/>
                  <a:pt x="128183" y="147752"/>
                </a:cubicBezTo>
                <a:cubicBezTo>
                  <a:pt x="129584" y="147034"/>
                  <a:pt x="130705" y="145666"/>
                  <a:pt x="131546" y="143649"/>
                </a:cubicBezTo>
                <a:cubicBezTo>
                  <a:pt x="132387" y="141630"/>
                  <a:pt x="132807" y="137522"/>
                  <a:pt x="132807" y="131325"/>
                </a:cubicBezTo>
                <a:lnTo>
                  <a:pt x="132807" y="41721"/>
                </a:lnTo>
                <a:cubicBezTo>
                  <a:pt x="132807" y="30409"/>
                  <a:pt x="132544" y="23456"/>
                  <a:pt x="132019" y="20862"/>
                </a:cubicBezTo>
                <a:cubicBezTo>
                  <a:pt x="131493" y="18266"/>
                  <a:pt x="130687" y="16501"/>
                  <a:pt x="129602" y="15566"/>
                </a:cubicBezTo>
                <a:cubicBezTo>
                  <a:pt x="128516" y="14628"/>
                  <a:pt x="127062" y="14159"/>
                  <a:pt x="125240" y="14159"/>
                </a:cubicBezTo>
                <a:cubicBezTo>
                  <a:pt x="123769" y="14159"/>
                  <a:pt x="121387" y="14736"/>
                  <a:pt x="118094" y="15890"/>
                </a:cubicBezTo>
                <a:lnTo>
                  <a:pt x="116622" y="12104"/>
                </a:lnTo>
                <a:lnTo>
                  <a:pt x="145418" y="0"/>
                </a:lnTo>
                <a:lnTo>
                  <a:pt x="150252" y="0"/>
                </a:lnTo>
                <a:close/>
                <a:moveTo>
                  <a:pt x="284142" y="139532"/>
                </a:moveTo>
                <a:cubicBezTo>
                  <a:pt x="274263" y="147392"/>
                  <a:pt x="268062" y="151935"/>
                  <a:pt x="265540" y="153161"/>
                </a:cubicBezTo>
                <a:cubicBezTo>
                  <a:pt x="261757" y="155036"/>
                  <a:pt x="257728" y="155973"/>
                  <a:pt x="253454" y="155973"/>
                </a:cubicBezTo>
                <a:cubicBezTo>
                  <a:pt x="246798" y="155973"/>
                  <a:pt x="241316" y="153629"/>
                  <a:pt x="237007" y="148942"/>
                </a:cubicBezTo>
                <a:cubicBezTo>
                  <a:pt x="232698" y="144255"/>
                  <a:pt x="230544" y="138090"/>
                  <a:pt x="230544" y="130446"/>
                </a:cubicBezTo>
                <a:cubicBezTo>
                  <a:pt x="230544" y="125615"/>
                  <a:pt x="231595" y="121433"/>
                  <a:pt x="233697" y="117899"/>
                </a:cubicBezTo>
                <a:cubicBezTo>
                  <a:pt x="236569" y="112996"/>
                  <a:pt x="241561" y="108381"/>
                  <a:pt x="248672" y="104054"/>
                </a:cubicBezTo>
                <a:cubicBezTo>
                  <a:pt x="255784" y="99728"/>
                  <a:pt x="267607" y="94464"/>
                  <a:pt x="284142" y="88262"/>
                </a:cubicBezTo>
                <a:lnTo>
                  <a:pt x="284142" y="84368"/>
                </a:lnTo>
                <a:cubicBezTo>
                  <a:pt x="284142" y="74489"/>
                  <a:pt x="282618" y="67711"/>
                  <a:pt x="279570" y="64033"/>
                </a:cubicBezTo>
                <a:cubicBezTo>
                  <a:pt x="276522" y="60356"/>
                  <a:pt x="272091" y="58517"/>
                  <a:pt x="266276" y="58517"/>
                </a:cubicBezTo>
                <a:cubicBezTo>
                  <a:pt x="261862" y="58517"/>
                  <a:pt x="258359" y="59738"/>
                  <a:pt x="255766" y="62181"/>
                </a:cubicBezTo>
                <a:cubicBezTo>
                  <a:pt x="253104" y="64624"/>
                  <a:pt x="251773" y="67426"/>
                  <a:pt x="251773" y="70587"/>
                </a:cubicBezTo>
                <a:lnTo>
                  <a:pt x="251983" y="76837"/>
                </a:lnTo>
                <a:cubicBezTo>
                  <a:pt x="251983" y="80141"/>
                  <a:pt x="251160" y="82691"/>
                  <a:pt x="249513" y="84486"/>
                </a:cubicBezTo>
                <a:cubicBezTo>
                  <a:pt x="247867" y="86282"/>
                  <a:pt x="245712" y="87180"/>
                  <a:pt x="243050" y="87180"/>
                </a:cubicBezTo>
                <a:cubicBezTo>
                  <a:pt x="240458" y="87180"/>
                  <a:pt x="238338" y="86246"/>
                  <a:pt x="236692" y="84378"/>
                </a:cubicBezTo>
                <a:cubicBezTo>
                  <a:pt x="235045" y="82508"/>
                  <a:pt x="234222" y="79955"/>
                  <a:pt x="234222" y="76719"/>
                </a:cubicBezTo>
                <a:cubicBezTo>
                  <a:pt x="234222" y="70538"/>
                  <a:pt x="237305" y="64859"/>
                  <a:pt x="243470" y="59683"/>
                </a:cubicBezTo>
                <a:cubicBezTo>
                  <a:pt x="249636" y="54507"/>
                  <a:pt x="258289" y="51919"/>
                  <a:pt x="269428" y="51919"/>
                </a:cubicBezTo>
                <a:cubicBezTo>
                  <a:pt x="277976" y="51919"/>
                  <a:pt x="284982" y="53395"/>
                  <a:pt x="290447" y="56347"/>
                </a:cubicBezTo>
                <a:cubicBezTo>
                  <a:pt x="294581" y="58580"/>
                  <a:pt x="297629" y="62074"/>
                  <a:pt x="299590" y="66829"/>
                </a:cubicBezTo>
                <a:cubicBezTo>
                  <a:pt x="300851" y="69925"/>
                  <a:pt x="301482" y="76263"/>
                  <a:pt x="301482" y="85842"/>
                </a:cubicBezTo>
                <a:lnTo>
                  <a:pt x="301482" y="119440"/>
                </a:lnTo>
                <a:cubicBezTo>
                  <a:pt x="301482" y="128876"/>
                  <a:pt x="301657" y="134656"/>
                  <a:pt x="302007" y="136781"/>
                </a:cubicBezTo>
                <a:cubicBezTo>
                  <a:pt x="302358" y="138906"/>
                  <a:pt x="302936" y="140329"/>
                  <a:pt x="303742" y="141050"/>
                </a:cubicBezTo>
                <a:cubicBezTo>
                  <a:pt x="304547" y="141769"/>
                  <a:pt x="305476" y="142128"/>
                  <a:pt x="306527" y="142128"/>
                </a:cubicBezTo>
                <a:cubicBezTo>
                  <a:pt x="307648" y="142128"/>
                  <a:pt x="308628" y="141876"/>
                  <a:pt x="309469" y="141371"/>
                </a:cubicBezTo>
                <a:cubicBezTo>
                  <a:pt x="310940" y="140433"/>
                  <a:pt x="313778" y="137801"/>
                  <a:pt x="317982" y="133475"/>
                </a:cubicBezTo>
                <a:lnTo>
                  <a:pt x="317982" y="139532"/>
                </a:lnTo>
                <a:cubicBezTo>
                  <a:pt x="310135" y="150348"/>
                  <a:pt x="302638" y="155757"/>
                  <a:pt x="295492" y="155757"/>
                </a:cubicBezTo>
                <a:cubicBezTo>
                  <a:pt x="292059" y="155757"/>
                  <a:pt x="289326" y="154531"/>
                  <a:pt x="287294" y="152079"/>
                </a:cubicBezTo>
                <a:cubicBezTo>
                  <a:pt x="285263" y="149627"/>
                  <a:pt x="284212" y="145445"/>
                  <a:pt x="284142" y="139532"/>
                </a:cubicBezTo>
                <a:moveTo>
                  <a:pt x="284142" y="132440"/>
                </a:moveTo>
                <a:lnTo>
                  <a:pt x="284142" y="94860"/>
                </a:lnTo>
                <a:cubicBezTo>
                  <a:pt x="273562" y="99166"/>
                  <a:pt x="266731" y="102218"/>
                  <a:pt x="263648" y="104014"/>
                </a:cubicBezTo>
                <a:cubicBezTo>
                  <a:pt x="258113" y="107173"/>
                  <a:pt x="254155" y="110475"/>
                  <a:pt x="251773" y="113921"/>
                </a:cubicBezTo>
                <a:cubicBezTo>
                  <a:pt x="249391" y="117366"/>
                  <a:pt x="248200" y="121135"/>
                  <a:pt x="248200" y="125227"/>
                </a:cubicBezTo>
                <a:cubicBezTo>
                  <a:pt x="248200" y="130397"/>
                  <a:pt x="249706" y="134686"/>
                  <a:pt x="252719" y="138095"/>
                </a:cubicBezTo>
                <a:cubicBezTo>
                  <a:pt x="255731" y="141505"/>
                  <a:pt x="259199" y="143210"/>
                  <a:pt x="263123" y="143210"/>
                </a:cubicBezTo>
                <a:cubicBezTo>
                  <a:pt x="268448" y="143210"/>
                  <a:pt x="275454" y="139620"/>
                  <a:pt x="284142" y="132440"/>
                </a:cubicBezTo>
                <a:close/>
                <a:moveTo>
                  <a:pt x="388216" y="51919"/>
                </a:moveTo>
                <a:lnTo>
                  <a:pt x="388216" y="85450"/>
                </a:lnTo>
                <a:lnTo>
                  <a:pt x="384748" y="85450"/>
                </a:lnTo>
                <a:cubicBezTo>
                  <a:pt x="382086" y="74933"/>
                  <a:pt x="378670" y="67780"/>
                  <a:pt x="374501" y="63989"/>
                </a:cubicBezTo>
                <a:cubicBezTo>
                  <a:pt x="370333" y="60197"/>
                  <a:pt x="365025" y="58301"/>
                  <a:pt x="358580" y="58301"/>
                </a:cubicBezTo>
                <a:cubicBezTo>
                  <a:pt x="353675" y="58301"/>
                  <a:pt x="349717" y="59633"/>
                  <a:pt x="346704" y="62299"/>
                </a:cubicBezTo>
                <a:cubicBezTo>
                  <a:pt x="343691" y="64963"/>
                  <a:pt x="342185" y="67916"/>
                  <a:pt x="342185" y="71159"/>
                </a:cubicBezTo>
                <a:cubicBezTo>
                  <a:pt x="342185" y="75192"/>
                  <a:pt x="343306" y="78649"/>
                  <a:pt x="345548" y="81529"/>
                </a:cubicBezTo>
                <a:cubicBezTo>
                  <a:pt x="347720" y="84483"/>
                  <a:pt x="352134" y="87616"/>
                  <a:pt x="358790" y="90929"/>
                </a:cubicBezTo>
                <a:lnTo>
                  <a:pt x="374133" y="98602"/>
                </a:lnTo>
                <a:cubicBezTo>
                  <a:pt x="388356" y="105732"/>
                  <a:pt x="395467" y="115132"/>
                  <a:pt x="395467" y="126802"/>
                </a:cubicBezTo>
                <a:cubicBezTo>
                  <a:pt x="395467" y="135805"/>
                  <a:pt x="392157" y="143062"/>
                  <a:pt x="385536" y="148574"/>
                </a:cubicBezTo>
                <a:cubicBezTo>
                  <a:pt x="378915" y="154083"/>
                  <a:pt x="371506" y="156838"/>
                  <a:pt x="363309" y="156838"/>
                </a:cubicBezTo>
                <a:cubicBezTo>
                  <a:pt x="357424" y="156838"/>
                  <a:pt x="350698" y="155757"/>
                  <a:pt x="343131" y="153593"/>
                </a:cubicBezTo>
                <a:cubicBezTo>
                  <a:pt x="340819" y="152872"/>
                  <a:pt x="338927" y="152512"/>
                  <a:pt x="337456" y="152512"/>
                </a:cubicBezTo>
                <a:cubicBezTo>
                  <a:pt x="335844" y="152512"/>
                  <a:pt x="334583" y="153449"/>
                  <a:pt x="333672" y="155324"/>
                </a:cubicBezTo>
                <a:lnTo>
                  <a:pt x="330204" y="155324"/>
                </a:lnTo>
                <a:lnTo>
                  <a:pt x="330204" y="119846"/>
                </a:lnTo>
                <a:lnTo>
                  <a:pt x="333672" y="119846"/>
                </a:lnTo>
                <a:cubicBezTo>
                  <a:pt x="335634" y="129977"/>
                  <a:pt x="339383" y="137612"/>
                  <a:pt x="344917" y="142750"/>
                </a:cubicBezTo>
                <a:cubicBezTo>
                  <a:pt x="350452" y="147888"/>
                  <a:pt x="356653" y="150457"/>
                  <a:pt x="363519" y="150457"/>
                </a:cubicBezTo>
                <a:cubicBezTo>
                  <a:pt x="368353" y="150457"/>
                  <a:pt x="372294" y="148999"/>
                  <a:pt x="375342" y="146083"/>
                </a:cubicBezTo>
                <a:cubicBezTo>
                  <a:pt x="378390" y="143165"/>
                  <a:pt x="379914" y="139653"/>
                  <a:pt x="379914" y="135547"/>
                </a:cubicBezTo>
                <a:cubicBezTo>
                  <a:pt x="379914" y="130576"/>
                  <a:pt x="378215" y="126398"/>
                  <a:pt x="374817" y="123013"/>
                </a:cubicBezTo>
                <a:cubicBezTo>
                  <a:pt x="371419" y="119629"/>
                  <a:pt x="364640" y="115344"/>
                  <a:pt x="354481" y="110159"/>
                </a:cubicBezTo>
                <a:cubicBezTo>
                  <a:pt x="344322" y="104971"/>
                  <a:pt x="337666" y="100289"/>
                  <a:pt x="334513" y="96111"/>
                </a:cubicBezTo>
                <a:cubicBezTo>
                  <a:pt x="331360" y="92005"/>
                  <a:pt x="329784" y="86819"/>
                  <a:pt x="329784" y="80552"/>
                </a:cubicBezTo>
                <a:cubicBezTo>
                  <a:pt x="329784" y="72413"/>
                  <a:pt x="332499" y="65606"/>
                  <a:pt x="337929" y="60133"/>
                </a:cubicBezTo>
                <a:cubicBezTo>
                  <a:pt x="343359" y="54657"/>
                  <a:pt x="350382" y="51919"/>
                  <a:pt x="359000" y="51919"/>
                </a:cubicBezTo>
                <a:cubicBezTo>
                  <a:pt x="362783" y="51919"/>
                  <a:pt x="367372" y="52748"/>
                  <a:pt x="372767" y="54407"/>
                </a:cubicBezTo>
                <a:cubicBezTo>
                  <a:pt x="376340" y="55488"/>
                  <a:pt x="378723" y="56029"/>
                  <a:pt x="379914" y="56029"/>
                </a:cubicBezTo>
                <a:cubicBezTo>
                  <a:pt x="381035" y="56029"/>
                  <a:pt x="381910" y="55777"/>
                  <a:pt x="382541" y="55272"/>
                </a:cubicBezTo>
                <a:cubicBezTo>
                  <a:pt x="383172" y="54767"/>
                  <a:pt x="383907" y="53650"/>
                  <a:pt x="384748" y="51919"/>
                </a:cubicBezTo>
                <a:lnTo>
                  <a:pt x="388216" y="51919"/>
                </a:lnTo>
                <a:close/>
                <a:moveTo>
                  <a:pt x="425135" y="92156"/>
                </a:moveTo>
                <a:cubicBezTo>
                  <a:pt x="425065" y="106833"/>
                  <a:pt x="428533" y="118344"/>
                  <a:pt x="435539" y="126691"/>
                </a:cubicBezTo>
                <a:cubicBezTo>
                  <a:pt x="442546" y="135035"/>
                  <a:pt x="450778" y="139208"/>
                  <a:pt x="460236" y="139208"/>
                </a:cubicBezTo>
                <a:cubicBezTo>
                  <a:pt x="466542" y="139208"/>
                  <a:pt x="472024" y="137423"/>
                  <a:pt x="476684" y="133853"/>
                </a:cubicBezTo>
                <a:cubicBezTo>
                  <a:pt x="481343" y="130284"/>
                  <a:pt x="485249" y="124173"/>
                  <a:pt x="488401" y="115520"/>
                </a:cubicBezTo>
                <a:lnTo>
                  <a:pt x="491659" y="117683"/>
                </a:lnTo>
                <a:cubicBezTo>
                  <a:pt x="490188" y="127562"/>
                  <a:pt x="485914" y="136557"/>
                  <a:pt x="478838" y="144670"/>
                </a:cubicBezTo>
                <a:cubicBezTo>
                  <a:pt x="471762" y="152782"/>
                  <a:pt x="462899" y="156838"/>
                  <a:pt x="452249" y="156838"/>
                </a:cubicBezTo>
                <a:cubicBezTo>
                  <a:pt x="440689" y="156838"/>
                  <a:pt x="430793" y="152215"/>
                  <a:pt x="422560" y="142970"/>
                </a:cubicBezTo>
                <a:cubicBezTo>
                  <a:pt x="414328" y="133722"/>
                  <a:pt x="410212" y="121289"/>
                  <a:pt x="410212" y="105673"/>
                </a:cubicBezTo>
                <a:cubicBezTo>
                  <a:pt x="410212" y="88763"/>
                  <a:pt x="414433" y="75578"/>
                  <a:pt x="422876" y="66115"/>
                </a:cubicBezTo>
                <a:cubicBezTo>
                  <a:pt x="431318" y="56651"/>
                  <a:pt x="441915" y="51919"/>
                  <a:pt x="454666" y="51919"/>
                </a:cubicBezTo>
                <a:cubicBezTo>
                  <a:pt x="465456" y="51919"/>
                  <a:pt x="474319" y="55569"/>
                  <a:pt x="481255" y="62871"/>
                </a:cubicBezTo>
                <a:cubicBezTo>
                  <a:pt x="488191" y="70169"/>
                  <a:pt x="491659" y="79931"/>
                  <a:pt x="491659" y="92156"/>
                </a:cubicBezTo>
                <a:lnTo>
                  <a:pt x="425135" y="92156"/>
                </a:lnTo>
                <a:moveTo>
                  <a:pt x="425135" y="85882"/>
                </a:moveTo>
                <a:lnTo>
                  <a:pt x="469695" y="85882"/>
                </a:lnTo>
                <a:cubicBezTo>
                  <a:pt x="469344" y="79537"/>
                  <a:pt x="468609" y="75066"/>
                  <a:pt x="467488" y="72470"/>
                </a:cubicBezTo>
                <a:cubicBezTo>
                  <a:pt x="465736" y="68432"/>
                  <a:pt x="463126" y="65259"/>
                  <a:pt x="459658" y="62952"/>
                </a:cubicBezTo>
                <a:cubicBezTo>
                  <a:pt x="456190" y="60644"/>
                  <a:pt x="452565" y="59490"/>
                  <a:pt x="448781" y="59490"/>
                </a:cubicBezTo>
                <a:cubicBezTo>
                  <a:pt x="442966" y="59490"/>
                  <a:pt x="437764" y="61816"/>
                  <a:pt x="433175" y="66467"/>
                </a:cubicBezTo>
                <a:cubicBezTo>
                  <a:pt x="428586" y="71118"/>
                  <a:pt x="425906" y="77590"/>
                  <a:pt x="425135" y="85882"/>
                </a:cubicBezTo>
                <a:close/>
                <a:moveTo>
                  <a:pt x="561166" y="95834"/>
                </a:moveTo>
                <a:lnTo>
                  <a:pt x="615499" y="95834"/>
                </a:lnTo>
                <a:lnTo>
                  <a:pt x="615499" y="112166"/>
                </a:lnTo>
                <a:lnTo>
                  <a:pt x="561166" y="112166"/>
                </a:lnTo>
                <a:lnTo>
                  <a:pt x="561166" y="95834"/>
                </a:lnTo>
                <a:close/>
                <a:moveTo>
                  <a:pt x="776678" y="125471"/>
                </a:moveTo>
                <a:lnTo>
                  <a:pt x="766694" y="153810"/>
                </a:lnTo>
                <a:lnTo>
                  <a:pt x="682619" y="153810"/>
                </a:lnTo>
                <a:lnTo>
                  <a:pt x="682619" y="149801"/>
                </a:lnTo>
                <a:cubicBezTo>
                  <a:pt x="707351" y="126543"/>
                  <a:pt x="724762" y="107548"/>
                  <a:pt x="734851" y="92815"/>
                </a:cubicBezTo>
                <a:cubicBezTo>
                  <a:pt x="744940" y="78080"/>
                  <a:pt x="749984" y="64609"/>
                  <a:pt x="749984" y="52402"/>
                </a:cubicBezTo>
                <a:cubicBezTo>
                  <a:pt x="749984" y="43087"/>
                  <a:pt x="747217" y="35432"/>
                  <a:pt x="741682" y="29438"/>
                </a:cubicBezTo>
                <a:cubicBezTo>
                  <a:pt x="736147" y="23441"/>
                  <a:pt x="729526" y="20443"/>
                  <a:pt x="721819" y="20443"/>
                </a:cubicBezTo>
                <a:cubicBezTo>
                  <a:pt x="714813" y="20443"/>
                  <a:pt x="708525" y="22561"/>
                  <a:pt x="702955" y="26798"/>
                </a:cubicBezTo>
                <a:cubicBezTo>
                  <a:pt x="697385" y="31034"/>
                  <a:pt x="693269" y="37245"/>
                  <a:pt x="690606" y="45429"/>
                </a:cubicBezTo>
                <a:lnTo>
                  <a:pt x="686718" y="45429"/>
                </a:lnTo>
                <a:cubicBezTo>
                  <a:pt x="688469" y="32123"/>
                  <a:pt x="692971" y="21910"/>
                  <a:pt x="700222" y="14791"/>
                </a:cubicBezTo>
                <a:cubicBezTo>
                  <a:pt x="707474" y="7671"/>
                  <a:pt x="716529" y="4110"/>
                  <a:pt x="727389" y="4110"/>
                </a:cubicBezTo>
                <a:cubicBezTo>
                  <a:pt x="738949" y="4110"/>
                  <a:pt x="748601" y="7932"/>
                  <a:pt x="756342" y="15576"/>
                </a:cubicBezTo>
                <a:cubicBezTo>
                  <a:pt x="764084" y="23219"/>
                  <a:pt x="767955" y="32233"/>
                  <a:pt x="767955" y="42617"/>
                </a:cubicBezTo>
                <a:cubicBezTo>
                  <a:pt x="767955" y="50044"/>
                  <a:pt x="766274" y="57471"/>
                  <a:pt x="762911" y="64899"/>
                </a:cubicBezTo>
                <a:cubicBezTo>
                  <a:pt x="757726" y="76580"/>
                  <a:pt x="749319" y="88947"/>
                  <a:pt x="737688" y="101999"/>
                </a:cubicBezTo>
                <a:cubicBezTo>
                  <a:pt x="720243" y="121613"/>
                  <a:pt x="709348" y="133439"/>
                  <a:pt x="705004" y="137477"/>
                </a:cubicBezTo>
                <a:lnTo>
                  <a:pt x="742207" y="137477"/>
                </a:lnTo>
                <a:cubicBezTo>
                  <a:pt x="749774" y="137477"/>
                  <a:pt x="755081" y="137186"/>
                  <a:pt x="758129" y="136605"/>
                </a:cubicBezTo>
                <a:cubicBezTo>
                  <a:pt x="761177" y="136021"/>
                  <a:pt x="763927" y="134838"/>
                  <a:pt x="766379" y="133056"/>
                </a:cubicBezTo>
                <a:cubicBezTo>
                  <a:pt x="768831" y="131273"/>
                  <a:pt x="770968" y="128745"/>
                  <a:pt x="772790" y="125471"/>
                </a:cubicBezTo>
                <a:lnTo>
                  <a:pt x="776678" y="1254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2C7F0-4CDE-4084-AFC3-5CE383E7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316" y="1610703"/>
            <a:ext cx="255941" cy="734967"/>
          </a:xfrm>
          <a:custGeom xmlns:a="http://schemas.openxmlformats.org/drawingml/2006/main">
            <a:pathLst>
              <a:path w="255941" h="734967">
                <a:moveTo>
                  <a:pt x="0" y="183742"/>
                </a:moveTo>
                <a:lnTo>
                  <a:pt x="127972" y="183742"/>
                </a:lnTo>
                <a:lnTo>
                  <a:pt x="127972" y="0"/>
                </a:lnTo>
                <a:lnTo>
                  <a:pt x="255941" y="367484"/>
                </a:lnTo>
                <a:lnTo>
                  <a:pt x="127972" y="734967"/>
                </a:lnTo>
                <a:lnTo>
                  <a:pt x="127972" y="551227"/>
                </a:lnTo>
                <a:lnTo>
                  <a:pt x="0" y="551227"/>
                </a:lnTo>
                <a:lnTo>
                  <a:pt x="0" y="183742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5127E-E198-4D51-A773-593B974C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316" y="1610703"/>
            <a:ext cx="255941" cy="734967"/>
          </a:xfrm>
          <a:custGeom xmlns:a="http://schemas.openxmlformats.org/drawingml/2006/main">
            <a:pathLst>
              <a:path w="255941" h="734967" fill="none">
                <a:moveTo>
                  <a:pt x="0" y="183742"/>
                </a:moveTo>
                <a:lnTo>
                  <a:pt x="127971" y="183742"/>
                </a:lnTo>
                <a:lnTo>
                  <a:pt x="127971" y="0"/>
                </a:lnTo>
                <a:lnTo>
                  <a:pt x="255941" y="367484"/>
                </a:lnTo>
                <a:lnTo>
                  <a:pt x="127971" y="734967"/>
                </a:lnTo>
                <a:lnTo>
                  <a:pt x="127971" y="551225"/>
                </a:lnTo>
                <a:lnTo>
                  <a:pt x="0" y="551225"/>
                </a:lnTo>
                <a:lnTo>
                  <a:pt x="0" y="1837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96" cap="flat">
            <a:solidFill>
              <a:srgbClr val="7F7F7F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809A4-E00F-442E-8A22-F9288068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056" y="91965"/>
            <a:ext cx="3028104" cy="3683232"/>
          </a:xfrm>
          <a:custGeom xmlns:a="http://schemas.openxmlformats.org/drawingml/2006/main">
            <a:pathLst>
              <a:path w="3028104" h="3683232" fill="none">
                <a:moveTo>
                  <a:pt x="0" y="184657"/>
                </a:moveTo>
                <a:cubicBezTo>
                  <a:pt x="0" y="82674"/>
                  <a:pt x="80327" y="0"/>
                  <a:pt x="179415" y="0"/>
                </a:cubicBezTo>
                <a:lnTo>
                  <a:pt x="2848689" y="0"/>
                </a:lnTo>
                <a:cubicBezTo>
                  <a:pt x="2947778" y="0"/>
                  <a:pt x="3028104" y="82674"/>
                  <a:pt x="3028104" y="184657"/>
                </a:cubicBezTo>
                <a:lnTo>
                  <a:pt x="3028104" y="3498574"/>
                </a:lnTo>
                <a:cubicBezTo>
                  <a:pt x="3028104" y="3600558"/>
                  <a:pt x="2947778" y="3683232"/>
                  <a:pt x="2848689" y="3683232"/>
                </a:cubicBezTo>
                <a:lnTo>
                  <a:pt x="179415" y="3683232"/>
                </a:lnTo>
                <a:cubicBezTo>
                  <a:pt x="80327" y="3683232"/>
                  <a:pt x="0" y="3600558"/>
                  <a:pt x="0" y="3498574"/>
                </a:cubicBezTo>
                <a:lnTo>
                  <a:pt x="0" y="1846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96" cap="flat">
            <a:solidFill>
              <a:srgbClr val="7F7F7F"/>
            </a:solidFill>
            <a:custDash>
              <a:ds d="400000" sp="300000"/>
            </a:custDash>
            <a:miter/>
          </a:ln>
        </p:spPr>
      </p:sp>
      <p:sp>
        <p:nvSpPr>
          <p:cNvPr id="166" name="Text Phase-3">
            <a:extLst xmlns:a="http://schemas.openxmlformats.org/drawingml/2006/main">
              <a:ext uri="{FF2B5EF4-FFF2-40B4-BE49-F238E27FC236}">
                <a16:creationId xmlns:a16="http://schemas.microsoft.com/office/drawing/2014/main" id="{5FF557C4-4B0E-470C-96D2-CD829F8E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261" y="3969425"/>
            <a:ext cx="767745" cy="156838"/>
          </a:xfrm>
          <a:custGeom xmlns:a="http://schemas.openxmlformats.org/drawingml/2006/main">
            <a:pathLst>
              <a:path w="767745" h="156838">
                <a:moveTo>
                  <a:pt x="40566" y="85017"/>
                </a:moveTo>
                <a:lnTo>
                  <a:pt x="40566" y="127813"/>
                </a:lnTo>
                <a:cubicBezTo>
                  <a:pt x="40566" y="137059"/>
                  <a:pt x="41547" y="142802"/>
                  <a:pt x="43509" y="145042"/>
                </a:cubicBezTo>
                <a:cubicBezTo>
                  <a:pt x="46171" y="148219"/>
                  <a:pt x="50200" y="149808"/>
                  <a:pt x="55595" y="149808"/>
                </a:cubicBezTo>
                <a:lnTo>
                  <a:pt x="61059" y="149808"/>
                </a:lnTo>
                <a:lnTo>
                  <a:pt x="61059" y="153810"/>
                </a:lnTo>
                <a:lnTo>
                  <a:pt x="0" y="153810"/>
                </a:lnTo>
                <a:lnTo>
                  <a:pt x="0" y="149808"/>
                </a:lnTo>
                <a:lnTo>
                  <a:pt x="5360" y="149808"/>
                </a:lnTo>
                <a:cubicBezTo>
                  <a:pt x="11385" y="149808"/>
                  <a:pt x="15694" y="147789"/>
                  <a:pt x="18286" y="143751"/>
                </a:cubicBezTo>
                <a:cubicBezTo>
                  <a:pt x="19688" y="141515"/>
                  <a:pt x="20388" y="136215"/>
                  <a:pt x="20388" y="127850"/>
                </a:cubicBezTo>
                <a:lnTo>
                  <a:pt x="20388" y="33098"/>
                </a:lnTo>
                <a:cubicBezTo>
                  <a:pt x="20388" y="23868"/>
                  <a:pt x="19442" y="18136"/>
                  <a:pt x="17551" y="15900"/>
                </a:cubicBezTo>
                <a:cubicBezTo>
                  <a:pt x="14818" y="12727"/>
                  <a:pt x="10755" y="11141"/>
                  <a:pt x="5360" y="11141"/>
                </a:cubicBezTo>
                <a:lnTo>
                  <a:pt x="0" y="11141"/>
                </a:lnTo>
                <a:lnTo>
                  <a:pt x="0" y="7139"/>
                </a:lnTo>
                <a:lnTo>
                  <a:pt x="52232" y="7139"/>
                </a:lnTo>
                <a:cubicBezTo>
                  <a:pt x="64983" y="7139"/>
                  <a:pt x="75037" y="8490"/>
                  <a:pt x="82393" y="11192"/>
                </a:cubicBezTo>
                <a:cubicBezTo>
                  <a:pt x="89750" y="13891"/>
                  <a:pt x="95951" y="18445"/>
                  <a:pt x="100995" y="24854"/>
                </a:cubicBezTo>
                <a:cubicBezTo>
                  <a:pt x="106040" y="31263"/>
                  <a:pt x="108562" y="38860"/>
                  <a:pt x="108562" y="47646"/>
                </a:cubicBezTo>
                <a:cubicBezTo>
                  <a:pt x="108562" y="59601"/>
                  <a:pt x="104726" y="69323"/>
                  <a:pt x="97054" y="76814"/>
                </a:cubicBezTo>
                <a:cubicBezTo>
                  <a:pt x="89382" y="84302"/>
                  <a:pt x="78540" y="88046"/>
                  <a:pt x="64528" y="88046"/>
                </a:cubicBezTo>
                <a:cubicBezTo>
                  <a:pt x="61094" y="88046"/>
                  <a:pt x="57381" y="87793"/>
                  <a:pt x="53388" y="87289"/>
                </a:cubicBezTo>
                <a:cubicBezTo>
                  <a:pt x="49394" y="86784"/>
                  <a:pt x="45120" y="86027"/>
                  <a:pt x="40566" y="85017"/>
                </a:cubicBezTo>
                <a:moveTo>
                  <a:pt x="40566" y="78744"/>
                </a:moveTo>
                <a:cubicBezTo>
                  <a:pt x="44279" y="79465"/>
                  <a:pt x="47572" y="80006"/>
                  <a:pt x="50445" y="80366"/>
                </a:cubicBezTo>
                <a:cubicBezTo>
                  <a:pt x="53318" y="80727"/>
                  <a:pt x="55770" y="80907"/>
                  <a:pt x="57802" y="80907"/>
                </a:cubicBezTo>
                <a:cubicBezTo>
                  <a:pt x="65088" y="80907"/>
                  <a:pt x="71376" y="78005"/>
                  <a:pt x="76666" y="72200"/>
                </a:cubicBezTo>
                <a:cubicBezTo>
                  <a:pt x="81956" y="66395"/>
                  <a:pt x="84600" y="58878"/>
                  <a:pt x="84600" y="49647"/>
                </a:cubicBezTo>
                <a:cubicBezTo>
                  <a:pt x="84600" y="43302"/>
                  <a:pt x="83339" y="37407"/>
                  <a:pt x="80817" y="31963"/>
                </a:cubicBezTo>
                <a:cubicBezTo>
                  <a:pt x="78295" y="26518"/>
                  <a:pt x="74722" y="22444"/>
                  <a:pt x="70098" y="19740"/>
                </a:cubicBezTo>
                <a:cubicBezTo>
                  <a:pt x="65473" y="17036"/>
                  <a:pt x="60219" y="15684"/>
                  <a:pt x="54333" y="15684"/>
                </a:cubicBezTo>
                <a:cubicBezTo>
                  <a:pt x="50760" y="15684"/>
                  <a:pt x="46171" y="16369"/>
                  <a:pt x="40566" y="17739"/>
                </a:cubicBezTo>
                <a:lnTo>
                  <a:pt x="40566" y="78744"/>
                </a:lnTo>
                <a:close/>
                <a:moveTo>
                  <a:pt x="150252" y="0"/>
                </a:moveTo>
                <a:lnTo>
                  <a:pt x="150252" y="72578"/>
                </a:lnTo>
                <a:cubicBezTo>
                  <a:pt x="158029" y="63781"/>
                  <a:pt x="164195" y="58138"/>
                  <a:pt x="168749" y="55651"/>
                </a:cubicBezTo>
                <a:cubicBezTo>
                  <a:pt x="173303" y="53163"/>
                  <a:pt x="177857" y="51919"/>
                  <a:pt x="182411" y="51919"/>
                </a:cubicBezTo>
                <a:cubicBezTo>
                  <a:pt x="187876" y="51919"/>
                  <a:pt x="192570" y="53466"/>
                  <a:pt x="196494" y="56560"/>
                </a:cubicBezTo>
                <a:cubicBezTo>
                  <a:pt x="200417" y="59654"/>
                  <a:pt x="203325" y="64510"/>
                  <a:pt x="205216" y="71128"/>
                </a:cubicBezTo>
                <a:cubicBezTo>
                  <a:pt x="206548" y="75734"/>
                  <a:pt x="207213" y="84153"/>
                  <a:pt x="207213" y="96385"/>
                </a:cubicBezTo>
                <a:lnTo>
                  <a:pt x="207213" y="131352"/>
                </a:lnTo>
                <a:cubicBezTo>
                  <a:pt x="207213" y="137612"/>
                  <a:pt x="207704" y="141894"/>
                  <a:pt x="208685" y="144197"/>
                </a:cubicBezTo>
                <a:cubicBezTo>
                  <a:pt x="209385" y="145923"/>
                  <a:pt x="210576" y="147290"/>
                  <a:pt x="212258" y="148297"/>
                </a:cubicBezTo>
                <a:cubicBezTo>
                  <a:pt x="213939" y="149304"/>
                  <a:pt x="217022" y="149808"/>
                  <a:pt x="221506" y="149808"/>
                </a:cubicBezTo>
                <a:lnTo>
                  <a:pt x="221506" y="153810"/>
                </a:lnTo>
                <a:lnTo>
                  <a:pt x="174214" y="153810"/>
                </a:lnTo>
                <a:lnTo>
                  <a:pt x="174214" y="149808"/>
                </a:lnTo>
                <a:lnTo>
                  <a:pt x="176421" y="149808"/>
                </a:lnTo>
                <a:cubicBezTo>
                  <a:pt x="180905" y="149808"/>
                  <a:pt x="184023" y="149105"/>
                  <a:pt x="185774" y="147699"/>
                </a:cubicBezTo>
                <a:cubicBezTo>
                  <a:pt x="187526" y="146292"/>
                  <a:pt x="188752" y="144219"/>
                  <a:pt x="189452" y="141479"/>
                </a:cubicBezTo>
                <a:cubicBezTo>
                  <a:pt x="189663" y="140325"/>
                  <a:pt x="189768" y="136936"/>
                  <a:pt x="189768" y="131312"/>
                </a:cubicBezTo>
                <a:lnTo>
                  <a:pt x="189768" y="96266"/>
                </a:lnTo>
                <a:cubicBezTo>
                  <a:pt x="189768" y="85450"/>
                  <a:pt x="189225" y="78347"/>
                  <a:pt x="188139" y="74958"/>
                </a:cubicBezTo>
                <a:cubicBezTo>
                  <a:pt x="187053" y="71569"/>
                  <a:pt x="185319" y="69027"/>
                  <a:pt x="182937" y="67332"/>
                </a:cubicBezTo>
                <a:cubicBezTo>
                  <a:pt x="180554" y="65638"/>
                  <a:pt x="177682" y="64790"/>
                  <a:pt x="174319" y="64790"/>
                </a:cubicBezTo>
                <a:cubicBezTo>
                  <a:pt x="170886" y="64790"/>
                  <a:pt x="167313" y="65728"/>
                  <a:pt x="163599" y="67603"/>
                </a:cubicBezTo>
                <a:cubicBezTo>
                  <a:pt x="159886" y="69478"/>
                  <a:pt x="155437" y="73263"/>
                  <a:pt x="150252" y="78960"/>
                </a:cubicBezTo>
                <a:lnTo>
                  <a:pt x="150252" y="131312"/>
                </a:lnTo>
                <a:cubicBezTo>
                  <a:pt x="150252" y="138090"/>
                  <a:pt x="150620" y="142308"/>
                  <a:pt x="151356" y="143967"/>
                </a:cubicBezTo>
                <a:cubicBezTo>
                  <a:pt x="152092" y="145625"/>
                  <a:pt x="153458" y="147013"/>
                  <a:pt x="155455" y="148131"/>
                </a:cubicBezTo>
                <a:cubicBezTo>
                  <a:pt x="157451" y="149249"/>
                  <a:pt x="160902" y="149808"/>
                  <a:pt x="165806" y="149808"/>
                </a:cubicBezTo>
                <a:lnTo>
                  <a:pt x="165806" y="153810"/>
                </a:lnTo>
                <a:lnTo>
                  <a:pt x="118094" y="153810"/>
                </a:lnTo>
                <a:lnTo>
                  <a:pt x="118094" y="149808"/>
                </a:lnTo>
                <a:cubicBezTo>
                  <a:pt x="122368" y="149808"/>
                  <a:pt x="125731" y="149123"/>
                  <a:pt x="128183" y="147753"/>
                </a:cubicBezTo>
                <a:cubicBezTo>
                  <a:pt x="129584" y="147034"/>
                  <a:pt x="130705" y="145666"/>
                  <a:pt x="131546" y="143649"/>
                </a:cubicBezTo>
                <a:cubicBezTo>
                  <a:pt x="132387" y="141630"/>
                  <a:pt x="132807" y="137522"/>
                  <a:pt x="132807" y="131325"/>
                </a:cubicBezTo>
                <a:lnTo>
                  <a:pt x="132807" y="41721"/>
                </a:lnTo>
                <a:cubicBezTo>
                  <a:pt x="132807" y="30409"/>
                  <a:pt x="132544" y="23456"/>
                  <a:pt x="132019" y="20862"/>
                </a:cubicBezTo>
                <a:cubicBezTo>
                  <a:pt x="131493" y="18266"/>
                  <a:pt x="130687" y="16501"/>
                  <a:pt x="129602" y="15566"/>
                </a:cubicBezTo>
                <a:cubicBezTo>
                  <a:pt x="128516" y="14628"/>
                  <a:pt x="127062" y="14159"/>
                  <a:pt x="125240" y="14159"/>
                </a:cubicBezTo>
                <a:cubicBezTo>
                  <a:pt x="123769" y="14159"/>
                  <a:pt x="121387" y="14736"/>
                  <a:pt x="118094" y="15890"/>
                </a:cubicBezTo>
                <a:lnTo>
                  <a:pt x="116622" y="12104"/>
                </a:lnTo>
                <a:lnTo>
                  <a:pt x="145418" y="0"/>
                </a:lnTo>
                <a:lnTo>
                  <a:pt x="150252" y="0"/>
                </a:lnTo>
                <a:close/>
                <a:moveTo>
                  <a:pt x="284142" y="139532"/>
                </a:moveTo>
                <a:cubicBezTo>
                  <a:pt x="274263" y="147392"/>
                  <a:pt x="268062" y="151935"/>
                  <a:pt x="265540" y="153161"/>
                </a:cubicBezTo>
                <a:cubicBezTo>
                  <a:pt x="261757" y="155036"/>
                  <a:pt x="257728" y="155973"/>
                  <a:pt x="253454" y="155973"/>
                </a:cubicBezTo>
                <a:cubicBezTo>
                  <a:pt x="246798" y="155973"/>
                  <a:pt x="241316" y="153630"/>
                  <a:pt x="237007" y="148942"/>
                </a:cubicBezTo>
                <a:cubicBezTo>
                  <a:pt x="232698" y="144255"/>
                  <a:pt x="230544" y="138090"/>
                  <a:pt x="230544" y="130446"/>
                </a:cubicBezTo>
                <a:cubicBezTo>
                  <a:pt x="230544" y="125615"/>
                  <a:pt x="231595" y="121433"/>
                  <a:pt x="233697" y="117899"/>
                </a:cubicBezTo>
                <a:cubicBezTo>
                  <a:pt x="236569" y="112996"/>
                  <a:pt x="241561" y="108381"/>
                  <a:pt x="248672" y="104054"/>
                </a:cubicBezTo>
                <a:cubicBezTo>
                  <a:pt x="255784" y="99728"/>
                  <a:pt x="267607" y="94464"/>
                  <a:pt x="284142" y="88262"/>
                </a:cubicBezTo>
                <a:lnTo>
                  <a:pt x="284142" y="84368"/>
                </a:lnTo>
                <a:cubicBezTo>
                  <a:pt x="284142" y="74489"/>
                  <a:pt x="282618" y="67711"/>
                  <a:pt x="279570" y="64033"/>
                </a:cubicBezTo>
                <a:cubicBezTo>
                  <a:pt x="276522" y="60356"/>
                  <a:pt x="272091" y="58517"/>
                  <a:pt x="266276" y="58517"/>
                </a:cubicBezTo>
                <a:cubicBezTo>
                  <a:pt x="261862" y="58517"/>
                  <a:pt x="258359" y="59738"/>
                  <a:pt x="255766" y="62181"/>
                </a:cubicBezTo>
                <a:cubicBezTo>
                  <a:pt x="253104" y="64624"/>
                  <a:pt x="251773" y="67426"/>
                  <a:pt x="251773" y="70587"/>
                </a:cubicBezTo>
                <a:lnTo>
                  <a:pt x="251983" y="76837"/>
                </a:lnTo>
                <a:cubicBezTo>
                  <a:pt x="251983" y="80141"/>
                  <a:pt x="251160" y="82691"/>
                  <a:pt x="249513" y="84487"/>
                </a:cubicBezTo>
                <a:cubicBezTo>
                  <a:pt x="247867" y="86283"/>
                  <a:pt x="245712" y="87181"/>
                  <a:pt x="243050" y="87181"/>
                </a:cubicBezTo>
                <a:cubicBezTo>
                  <a:pt x="240458" y="87181"/>
                  <a:pt x="238338" y="86246"/>
                  <a:pt x="236692" y="84378"/>
                </a:cubicBezTo>
                <a:cubicBezTo>
                  <a:pt x="235045" y="82508"/>
                  <a:pt x="234222" y="79955"/>
                  <a:pt x="234222" y="76719"/>
                </a:cubicBezTo>
                <a:cubicBezTo>
                  <a:pt x="234222" y="70538"/>
                  <a:pt x="237305" y="64859"/>
                  <a:pt x="243470" y="59683"/>
                </a:cubicBezTo>
                <a:cubicBezTo>
                  <a:pt x="249636" y="54507"/>
                  <a:pt x="258289" y="51919"/>
                  <a:pt x="269428" y="51919"/>
                </a:cubicBezTo>
                <a:cubicBezTo>
                  <a:pt x="277976" y="51919"/>
                  <a:pt x="284982" y="53395"/>
                  <a:pt x="290447" y="56347"/>
                </a:cubicBezTo>
                <a:cubicBezTo>
                  <a:pt x="294581" y="58580"/>
                  <a:pt x="297629" y="62074"/>
                  <a:pt x="299590" y="66829"/>
                </a:cubicBezTo>
                <a:cubicBezTo>
                  <a:pt x="300852" y="69925"/>
                  <a:pt x="301482" y="76263"/>
                  <a:pt x="301482" y="85842"/>
                </a:cubicBezTo>
                <a:lnTo>
                  <a:pt x="301482" y="119441"/>
                </a:lnTo>
                <a:cubicBezTo>
                  <a:pt x="301482" y="128876"/>
                  <a:pt x="301657" y="134656"/>
                  <a:pt x="302008" y="136781"/>
                </a:cubicBezTo>
                <a:cubicBezTo>
                  <a:pt x="302358" y="138906"/>
                  <a:pt x="302936" y="140329"/>
                  <a:pt x="303742" y="141050"/>
                </a:cubicBezTo>
                <a:cubicBezTo>
                  <a:pt x="304547" y="141769"/>
                  <a:pt x="305476" y="142128"/>
                  <a:pt x="306527" y="142128"/>
                </a:cubicBezTo>
                <a:cubicBezTo>
                  <a:pt x="307648" y="142128"/>
                  <a:pt x="308628" y="141876"/>
                  <a:pt x="309469" y="141371"/>
                </a:cubicBezTo>
                <a:cubicBezTo>
                  <a:pt x="310941" y="140433"/>
                  <a:pt x="313778" y="137801"/>
                  <a:pt x="317982" y="133475"/>
                </a:cubicBezTo>
                <a:lnTo>
                  <a:pt x="317982" y="139532"/>
                </a:lnTo>
                <a:cubicBezTo>
                  <a:pt x="310135" y="150349"/>
                  <a:pt x="302638" y="155757"/>
                  <a:pt x="295492" y="155757"/>
                </a:cubicBezTo>
                <a:cubicBezTo>
                  <a:pt x="292059" y="155757"/>
                  <a:pt x="289326" y="154531"/>
                  <a:pt x="287294" y="152079"/>
                </a:cubicBezTo>
                <a:cubicBezTo>
                  <a:pt x="285263" y="149627"/>
                  <a:pt x="284212" y="145445"/>
                  <a:pt x="284142" y="139532"/>
                </a:cubicBezTo>
                <a:moveTo>
                  <a:pt x="284142" y="132441"/>
                </a:moveTo>
                <a:lnTo>
                  <a:pt x="284142" y="94860"/>
                </a:lnTo>
                <a:cubicBezTo>
                  <a:pt x="273562" y="99167"/>
                  <a:pt x="266731" y="102218"/>
                  <a:pt x="263648" y="104014"/>
                </a:cubicBezTo>
                <a:cubicBezTo>
                  <a:pt x="258113" y="107173"/>
                  <a:pt x="254155" y="110475"/>
                  <a:pt x="251773" y="113921"/>
                </a:cubicBezTo>
                <a:cubicBezTo>
                  <a:pt x="249391" y="117366"/>
                  <a:pt x="248200" y="121135"/>
                  <a:pt x="248200" y="125227"/>
                </a:cubicBezTo>
                <a:cubicBezTo>
                  <a:pt x="248200" y="130397"/>
                  <a:pt x="249706" y="134686"/>
                  <a:pt x="252719" y="138096"/>
                </a:cubicBezTo>
                <a:cubicBezTo>
                  <a:pt x="255731" y="141505"/>
                  <a:pt x="259199" y="143210"/>
                  <a:pt x="263123" y="143210"/>
                </a:cubicBezTo>
                <a:cubicBezTo>
                  <a:pt x="268448" y="143210"/>
                  <a:pt x="275454" y="139620"/>
                  <a:pt x="284142" y="132441"/>
                </a:cubicBezTo>
                <a:close/>
                <a:moveTo>
                  <a:pt x="388217" y="51919"/>
                </a:moveTo>
                <a:lnTo>
                  <a:pt x="388217" y="85450"/>
                </a:lnTo>
                <a:lnTo>
                  <a:pt x="384749" y="85450"/>
                </a:lnTo>
                <a:cubicBezTo>
                  <a:pt x="382086" y="74933"/>
                  <a:pt x="378671" y="67780"/>
                  <a:pt x="374502" y="63989"/>
                </a:cubicBezTo>
                <a:cubicBezTo>
                  <a:pt x="370333" y="60197"/>
                  <a:pt x="365026" y="58301"/>
                  <a:pt x="358580" y="58301"/>
                </a:cubicBezTo>
                <a:cubicBezTo>
                  <a:pt x="353676" y="58301"/>
                  <a:pt x="349717" y="59634"/>
                  <a:pt x="346705" y="62299"/>
                </a:cubicBezTo>
                <a:cubicBezTo>
                  <a:pt x="343692" y="64963"/>
                  <a:pt x="342186" y="67916"/>
                  <a:pt x="342186" y="71159"/>
                </a:cubicBezTo>
                <a:cubicBezTo>
                  <a:pt x="342186" y="75192"/>
                  <a:pt x="343307" y="78649"/>
                  <a:pt x="345549" y="81529"/>
                </a:cubicBezTo>
                <a:cubicBezTo>
                  <a:pt x="347721" y="84483"/>
                  <a:pt x="352134" y="87617"/>
                  <a:pt x="358790" y="90929"/>
                </a:cubicBezTo>
                <a:lnTo>
                  <a:pt x="374134" y="98602"/>
                </a:lnTo>
                <a:cubicBezTo>
                  <a:pt x="388357" y="105732"/>
                  <a:pt x="395468" y="115132"/>
                  <a:pt x="395468" y="126803"/>
                </a:cubicBezTo>
                <a:cubicBezTo>
                  <a:pt x="395468" y="135805"/>
                  <a:pt x="392158" y="143062"/>
                  <a:pt x="385537" y="148574"/>
                </a:cubicBezTo>
                <a:cubicBezTo>
                  <a:pt x="378916" y="154084"/>
                  <a:pt x="371507" y="156838"/>
                  <a:pt x="363309" y="156838"/>
                </a:cubicBezTo>
                <a:cubicBezTo>
                  <a:pt x="357424" y="156838"/>
                  <a:pt x="350698" y="155757"/>
                  <a:pt x="343131" y="153593"/>
                </a:cubicBezTo>
                <a:cubicBezTo>
                  <a:pt x="340819" y="152872"/>
                  <a:pt x="338928" y="152512"/>
                  <a:pt x="337456" y="152512"/>
                </a:cubicBezTo>
                <a:cubicBezTo>
                  <a:pt x="335845" y="152512"/>
                  <a:pt x="334584" y="153449"/>
                  <a:pt x="333673" y="155324"/>
                </a:cubicBezTo>
                <a:lnTo>
                  <a:pt x="330205" y="155324"/>
                </a:lnTo>
                <a:lnTo>
                  <a:pt x="330205" y="119846"/>
                </a:lnTo>
                <a:lnTo>
                  <a:pt x="333673" y="119846"/>
                </a:lnTo>
                <a:cubicBezTo>
                  <a:pt x="335635" y="129978"/>
                  <a:pt x="339383" y="137612"/>
                  <a:pt x="344918" y="142750"/>
                </a:cubicBezTo>
                <a:cubicBezTo>
                  <a:pt x="350453" y="147888"/>
                  <a:pt x="356653" y="150457"/>
                  <a:pt x="363520" y="150457"/>
                </a:cubicBezTo>
                <a:cubicBezTo>
                  <a:pt x="368354" y="150457"/>
                  <a:pt x="372295" y="148999"/>
                  <a:pt x="375343" y="146083"/>
                </a:cubicBezTo>
                <a:cubicBezTo>
                  <a:pt x="378390" y="143165"/>
                  <a:pt x="379914" y="139653"/>
                  <a:pt x="379914" y="135547"/>
                </a:cubicBezTo>
                <a:cubicBezTo>
                  <a:pt x="379914" y="130576"/>
                  <a:pt x="378215" y="126398"/>
                  <a:pt x="374817" y="123013"/>
                </a:cubicBezTo>
                <a:cubicBezTo>
                  <a:pt x="371419" y="119629"/>
                  <a:pt x="364641" y="115344"/>
                  <a:pt x="354482" y="110159"/>
                </a:cubicBezTo>
                <a:cubicBezTo>
                  <a:pt x="344323" y="104971"/>
                  <a:pt x="337667" y="100289"/>
                  <a:pt x="334514" y="96111"/>
                </a:cubicBezTo>
                <a:cubicBezTo>
                  <a:pt x="331361" y="92005"/>
                  <a:pt x="329785" y="86819"/>
                  <a:pt x="329785" y="80552"/>
                </a:cubicBezTo>
                <a:cubicBezTo>
                  <a:pt x="329785" y="72413"/>
                  <a:pt x="332499" y="65606"/>
                  <a:pt x="337929" y="60133"/>
                </a:cubicBezTo>
                <a:cubicBezTo>
                  <a:pt x="343359" y="54657"/>
                  <a:pt x="350383" y="51919"/>
                  <a:pt x="359001" y="51919"/>
                </a:cubicBezTo>
                <a:cubicBezTo>
                  <a:pt x="362784" y="51919"/>
                  <a:pt x="367373" y="52748"/>
                  <a:pt x="372768" y="54407"/>
                </a:cubicBezTo>
                <a:cubicBezTo>
                  <a:pt x="376341" y="55488"/>
                  <a:pt x="378723" y="56029"/>
                  <a:pt x="379914" y="56029"/>
                </a:cubicBezTo>
                <a:cubicBezTo>
                  <a:pt x="381035" y="56029"/>
                  <a:pt x="381911" y="55777"/>
                  <a:pt x="382542" y="55272"/>
                </a:cubicBezTo>
                <a:cubicBezTo>
                  <a:pt x="383172" y="54767"/>
                  <a:pt x="383908" y="53650"/>
                  <a:pt x="384749" y="51919"/>
                </a:cubicBezTo>
                <a:lnTo>
                  <a:pt x="388217" y="51919"/>
                </a:lnTo>
                <a:close/>
                <a:moveTo>
                  <a:pt x="425136" y="92156"/>
                </a:moveTo>
                <a:cubicBezTo>
                  <a:pt x="425066" y="106833"/>
                  <a:pt x="428534" y="118344"/>
                  <a:pt x="435540" y="126691"/>
                </a:cubicBezTo>
                <a:cubicBezTo>
                  <a:pt x="442546" y="135035"/>
                  <a:pt x="450779" y="139208"/>
                  <a:pt x="460237" y="139208"/>
                </a:cubicBezTo>
                <a:cubicBezTo>
                  <a:pt x="466543" y="139208"/>
                  <a:pt x="472025" y="137423"/>
                  <a:pt x="476684" y="133853"/>
                </a:cubicBezTo>
                <a:cubicBezTo>
                  <a:pt x="481343" y="130284"/>
                  <a:pt x="485249" y="124173"/>
                  <a:pt x="488402" y="115520"/>
                </a:cubicBezTo>
                <a:lnTo>
                  <a:pt x="491660" y="117683"/>
                </a:lnTo>
                <a:cubicBezTo>
                  <a:pt x="490189" y="127562"/>
                  <a:pt x="485915" y="136558"/>
                  <a:pt x="478839" y="144670"/>
                </a:cubicBezTo>
                <a:cubicBezTo>
                  <a:pt x="471762" y="152782"/>
                  <a:pt x="462899" y="156838"/>
                  <a:pt x="452250" y="156838"/>
                </a:cubicBezTo>
                <a:cubicBezTo>
                  <a:pt x="440690" y="156838"/>
                  <a:pt x="430793" y="152216"/>
                  <a:pt x="422561" y="142970"/>
                </a:cubicBezTo>
                <a:cubicBezTo>
                  <a:pt x="414329" y="133722"/>
                  <a:pt x="410212" y="121290"/>
                  <a:pt x="410212" y="105673"/>
                </a:cubicBezTo>
                <a:cubicBezTo>
                  <a:pt x="410212" y="88764"/>
                  <a:pt x="414434" y="75578"/>
                  <a:pt x="422876" y="66116"/>
                </a:cubicBezTo>
                <a:cubicBezTo>
                  <a:pt x="431319" y="56651"/>
                  <a:pt x="441916" y="51919"/>
                  <a:pt x="454667" y="51919"/>
                </a:cubicBezTo>
                <a:cubicBezTo>
                  <a:pt x="465457" y="51919"/>
                  <a:pt x="474320" y="55569"/>
                  <a:pt x="481256" y="62871"/>
                </a:cubicBezTo>
                <a:cubicBezTo>
                  <a:pt x="488192" y="70169"/>
                  <a:pt x="491660" y="79931"/>
                  <a:pt x="491660" y="92156"/>
                </a:cubicBezTo>
                <a:lnTo>
                  <a:pt x="425136" y="92156"/>
                </a:lnTo>
                <a:moveTo>
                  <a:pt x="425136" y="85883"/>
                </a:moveTo>
                <a:lnTo>
                  <a:pt x="469695" y="85883"/>
                </a:lnTo>
                <a:cubicBezTo>
                  <a:pt x="469345" y="79537"/>
                  <a:pt x="468609" y="75066"/>
                  <a:pt x="467488" y="72470"/>
                </a:cubicBezTo>
                <a:cubicBezTo>
                  <a:pt x="465737" y="68432"/>
                  <a:pt x="463127" y="65259"/>
                  <a:pt x="459659" y="62952"/>
                </a:cubicBezTo>
                <a:cubicBezTo>
                  <a:pt x="456191" y="60644"/>
                  <a:pt x="452565" y="59490"/>
                  <a:pt x="448782" y="59490"/>
                </a:cubicBezTo>
                <a:cubicBezTo>
                  <a:pt x="442967" y="59490"/>
                  <a:pt x="437764" y="61816"/>
                  <a:pt x="433175" y="66467"/>
                </a:cubicBezTo>
                <a:cubicBezTo>
                  <a:pt x="428586" y="71118"/>
                  <a:pt x="425906" y="77590"/>
                  <a:pt x="425136" y="85883"/>
                </a:cubicBezTo>
                <a:close/>
                <a:moveTo>
                  <a:pt x="561165" y="95834"/>
                </a:moveTo>
                <a:lnTo>
                  <a:pt x="615499" y="95834"/>
                </a:lnTo>
                <a:lnTo>
                  <a:pt x="615499" y="112167"/>
                </a:lnTo>
                <a:lnTo>
                  <a:pt x="561165" y="112167"/>
                </a:lnTo>
                <a:lnTo>
                  <a:pt x="561165" y="95834"/>
                </a:lnTo>
                <a:close/>
                <a:moveTo>
                  <a:pt x="688925" y="34937"/>
                </a:moveTo>
                <a:cubicBezTo>
                  <a:pt x="692988" y="25058"/>
                  <a:pt x="698120" y="17451"/>
                  <a:pt x="704321" y="12114"/>
                </a:cubicBezTo>
                <a:cubicBezTo>
                  <a:pt x="710521" y="6778"/>
                  <a:pt x="718246" y="4110"/>
                  <a:pt x="727494" y="4110"/>
                </a:cubicBezTo>
                <a:cubicBezTo>
                  <a:pt x="738914" y="4110"/>
                  <a:pt x="747672" y="7926"/>
                  <a:pt x="753767" y="15559"/>
                </a:cubicBezTo>
                <a:cubicBezTo>
                  <a:pt x="758392" y="21249"/>
                  <a:pt x="760704" y="27334"/>
                  <a:pt x="760704" y="33815"/>
                </a:cubicBezTo>
                <a:cubicBezTo>
                  <a:pt x="760704" y="44471"/>
                  <a:pt x="754188" y="55488"/>
                  <a:pt x="741156" y="66866"/>
                </a:cubicBezTo>
                <a:cubicBezTo>
                  <a:pt x="749914" y="70404"/>
                  <a:pt x="756535" y="75457"/>
                  <a:pt x="761019" y="82026"/>
                </a:cubicBezTo>
                <a:cubicBezTo>
                  <a:pt x="765503" y="88592"/>
                  <a:pt x="767745" y="96315"/>
                  <a:pt x="767745" y="105193"/>
                </a:cubicBezTo>
                <a:cubicBezTo>
                  <a:pt x="767745" y="117898"/>
                  <a:pt x="763821" y="128906"/>
                  <a:pt x="755974" y="138217"/>
                </a:cubicBezTo>
                <a:cubicBezTo>
                  <a:pt x="745745" y="150343"/>
                  <a:pt x="730927" y="156406"/>
                  <a:pt x="711520" y="156406"/>
                </a:cubicBezTo>
                <a:cubicBezTo>
                  <a:pt x="701921" y="156406"/>
                  <a:pt x="695388" y="155180"/>
                  <a:pt x="691920" y="152728"/>
                </a:cubicBezTo>
                <a:cubicBezTo>
                  <a:pt x="688452" y="150276"/>
                  <a:pt x="686718" y="147644"/>
                  <a:pt x="686718" y="144832"/>
                </a:cubicBezTo>
                <a:cubicBezTo>
                  <a:pt x="686718" y="142741"/>
                  <a:pt x="687541" y="140902"/>
                  <a:pt x="689187" y="139316"/>
                </a:cubicBezTo>
                <a:cubicBezTo>
                  <a:pt x="690834" y="137729"/>
                  <a:pt x="692813" y="136936"/>
                  <a:pt x="695125" y="136936"/>
                </a:cubicBezTo>
                <a:cubicBezTo>
                  <a:pt x="696877" y="136936"/>
                  <a:pt x="698663" y="137225"/>
                  <a:pt x="700485" y="137801"/>
                </a:cubicBezTo>
                <a:cubicBezTo>
                  <a:pt x="701676" y="138162"/>
                  <a:pt x="704373" y="139478"/>
                  <a:pt x="708577" y="141749"/>
                </a:cubicBezTo>
                <a:cubicBezTo>
                  <a:pt x="712781" y="144021"/>
                  <a:pt x="715688" y="145373"/>
                  <a:pt x="717300" y="145806"/>
                </a:cubicBezTo>
                <a:cubicBezTo>
                  <a:pt x="719892" y="146599"/>
                  <a:pt x="722660" y="146995"/>
                  <a:pt x="725602" y="146995"/>
                </a:cubicBezTo>
                <a:cubicBezTo>
                  <a:pt x="732749" y="146995"/>
                  <a:pt x="738967" y="144143"/>
                  <a:pt x="744256" y="138437"/>
                </a:cubicBezTo>
                <a:cubicBezTo>
                  <a:pt x="749546" y="132731"/>
                  <a:pt x="752191" y="125978"/>
                  <a:pt x="752191" y="118176"/>
                </a:cubicBezTo>
                <a:cubicBezTo>
                  <a:pt x="752191" y="112471"/>
                  <a:pt x="750965" y="106909"/>
                  <a:pt x="748513" y="101492"/>
                </a:cubicBezTo>
                <a:cubicBezTo>
                  <a:pt x="746691" y="97447"/>
                  <a:pt x="744694" y="94378"/>
                  <a:pt x="742522" y="92285"/>
                </a:cubicBezTo>
                <a:cubicBezTo>
                  <a:pt x="739510" y="89393"/>
                  <a:pt x="735376" y="86775"/>
                  <a:pt x="730121" y="84429"/>
                </a:cubicBezTo>
                <a:cubicBezTo>
                  <a:pt x="724867" y="82081"/>
                  <a:pt x="719507" y="80907"/>
                  <a:pt x="714042" y="80907"/>
                </a:cubicBezTo>
                <a:lnTo>
                  <a:pt x="710679" y="80907"/>
                </a:lnTo>
                <a:lnTo>
                  <a:pt x="710679" y="77662"/>
                </a:lnTo>
                <a:cubicBezTo>
                  <a:pt x="716214" y="76941"/>
                  <a:pt x="721766" y="74886"/>
                  <a:pt x="727336" y="71497"/>
                </a:cubicBezTo>
                <a:cubicBezTo>
                  <a:pt x="732906" y="68108"/>
                  <a:pt x="736952" y="64033"/>
                  <a:pt x="739475" y="59274"/>
                </a:cubicBezTo>
                <a:cubicBezTo>
                  <a:pt x="741997" y="54515"/>
                  <a:pt x="743258" y="49287"/>
                  <a:pt x="743258" y="43590"/>
                </a:cubicBezTo>
                <a:cubicBezTo>
                  <a:pt x="743258" y="36163"/>
                  <a:pt x="740999" y="30160"/>
                  <a:pt x="736480" y="25581"/>
                </a:cubicBezTo>
                <a:cubicBezTo>
                  <a:pt x="731960" y="21002"/>
                  <a:pt x="726338" y="18712"/>
                  <a:pt x="719612" y="18712"/>
                </a:cubicBezTo>
                <a:cubicBezTo>
                  <a:pt x="708752" y="18712"/>
                  <a:pt x="699679" y="24698"/>
                  <a:pt x="692393" y="36668"/>
                </a:cubicBezTo>
                <a:lnTo>
                  <a:pt x="688925" y="349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7a7a6c86645f1"/>
          <a:stretch xmlns:a="http://schemas.openxmlformats.org/drawingml/2006/main"/>
        </p:blipFill>
        <p:spPr>
          <a:xfrm xmlns:a="http://schemas.openxmlformats.org/drawingml/2006/main">
            <a:off x="10548356" y="966144"/>
            <a:ext cx="335575" cy="344499"/>
          </a:xfrm>
          <a:prstGeom xmlns:a="http://schemas.openxmlformats.org/drawingml/2006/main" prst="rect">
            <a:avLst/>
          </a:prstGeom>
        </p:spPr>
      </p:pic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24FB3-1FB5-48B4-8F91-3900BA7F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2235" y="1265740"/>
            <a:ext cx="10" cy="299250"/>
          </a:xfrm>
          <a:custGeom xmlns:a="http://schemas.openxmlformats.org/drawingml/2006/main">
            <a:pathLst>
              <a:path w="1" h="299250" fill="none">
                <a:moveTo>
                  <a:pt x="0" y="0"/>
                </a:moveTo>
                <a:lnTo>
                  <a:pt x="1" y="299250"/>
                </a:lnTo>
              </a:path>
            </a:pathLst>
          </a:custGeom>
          <a:noFill xmlns:a="http://schemas.openxmlformats.org/drawingml/2006/main"/>
          <a:ln xmlns:a="http://schemas.openxmlformats.org/drawingml/2006/main" w="13647" cap="flat">
            <a:solidFill>
              <a:srgbClr val="000000"/>
            </a:solidFill>
            <a:miter/>
          </a:ln>
        </p:spPr>
      </p:sp>
      <p:pic>
        <p:nvPicPr>
          <p:cNvPr id="4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7e1e95a2a4b05"/>
          <a:stretch xmlns:a="http://schemas.openxmlformats.org/drawingml/2006/main"/>
        </p:blipFill>
        <p:spPr>
          <a:xfrm xmlns:a="http://schemas.openxmlformats.org/drawingml/2006/main">
            <a:off x="10540438" y="1527374"/>
            <a:ext cx="335574" cy="344499"/>
          </a:xfrm>
          <a:prstGeom xmlns:a="http://schemas.openxmlformats.org/drawingml/2006/main" prst="rect">
            <a:avLst/>
          </a:prstGeom>
        </p:spPr>
      </p:pic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31D8E-E56D-4795-8C4C-F2F8C27A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556" y="1223080"/>
            <a:ext cx="258383" cy="10"/>
          </a:xfrm>
          <a:custGeom xmlns:a="http://schemas.openxmlformats.org/drawingml/2006/main">
            <a:pathLst>
              <a:path w="258383" h="1" fill="none">
                <a:moveTo>
                  <a:pt x="0" y="0"/>
                </a:moveTo>
                <a:lnTo>
                  <a:pt x="258383" y="1"/>
                </a:lnTo>
              </a:path>
            </a:pathLst>
          </a:custGeom>
          <a:noFill xmlns:a="http://schemas.openxmlformats.org/drawingml/2006/main"/>
          <a:ln xmlns:a="http://schemas.openxmlformats.org/drawingml/2006/main" w="13647" cap="flat">
            <a:solidFill>
              <a:srgbClr val="000000"/>
            </a:solidFill>
            <a:miter/>
          </a:ln>
        </p:spPr>
      </p:sp>
      <p:pic>
        <p:nvPicPr>
          <p:cNvPr id="4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38f40d030410b"/>
          <a:stretch xmlns:a="http://schemas.openxmlformats.org/drawingml/2006/main"/>
        </p:blipFill>
        <p:spPr>
          <a:xfrm xmlns:a="http://schemas.openxmlformats.org/drawingml/2006/main">
            <a:off x="11002573" y="1274210"/>
            <a:ext cx="335574" cy="344499"/>
          </a:xfrm>
          <a:prstGeom xmlns:a="http://schemas.openxmlformats.org/drawingml/2006/main" prst="rect">
            <a:avLst/>
          </a:prstGeom>
        </p:spPr>
      </p:pic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B9978-F2A8-418C-A463-EED0DD20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506" y="1223080"/>
            <a:ext cx="10" cy="108462"/>
          </a:xfrm>
          <a:custGeom xmlns:a="http://schemas.openxmlformats.org/drawingml/2006/main">
            <a:pathLst>
              <a:path w="1" h="108462" fill="none">
                <a:moveTo>
                  <a:pt x="0" y="0"/>
                </a:moveTo>
                <a:lnTo>
                  <a:pt x="1" y="108462"/>
                </a:lnTo>
              </a:path>
            </a:pathLst>
          </a:custGeom>
          <a:noFill xmlns:a="http://schemas.openxmlformats.org/drawingml/2006/main"/>
          <a:ln xmlns:a="http://schemas.openxmlformats.org/drawingml/2006/main" w="13647" cap="flat">
            <a:solidFill>
              <a:srgbClr val="000000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7B9AC-F265-4D31-AFAB-A4CC089F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163" y="824703"/>
            <a:ext cx="1619667" cy="1265605"/>
          </a:xfrm>
          <a:custGeom xmlns:a="http://schemas.openxmlformats.org/drawingml/2006/main">
            <a:pathLst>
              <a:path w="1619667" h="1265605" fill="none">
                <a:moveTo>
                  <a:pt x="0" y="632802"/>
                </a:moveTo>
                <a:cubicBezTo>
                  <a:pt x="0" y="283315"/>
                  <a:pt x="362575" y="0"/>
                  <a:pt x="809834" y="0"/>
                </a:cubicBezTo>
                <a:cubicBezTo>
                  <a:pt x="1257092" y="0"/>
                  <a:pt x="1619667" y="283315"/>
                  <a:pt x="1619667" y="632802"/>
                </a:cubicBezTo>
                <a:cubicBezTo>
                  <a:pt x="1619667" y="982290"/>
                  <a:pt x="1257092" y="1265605"/>
                  <a:pt x="809834" y="1265605"/>
                </a:cubicBezTo>
                <a:cubicBezTo>
                  <a:pt x="362575" y="1265605"/>
                  <a:pt x="0" y="982290"/>
                  <a:pt x="0" y="6328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7F7F7F"/>
            </a:solidFill>
            <a:custDash>
              <a:ds d="100000" sp="100000"/>
            </a:custDash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878C73-2834-4968-BCD9-42C7CAC5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4745" y="1066859"/>
            <a:ext cx="107616" cy="1550397"/>
          </a:xfrm>
          <a:custGeom xmlns:a="http://schemas.openxmlformats.org/drawingml/2006/main">
            <a:pathLst>
              <a:path w="107616" h="1550397">
                <a:moveTo>
                  <a:pt x="58290" y="0"/>
                </a:moveTo>
                <a:lnTo>
                  <a:pt x="49322" y="0"/>
                </a:lnTo>
                <a:lnTo>
                  <a:pt x="49322" y="36920"/>
                </a:lnTo>
                <a:lnTo>
                  <a:pt x="58290" y="36920"/>
                </a:lnTo>
                <a:lnTo>
                  <a:pt x="58290" y="0"/>
                </a:lnTo>
                <a:close/>
                <a:moveTo>
                  <a:pt x="49322" y="64610"/>
                </a:moveTo>
                <a:lnTo>
                  <a:pt x="49322" y="101530"/>
                </a:lnTo>
                <a:lnTo>
                  <a:pt x="58290" y="101530"/>
                </a:lnTo>
                <a:lnTo>
                  <a:pt x="58290" y="64610"/>
                </a:lnTo>
                <a:lnTo>
                  <a:pt x="49322" y="64610"/>
                </a:lnTo>
                <a:close/>
                <a:moveTo>
                  <a:pt x="49322" y="129220"/>
                </a:moveTo>
                <a:lnTo>
                  <a:pt x="49322" y="166140"/>
                </a:lnTo>
                <a:lnTo>
                  <a:pt x="58290" y="166140"/>
                </a:lnTo>
                <a:lnTo>
                  <a:pt x="58290" y="129220"/>
                </a:lnTo>
                <a:lnTo>
                  <a:pt x="49322" y="129220"/>
                </a:lnTo>
                <a:close/>
                <a:moveTo>
                  <a:pt x="58290" y="193830"/>
                </a:moveTo>
                <a:lnTo>
                  <a:pt x="49322" y="193830"/>
                </a:lnTo>
                <a:lnTo>
                  <a:pt x="49322" y="230751"/>
                </a:lnTo>
                <a:lnTo>
                  <a:pt x="58290" y="230751"/>
                </a:lnTo>
                <a:lnTo>
                  <a:pt x="58290" y="193830"/>
                </a:lnTo>
                <a:close/>
                <a:moveTo>
                  <a:pt x="49322" y="258441"/>
                </a:moveTo>
                <a:lnTo>
                  <a:pt x="49322" y="295361"/>
                </a:lnTo>
                <a:lnTo>
                  <a:pt x="58290" y="295361"/>
                </a:lnTo>
                <a:lnTo>
                  <a:pt x="58290" y="258441"/>
                </a:lnTo>
                <a:lnTo>
                  <a:pt x="49322" y="258441"/>
                </a:lnTo>
                <a:close/>
                <a:moveTo>
                  <a:pt x="49322" y="323051"/>
                </a:moveTo>
                <a:lnTo>
                  <a:pt x="49322" y="359971"/>
                </a:lnTo>
                <a:lnTo>
                  <a:pt x="58290" y="359971"/>
                </a:lnTo>
                <a:lnTo>
                  <a:pt x="58290" y="323051"/>
                </a:lnTo>
                <a:lnTo>
                  <a:pt x="49322" y="323051"/>
                </a:lnTo>
                <a:close/>
                <a:moveTo>
                  <a:pt x="58290" y="387661"/>
                </a:moveTo>
                <a:lnTo>
                  <a:pt x="49322" y="387661"/>
                </a:lnTo>
                <a:lnTo>
                  <a:pt x="49322" y="424581"/>
                </a:lnTo>
                <a:lnTo>
                  <a:pt x="58290" y="424581"/>
                </a:lnTo>
                <a:lnTo>
                  <a:pt x="58290" y="387661"/>
                </a:lnTo>
                <a:close/>
                <a:moveTo>
                  <a:pt x="49322" y="452271"/>
                </a:moveTo>
                <a:lnTo>
                  <a:pt x="49322" y="489191"/>
                </a:lnTo>
                <a:lnTo>
                  <a:pt x="58290" y="489191"/>
                </a:lnTo>
                <a:lnTo>
                  <a:pt x="58290" y="452271"/>
                </a:lnTo>
                <a:lnTo>
                  <a:pt x="49322" y="452271"/>
                </a:lnTo>
                <a:close/>
                <a:moveTo>
                  <a:pt x="49322" y="516881"/>
                </a:moveTo>
                <a:lnTo>
                  <a:pt x="49322" y="553801"/>
                </a:lnTo>
                <a:lnTo>
                  <a:pt x="58290" y="553801"/>
                </a:lnTo>
                <a:lnTo>
                  <a:pt x="58290" y="516881"/>
                </a:lnTo>
                <a:lnTo>
                  <a:pt x="49322" y="516881"/>
                </a:lnTo>
                <a:close/>
                <a:moveTo>
                  <a:pt x="58290" y="581491"/>
                </a:moveTo>
                <a:lnTo>
                  <a:pt x="49322" y="581491"/>
                </a:lnTo>
                <a:lnTo>
                  <a:pt x="49322" y="618412"/>
                </a:lnTo>
                <a:lnTo>
                  <a:pt x="58290" y="618412"/>
                </a:lnTo>
                <a:lnTo>
                  <a:pt x="58290" y="581491"/>
                </a:lnTo>
                <a:close/>
                <a:moveTo>
                  <a:pt x="49322" y="646102"/>
                </a:moveTo>
                <a:lnTo>
                  <a:pt x="49322" y="683022"/>
                </a:lnTo>
                <a:lnTo>
                  <a:pt x="58290" y="683022"/>
                </a:lnTo>
                <a:lnTo>
                  <a:pt x="58290" y="646102"/>
                </a:lnTo>
                <a:lnTo>
                  <a:pt x="49322" y="646102"/>
                </a:lnTo>
                <a:close/>
                <a:moveTo>
                  <a:pt x="49322" y="710712"/>
                </a:moveTo>
                <a:lnTo>
                  <a:pt x="49322" y="747632"/>
                </a:lnTo>
                <a:lnTo>
                  <a:pt x="58290" y="747632"/>
                </a:lnTo>
                <a:lnTo>
                  <a:pt x="58290" y="710712"/>
                </a:lnTo>
                <a:lnTo>
                  <a:pt x="49322" y="710712"/>
                </a:lnTo>
                <a:close/>
                <a:moveTo>
                  <a:pt x="58290" y="775322"/>
                </a:moveTo>
                <a:lnTo>
                  <a:pt x="49322" y="775322"/>
                </a:lnTo>
                <a:lnTo>
                  <a:pt x="49322" y="812242"/>
                </a:lnTo>
                <a:lnTo>
                  <a:pt x="58290" y="812242"/>
                </a:lnTo>
                <a:lnTo>
                  <a:pt x="58290" y="775322"/>
                </a:lnTo>
                <a:close/>
                <a:moveTo>
                  <a:pt x="49322" y="839932"/>
                </a:moveTo>
                <a:lnTo>
                  <a:pt x="49322" y="876852"/>
                </a:lnTo>
                <a:lnTo>
                  <a:pt x="58290" y="876852"/>
                </a:lnTo>
                <a:lnTo>
                  <a:pt x="58290" y="839932"/>
                </a:lnTo>
                <a:lnTo>
                  <a:pt x="49322" y="839932"/>
                </a:lnTo>
                <a:close/>
                <a:moveTo>
                  <a:pt x="49322" y="904542"/>
                </a:moveTo>
                <a:lnTo>
                  <a:pt x="49322" y="941462"/>
                </a:lnTo>
                <a:lnTo>
                  <a:pt x="58290" y="941462"/>
                </a:lnTo>
                <a:lnTo>
                  <a:pt x="58290" y="904542"/>
                </a:lnTo>
                <a:lnTo>
                  <a:pt x="49322" y="904542"/>
                </a:lnTo>
                <a:close/>
                <a:moveTo>
                  <a:pt x="58290" y="969152"/>
                </a:moveTo>
                <a:lnTo>
                  <a:pt x="49322" y="969152"/>
                </a:lnTo>
                <a:lnTo>
                  <a:pt x="49322" y="1006073"/>
                </a:lnTo>
                <a:lnTo>
                  <a:pt x="58290" y="1006073"/>
                </a:lnTo>
                <a:lnTo>
                  <a:pt x="58290" y="969152"/>
                </a:lnTo>
                <a:close/>
                <a:moveTo>
                  <a:pt x="49324" y="1033763"/>
                </a:moveTo>
                <a:lnTo>
                  <a:pt x="49324" y="1070683"/>
                </a:lnTo>
                <a:lnTo>
                  <a:pt x="58292" y="1070683"/>
                </a:lnTo>
                <a:lnTo>
                  <a:pt x="58292" y="1033763"/>
                </a:lnTo>
                <a:lnTo>
                  <a:pt x="49324" y="1033763"/>
                </a:lnTo>
                <a:close/>
                <a:moveTo>
                  <a:pt x="49324" y="1098373"/>
                </a:moveTo>
                <a:lnTo>
                  <a:pt x="49324" y="1135293"/>
                </a:lnTo>
                <a:lnTo>
                  <a:pt x="58292" y="1135293"/>
                </a:lnTo>
                <a:lnTo>
                  <a:pt x="58292" y="1098373"/>
                </a:lnTo>
                <a:lnTo>
                  <a:pt x="49324" y="1098373"/>
                </a:lnTo>
                <a:close/>
                <a:moveTo>
                  <a:pt x="58292" y="1162983"/>
                </a:moveTo>
                <a:lnTo>
                  <a:pt x="49324" y="1162983"/>
                </a:lnTo>
                <a:lnTo>
                  <a:pt x="49324" y="1199903"/>
                </a:lnTo>
                <a:lnTo>
                  <a:pt x="58292" y="1199903"/>
                </a:lnTo>
                <a:lnTo>
                  <a:pt x="58292" y="1162983"/>
                </a:lnTo>
                <a:close/>
                <a:moveTo>
                  <a:pt x="49324" y="1227593"/>
                </a:moveTo>
                <a:lnTo>
                  <a:pt x="49324" y="1264513"/>
                </a:lnTo>
                <a:lnTo>
                  <a:pt x="58292" y="1264513"/>
                </a:lnTo>
                <a:lnTo>
                  <a:pt x="58292" y="1227593"/>
                </a:lnTo>
                <a:lnTo>
                  <a:pt x="49324" y="1227593"/>
                </a:lnTo>
                <a:close/>
                <a:moveTo>
                  <a:pt x="49324" y="1292203"/>
                </a:moveTo>
                <a:lnTo>
                  <a:pt x="49324" y="1329123"/>
                </a:lnTo>
                <a:lnTo>
                  <a:pt x="58292" y="1329123"/>
                </a:lnTo>
                <a:lnTo>
                  <a:pt x="58292" y="1292203"/>
                </a:lnTo>
                <a:lnTo>
                  <a:pt x="49324" y="1292203"/>
                </a:lnTo>
                <a:close/>
                <a:moveTo>
                  <a:pt x="49324" y="1356813"/>
                </a:moveTo>
                <a:lnTo>
                  <a:pt x="49324" y="1393734"/>
                </a:lnTo>
                <a:lnTo>
                  <a:pt x="58292" y="1393734"/>
                </a:lnTo>
                <a:lnTo>
                  <a:pt x="58292" y="1356813"/>
                </a:lnTo>
                <a:lnTo>
                  <a:pt x="49324" y="1356813"/>
                </a:lnTo>
                <a:close/>
                <a:moveTo>
                  <a:pt x="53808" y="1550397"/>
                </a:moveTo>
                <a:lnTo>
                  <a:pt x="107616" y="1439636"/>
                </a:lnTo>
                <a:lnTo>
                  <a:pt x="58292" y="1439636"/>
                </a:lnTo>
                <a:lnTo>
                  <a:pt x="58292" y="1421424"/>
                </a:lnTo>
                <a:lnTo>
                  <a:pt x="49324" y="1421424"/>
                </a:lnTo>
                <a:lnTo>
                  <a:pt x="49324" y="1439636"/>
                </a:lnTo>
                <a:lnTo>
                  <a:pt x="0" y="1439636"/>
                </a:lnTo>
                <a:lnTo>
                  <a:pt x="53808" y="1550397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E946A-F00F-48AA-BC1E-6EC747BE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341" y="1632081"/>
            <a:ext cx="107616" cy="985174"/>
          </a:xfrm>
          <a:custGeom xmlns:a="http://schemas.openxmlformats.org/drawingml/2006/main">
            <a:pathLst>
              <a:path w="107616" h="985174">
                <a:moveTo>
                  <a:pt x="58292" y="0"/>
                </a:moveTo>
                <a:lnTo>
                  <a:pt x="49324" y="0"/>
                </a:lnTo>
                <a:lnTo>
                  <a:pt x="49324" y="36920"/>
                </a:lnTo>
                <a:lnTo>
                  <a:pt x="58292" y="36920"/>
                </a:lnTo>
                <a:lnTo>
                  <a:pt x="58292" y="0"/>
                </a:lnTo>
                <a:close/>
                <a:moveTo>
                  <a:pt x="58292" y="64610"/>
                </a:moveTo>
                <a:lnTo>
                  <a:pt x="49324" y="64610"/>
                </a:lnTo>
                <a:lnTo>
                  <a:pt x="49324" y="101530"/>
                </a:lnTo>
                <a:lnTo>
                  <a:pt x="58292" y="101530"/>
                </a:lnTo>
                <a:lnTo>
                  <a:pt x="58292" y="64610"/>
                </a:lnTo>
                <a:close/>
                <a:moveTo>
                  <a:pt x="58292" y="129220"/>
                </a:moveTo>
                <a:lnTo>
                  <a:pt x="49324" y="129220"/>
                </a:lnTo>
                <a:lnTo>
                  <a:pt x="49324" y="166140"/>
                </a:lnTo>
                <a:lnTo>
                  <a:pt x="58292" y="166140"/>
                </a:lnTo>
                <a:lnTo>
                  <a:pt x="58292" y="129220"/>
                </a:lnTo>
                <a:close/>
                <a:moveTo>
                  <a:pt x="58292" y="193830"/>
                </a:moveTo>
                <a:lnTo>
                  <a:pt x="49324" y="193830"/>
                </a:lnTo>
                <a:lnTo>
                  <a:pt x="49324" y="230751"/>
                </a:lnTo>
                <a:lnTo>
                  <a:pt x="58292" y="230751"/>
                </a:lnTo>
                <a:lnTo>
                  <a:pt x="58292" y="193830"/>
                </a:lnTo>
                <a:close/>
                <a:moveTo>
                  <a:pt x="58292" y="258441"/>
                </a:moveTo>
                <a:lnTo>
                  <a:pt x="49324" y="258441"/>
                </a:lnTo>
                <a:lnTo>
                  <a:pt x="49324" y="295361"/>
                </a:lnTo>
                <a:lnTo>
                  <a:pt x="58292" y="295361"/>
                </a:lnTo>
                <a:lnTo>
                  <a:pt x="58292" y="258441"/>
                </a:lnTo>
                <a:close/>
                <a:moveTo>
                  <a:pt x="58292" y="323051"/>
                </a:moveTo>
                <a:lnTo>
                  <a:pt x="49324" y="323051"/>
                </a:lnTo>
                <a:lnTo>
                  <a:pt x="49324" y="359971"/>
                </a:lnTo>
                <a:lnTo>
                  <a:pt x="58292" y="359971"/>
                </a:lnTo>
                <a:lnTo>
                  <a:pt x="58292" y="323051"/>
                </a:lnTo>
                <a:close/>
                <a:moveTo>
                  <a:pt x="58292" y="387661"/>
                </a:moveTo>
                <a:lnTo>
                  <a:pt x="49324" y="387661"/>
                </a:lnTo>
                <a:lnTo>
                  <a:pt x="49324" y="424581"/>
                </a:lnTo>
                <a:lnTo>
                  <a:pt x="58292" y="424581"/>
                </a:lnTo>
                <a:lnTo>
                  <a:pt x="58292" y="387661"/>
                </a:lnTo>
                <a:close/>
                <a:moveTo>
                  <a:pt x="58292" y="452271"/>
                </a:moveTo>
                <a:lnTo>
                  <a:pt x="49324" y="452271"/>
                </a:lnTo>
                <a:lnTo>
                  <a:pt x="49324" y="489191"/>
                </a:lnTo>
                <a:lnTo>
                  <a:pt x="58292" y="489191"/>
                </a:lnTo>
                <a:lnTo>
                  <a:pt x="58292" y="452271"/>
                </a:lnTo>
                <a:close/>
                <a:moveTo>
                  <a:pt x="58292" y="516881"/>
                </a:moveTo>
                <a:lnTo>
                  <a:pt x="49324" y="516881"/>
                </a:lnTo>
                <a:lnTo>
                  <a:pt x="49324" y="553801"/>
                </a:lnTo>
                <a:lnTo>
                  <a:pt x="58292" y="553801"/>
                </a:lnTo>
                <a:lnTo>
                  <a:pt x="58292" y="516881"/>
                </a:lnTo>
                <a:close/>
                <a:moveTo>
                  <a:pt x="58292" y="581491"/>
                </a:moveTo>
                <a:lnTo>
                  <a:pt x="49324" y="581491"/>
                </a:lnTo>
                <a:lnTo>
                  <a:pt x="49324" y="618412"/>
                </a:lnTo>
                <a:lnTo>
                  <a:pt x="58292" y="618412"/>
                </a:lnTo>
                <a:lnTo>
                  <a:pt x="58292" y="581491"/>
                </a:lnTo>
                <a:close/>
                <a:moveTo>
                  <a:pt x="58292" y="646102"/>
                </a:moveTo>
                <a:lnTo>
                  <a:pt x="49324" y="646102"/>
                </a:lnTo>
                <a:lnTo>
                  <a:pt x="49324" y="683022"/>
                </a:lnTo>
                <a:lnTo>
                  <a:pt x="58292" y="683022"/>
                </a:lnTo>
                <a:lnTo>
                  <a:pt x="58292" y="646102"/>
                </a:lnTo>
                <a:close/>
                <a:moveTo>
                  <a:pt x="58292" y="710712"/>
                </a:moveTo>
                <a:lnTo>
                  <a:pt x="49324" y="710712"/>
                </a:lnTo>
                <a:lnTo>
                  <a:pt x="49324" y="747632"/>
                </a:lnTo>
                <a:lnTo>
                  <a:pt x="58292" y="747632"/>
                </a:lnTo>
                <a:lnTo>
                  <a:pt x="58292" y="710712"/>
                </a:lnTo>
                <a:close/>
                <a:moveTo>
                  <a:pt x="58292" y="775322"/>
                </a:moveTo>
                <a:lnTo>
                  <a:pt x="49324" y="775322"/>
                </a:lnTo>
                <a:lnTo>
                  <a:pt x="49324" y="812242"/>
                </a:lnTo>
                <a:lnTo>
                  <a:pt x="58292" y="812242"/>
                </a:lnTo>
                <a:lnTo>
                  <a:pt x="58292" y="775322"/>
                </a:lnTo>
                <a:close/>
                <a:moveTo>
                  <a:pt x="0" y="874414"/>
                </a:moveTo>
                <a:lnTo>
                  <a:pt x="53808" y="985174"/>
                </a:lnTo>
                <a:lnTo>
                  <a:pt x="107616" y="874414"/>
                </a:lnTo>
                <a:lnTo>
                  <a:pt x="58292" y="874414"/>
                </a:lnTo>
                <a:lnTo>
                  <a:pt x="58292" y="839932"/>
                </a:lnTo>
                <a:lnTo>
                  <a:pt x="49324" y="839932"/>
                </a:lnTo>
                <a:lnTo>
                  <a:pt x="49324" y="874414"/>
                </a:lnTo>
                <a:lnTo>
                  <a:pt x="0" y="874414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EF76CE-EDD8-454D-83AB-DA36EF9F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209" y="2152001"/>
            <a:ext cx="107616" cy="465254"/>
          </a:xfrm>
          <a:custGeom xmlns:a="http://schemas.openxmlformats.org/drawingml/2006/main">
            <a:pathLst>
              <a:path w="107616" h="465254">
                <a:moveTo>
                  <a:pt x="58290" y="36920"/>
                </a:moveTo>
                <a:lnTo>
                  <a:pt x="58290" y="0"/>
                </a:lnTo>
                <a:lnTo>
                  <a:pt x="49322" y="0"/>
                </a:lnTo>
                <a:lnTo>
                  <a:pt x="49322" y="36920"/>
                </a:lnTo>
                <a:lnTo>
                  <a:pt x="58290" y="36920"/>
                </a:lnTo>
                <a:close/>
                <a:moveTo>
                  <a:pt x="58290" y="101530"/>
                </a:moveTo>
                <a:lnTo>
                  <a:pt x="58290" y="64610"/>
                </a:lnTo>
                <a:lnTo>
                  <a:pt x="49322" y="64610"/>
                </a:lnTo>
                <a:lnTo>
                  <a:pt x="49322" y="101530"/>
                </a:lnTo>
                <a:lnTo>
                  <a:pt x="58290" y="101530"/>
                </a:lnTo>
                <a:close/>
                <a:moveTo>
                  <a:pt x="58290" y="166140"/>
                </a:moveTo>
                <a:lnTo>
                  <a:pt x="58290" y="129220"/>
                </a:lnTo>
                <a:lnTo>
                  <a:pt x="49322" y="129220"/>
                </a:lnTo>
                <a:lnTo>
                  <a:pt x="49322" y="166140"/>
                </a:lnTo>
                <a:lnTo>
                  <a:pt x="58290" y="166140"/>
                </a:lnTo>
                <a:close/>
                <a:moveTo>
                  <a:pt x="58290" y="230751"/>
                </a:moveTo>
                <a:lnTo>
                  <a:pt x="58290" y="193830"/>
                </a:lnTo>
                <a:lnTo>
                  <a:pt x="49322" y="193830"/>
                </a:lnTo>
                <a:lnTo>
                  <a:pt x="49322" y="230751"/>
                </a:lnTo>
                <a:lnTo>
                  <a:pt x="58290" y="230751"/>
                </a:lnTo>
                <a:close/>
                <a:moveTo>
                  <a:pt x="58292" y="295361"/>
                </a:moveTo>
                <a:lnTo>
                  <a:pt x="58290" y="258441"/>
                </a:lnTo>
                <a:lnTo>
                  <a:pt x="49322" y="258441"/>
                </a:lnTo>
                <a:lnTo>
                  <a:pt x="49324" y="295361"/>
                </a:lnTo>
                <a:lnTo>
                  <a:pt x="58292" y="295361"/>
                </a:lnTo>
                <a:close/>
                <a:moveTo>
                  <a:pt x="49324" y="354494"/>
                </a:moveTo>
                <a:lnTo>
                  <a:pt x="0" y="354494"/>
                </a:lnTo>
                <a:lnTo>
                  <a:pt x="53808" y="465254"/>
                </a:lnTo>
                <a:lnTo>
                  <a:pt x="107616" y="354494"/>
                </a:lnTo>
                <a:lnTo>
                  <a:pt x="58292" y="354494"/>
                </a:lnTo>
                <a:lnTo>
                  <a:pt x="58292" y="323051"/>
                </a:lnTo>
                <a:lnTo>
                  <a:pt x="49324" y="323051"/>
                </a:lnTo>
                <a:lnTo>
                  <a:pt x="49324" y="354494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083DE1-C098-4F78-9D2B-FCC43647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033" y="2705408"/>
            <a:ext cx="112554" cy="106330"/>
          </a:xfrm>
          <a:custGeom xmlns:a="http://schemas.openxmlformats.org/drawingml/2006/main">
            <a:pathLst>
              <a:path w="112554" h="106330">
                <a:moveTo>
                  <a:pt x="0" y="0"/>
                </a:moveTo>
                <a:lnTo>
                  <a:pt x="112554" y="0"/>
                </a:lnTo>
                <a:lnTo>
                  <a:pt x="112554" y="106330"/>
                </a:lnTo>
                <a:lnTo>
                  <a:pt x="0" y="1063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CodeCommit-3">
            <a:extLst xmlns:a="http://schemas.openxmlformats.org/drawingml/2006/main">
              <a:ext uri="{FF2B5EF4-FFF2-40B4-BE49-F238E27FC236}">
                <a16:creationId xmlns:a16="http://schemas.microsoft.com/office/drawing/2014/main" id="{AD580C2E-60A5-4901-8DE1-7086A801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3366" y="1334915"/>
            <a:ext cx="733763" cy="78527"/>
          </a:xfrm>
          <a:custGeom xmlns:a="http://schemas.openxmlformats.org/drawingml/2006/main">
            <a:pathLst>
              <a:path w="733763" h="78527">
                <a:moveTo>
                  <a:pt x="60902" y="1947"/>
                </a:moveTo>
                <a:lnTo>
                  <a:pt x="62531" y="26825"/>
                </a:lnTo>
                <a:lnTo>
                  <a:pt x="60902" y="26825"/>
                </a:lnTo>
                <a:cubicBezTo>
                  <a:pt x="58730" y="19342"/>
                  <a:pt x="55630" y="13957"/>
                  <a:pt x="51601" y="10668"/>
                </a:cubicBezTo>
                <a:cubicBezTo>
                  <a:pt x="47572" y="7378"/>
                  <a:pt x="42738" y="5733"/>
                  <a:pt x="37098" y="5733"/>
                </a:cubicBezTo>
                <a:cubicBezTo>
                  <a:pt x="32369" y="5733"/>
                  <a:pt x="28095" y="6969"/>
                  <a:pt x="24277" y="9441"/>
                </a:cubicBezTo>
                <a:cubicBezTo>
                  <a:pt x="20458" y="11912"/>
                  <a:pt x="17454" y="15853"/>
                  <a:pt x="15265" y="21266"/>
                </a:cubicBezTo>
                <a:cubicBezTo>
                  <a:pt x="13075" y="26679"/>
                  <a:pt x="11981" y="33409"/>
                  <a:pt x="11981" y="41456"/>
                </a:cubicBezTo>
                <a:cubicBezTo>
                  <a:pt x="11981" y="48094"/>
                  <a:pt x="13014" y="53849"/>
                  <a:pt x="15081" y="58721"/>
                </a:cubicBezTo>
                <a:cubicBezTo>
                  <a:pt x="17148" y="63592"/>
                  <a:pt x="20257" y="67327"/>
                  <a:pt x="24408" y="69925"/>
                </a:cubicBezTo>
                <a:cubicBezTo>
                  <a:pt x="28559" y="72523"/>
                  <a:pt x="33297" y="73822"/>
                  <a:pt x="38622" y="73822"/>
                </a:cubicBezTo>
                <a:cubicBezTo>
                  <a:pt x="43246" y="73822"/>
                  <a:pt x="47327" y="72804"/>
                  <a:pt x="50865" y="70767"/>
                </a:cubicBezTo>
                <a:cubicBezTo>
                  <a:pt x="54403" y="68729"/>
                  <a:pt x="58292" y="64682"/>
                  <a:pt x="62531" y="58625"/>
                </a:cubicBezTo>
                <a:lnTo>
                  <a:pt x="64160" y="59703"/>
                </a:lnTo>
                <a:cubicBezTo>
                  <a:pt x="60586" y="66212"/>
                  <a:pt x="56418" y="70977"/>
                  <a:pt x="51654" y="73998"/>
                </a:cubicBezTo>
                <a:cubicBezTo>
                  <a:pt x="46889" y="77018"/>
                  <a:pt x="41232" y="78527"/>
                  <a:pt x="34681" y="78527"/>
                </a:cubicBezTo>
                <a:cubicBezTo>
                  <a:pt x="22875" y="78527"/>
                  <a:pt x="13732" y="74027"/>
                  <a:pt x="7251" y="65025"/>
                </a:cubicBezTo>
                <a:cubicBezTo>
                  <a:pt x="2417" y="58329"/>
                  <a:pt x="0" y="50445"/>
                  <a:pt x="0" y="41371"/>
                </a:cubicBezTo>
                <a:cubicBezTo>
                  <a:pt x="0" y="34062"/>
                  <a:pt x="1594" y="27348"/>
                  <a:pt x="4782" y="21227"/>
                </a:cubicBezTo>
                <a:cubicBezTo>
                  <a:pt x="7970" y="15107"/>
                  <a:pt x="12357" y="10363"/>
                  <a:pt x="17945" y="6997"/>
                </a:cubicBezTo>
                <a:cubicBezTo>
                  <a:pt x="23532" y="3630"/>
                  <a:pt x="29636" y="1947"/>
                  <a:pt x="36257" y="1947"/>
                </a:cubicBezTo>
                <a:cubicBezTo>
                  <a:pt x="41407" y="1947"/>
                  <a:pt x="46486" y="3245"/>
                  <a:pt x="51496" y="5841"/>
                </a:cubicBezTo>
                <a:cubicBezTo>
                  <a:pt x="52967" y="6634"/>
                  <a:pt x="54018" y="7031"/>
                  <a:pt x="54649" y="7031"/>
                </a:cubicBezTo>
                <a:cubicBezTo>
                  <a:pt x="55595" y="7031"/>
                  <a:pt x="56418" y="6688"/>
                  <a:pt x="57118" y="6003"/>
                </a:cubicBezTo>
                <a:cubicBezTo>
                  <a:pt x="58029" y="5030"/>
                  <a:pt x="58677" y="3678"/>
                  <a:pt x="59063" y="1947"/>
                </a:cubicBezTo>
                <a:lnTo>
                  <a:pt x="60902" y="1947"/>
                </a:lnTo>
                <a:close/>
                <a:moveTo>
                  <a:pt x="94763" y="25959"/>
                </a:moveTo>
                <a:cubicBezTo>
                  <a:pt x="102050" y="25959"/>
                  <a:pt x="107900" y="28805"/>
                  <a:pt x="112314" y="34496"/>
                </a:cubicBezTo>
                <a:cubicBezTo>
                  <a:pt x="116062" y="39358"/>
                  <a:pt x="117936" y="44941"/>
                  <a:pt x="117936" y="51245"/>
                </a:cubicBezTo>
                <a:cubicBezTo>
                  <a:pt x="117936" y="55675"/>
                  <a:pt x="116903" y="60159"/>
                  <a:pt x="114836" y="64697"/>
                </a:cubicBezTo>
                <a:cubicBezTo>
                  <a:pt x="112769" y="69235"/>
                  <a:pt x="109923" y="72656"/>
                  <a:pt x="106297" y="74961"/>
                </a:cubicBezTo>
                <a:cubicBezTo>
                  <a:pt x="102672" y="77267"/>
                  <a:pt x="98634" y="78419"/>
                  <a:pt x="94185" y="78419"/>
                </a:cubicBezTo>
                <a:cubicBezTo>
                  <a:pt x="86934" y="78419"/>
                  <a:pt x="81171" y="75447"/>
                  <a:pt x="76897" y="69504"/>
                </a:cubicBezTo>
                <a:cubicBezTo>
                  <a:pt x="73289" y="64498"/>
                  <a:pt x="71485" y="58880"/>
                  <a:pt x="71485" y="52649"/>
                </a:cubicBezTo>
                <a:cubicBezTo>
                  <a:pt x="71485" y="48111"/>
                  <a:pt x="72580" y="43599"/>
                  <a:pt x="74769" y="39115"/>
                </a:cubicBezTo>
                <a:cubicBezTo>
                  <a:pt x="76959" y="34631"/>
                  <a:pt x="79840" y="31317"/>
                  <a:pt x="83413" y="29174"/>
                </a:cubicBezTo>
                <a:cubicBezTo>
                  <a:pt x="86986" y="27031"/>
                  <a:pt x="90770" y="25959"/>
                  <a:pt x="94763" y="25959"/>
                </a:cubicBezTo>
                <a:moveTo>
                  <a:pt x="93134" y="29529"/>
                </a:moveTo>
                <a:cubicBezTo>
                  <a:pt x="91278" y="29529"/>
                  <a:pt x="89412" y="30096"/>
                  <a:pt x="87538" y="31231"/>
                </a:cubicBezTo>
                <a:cubicBezTo>
                  <a:pt x="85664" y="32365"/>
                  <a:pt x="84149" y="34355"/>
                  <a:pt x="82993" y="37200"/>
                </a:cubicBezTo>
                <a:cubicBezTo>
                  <a:pt x="81837" y="40045"/>
                  <a:pt x="81259" y="43700"/>
                  <a:pt x="81259" y="48165"/>
                </a:cubicBezTo>
                <a:cubicBezTo>
                  <a:pt x="81259" y="55367"/>
                  <a:pt x="82651" y="61579"/>
                  <a:pt x="85436" y="66802"/>
                </a:cubicBezTo>
                <a:cubicBezTo>
                  <a:pt x="88221" y="72023"/>
                  <a:pt x="91891" y="74633"/>
                  <a:pt x="96445" y="74633"/>
                </a:cubicBezTo>
                <a:cubicBezTo>
                  <a:pt x="99843" y="74633"/>
                  <a:pt x="102645" y="73193"/>
                  <a:pt x="104852" y="70312"/>
                </a:cubicBezTo>
                <a:cubicBezTo>
                  <a:pt x="107059" y="67431"/>
                  <a:pt x="108163" y="62480"/>
                  <a:pt x="108163" y="55458"/>
                </a:cubicBezTo>
                <a:cubicBezTo>
                  <a:pt x="108163" y="46671"/>
                  <a:pt x="106324" y="39756"/>
                  <a:pt x="102645" y="34714"/>
                </a:cubicBezTo>
                <a:cubicBezTo>
                  <a:pt x="100158" y="31257"/>
                  <a:pt x="96988" y="29529"/>
                  <a:pt x="93134" y="29529"/>
                </a:cubicBezTo>
                <a:close/>
                <a:moveTo>
                  <a:pt x="159028" y="71334"/>
                </a:moveTo>
                <a:cubicBezTo>
                  <a:pt x="156681" y="73858"/>
                  <a:pt x="154386" y="75670"/>
                  <a:pt x="152144" y="76770"/>
                </a:cubicBezTo>
                <a:cubicBezTo>
                  <a:pt x="149902" y="77869"/>
                  <a:pt x="147485" y="78419"/>
                  <a:pt x="144893" y="78419"/>
                </a:cubicBezTo>
                <a:cubicBezTo>
                  <a:pt x="139638" y="78419"/>
                  <a:pt x="135049" y="76162"/>
                  <a:pt x="131125" y="71647"/>
                </a:cubicBezTo>
                <a:cubicBezTo>
                  <a:pt x="127202" y="67131"/>
                  <a:pt x="125240" y="61329"/>
                  <a:pt x="125240" y="54239"/>
                </a:cubicBezTo>
                <a:cubicBezTo>
                  <a:pt x="125240" y="47151"/>
                  <a:pt x="127412" y="40666"/>
                  <a:pt x="131756" y="34783"/>
                </a:cubicBezTo>
                <a:cubicBezTo>
                  <a:pt x="136100" y="28901"/>
                  <a:pt x="141687" y="25959"/>
                  <a:pt x="148518" y="25959"/>
                </a:cubicBezTo>
                <a:cubicBezTo>
                  <a:pt x="152757" y="25959"/>
                  <a:pt x="156260" y="27348"/>
                  <a:pt x="159028" y="30124"/>
                </a:cubicBezTo>
                <a:lnTo>
                  <a:pt x="159028" y="20964"/>
                </a:lnTo>
                <a:cubicBezTo>
                  <a:pt x="159028" y="15279"/>
                  <a:pt x="158896" y="11785"/>
                  <a:pt x="158634" y="10482"/>
                </a:cubicBezTo>
                <a:cubicBezTo>
                  <a:pt x="158371" y="9178"/>
                  <a:pt x="157959" y="8291"/>
                  <a:pt x="157399" y="7822"/>
                </a:cubicBezTo>
                <a:cubicBezTo>
                  <a:pt x="156838" y="7351"/>
                  <a:pt x="156138" y="7115"/>
                  <a:pt x="155297" y="7115"/>
                </a:cubicBezTo>
                <a:cubicBezTo>
                  <a:pt x="154386" y="7115"/>
                  <a:pt x="153178" y="7405"/>
                  <a:pt x="151671" y="7984"/>
                </a:cubicBezTo>
                <a:lnTo>
                  <a:pt x="150988" y="6083"/>
                </a:lnTo>
                <a:lnTo>
                  <a:pt x="165333" y="0"/>
                </a:lnTo>
                <a:lnTo>
                  <a:pt x="167698" y="0"/>
                </a:lnTo>
                <a:lnTo>
                  <a:pt x="167698" y="57273"/>
                </a:lnTo>
                <a:cubicBezTo>
                  <a:pt x="167698" y="63078"/>
                  <a:pt x="167829" y="66620"/>
                  <a:pt x="168092" y="67900"/>
                </a:cubicBezTo>
                <a:cubicBezTo>
                  <a:pt x="168355" y="69180"/>
                  <a:pt x="168775" y="70072"/>
                  <a:pt x="169353" y="70577"/>
                </a:cubicBezTo>
                <a:cubicBezTo>
                  <a:pt x="169931" y="71082"/>
                  <a:pt x="170606" y="71334"/>
                  <a:pt x="171376" y="71334"/>
                </a:cubicBezTo>
                <a:cubicBezTo>
                  <a:pt x="172322" y="71334"/>
                  <a:pt x="173583" y="71028"/>
                  <a:pt x="175160" y="70415"/>
                </a:cubicBezTo>
                <a:lnTo>
                  <a:pt x="175738" y="72308"/>
                </a:lnTo>
                <a:lnTo>
                  <a:pt x="161445" y="78419"/>
                </a:lnTo>
                <a:lnTo>
                  <a:pt x="159028" y="78419"/>
                </a:lnTo>
                <a:lnTo>
                  <a:pt x="159028" y="71334"/>
                </a:lnTo>
                <a:moveTo>
                  <a:pt x="159028" y="67560"/>
                </a:moveTo>
                <a:lnTo>
                  <a:pt x="159028" y="42098"/>
                </a:lnTo>
                <a:cubicBezTo>
                  <a:pt x="158818" y="39652"/>
                  <a:pt x="158187" y="37422"/>
                  <a:pt x="157136" y="35409"/>
                </a:cubicBezTo>
                <a:cubicBezTo>
                  <a:pt x="156085" y="33394"/>
                  <a:pt x="154693" y="31875"/>
                  <a:pt x="152959" y="30850"/>
                </a:cubicBezTo>
                <a:cubicBezTo>
                  <a:pt x="151225" y="29825"/>
                  <a:pt x="149534" y="29313"/>
                  <a:pt x="147888" y="29313"/>
                </a:cubicBezTo>
                <a:cubicBezTo>
                  <a:pt x="144805" y="29313"/>
                  <a:pt x="142055" y="30733"/>
                  <a:pt x="139638" y="33575"/>
                </a:cubicBezTo>
                <a:cubicBezTo>
                  <a:pt x="136450" y="37314"/>
                  <a:pt x="134856" y="42781"/>
                  <a:pt x="134856" y="49974"/>
                </a:cubicBezTo>
                <a:cubicBezTo>
                  <a:pt x="134856" y="57239"/>
                  <a:pt x="136398" y="62805"/>
                  <a:pt x="139480" y="66671"/>
                </a:cubicBezTo>
                <a:cubicBezTo>
                  <a:pt x="142563" y="70537"/>
                  <a:pt x="145996" y="72470"/>
                  <a:pt x="149779" y="72470"/>
                </a:cubicBezTo>
                <a:cubicBezTo>
                  <a:pt x="152967" y="72470"/>
                  <a:pt x="156050" y="70834"/>
                  <a:pt x="159028" y="67560"/>
                </a:cubicBezTo>
                <a:close/>
                <a:moveTo>
                  <a:pt x="186931" y="46078"/>
                </a:moveTo>
                <a:cubicBezTo>
                  <a:pt x="186896" y="53416"/>
                  <a:pt x="188630" y="59172"/>
                  <a:pt x="192133" y="63345"/>
                </a:cubicBezTo>
                <a:cubicBezTo>
                  <a:pt x="195636" y="67518"/>
                  <a:pt x="199752" y="69604"/>
                  <a:pt x="204481" y="69604"/>
                </a:cubicBezTo>
                <a:cubicBezTo>
                  <a:pt x="207634" y="69604"/>
                  <a:pt x="210375" y="68711"/>
                  <a:pt x="212705" y="66927"/>
                </a:cubicBezTo>
                <a:cubicBezTo>
                  <a:pt x="215034" y="65142"/>
                  <a:pt x="216987" y="62086"/>
                  <a:pt x="218564" y="57760"/>
                </a:cubicBezTo>
                <a:lnTo>
                  <a:pt x="220193" y="58841"/>
                </a:lnTo>
                <a:cubicBezTo>
                  <a:pt x="219457" y="63781"/>
                  <a:pt x="217320" y="68279"/>
                  <a:pt x="213782" y="72335"/>
                </a:cubicBezTo>
                <a:cubicBezTo>
                  <a:pt x="210244" y="76391"/>
                  <a:pt x="205812" y="78419"/>
                  <a:pt x="200488" y="78419"/>
                </a:cubicBezTo>
                <a:cubicBezTo>
                  <a:pt x="194708" y="78419"/>
                  <a:pt x="189759" y="76108"/>
                  <a:pt x="185643" y="71485"/>
                </a:cubicBezTo>
                <a:cubicBezTo>
                  <a:pt x="181527" y="66861"/>
                  <a:pt x="179469" y="60645"/>
                  <a:pt x="179469" y="52837"/>
                </a:cubicBezTo>
                <a:cubicBezTo>
                  <a:pt x="179469" y="44382"/>
                  <a:pt x="181580" y="37789"/>
                  <a:pt x="185801" y="33058"/>
                </a:cubicBezTo>
                <a:cubicBezTo>
                  <a:pt x="190022" y="28326"/>
                  <a:pt x="195321" y="25959"/>
                  <a:pt x="201696" y="25959"/>
                </a:cubicBezTo>
                <a:cubicBezTo>
                  <a:pt x="207091" y="25959"/>
                  <a:pt x="211523" y="27785"/>
                  <a:pt x="214991" y="31435"/>
                </a:cubicBezTo>
                <a:cubicBezTo>
                  <a:pt x="218459" y="35085"/>
                  <a:pt x="220193" y="39966"/>
                  <a:pt x="220193" y="46078"/>
                </a:cubicBezTo>
                <a:lnTo>
                  <a:pt x="186931" y="46078"/>
                </a:lnTo>
                <a:moveTo>
                  <a:pt x="186931" y="42941"/>
                </a:moveTo>
                <a:lnTo>
                  <a:pt x="209210" y="42941"/>
                </a:lnTo>
                <a:cubicBezTo>
                  <a:pt x="209035" y="39768"/>
                  <a:pt x="208667" y="37533"/>
                  <a:pt x="208107" y="36235"/>
                </a:cubicBezTo>
                <a:cubicBezTo>
                  <a:pt x="207231" y="34216"/>
                  <a:pt x="205926" y="32630"/>
                  <a:pt x="204192" y="31476"/>
                </a:cubicBezTo>
                <a:cubicBezTo>
                  <a:pt x="202458" y="30322"/>
                  <a:pt x="200645" y="29745"/>
                  <a:pt x="198754" y="29745"/>
                </a:cubicBezTo>
                <a:cubicBezTo>
                  <a:pt x="195846" y="29745"/>
                  <a:pt x="193245" y="30908"/>
                  <a:pt x="190950" y="33233"/>
                </a:cubicBezTo>
                <a:cubicBezTo>
                  <a:pt x="188656" y="35559"/>
                  <a:pt x="187316" y="38795"/>
                  <a:pt x="186931" y="42941"/>
                </a:cubicBezTo>
                <a:close/>
                <a:moveTo>
                  <a:pt x="314248" y="1947"/>
                </a:moveTo>
                <a:lnTo>
                  <a:pt x="315877" y="26825"/>
                </a:lnTo>
                <a:lnTo>
                  <a:pt x="314248" y="26825"/>
                </a:lnTo>
                <a:cubicBezTo>
                  <a:pt x="312076" y="19342"/>
                  <a:pt x="308976" y="13957"/>
                  <a:pt x="304947" y="10668"/>
                </a:cubicBezTo>
                <a:cubicBezTo>
                  <a:pt x="300918" y="7378"/>
                  <a:pt x="296084" y="5733"/>
                  <a:pt x="290444" y="5733"/>
                </a:cubicBezTo>
                <a:cubicBezTo>
                  <a:pt x="285715" y="5733"/>
                  <a:pt x="281441" y="6969"/>
                  <a:pt x="277623" y="9441"/>
                </a:cubicBezTo>
                <a:cubicBezTo>
                  <a:pt x="273804" y="11912"/>
                  <a:pt x="270800" y="15853"/>
                  <a:pt x="268611" y="21266"/>
                </a:cubicBezTo>
                <a:cubicBezTo>
                  <a:pt x="266421" y="26679"/>
                  <a:pt x="265327" y="33409"/>
                  <a:pt x="265327" y="41456"/>
                </a:cubicBezTo>
                <a:cubicBezTo>
                  <a:pt x="265327" y="48094"/>
                  <a:pt x="266360" y="53849"/>
                  <a:pt x="268427" y="58721"/>
                </a:cubicBezTo>
                <a:cubicBezTo>
                  <a:pt x="270494" y="63592"/>
                  <a:pt x="273603" y="67327"/>
                  <a:pt x="277754" y="69925"/>
                </a:cubicBezTo>
                <a:cubicBezTo>
                  <a:pt x="281905" y="72523"/>
                  <a:pt x="286643" y="73822"/>
                  <a:pt x="291968" y="73822"/>
                </a:cubicBezTo>
                <a:cubicBezTo>
                  <a:pt x="296592" y="73822"/>
                  <a:pt x="300673" y="72804"/>
                  <a:pt x="304211" y="70767"/>
                </a:cubicBezTo>
                <a:cubicBezTo>
                  <a:pt x="307749" y="68729"/>
                  <a:pt x="311638" y="64682"/>
                  <a:pt x="315877" y="58625"/>
                </a:cubicBezTo>
                <a:lnTo>
                  <a:pt x="317506" y="59703"/>
                </a:lnTo>
                <a:cubicBezTo>
                  <a:pt x="313932" y="66212"/>
                  <a:pt x="309764" y="70977"/>
                  <a:pt x="304999" y="73998"/>
                </a:cubicBezTo>
                <a:cubicBezTo>
                  <a:pt x="300235" y="77018"/>
                  <a:pt x="294578" y="78527"/>
                  <a:pt x="288027" y="78527"/>
                </a:cubicBezTo>
                <a:cubicBezTo>
                  <a:pt x="276221" y="78527"/>
                  <a:pt x="267078" y="74027"/>
                  <a:pt x="260597" y="65025"/>
                </a:cubicBezTo>
                <a:cubicBezTo>
                  <a:pt x="255763" y="58329"/>
                  <a:pt x="253346" y="50445"/>
                  <a:pt x="253346" y="41371"/>
                </a:cubicBezTo>
                <a:cubicBezTo>
                  <a:pt x="253346" y="34062"/>
                  <a:pt x="254940" y="27348"/>
                  <a:pt x="258128" y="21227"/>
                </a:cubicBezTo>
                <a:cubicBezTo>
                  <a:pt x="261316" y="15107"/>
                  <a:pt x="265703" y="10363"/>
                  <a:pt x="271291" y="6997"/>
                </a:cubicBezTo>
                <a:cubicBezTo>
                  <a:pt x="276878" y="3630"/>
                  <a:pt x="282982" y="1947"/>
                  <a:pt x="289603" y="1947"/>
                </a:cubicBezTo>
                <a:cubicBezTo>
                  <a:pt x="294753" y="1947"/>
                  <a:pt x="299832" y="3245"/>
                  <a:pt x="304842" y="5841"/>
                </a:cubicBezTo>
                <a:cubicBezTo>
                  <a:pt x="306313" y="6634"/>
                  <a:pt x="307364" y="7031"/>
                  <a:pt x="307995" y="7031"/>
                </a:cubicBezTo>
                <a:cubicBezTo>
                  <a:pt x="308940" y="7031"/>
                  <a:pt x="309764" y="6688"/>
                  <a:pt x="310464" y="6003"/>
                </a:cubicBezTo>
                <a:cubicBezTo>
                  <a:pt x="311375" y="5030"/>
                  <a:pt x="312023" y="3678"/>
                  <a:pt x="312409" y="1947"/>
                </a:cubicBezTo>
                <a:lnTo>
                  <a:pt x="314248" y="1947"/>
                </a:lnTo>
                <a:close/>
                <a:moveTo>
                  <a:pt x="348109" y="25959"/>
                </a:moveTo>
                <a:cubicBezTo>
                  <a:pt x="355396" y="25959"/>
                  <a:pt x="361246" y="28805"/>
                  <a:pt x="365660" y="34496"/>
                </a:cubicBezTo>
                <a:cubicBezTo>
                  <a:pt x="369408" y="39358"/>
                  <a:pt x="371282" y="44941"/>
                  <a:pt x="371282" y="51245"/>
                </a:cubicBezTo>
                <a:cubicBezTo>
                  <a:pt x="371282" y="55675"/>
                  <a:pt x="370249" y="60159"/>
                  <a:pt x="368182" y="64697"/>
                </a:cubicBezTo>
                <a:cubicBezTo>
                  <a:pt x="366115" y="69235"/>
                  <a:pt x="363269" y="72656"/>
                  <a:pt x="359643" y="74961"/>
                </a:cubicBezTo>
                <a:cubicBezTo>
                  <a:pt x="356018" y="77267"/>
                  <a:pt x="351980" y="78419"/>
                  <a:pt x="347531" y="78419"/>
                </a:cubicBezTo>
                <a:cubicBezTo>
                  <a:pt x="340280" y="78419"/>
                  <a:pt x="334517" y="75447"/>
                  <a:pt x="330243" y="69504"/>
                </a:cubicBezTo>
                <a:cubicBezTo>
                  <a:pt x="326635" y="64498"/>
                  <a:pt x="324831" y="58880"/>
                  <a:pt x="324831" y="52649"/>
                </a:cubicBezTo>
                <a:cubicBezTo>
                  <a:pt x="324831" y="48111"/>
                  <a:pt x="325926" y="43599"/>
                  <a:pt x="328115" y="39115"/>
                </a:cubicBezTo>
                <a:cubicBezTo>
                  <a:pt x="330305" y="34631"/>
                  <a:pt x="333186" y="31317"/>
                  <a:pt x="336759" y="29174"/>
                </a:cubicBezTo>
                <a:cubicBezTo>
                  <a:pt x="340332" y="27031"/>
                  <a:pt x="344116" y="25959"/>
                  <a:pt x="348109" y="25959"/>
                </a:cubicBezTo>
                <a:moveTo>
                  <a:pt x="346480" y="29529"/>
                </a:moveTo>
                <a:cubicBezTo>
                  <a:pt x="344624" y="29529"/>
                  <a:pt x="342758" y="30096"/>
                  <a:pt x="340884" y="31231"/>
                </a:cubicBezTo>
                <a:cubicBezTo>
                  <a:pt x="339010" y="32365"/>
                  <a:pt x="337495" y="34355"/>
                  <a:pt x="336339" y="37200"/>
                </a:cubicBezTo>
                <a:cubicBezTo>
                  <a:pt x="335183" y="40045"/>
                  <a:pt x="334605" y="43700"/>
                  <a:pt x="334605" y="48165"/>
                </a:cubicBezTo>
                <a:cubicBezTo>
                  <a:pt x="334605" y="55367"/>
                  <a:pt x="335997" y="61579"/>
                  <a:pt x="338782" y="66802"/>
                </a:cubicBezTo>
                <a:cubicBezTo>
                  <a:pt x="341567" y="72023"/>
                  <a:pt x="345237" y="74633"/>
                  <a:pt x="349791" y="74633"/>
                </a:cubicBezTo>
                <a:cubicBezTo>
                  <a:pt x="353189" y="74633"/>
                  <a:pt x="355991" y="73193"/>
                  <a:pt x="358198" y="70312"/>
                </a:cubicBezTo>
                <a:cubicBezTo>
                  <a:pt x="360405" y="67431"/>
                  <a:pt x="361509" y="62480"/>
                  <a:pt x="361509" y="55458"/>
                </a:cubicBezTo>
                <a:cubicBezTo>
                  <a:pt x="361509" y="46671"/>
                  <a:pt x="359670" y="39756"/>
                  <a:pt x="355991" y="34714"/>
                </a:cubicBezTo>
                <a:cubicBezTo>
                  <a:pt x="353504" y="31257"/>
                  <a:pt x="350334" y="29529"/>
                  <a:pt x="346480" y="29529"/>
                </a:cubicBezTo>
                <a:close/>
                <a:moveTo>
                  <a:pt x="392669" y="36505"/>
                </a:moveTo>
                <a:cubicBezTo>
                  <a:pt x="396172" y="32900"/>
                  <a:pt x="398239" y="30827"/>
                  <a:pt x="398869" y="30286"/>
                </a:cubicBezTo>
                <a:cubicBezTo>
                  <a:pt x="400446" y="28916"/>
                  <a:pt x="402145" y="27852"/>
                  <a:pt x="403966" y="27095"/>
                </a:cubicBezTo>
                <a:cubicBezTo>
                  <a:pt x="405788" y="26338"/>
                  <a:pt x="407592" y="25959"/>
                  <a:pt x="409379" y="25959"/>
                </a:cubicBezTo>
                <a:cubicBezTo>
                  <a:pt x="412391" y="25959"/>
                  <a:pt x="414984" y="26861"/>
                  <a:pt x="417155" y="28664"/>
                </a:cubicBezTo>
                <a:cubicBezTo>
                  <a:pt x="419327" y="30466"/>
                  <a:pt x="420781" y="33080"/>
                  <a:pt x="421517" y="36505"/>
                </a:cubicBezTo>
                <a:cubicBezTo>
                  <a:pt x="425125" y="32179"/>
                  <a:pt x="428173" y="29340"/>
                  <a:pt x="430660" y="27988"/>
                </a:cubicBezTo>
                <a:cubicBezTo>
                  <a:pt x="433147" y="26635"/>
                  <a:pt x="435704" y="25959"/>
                  <a:pt x="438332" y="25959"/>
                </a:cubicBezTo>
                <a:cubicBezTo>
                  <a:pt x="440889" y="25959"/>
                  <a:pt x="443157" y="26634"/>
                  <a:pt x="445137" y="27984"/>
                </a:cubicBezTo>
                <a:cubicBezTo>
                  <a:pt x="447116" y="29333"/>
                  <a:pt x="448684" y="31536"/>
                  <a:pt x="449840" y="34594"/>
                </a:cubicBezTo>
                <a:cubicBezTo>
                  <a:pt x="450610" y="36681"/>
                  <a:pt x="450996" y="39954"/>
                  <a:pt x="450996" y="44415"/>
                </a:cubicBezTo>
                <a:lnTo>
                  <a:pt x="450996" y="65676"/>
                </a:lnTo>
                <a:cubicBezTo>
                  <a:pt x="450996" y="68770"/>
                  <a:pt x="451223" y="70893"/>
                  <a:pt x="451679" y="72044"/>
                </a:cubicBezTo>
                <a:cubicBezTo>
                  <a:pt x="452029" y="72835"/>
                  <a:pt x="452677" y="73509"/>
                  <a:pt x="453623" y="74067"/>
                </a:cubicBezTo>
                <a:cubicBezTo>
                  <a:pt x="454569" y="74625"/>
                  <a:pt x="456110" y="74904"/>
                  <a:pt x="458247" y="74904"/>
                </a:cubicBezTo>
                <a:lnTo>
                  <a:pt x="458247" y="76905"/>
                </a:lnTo>
                <a:lnTo>
                  <a:pt x="434496" y="76905"/>
                </a:lnTo>
                <a:lnTo>
                  <a:pt x="434496" y="74904"/>
                </a:lnTo>
                <a:lnTo>
                  <a:pt x="435494" y="74904"/>
                </a:lnTo>
                <a:cubicBezTo>
                  <a:pt x="437561" y="74904"/>
                  <a:pt x="439173" y="74491"/>
                  <a:pt x="440329" y="73667"/>
                </a:cubicBezTo>
                <a:cubicBezTo>
                  <a:pt x="441134" y="73092"/>
                  <a:pt x="441712" y="72177"/>
                  <a:pt x="442063" y="70922"/>
                </a:cubicBezTo>
                <a:cubicBezTo>
                  <a:pt x="442203" y="70312"/>
                  <a:pt x="442273" y="68573"/>
                  <a:pt x="442273" y="65703"/>
                </a:cubicBezTo>
                <a:lnTo>
                  <a:pt x="442273" y="44503"/>
                </a:lnTo>
                <a:cubicBezTo>
                  <a:pt x="442273" y="40485"/>
                  <a:pt x="441800" y="37651"/>
                  <a:pt x="440854" y="36002"/>
                </a:cubicBezTo>
                <a:cubicBezTo>
                  <a:pt x="439488" y="33706"/>
                  <a:pt x="437298" y="32557"/>
                  <a:pt x="434286" y="32557"/>
                </a:cubicBezTo>
                <a:cubicBezTo>
                  <a:pt x="432429" y="32557"/>
                  <a:pt x="430564" y="33033"/>
                  <a:pt x="428689" y="33984"/>
                </a:cubicBezTo>
                <a:cubicBezTo>
                  <a:pt x="426815" y="34934"/>
                  <a:pt x="424547" y="36700"/>
                  <a:pt x="421885" y="39284"/>
                </a:cubicBezTo>
                <a:lnTo>
                  <a:pt x="421780" y="39875"/>
                </a:lnTo>
                <a:lnTo>
                  <a:pt x="421885" y="42189"/>
                </a:lnTo>
                <a:lnTo>
                  <a:pt x="421885" y="65703"/>
                </a:lnTo>
                <a:cubicBezTo>
                  <a:pt x="421885" y="69075"/>
                  <a:pt x="422069" y="71174"/>
                  <a:pt x="422436" y="71999"/>
                </a:cubicBezTo>
                <a:cubicBezTo>
                  <a:pt x="422804" y="72823"/>
                  <a:pt x="423496" y="73514"/>
                  <a:pt x="424512" y="74071"/>
                </a:cubicBezTo>
                <a:cubicBezTo>
                  <a:pt x="425528" y="74626"/>
                  <a:pt x="427262" y="74904"/>
                  <a:pt x="429714" y="74904"/>
                </a:cubicBezTo>
                <a:lnTo>
                  <a:pt x="429714" y="76905"/>
                </a:lnTo>
                <a:lnTo>
                  <a:pt x="405385" y="76905"/>
                </a:lnTo>
                <a:lnTo>
                  <a:pt x="405385" y="74904"/>
                </a:lnTo>
                <a:cubicBezTo>
                  <a:pt x="408047" y="74904"/>
                  <a:pt x="409878" y="74581"/>
                  <a:pt x="410876" y="73935"/>
                </a:cubicBezTo>
                <a:cubicBezTo>
                  <a:pt x="411874" y="73290"/>
                  <a:pt x="412566" y="72321"/>
                  <a:pt x="412952" y="71030"/>
                </a:cubicBezTo>
                <a:cubicBezTo>
                  <a:pt x="413127" y="70419"/>
                  <a:pt x="413214" y="68644"/>
                  <a:pt x="413214" y="65703"/>
                </a:cubicBezTo>
                <a:lnTo>
                  <a:pt x="413214" y="44503"/>
                </a:lnTo>
                <a:cubicBezTo>
                  <a:pt x="413214" y="40485"/>
                  <a:pt x="412636" y="37597"/>
                  <a:pt x="411480" y="35840"/>
                </a:cubicBezTo>
                <a:cubicBezTo>
                  <a:pt x="409939" y="33543"/>
                  <a:pt x="407785" y="32395"/>
                  <a:pt x="405017" y="32395"/>
                </a:cubicBezTo>
                <a:cubicBezTo>
                  <a:pt x="403125" y="32395"/>
                  <a:pt x="401251" y="32915"/>
                  <a:pt x="399395" y="33955"/>
                </a:cubicBezTo>
                <a:cubicBezTo>
                  <a:pt x="396487" y="35534"/>
                  <a:pt x="394245" y="37309"/>
                  <a:pt x="392669" y="39282"/>
                </a:cubicBezTo>
                <a:lnTo>
                  <a:pt x="392669" y="65703"/>
                </a:lnTo>
                <a:cubicBezTo>
                  <a:pt x="392669" y="68931"/>
                  <a:pt x="392888" y="71030"/>
                  <a:pt x="393325" y="71999"/>
                </a:cubicBezTo>
                <a:cubicBezTo>
                  <a:pt x="393763" y="72966"/>
                  <a:pt x="394411" y="73693"/>
                  <a:pt x="395270" y="74177"/>
                </a:cubicBezTo>
                <a:cubicBezTo>
                  <a:pt x="396128" y="74662"/>
                  <a:pt x="397871" y="74904"/>
                  <a:pt x="400498" y="74904"/>
                </a:cubicBezTo>
                <a:lnTo>
                  <a:pt x="400498" y="76905"/>
                </a:lnTo>
                <a:lnTo>
                  <a:pt x="376694" y="76905"/>
                </a:lnTo>
                <a:lnTo>
                  <a:pt x="376694" y="74904"/>
                </a:lnTo>
                <a:cubicBezTo>
                  <a:pt x="378901" y="74904"/>
                  <a:pt x="380443" y="74661"/>
                  <a:pt x="381319" y="74175"/>
                </a:cubicBezTo>
                <a:cubicBezTo>
                  <a:pt x="382194" y="73690"/>
                  <a:pt x="382860" y="72916"/>
                  <a:pt x="383315" y="71855"/>
                </a:cubicBezTo>
                <a:cubicBezTo>
                  <a:pt x="383771" y="70794"/>
                  <a:pt x="383998" y="68734"/>
                  <a:pt x="383998" y="65676"/>
                </a:cubicBezTo>
                <a:lnTo>
                  <a:pt x="383998" y="46790"/>
                </a:lnTo>
                <a:cubicBezTo>
                  <a:pt x="383998" y="41357"/>
                  <a:pt x="383841" y="37849"/>
                  <a:pt x="383525" y="36267"/>
                </a:cubicBezTo>
                <a:cubicBezTo>
                  <a:pt x="383280" y="35080"/>
                  <a:pt x="382895" y="34261"/>
                  <a:pt x="382369" y="33811"/>
                </a:cubicBezTo>
                <a:cubicBezTo>
                  <a:pt x="381844" y="33362"/>
                  <a:pt x="381126" y="33137"/>
                  <a:pt x="380215" y="33137"/>
                </a:cubicBezTo>
                <a:cubicBezTo>
                  <a:pt x="379234" y="33137"/>
                  <a:pt x="378061" y="33407"/>
                  <a:pt x="376694" y="33947"/>
                </a:cubicBezTo>
                <a:lnTo>
                  <a:pt x="375906" y="32003"/>
                </a:lnTo>
                <a:lnTo>
                  <a:pt x="390409" y="25959"/>
                </a:lnTo>
                <a:lnTo>
                  <a:pt x="392669" y="25959"/>
                </a:lnTo>
                <a:lnTo>
                  <a:pt x="392669" y="36505"/>
                </a:lnTo>
                <a:close/>
                <a:moveTo>
                  <a:pt x="475618" y="36505"/>
                </a:moveTo>
                <a:cubicBezTo>
                  <a:pt x="479121" y="32900"/>
                  <a:pt x="481188" y="30827"/>
                  <a:pt x="481819" y="30286"/>
                </a:cubicBezTo>
                <a:cubicBezTo>
                  <a:pt x="483395" y="28916"/>
                  <a:pt x="485094" y="27852"/>
                  <a:pt x="486916" y="27095"/>
                </a:cubicBezTo>
                <a:cubicBezTo>
                  <a:pt x="488737" y="26338"/>
                  <a:pt x="490541" y="25959"/>
                  <a:pt x="492328" y="25959"/>
                </a:cubicBezTo>
                <a:cubicBezTo>
                  <a:pt x="495341" y="25959"/>
                  <a:pt x="497933" y="26861"/>
                  <a:pt x="500105" y="28664"/>
                </a:cubicBezTo>
                <a:cubicBezTo>
                  <a:pt x="502277" y="30466"/>
                  <a:pt x="503731" y="33080"/>
                  <a:pt x="504466" y="36505"/>
                </a:cubicBezTo>
                <a:cubicBezTo>
                  <a:pt x="508075" y="32179"/>
                  <a:pt x="511122" y="29340"/>
                  <a:pt x="513609" y="27988"/>
                </a:cubicBezTo>
                <a:cubicBezTo>
                  <a:pt x="516097" y="26635"/>
                  <a:pt x="518654" y="25959"/>
                  <a:pt x="521281" y="25959"/>
                </a:cubicBezTo>
                <a:cubicBezTo>
                  <a:pt x="523839" y="25959"/>
                  <a:pt x="526107" y="26634"/>
                  <a:pt x="528086" y="27984"/>
                </a:cubicBezTo>
                <a:cubicBezTo>
                  <a:pt x="530065" y="29333"/>
                  <a:pt x="531633" y="31536"/>
                  <a:pt x="532789" y="34594"/>
                </a:cubicBezTo>
                <a:cubicBezTo>
                  <a:pt x="533560" y="36681"/>
                  <a:pt x="533945" y="39954"/>
                  <a:pt x="533945" y="44415"/>
                </a:cubicBezTo>
                <a:lnTo>
                  <a:pt x="533945" y="65676"/>
                </a:lnTo>
                <a:cubicBezTo>
                  <a:pt x="533945" y="68770"/>
                  <a:pt x="534173" y="70893"/>
                  <a:pt x="534628" y="72044"/>
                </a:cubicBezTo>
                <a:cubicBezTo>
                  <a:pt x="534979" y="72835"/>
                  <a:pt x="535627" y="73509"/>
                  <a:pt x="536572" y="74067"/>
                </a:cubicBezTo>
                <a:cubicBezTo>
                  <a:pt x="537518" y="74625"/>
                  <a:pt x="539060" y="74904"/>
                  <a:pt x="541197" y="74904"/>
                </a:cubicBezTo>
                <a:lnTo>
                  <a:pt x="541197" y="76905"/>
                </a:lnTo>
                <a:lnTo>
                  <a:pt x="517445" y="76905"/>
                </a:lnTo>
                <a:lnTo>
                  <a:pt x="517445" y="74904"/>
                </a:lnTo>
                <a:lnTo>
                  <a:pt x="518444" y="74904"/>
                </a:lnTo>
                <a:cubicBezTo>
                  <a:pt x="520511" y="74904"/>
                  <a:pt x="522122" y="74491"/>
                  <a:pt x="523278" y="73667"/>
                </a:cubicBezTo>
                <a:cubicBezTo>
                  <a:pt x="524084" y="73092"/>
                  <a:pt x="524662" y="72177"/>
                  <a:pt x="525012" y="70922"/>
                </a:cubicBezTo>
                <a:cubicBezTo>
                  <a:pt x="525152" y="70312"/>
                  <a:pt x="525222" y="68573"/>
                  <a:pt x="525222" y="65703"/>
                </a:cubicBezTo>
                <a:lnTo>
                  <a:pt x="525222" y="44503"/>
                </a:lnTo>
                <a:cubicBezTo>
                  <a:pt x="525222" y="40485"/>
                  <a:pt x="524749" y="37651"/>
                  <a:pt x="523804" y="36002"/>
                </a:cubicBezTo>
                <a:cubicBezTo>
                  <a:pt x="522437" y="33706"/>
                  <a:pt x="520248" y="32557"/>
                  <a:pt x="517235" y="32557"/>
                </a:cubicBezTo>
                <a:cubicBezTo>
                  <a:pt x="515379" y="32557"/>
                  <a:pt x="513513" y="33033"/>
                  <a:pt x="511639" y="33984"/>
                </a:cubicBezTo>
                <a:cubicBezTo>
                  <a:pt x="509765" y="34934"/>
                  <a:pt x="507497" y="36700"/>
                  <a:pt x="504834" y="39284"/>
                </a:cubicBezTo>
                <a:lnTo>
                  <a:pt x="504729" y="39875"/>
                </a:lnTo>
                <a:lnTo>
                  <a:pt x="504834" y="42189"/>
                </a:lnTo>
                <a:lnTo>
                  <a:pt x="504834" y="65703"/>
                </a:lnTo>
                <a:cubicBezTo>
                  <a:pt x="504834" y="69075"/>
                  <a:pt x="505018" y="71174"/>
                  <a:pt x="505386" y="71999"/>
                </a:cubicBezTo>
                <a:cubicBezTo>
                  <a:pt x="505754" y="72823"/>
                  <a:pt x="506446" y="73514"/>
                  <a:pt x="507462" y="74071"/>
                </a:cubicBezTo>
                <a:cubicBezTo>
                  <a:pt x="508477" y="74626"/>
                  <a:pt x="510211" y="74904"/>
                  <a:pt x="512664" y="74904"/>
                </a:cubicBezTo>
                <a:lnTo>
                  <a:pt x="512664" y="76905"/>
                </a:lnTo>
                <a:lnTo>
                  <a:pt x="488334" y="76905"/>
                </a:lnTo>
                <a:lnTo>
                  <a:pt x="488334" y="74904"/>
                </a:lnTo>
                <a:cubicBezTo>
                  <a:pt x="490997" y="74904"/>
                  <a:pt x="492827" y="74581"/>
                  <a:pt x="493826" y="73935"/>
                </a:cubicBezTo>
                <a:cubicBezTo>
                  <a:pt x="494824" y="73290"/>
                  <a:pt x="495516" y="72321"/>
                  <a:pt x="495901" y="71030"/>
                </a:cubicBezTo>
                <a:cubicBezTo>
                  <a:pt x="496076" y="70419"/>
                  <a:pt x="496164" y="68644"/>
                  <a:pt x="496164" y="65703"/>
                </a:cubicBezTo>
                <a:lnTo>
                  <a:pt x="496164" y="44503"/>
                </a:lnTo>
                <a:cubicBezTo>
                  <a:pt x="496164" y="40485"/>
                  <a:pt x="495586" y="37597"/>
                  <a:pt x="494430" y="35840"/>
                </a:cubicBezTo>
                <a:cubicBezTo>
                  <a:pt x="492889" y="33543"/>
                  <a:pt x="490734" y="32395"/>
                  <a:pt x="487967" y="32395"/>
                </a:cubicBezTo>
                <a:cubicBezTo>
                  <a:pt x="486075" y="32395"/>
                  <a:pt x="484201" y="32915"/>
                  <a:pt x="482344" y="33955"/>
                </a:cubicBezTo>
                <a:cubicBezTo>
                  <a:pt x="479437" y="35534"/>
                  <a:pt x="477195" y="37309"/>
                  <a:pt x="475618" y="39282"/>
                </a:cubicBezTo>
                <a:lnTo>
                  <a:pt x="475618" y="65703"/>
                </a:lnTo>
                <a:cubicBezTo>
                  <a:pt x="475618" y="68931"/>
                  <a:pt x="475837" y="71030"/>
                  <a:pt x="476275" y="71999"/>
                </a:cubicBezTo>
                <a:cubicBezTo>
                  <a:pt x="476713" y="72966"/>
                  <a:pt x="477361" y="73693"/>
                  <a:pt x="478219" y="74177"/>
                </a:cubicBezTo>
                <a:cubicBezTo>
                  <a:pt x="479077" y="74662"/>
                  <a:pt x="480820" y="74904"/>
                  <a:pt x="483448" y="74904"/>
                </a:cubicBezTo>
                <a:lnTo>
                  <a:pt x="483448" y="76905"/>
                </a:lnTo>
                <a:lnTo>
                  <a:pt x="459644" y="76905"/>
                </a:lnTo>
                <a:lnTo>
                  <a:pt x="459644" y="74904"/>
                </a:lnTo>
                <a:cubicBezTo>
                  <a:pt x="461851" y="74904"/>
                  <a:pt x="463392" y="74661"/>
                  <a:pt x="464268" y="74175"/>
                </a:cubicBezTo>
                <a:cubicBezTo>
                  <a:pt x="465144" y="73690"/>
                  <a:pt x="465809" y="72916"/>
                  <a:pt x="466265" y="71855"/>
                </a:cubicBezTo>
                <a:cubicBezTo>
                  <a:pt x="466720" y="70794"/>
                  <a:pt x="466948" y="68734"/>
                  <a:pt x="466948" y="65676"/>
                </a:cubicBezTo>
                <a:lnTo>
                  <a:pt x="466948" y="46790"/>
                </a:lnTo>
                <a:cubicBezTo>
                  <a:pt x="466948" y="41357"/>
                  <a:pt x="466790" y="37849"/>
                  <a:pt x="466475" y="36267"/>
                </a:cubicBezTo>
                <a:cubicBezTo>
                  <a:pt x="466230" y="35080"/>
                  <a:pt x="465844" y="34261"/>
                  <a:pt x="465319" y="33811"/>
                </a:cubicBezTo>
                <a:cubicBezTo>
                  <a:pt x="464793" y="33362"/>
                  <a:pt x="464075" y="33137"/>
                  <a:pt x="463165" y="33137"/>
                </a:cubicBezTo>
                <a:cubicBezTo>
                  <a:pt x="462184" y="33137"/>
                  <a:pt x="461010" y="33407"/>
                  <a:pt x="459644" y="33947"/>
                </a:cubicBezTo>
                <a:lnTo>
                  <a:pt x="458856" y="32003"/>
                </a:lnTo>
                <a:lnTo>
                  <a:pt x="473359" y="25959"/>
                </a:lnTo>
                <a:lnTo>
                  <a:pt x="475618" y="25959"/>
                </a:lnTo>
                <a:lnTo>
                  <a:pt x="475618" y="36505"/>
                </a:lnTo>
                <a:close/>
                <a:moveTo>
                  <a:pt x="556519" y="0"/>
                </a:moveTo>
                <a:cubicBezTo>
                  <a:pt x="557990" y="0"/>
                  <a:pt x="559243" y="535"/>
                  <a:pt x="560276" y="1604"/>
                </a:cubicBezTo>
                <a:cubicBezTo>
                  <a:pt x="561310" y="2672"/>
                  <a:pt x="561826" y="3967"/>
                  <a:pt x="561826" y="5489"/>
                </a:cubicBezTo>
                <a:cubicBezTo>
                  <a:pt x="561826" y="7012"/>
                  <a:pt x="561310" y="8316"/>
                  <a:pt x="560276" y="9404"/>
                </a:cubicBezTo>
                <a:cubicBezTo>
                  <a:pt x="559243" y="10490"/>
                  <a:pt x="557990" y="11033"/>
                  <a:pt x="556519" y="11033"/>
                </a:cubicBezTo>
                <a:cubicBezTo>
                  <a:pt x="555048" y="11033"/>
                  <a:pt x="553787" y="10490"/>
                  <a:pt x="552736" y="9404"/>
                </a:cubicBezTo>
                <a:cubicBezTo>
                  <a:pt x="551685" y="8316"/>
                  <a:pt x="551159" y="7012"/>
                  <a:pt x="551159" y="5489"/>
                </a:cubicBezTo>
                <a:cubicBezTo>
                  <a:pt x="551159" y="3967"/>
                  <a:pt x="551676" y="2672"/>
                  <a:pt x="552710" y="1604"/>
                </a:cubicBezTo>
                <a:cubicBezTo>
                  <a:pt x="553743" y="535"/>
                  <a:pt x="555013" y="0"/>
                  <a:pt x="556519" y="0"/>
                </a:cubicBezTo>
                <a:moveTo>
                  <a:pt x="560881" y="25959"/>
                </a:moveTo>
                <a:lnTo>
                  <a:pt x="560881" y="65676"/>
                </a:lnTo>
                <a:cubicBezTo>
                  <a:pt x="560881" y="68770"/>
                  <a:pt x="561100" y="70830"/>
                  <a:pt x="561537" y="71855"/>
                </a:cubicBezTo>
                <a:cubicBezTo>
                  <a:pt x="561975" y="72880"/>
                  <a:pt x="562623" y="73645"/>
                  <a:pt x="563482" y="74148"/>
                </a:cubicBezTo>
                <a:cubicBezTo>
                  <a:pt x="564340" y="74652"/>
                  <a:pt x="565908" y="74904"/>
                  <a:pt x="568185" y="74904"/>
                </a:cubicBezTo>
                <a:lnTo>
                  <a:pt x="568185" y="76905"/>
                </a:lnTo>
                <a:lnTo>
                  <a:pt x="544801" y="76905"/>
                </a:lnTo>
                <a:lnTo>
                  <a:pt x="544801" y="74904"/>
                </a:lnTo>
                <a:cubicBezTo>
                  <a:pt x="547148" y="74904"/>
                  <a:pt x="548725" y="74670"/>
                  <a:pt x="549530" y="74202"/>
                </a:cubicBezTo>
                <a:cubicBezTo>
                  <a:pt x="550336" y="73735"/>
                  <a:pt x="550975" y="72961"/>
                  <a:pt x="551448" y="71882"/>
                </a:cubicBezTo>
                <a:cubicBezTo>
                  <a:pt x="551921" y="70803"/>
                  <a:pt x="552158" y="68734"/>
                  <a:pt x="552158" y="65676"/>
                </a:cubicBezTo>
                <a:lnTo>
                  <a:pt x="552158" y="46627"/>
                </a:lnTo>
                <a:cubicBezTo>
                  <a:pt x="552158" y="41266"/>
                  <a:pt x="552000" y="37795"/>
                  <a:pt x="551685" y="36213"/>
                </a:cubicBezTo>
                <a:cubicBezTo>
                  <a:pt x="551440" y="35062"/>
                  <a:pt x="551054" y="34261"/>
                  <a:pt x="550529" y="33811"/>
                </a:cubicBezTo>
                <a:cubicBezTo>
                  <a:pt x="550003" y="33362"/>
                  <a:pt x="549285" y="33137"/>
                  <a:pt x="548374" y="33137"/>
                </a:cubicBezTo>
                <a:cubicBezTo>
                  <a:pt x="547394" y="33137"/>
                  <a:pt x="546202" y="33407"/>
                  <a:pt x="544801" y="33947"/>
                </a:cubicBezTo>
                <a:lnTo>
                  <a:pt x="544066" y="32003"/>
                </a:lnTo>
                <a:lnTo>
                  <a:pt x="558569" y="25959"/>
                </a:lnTo>
                <a:lnTo>
                  <a:pt x="560881" y="25959"/>
                </a:lnTo>
                <a:close/>
                <a:moveTo>
                  <a:pt x="587396" y="11033"/>
                </a:moveTo>
                <a:lnTo>
                  <a:pt x="587396" y="27366"/>
                </a:lnTo>
                <a:lnTo>
                  <a:pt x="598641" y="27366"/>
                </a:lnTo>
                <a:lnTo>
                  <a:pt x="598641" y="31151"/>
                </a:lnTo>
                <a:lnTo>
                  <a:pt x="587396" y="31151"/>
                </a:lnTo>
                <a:lnTo>
                  <a:pt x="587396" y="63232"/>
                </a:lnTo>
                <a:cubicBezTo>
                  <a:pt x="587396" y="66438"/>
                  <a:pt x="587843" y="68599"/>
                  <a:pt x="588736" y="69715"/>
                </a:cubicBezTo>
                <a:cubicBezTo>
                  <a:pt x="589630" y="70831"/>
                  <a:pt x="590777" y="71388"/>
                  <a:pt x="592178" y="71388"/>
                </a:cubicBezTo>
                <a:cubicBezTo>
                  <a:pt x="593334" y="71388"/>
                  <a:pt x="594455" y="71019"/>
                  <a:pt x="595541" y="70280"/>
                </a:cubicBezTo>
                <a:cubicBezTo>
                  <a:pt x="596627" y="69541"/>
                  <a:pt x="597468" y="68450"/>
                  <a:pt x="598063" y="67008"/>
                </a:cubicBezTo>
                <a:lnTo>
                  <a:pt x="600113" y="67008"/>
                </a:lnTo>
                <a:cubicBezTo>
                  <a:pt x="598887" y="70551"/>
                  <a:pt x="597152" y="73231"/>
                  <a:pt x="594910" y="75047"/>
                </a:cubicBezTo>
                <a:cubicBezTo>
                  <a:pt x="592668" y="76863"/>
                  <a:pt x="590356" y="77770"/>
                  <a:pt x="587974" y="77770"/>
                </a:cubicBezTo>
                <a:cubicBezTo>
                  <a:pt x="586363" y="77770"/>
                  <a:pt x="584786" y="77310"/>
                  <a:pt x="583245" y="76389"/>
                </a:cubicBezTo>
                <a:cubicBezTo>
                  <a:pt x="581704" y="75469"/>
                  <a:pt x="580565" y="74152"/>
                  <a:pt x="579830" y="72438"/>
                </a:cubicBezTo>
                <a:cubicBezTo>
                  <a:pt x="579094" y="70723"/>
                  <a:pt x="578726" y="68079"/>
                  <a:pt x="578726" y="64505"/>
                </a:cubicBezTo>
                <a:lnTo>
                  <a:pt x="578726" y="31151"/>
                </a:lnTo>
                <a:lnTo>
                  <a:pt x="571107" y="31151"/>
                </a:lnTo>
                <a:lnTo>
                  <a:pt x="571107" y="29367"/>
                </a:lnTo>
                <a:cubicBezTo>
                  <a:pt x="573033" y="28571"/>
                  <a:pt x="575004" y="27224"/>
                  <a:pt x="577018" y="25326"/>
                </a:cubicBezTo>
                <a:cubicBezTo>
                  <a:pt x="579033" y="23427"/>
                  <a:pt x="580828" y="21176"/>
                  <a:pt x="582404" y="18572"/>
                </a:cubicBezTo>
                <a:cubicBezTo>
                  <a:pt x="583210" y="17199"/>
                  <a:pt x="584331" y="14686"/>
                  <a:pt x="585767" y="11033"/>
                </a:cubicBezTo>
                <a:lnTo>
                  <a:pt x="587396" y="11033"/>
                </a:lnTo>
                <a:close/>
                <a:moveTo>
                  <a:pt x="630475" y="47917"/>
                </a:moveTo>
                <a:lnTo>
                  <a:pt x="657641" y="47917"/>
                </a:lnTo>
                <a:lnTo>
                  <a:pt x="657641" y="56083"/>
                </a:lnTo>
                <a:lnTo>
                  <a:pt x="630475" y="56083"/>
                </a:lnTo>
                <a:lnTo>
                  <a:pt x="630475" y="47917"/>
                </a:lnTo>
                <a:close/>
                <a:moveTo>
                  <a:pt x="694353" y="17469"/>
                </a:moveTo>
                <a:cubicBezTo>
                  <a:pt x="696385" y="12529"/>
                  <a:pt x="698951" y="8725"/>
                  <a:pt x="702051" y="6057"/>
                </a:cubicBezTo>
                <a:cubicBezTo>
                  <a:pt x="705152" y="3389"/>
                  <a:pt x="709014" y="2055"/>
                  <a:pt x="713638" y="2055"/>
                </a:cubicBezTo>
                <a:cubicBezTo>
                  <a:pt x="719348" y="2055"/>
                  <a:pt x="723727" y="3963"/>
                  <a:pt x="726775" y="7779"/>
                </a:cubicBezTo>
                <a:cubicBezTo>
                  <a:pt x="729087" y="10624"/>
                  <a:pt x="730243" y="13667"/>
                  <a:pt x="730243" y="16907"/>
                </a:cubicBezTo>
                <a:cubicBezTo>
                  <a:pt x="730243" y="22236"/>
                  <a:pt x="726985" y="27744"/>
                  <a:pt x="720469" y="33433"/>
                </a:cubicBezTo>
                <a:cubicBezTo>
                  <a:pt x="724848" y="35202"/>
                  <a:pt x="728158" y="37729"/>
                  <a:pt x="730400" y="41013"/>
                </a:cubicBezTo>
                <a:cubicBezTo>
                  <a:pt x="732642" y="44296"/>
                  <a:pt x="733763" y="48157"/>
                  <a:pt x="733763" y="52597"/>
                </a:cubicBezTo>
                <a:cubicBezTo>
                  <a:pt x="733763" y="58949"/>
                  <a:pt x="731802" y="64453"/>
                  <a:pt x="727878" y="69109"/>
                </a:cubicBezTo>
                <a:cubicBezTo>
                  <a:pt x="722764" y="75171"/>
                  <a:pt x="715354" y="78203"/>
                  <a:pt x="705651" y="78203"/>
                </a:cubicBezTo>
                <a:cubicBezTo>
                  <a:pt x="700852" y="78203"/>
                  <a:pt x="697585" y="77590"/>
                  <a:pt x="695851" y="76364"/>
                </a:cubicBezTo>
                <a:cubicBezTo>
                  <a:pt x="694117" y="75138"/>
                  <a:pt x="693250" y="73822"/>
                  <a:pt x="693250" y="72416"/>
                </a:cubicBezTo>
                <a:cubicBezTo>
                  <a:pt x="693250" y="71370"/>
                  <a:pt x="693661" y="70451"/>
                  <a:pt x="694485" y="69658"/>
                </a:cubicBezTo>
                <a:cubicBezTo>
                  <a:pt x="695308" y="68865"/>
                  <a:pt x="696298" y="68468"/>
                  <a:pt x="697454" y="68468"/>
                </a:cubicBezTo>
                <a:cubicBezTo>
                  <a:pt x="698329" y="68468"/>
                  <a:pt x="699223" y="68612"/>
                  <a:pt x="700133" y="68901"/>
                </a:cubicBezTo>
                <a:cubicBezTo>
                  <a:pt x="700729" y="69081"/>
                  <a:pt x="702078" y="69739"/>
                  <a:pt x="704180" y="70875"/>
                </a:cubicBezTo>
                <a:cubicBezTo>
                  <a:pt x="706281" y="72010"/>
                  <a:pt x="707735" y="72686"/>
                  <a:pt x="708541" y="72903"/>
                </a:cubicBezTo>
                <a:cubicBezTo>
                  <a:pt x="709837" y="73299"/>
                  <a:pt x="711221" y="73498"/>
                  <a:pt x="712692" y="73498"/>
                </a:cubicBezTo>
                <a:cubicBezTo>
                  <a:pt x="716265" y="73498"/>
                  <a:pt x="719374" y="72071"/>
                  <a:pt x="722019" y="69218"/>
                </a:cubicBezTo>
                <a:cubicBezTo>
                  <a:pt x="724664" y="66366"/>
                  <a:pt x="725986" y="62989"/>
                  <a:pt x="725986" y="59088"/>
                </a:cubicBezTo>
                <a:cubicBezTo>
                  <a:pt x="725986" y="56235"/>
                  <a:pt x="725373" y="53455"/>
                  <a:pt x="724147" y="50746"/>
                </a:cubicBezTo>
                <a:cubicBezTo>
                  <a:pt x="723237" y="48724"/>
                  <a:pt x="722238" y="47189"/>
                  <a:pt x="721152" y="46142"/>
                </a:cubicBezTo>
                <a:cubicBezTo>
                  <a:pt x="719646" y="44697"/>
                  <a:pt x="717579" y="43387"/>
                  <a:pt x="714952" y="42215"/>
                </a:cubicBezTo>
                <a:cubicBezTo>
                  <a:pt x="712324" y="41040"/>
                  <a:pt x="709644" y="40453"/>
                  <a:pt x="706912" y="40453"/>
                </a:cubicBezTo>
                <a:lnTo>
                  <a:pt x="705230" y="40453"/>
                </a:lnTo>
                <a:lnTo>
                  <a:pt x="705230" y="38831"/>
                </a:lnTo>
                <a:cubicBezTo>
                  <a:pt x="707998" y="38470"/>
                  <a:pt x="710774" y="37443"/>
                  <a:pt x="713559" y="35748"/>
                </a:cubicBezTo>
                <a:cubicBezTo>
                  <a:pt x="716344" y="34054"/>
                  <a:pt x="718367" y="32017"/>
                  <a:pt x="719628" y="29637"/>
                </a:cubicBezTo>
                <a:cubicBezTo>
                  <a:pt x="720889" y="27257"/>
                  <a:pt x="721520" y="24643"/>
                  <a:pt x="721520" y="21795"/>
                </a:cubicBezTo>
                <a:cubicBezTo>
                  <a:pt x="721520" y="18081"/>
                  <a:pt x="720390" y="15080"/>
                  <a:pt x="718131" y="12790"/>
                </a:cubicBezTo>
                <a:cubicBezTo>
                  <a:pt x="715871" y="10501"/>
                  <a:pt x="713060" y="9356"/>
                  <a:pt x="709697" y="9356"/>
                </a:cubicBezTo>
                <a:cubicBezTo>
                  <a:pt x="704267" y="9356"/>
                  <a:pt x="699731" y="12349"/>
                  <a:pt x="696087" y="18334"/>
                </a:cubicBezTo>
                <a:lnTo>
                  <a:pt x="694353" y="174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CodeCommit-2">
            <a:extLst xmlns:a="http://schemas.openxmlformats.org/drawingml/2006/main">
              <a:ext uri="{FF2B5EF4-FFF2-40B4-BE49-F238E27FC236}">
                <a16:creationId xmlns:a16="http://schemas.microsoft.com/office/drawing/2014/main" id="{6AF93674-3B5E-4DC1-8611-F4DFBC89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018" y="1640614"/>
            <a:ext cx="738230" cy="78527"/>
          </a:xfrm>
          <a:custGeom xmlns:a="http://schemas.openxmlformats.org/drawingml/2006/main">
            <a:pathLst>
              <a:path w="738230" h="78527">
                <a:moveTo>
                  <a:pt x="60902" y="1947"/>
                </a:moveTo>
                <a:lnTo>
                  <a:pt x="62531" y="26825"/>
                </a:lnTo>
                <a:lnTo>
                  <a:pt x="60902" y="26825"/>
                </a:lnTo>
                <a:cubicBezTo>
                  <a:pt x="58730" y="19342"/>
                  <a:pt x="55630" y="13957"/>
                  <a:pt x="51601" y="10668"/>
                </a:cubicBezTo>
                <a:cubicBezTo>
                  <a:pt x="47572" y="7378"/>
                  <a:pt x="42738" y="5733"/>
                  <a:pt x="37098" y="5733"/>
                </a:cubicBezTo>
                <a:cubicBezTo>
                  <a:pt x="32369" y="5733"/>
                  <a:pt x="28095" y="6969"/>
                  <a:pt x="24277" y="9441"/>
                </a:cubicBezTo>
                <a:cubicBezTo>
                  <a:pt x="20458" y="11912"/>
                  <a:pt x="17454" y="15853"/>
                  <a:pt x="15265" y="21266"/>
                </a:cubicBezTo>
                <a:cubicBezTo>
                  <a:pt x="13075" y="26679"/>
                  <a:pt x="11981" y="33409"/>
                  <a:pt x="11981" y="41456"/>
                </a:cubicBezTo>
                <a:cubicBezTo>
                  <a:pt x="11981" y="48094"/>
                  <a:pt x="13014" y="53849"/>
                  <a:pt x="15081" y="58721"/>
                </a:cubicBezTo>
                <a:cubicBezTo>
                  <a:pt x="17148" y="63592"/>
                  <a:pt x="20257" y="67327"/>
                  <a:pt x="24408" y="69925"/>
                </a:cubicBezTo>
                <a:cubicBezTo>
                  <a:pt x="28559" y="72523"/>
                  <a:pt x="33297" y="73822"/>
                  <a:pt x="38622" y="73822"/>
                </a:cubicBezTo>
                <a:cubicBezTo>
                  <a:pt x="43246" y="73822"/>
                  <a:pt x="47327" y="72804"/>
                  <a:pt x="50865" y="70767"/>
                </a:cubicBezTo>
                <a:cubicBezTo>
                  <a:pt x="54403" y="68729"/>
                  <a:pt x="58292" y="64682"/>
                  <a:pt x="62531" y="58625"/>
                </a:cubicBezTo>
                <a:lnTo>
                  <a:pt x="64160" y="59703"/>
                </a:lnTo>
                <a:cubicBezTo>
                  <a:pt x="60586" y="66212"/>
                  <a:pt x="56418" y="70977"/>
                  <a:pt x="51654" y="73998"/>
                </a:cubicBezTo>
                <a:cubicBezTo>
                  <a:pt x="46889" y="77018"/>
                  <a:pt x="41232" y="78527"/>
                  <a:pt x="34681" y="78527"/>
                </a:cubicBezTo>
                <a:cubicBezTo>
                  <a:pt x="22875" y="78527"/>
                  <a:pt x="13732" y="74027"/>
                  <a:pt x="7251" y="65025"/>
                </a:cubicBezTo>
                <a:cubicBezTo>
                  <a:pt x="2417" y="58329"/>
                  <a:pt x="0" y="50445"/>
                  <a:pt x="0" y="41371"/>
                </a:cubicBezTo>
                <a:cubicBezTo>
                  <a:pt x="0" y="34062"/>
                  <a:pt x="1594" y="27348"/>
                  <a:pt x="4782" y="21227"/>
                </a:cubicBezTo>
                <a:cubicBezTo>
                  <a:pt x="7970" y="15107"/>
                  <a:pt x="12357" y="10363"/>
                  <a:pt x="17945" y="6997"/>
                </a:cubicBezTo>
                <a:cubicBezTo>
                  <a:pt x="23532" y="3630"/>
                  <a:pt x="29636" y="1947"/>
                  <a:pt x="36257" y="1947"/>
                </a:cubicBezTo>
                <a:cubicBezTo>
                  <a:pt x="41407" y="1947"/>
                  <a:pt x="46486" y="3245"/>
                  <a:pt x="51496" y="5841"/>
                </a:cubicBezTo>
                <a:cubicBezTo>
                  <a:pt x="52967" y="6634"/>
                  <a:pt x="54018" y="7031"/>
                  <a:pt x="54649" y="7031"/>
                </a:cubicBezTo>
                <a:cubicBezTo>
                  <a:pt x="55595" y="7031"/>
                  <a:pt x="56418" y="6688"/>
                  <a:pt x="57118" y="6003"/>
                </a:cubicBezTo>
                <a:cubicBezTo>
                  <a:pt x="58029" y="5030"/>
                  <a:pt x="58677" y="3678"/>
                  <a:pt x="59063" y="1947"/>
                </a:cubicBezTo>
                <a:lnTo>
                  <a:pt x="60902" y="1947"/>
                </a:lnTo>
                <a:close/>
                <a:moveTo>
                  <a:pt x="94764" y="25959"/>
                </a:moveTo>
                <a:cubicBezTo>
                  <a:pt x="102050" y="25959"/>
                  <a:pt x="107900" y="28805"/>
                  <a:pt x="112314" y="34496"/>
                </a:cubicBezTo>
                <a:cubicBezTo>
                  <a:pt x="116063" y="39358"/>
                  <a:pt x="117937" y="44941"/>
                  <a:pt x="117937" y="51245"/>
                </a:cubicBezTo>
                <a:cubicBezTo>
                  <a:pt x="117937" y="55675"/>
                  <a:pt x="116903" y="60159"/>
                  <a:pt x="114837" y="64697"/>
                </a:cubicBezTo>
                <a:cubicBezTo>
                  <a:pt x="112770" y="69235"/>
                  <a:pt x="109923" y="72656"/>
                  <a:pt x="106298" y="74961"/>
                </a:cubicBezTo>
                <a:cubicBezTo>
                  <a:pt x="102672" y="77267"/>
                  <a:pt x="98635" y="78419"/>
                  <a:pt x="94186" y="78419"/>
                </a:cubicBezTo>
                <a:cubicBezTo>
                  <a:pt x="86934" y="78419"/>
                  <a:pt x="81172" y="75447"/>
                  <a:pt x="76898" y="69504"/>
                </a:cubicBezTo>
                <a:cubicBezTo>
                  <a:pt x="73289" y="64498"/>
                  <a:pt x="71485" y="58880"/>
                  <a:pt x="71485" y="52649"/>
                </a:cubicBezTo>
                <a:cubicBezTo>
                  <a:pt x="71485" y="48111"/>
                  <a:pt x="72580" y="43599"/>
                  <a:pt x="74770" y="39115"/>
                </a:cubicBezTo>
                <a:cubicBezTo>
                  <a:pt x="76959" y="34631"/>
                  <a:pt x="79840" y="31317"/>
                  <a:pt x="83414" y="29174"/>
                </a:cubicBezTo>
                <a:cubicBezTo>
                  <a:pt x="86987" y="27031"/>
                  <a:pt x="90770" y="25959"/>
                  <a:pt x="94764" y="25959"/>
                </a:cubicBezTo>
                <a:moveTo>
                  <a:pt x="93135" y="29529"/>
                </a:moveTo>
                <a:cubicBezTo>
                  <a:pt x="91278" y="29529"/>
                  <a:pt x="89413" y="30096"/>
                  <a:pt x="87538" y="31231"/>
                </a:cubicBezTo>
                <a:cubicBezTo>
                  <a:pt x="85664" y="32365"/>
                  <a:pt x="84149" y="34355"/>
                  <a:pt x="82993" y="37200"/>
                </a:cubicBezTo>
                <a:cubicBezTo>
                  <a:pt x="81837" y="40045"/>
                  <a:pt x="81259" y="43700"/>
                  <a:pt x="81259" y="48165"/>
                </a:cubicBezTo>
                <a:cubicBezTo>
                  <a:pt x="81259" y="55367"/>
                  <a:pt x="82652" y="61579"/>
                  <a:pt x="85437" y="66802"/>
                </a:cubicBezTo>
                <a:cubicBezTo>
                  <a:pt x="88222" y="72023"/>
                  <a:pt x="91891" y="74633"/>
                  <a:pt x="96445" y="74633"/>
                </a:cubicBezTo>
                <a:cubicBezTo>
                  <a:pt x="99843" y="74633"/>
                  <a:pt x="102646" y="73193"/>
                  <a:pt x="104853" y="70312"/>
                </a:cubicBezTo>
                <a:cubicBezTo>
                  <a:pt x="107060" y="67431"/>
                  <a:pt x="108163" y="62480"/>
                  <a:pt x="108163" y="55458"/>
                </a:cubicBezTo>
                <a:cubicBezTo>
                  <a:pt x="108163" y="46671"/>
                  <a:pt x="106324" y="39756"/>
                  <a:pt x="102646" y="34714"/>
                </a:cubicBezTo>
                <a:cubicBezTo>
                  <a:pt x="100158" y="31257"/>
                  <a:pt x="96988" y="29529"/>
                  <a:pt x="93135" y="29529"/>
                </a:cubicBezTo>
                <a:close/>
                <a:moveTo>
                  <a:pt x="159027" y="71334"/>
                </a:moveTo>
                <a:cubicBezTo>
                  <a:pt x="156680" y="73858"/>
                  <a:pt x="154386" y="75670"/>
                  <a:pt x="152144" y="76770"/>
                </a:cubicBezTo>
                <a:cubicBezTo>
                  <a:pt x="149902" y="77869"/>
                  <a:pt x="147484" y="78419"/>
                  <a:pt x="144892" y="78419"/>
                </a:cubicBezTo>
                <a:cubicBezTo>
                  <a:pt x="139637" y="78419"/>
                  <a:pt x="135048" y="76162"/>
                  <a:pt x="131125" y="71647"/>
                </a:cubicBezTo>
                <a:cubicBezTo>
                  <a:pt x="127201" y="67131"/>
                  <a:pt x="125240" y="61329"/>
                  <a:pt x="125240" y="54239"/>
                </a:cubicBezTo>
                <a:cubicBezTo>
                  <a:pt x="125240" y="47151"/>
                  <a:pt x="127411" y="40666"/>
                  <a:pt x="131755" y="34783"/>
                </a:cubicBezTo>
                <a:cubicBezTo>
                  <a:pt x="136099" y="28901"/>
                  <a:pt x="141687" y="25959"/>
                  <a:pt x="148518" y="25959"/>
                </a:cubicBezTo>
                <a:cubicBezTo>
                  <a:pt x="152757" y="25959"/>
                  <a:pt x="156260" y="27348"/>
                  <a:pt x="159027" y="30124"/>
                </a:cubicBezTo>
                <a:lnTo>
                  <a:pt x="159027" y="20964"/>
                </a:lnTo>
                <a:cubicBezTo>
                  <a:pt x="159027" y="15279"/>
                  <a:pt x="158896" y="11785"/>
                  <a:pt x="158633" y="10482"/>
                </a:cubicBezTo>
                <a:cubicBezTo>
                  <a:pt x="158370" y="9178"/>
                  <a:pt x="157959" y="8291"/>
                  <a:pt x="157398" y="7822"/>
                </a:cubicBezTo>
                <a:cubicBezTo>
                  <a:pt x="156838" y="7351"/>
                  <a:pt x="156137" y="7115"/>
                  <a:pt x="155296" y="7115"/>
                </a:cubicBezTo>
                <a:cubicBezTo>
                  <a:pt x="154386" y="7115"/>
                  <a:pt x="153177" y="7405"/>
                  <a:pt x="151671" y="7984"/>
                </a:cubicBezTo>
                <a:lnTo>
                  <a:pt x="150988" y="6083"/>
                </a:lnTo>
                <a:lnTo>
                  <a:pt x="165333" y="0"/>
                </a:lnTo>
                <a:lnTo>
                  <a:pt x="167697" y="0"/>
                </a:lnTo>
                <a:lnTo>
                  <a:pt x="167697" y="57273"/>
                </a:lnTo>
                <a:cubicBezTo>
                  <a:pt x="167697" y="63078"/>
                  <a:pt x="167829" y="66620"/>
                  <a:pt x="168091" y="67900"/>
                </a:cubicBezTo>
                <a:cubicBezTo>
                  <a:pt x="168354" y="69180"/>
                  <a:pt x="168775" y="70072"/>
                  <a:pt x="169353" y="70577"/>
                </a:cubicBezTo>
                <a:cubicBezTo>
                  <a:pt x="169931" y="71082"/>
                  <a:pt x="170605" y="71334"/>
                  <a:pt x="171376" y="71334"/>
                </a:cubicBezTo>
                <a:cubicBezTo>
                  <a:pt x="172322" y="71334"/>
                  <a:pt x="173583" y="71028"/>
                  <a:pt x="175159" y="70415"/>
                </a:cubicBezTo>
                <a:lnTo>
                  <a:pt x="175737" y="72308"/>
                </a:lnTo>
                <a:lnTo>
                  <a:pt x="161444" y="78419"/>
                </a:lnTo>
                <a:lnTo>
                  <a:pt x="159027" y="78419"/>
                </a:lnTo>
                <a:lnTo>
                  <a:pt x="159027" y="71334"/>
                </a:lnTo>
                <a:moveTo>
                  <a:pt x="159027" y="67560"/>
                </a:moveTo>
                <a:lnTo>
                  <a:pt x="159027" y="42098"/>
                </a:lnTo>
                <a:cubicBezTo>
                  <a:pt x="158817" y="39652"/>
                  <a:pt x="158186" y="37422"/>
                  <a:pt x="157135" y="35409"/>
                </a:cubicBezTo>
                <a:cubicBezTo>
                  <a:pt x="156085" y="33394"/>
                  <a:pt x="154692" y="31875"/>
                  <a:pt x="152958" y="30850"/>
                </a:cubicBezTo>
                <a:cubicBezTo>
                  <a:pt x="151224" y="29825"/>
                  <a:pt x="149534" y="29313"/>
                  <a:pt x="147887" y="29313"/>
                </a:cubicBezTo>
                <a:cubicBezTo>
                  <a:pt x="144804" y="29313"/>
                  <a:pt x="142055" y="30733"/>
                  <a:pt x="139637" y="33575"/>
                </a:cubicBezTo>
                <a:cubicBezTo>
                  <a:pt x="136450" y="37314"/>
                  <a:pt x="134856" y="42781"/>
                  <a:pt x="134856" y="49974"/>
                </a:cubicBezTo>
                <a:cubicBezTo>
                  <a:pt x="134856" y="57239"/>
                  <a:pt x="136397" y="62805"/>
                  <a:pt x="139480" y="66671"/>
                </a:cubicBezTo>
                <a:cubicBezTo>
                  <a:pt x="142562" y="70537"/>
                  <a:pt x="145996" y="72470"/>
                  <a:pt x="149779" y="72470"/>
                </a:cubicBezTo>
                <a:cubicBezTo>
                  <a:pt x="152967" y="72470"/>
                  <a:pt x="156050" y="70834"/>
                  <a:pt x="159027" y="67560"/>
                </a:cubicBezTo>
                <a:close/>
                <a:moveTo>
                  <a:pt x="186931" y="46078"/>
                </a:moveTo>
                <a:cubicBezTo>
                  <a:pt x="186896" y="53416"/>
                  <a:pt x="188630" y="59172"/>
                  <a:pt x="192133" y="63345"/>
                </a:cubicBezTo>
                <a:cubicBezTo>
                  <a:pt x="195636" y="67518"/>
                  <a:pt x="199752" y="69604"/>
                  <a:pt x="204481" y="69604"/>
                </a:cubicBezTo>
                <a:cubicBezTo>
                  <a:pt x="207634" y="69604"/>
                  <a:pt x="210375" y="68711"/>
                  <a:pt x="212705" y="66927"/>
                </a:cubicBezTo>
                <a:cubicBezTo>
                  <a:pt x="215034" y="65142"/>
                  <a:pt x="216987" y="62086"/>
                  <a:pt x="218564" y="57760"/>
                </a:cubicBezTo>
                <a:lnTo>
                  <a:pt x="220193" y="58841"/>
                </a:lnTo>
                <a:cubicBezTo>
                  <a:pt x="219457" y="63781"/>
                  <a:pt x="217320" y="68279"/>
                  <a:pt x="213782" y="72335"/>
                </a:cubicBezTo>
                <a:cubicBezTo>
                  <a:pt x="210244" y="76391"/>
                  <a:pt x="205812" y="78419"/>
                  <a:pt x="200488" y="78419"/>
                </a:cubicBezTo>
                <a:cubicBezTo>
                  <a:pt x="194708" y="78419"/>
                  <a:pt x="189759" y="76108"/>
                  <a:pt x="185643" y="71485"/>
                </a:cubicBezTo>
                <a:cubicBezTo>
                  <a:pt x="181527" y="66861"/>
                  <a:pt x="179469" y="60645"/>
                  <a:pt x="179469" y="52837"/>
                </a:cubicBezTo>
                <a:cubicBezTo>
                  <a:pt x="179469" y="44382"/>
                  <a:pt x="181580" y="37789"/>
                  <a:pt x="185801" y="33058"/>
                </a:cubicBezTo>
                <a:cubicBezTo>
                  <a:pt x="190022" y="28326"/>
                  <a:pt x="195321" y="25959"/>
                  <a:pt x="201696" y="25959"/>
                </a:cubicBezTo>
                <a:cubicBezTo>
                  <a:pt x="207091" y="25959"/>
                  <a:pt x="211523" y="27785"/>
                  <a:pt x="214991" y="31435"/>
                </a:cubicBezTo>
                <a:cubicBezTo>
                  <a:pt x="218459" y="35085"/>
                  <a:pt x="220193" y="39966"/>
                  <a:pt x="220193" y="46078"/>
                </a:cubicBezTo>
                <a:lnTo>
                  <a:pt x="186931" y="46078"/>
                </a:lnTo>
                <a:moveTo>
                  <a:pt x="186931" y="42941"/>
                </a:moveTo>
                <a:lnTo>
                  <a:pt x="209210" y="42941"/>
                </a:lnTo>
                <a:cubicBezTo>
                  <a:pt x="209035" y="39768"/>
                  <a:pt x="208667" y="37533"/>
                  <a:pt x="208107" y="36235"/>
                </a:cubicBezTo>
                <a:cubicBezTo>
                  <a:pt x="207231" y="34216"/>
                  <a:pt x="205926" y="32630"/>
                  <a:pt x="204192" y="31476"/>
                </a:cubicBezTo>
                <a:cubicBezTo>
                  <a:pt x="202458" y="30322"/>
                  <a:pt x="200645" y="29745"/>
                  <a:pt x="198754" y="29745"/>
                </a:cubicBezTo>
                <a:cubicBezTo>
                  <a:pt x="195846" y="29745"/>
                  <a:pt x="193245" y="30908"/>
                  <a:pt x="190950" y="33233"/>
                </a:cubicBezTo>
                <a:cubicBezTo>
                  <a:pt x="188656" y="35559"/>
                  <a:pt x="187316" y="38795"/>
                  <a:pt x="186931" y="42941"/>
                </a:cubicBezTo>
                <a:close/>
                <a:moveTo>
                  <a:pt x="314247" y="1947"/>
                </a:moveTo>
                <a:lnTo>
                  <a:pt x="315876" y="26825"/>
                </a:lnTo>
                <a:lnTo>
                  <a:pt x="314247" y="26825"/>
                </a:lnTo>
                <a:cubicBezTo>
                  <a:pt x="312075" y="19342"/>
                  <a:pt x="308975" y="13957"/>
                  <a:pt x="304946" y="10668"/>
                </a:cubicBezTo>
                <a:cubicBezTo>
                  <a:pt x="300917" y="7378"/>
                  <a:pt x="296083" y="5733"/>
                  <a:pt x="290443" y="5733"/>
                </a:cubicBezTo>
                <a:cubicBezTo>
                  <a:pt x="285714" y="5733"/>
                  <a:pt x="281440" y="6969"/>
                  <a:pt x="277622" y="9441"/>
                </a:cubicBezTo>
                <a:cubicBezTo>
                  <a:pt x="273803" y="11912"/>
                  <a:pt x="270799" y="15853"/>
                  <a:pt x="268610" y="21266"/>
                </a:cubicBezTo>
                <a:cubicBezTo>
                  <a:pt x="266420" y="26679"/>
                  <a:pt x="265326" y="33409"/>
                  <a:pt x="265326" y="41456"/>
                </a:cubicBezTo>
                <a:cubicBezTo>
                  <a:pt x="265326" y="48094"/>
                  <a:pt x="266359" y="53849"/>
                  <a:pt x="268426" y="58721"/>
                </a:cubicBezTo>
                <a:cubicBezTo>
                  <a:pt x="270493" y="63592"/>
                  <a:pt x="273602" y="67327"/>
                  <a:pt x="277753" y="69925"/>
                </a:cubicBezTo>
                <a:cubicBezTo>
                  <a:pt x="281904" y="72523"/>
                  <a:pt x="286642" y="73822"/>
                  <a:pt x="291967" y="73822"/>
                </a:cubicBezTo>
                <a:cubicBezTo>
                  <a:pt x="296591" y="73822"/>
                  <a:pt x="300672" y="72804"/>
                  <a:pt x="304210" y="70767"/>
                </a:cubicBezTo>
                <a:cubicBezTo>
                  <a:pt x="307749" y="68729"/>
                  <a:pt x="311637" y="64682"/>
                  <a:pt x="315876" y="58625"/>
                </a:cubicBezTo>
                <a:lnTo>
                  <a:pt x="317505" y="59703"/>
                </a:lnTo>
                <a:cubicBezTo>
                  <a:pt x="313932" y="66212"/>
                  <a:pt x="309763" y="70977"/>
                  <a:pt x="304999" y="73998"/>
                </a:cubicBezTo>
                <a:cubicBezTo>
                  <a:pt x="300234" y="77018"/>
                  <a:pt x="294577" y="78527"/>
                  <a:pt x="288026" y="78527"/>
                </a:cubicBezTo>
                <a:cubicBezTo>
                  <a:pt x="276220" y="78527"/>
                  <a:pt x="267077" y="74027"/>
                  <a:pt x="260597" y="65025"/>
                </a:cubicBezTo>
                <a:cubicBezTo>
                  <a:pt x="255762" y="58329"/>
                  <a:pt x="253345" y="50445"/>
                  <a:pt x="253345" y="41371"/>
                </a:cubicBezTo>
                <a:cubicBezTo>
                  <a:pt x="253345" y="34062"/>
                  <a:pt x="254939" y="27348"/>
                  <a:pt x="258127" y="21227"/>
                </a:cubicBezTo>
                <a:cubicBezTo>
                  <a:pt x="261315" y="15107"/>
                  <a:pt x="265702" y="10363"/>
                  <a:pt x="271290" y="6997"/>
                </a:cubicBezTo>
                <a:cubicBezTo>
                  <a:pt x="276877" y="3630"/>
                  <a:pt x="282982" y="1947"/>
                  <a:pt x="289602" y="1947"/>
                </a:cubicBezTo>
                <a:cubicBezTo>
                  <a:pt x="294752" y="1947"/>
                  <a:pt x="299832" y="3245"/>
                  <a:pt x="304841" y="5841"/>
                </a:cubicBezTo>
                <a:cubicBezTo>
                  <a:pt x="306312" y="6634"/>
                  <a:pt x="307363" y="7031"/>
                  <a:pt x="307994" y="7031"/>
                </a:cubicBezTo>
                <a:cubicBezTo>
                  <a:pt x="308940" y="7031"/>
                  <a:pt x="309763" y="6688"/>
                  <a:pt x="310463" y="6003"/>
                </a:cubicBezTo>
                <a:cubicBezTo>
                  <a:pt x="311374" y="5030"/>
                  <a:pt x="312022" y="3678"/>
                  <a:pt x="312408" y="1947"/>
                </a:cubicBezTo>
                <a:lnTo>
                  <a:pt x="314247" y="1947"/>
                </a:lnTo>
                <a:close/>
                <a:moveTo>
                  <a:pt x="348108" y="25959"/>
                </a:moveTo>
                <a:cubicBezTo>
                  <a:pt x="355395" y="25959"/>
                  <a:pt x="361245" y="28805"/>
                  <a:pt x="365659" y="34496"/>
                </a:cubicBezTo>
                <a:cubicBezTo>
                  <a:pt x="369407" y="39358"/>
                  <a:pt x="371282" y="44941"/>
                  <a:pt x="371282" y="51245"/>
                </a:cubicBezTo>
                <a:cubicBezTo>
                  <a:pt x="371282" y="55675"/>
                  <a:pt x="370248" y="60159"/>
                  <a:pt x="368181" y="64697"/>
                </a:cubicBezTo>
                <a:cubicBezTo>
                  <a:pt x="366114" y="69235"/>
                  <a:pt x="363268" y="72656"/>
                  <a:pt x="359642" y="74961"/>
                </a:cubicBezTo>
                <a:cubicBezTo>
                  <a:pt x="356017" y="77267"/>
                  <a:pt x="351979" y="78419"/>
                  <a:pt x="347530" y="78419"/>
                </a:cubicBezTo>
                <a:cubicBezTo>
                  <a:pt x="340279" y="78419"/>
                  <a:pt x="334516" y="75447"/>
                  <a:pt x="330243" y="69504"/>
                </a:cubicBezTo>
                <a:cubicBezTo>
                  <a:pt x="326634" y="64498"/>
                  <a:pt x="324830" y="58880"/>
                  <a:pt x="324830" y="52649"/>
                </a:cubicBezTo>
                <a:cubicBezTo>
                  <a:pt x="324830" y="48111"/>
                  <a:pt x="325925" y="43599"/>
                  <a:pt x="328114" y="39115"/>
                </a:cubicBezTo>
                <a:cubicBezTo>
                  <a:pt x="330304" y="34631"/>
                  <a:pt x="333185" y="31317"/>
                  <a:pt x="336758" y="29174"/>
                </a:cubicBezTo>
                <a:cubicBezTo>
                  <a:pt x="340331" y="27031"/>
                  <a:pt x="344115" y="25959"/>
                  <a:pt x="348108" y="25959"/>
                </a:cubicBezTo>
                <a:moveTo>
                  <a:pt x="346479" y="29529"/>
                </a:moveTo>
                <a:cubicBezTo>
                  <a:pt x="344623" y="29529"/>
                  <a:pt x="342757" y="30096"/>
                  <a:pt x="340883" y="31231"/>
                </a:cubicBezTo>
                <a:cubicBezTo>
                  <a:pt x="339009" y="32365"/>
                  <a:pt x="337494" y="34355"/>
                  <a:pt x="336338" y="37200"/>
                </a:cubicBezTo>
                <a:cubicBezTo>
                  <a:pt x="335182" y="40045"/>
                  <a:pt x="334604" y="43700"/>
                  <a:pt x="334604" y="48165"/>
                </a:cubicBezTo>
                <a:cubicBezTo>
                  <a:pt x="334604" y="55367"/>
                  <a:pt x="335996" y="61579"/>
                  <a:pt x="338781" y="66802"/>
                </a:cubicBezTo>
                <a:cubicBezTo>
                  <a:pt x="341566" y="72023"/>
                  <a:pt x="345236" y="74633"/>
                  <a:pt x="349790" y="74633"/>
                </a:cubicBezTo>
                <a:cubicBezTo>
                  <a:pt x="353188" y="74633"/>
                  <a:pt x="355990" y="73193"/>
                  <a:pt x="358197" y="70312"/>
                </a:cubicBezTo>
                <a:cubicBezTo>
                  <a:pt x="360404" y="67431"/>
                  <a:pt x="361508" y="62480"/>
                  <a:pt x="361508" y="55458"/>
                </a:cubicBezTo>
                <a:cubicBezTo>
                  <a:pt x="361508" y="46671"/>
                  <a:pt x="359669" y="39756"/>
                  <a:pt x="355990" y="34714"/>
                </a:cubicBezTo>
                <a:cubicBezTo>
                  <a:pt x="353503" y="31257"/>
                  <a:pt x="350333" y="29529"/>
                  <a:pt x="346479" y="29529"/>
                </a:cubicBezTo>
                <a:close/>
                <a:moveTo>
                  <a:pt x="392668" y="36505"/>
                </a:moveTo>
                <a:cubicBezTo>
                  <a:pt x="396171" y="32900"/>
                  <a:pt x="398238" y="30827"/>
                  <a:pt x="398868" y="30286"/>
                </a:cubicBezTo>
                <a:cubicBezTo>
                  <a:pt x="400445" y="28916"/>
                  <a:pt x="402144" y="27852"/>
                  <a:pt x="403965" y="27095"/>
                </a:cubicBezTo>
                <a:cubicBezTo>
                  <a:pt x="405787" y="26338"/>
                  <a:pt x="407591" y="25959"/>
                  <a:pt x="409378" y="25959"/>
                </a:cubicBezTo>
                <a:cubicBezTo>
                  <a:pt x="412390" y="25959"/>
                  <a:pt x="414983" y="26861"/>
                  <a:pt x="417155" y="28664"/>
                </a:cubicBezTo>
                <a:cubicBezTo>
                  <a:pt x="419327" y="30466"/>
                  <a:pt x="420780" y="33080"/>
                  <a:pt x="421516" y="36505"/>
                </a:cubicBezTo>
                <a:cubicBezTo>
                  <a:pt x="425124" y="32179"/>
                  <a:pt x="428172" y="29340"/>
                  <a:pt x="430659" y="27988"/>
                </a:cubicBezTo>
                <a:cubicBezTo>
                  <a:pt x="433146" y="26635"/>
                  <a:pt x="435704" y="25959"/>
                  <a:pt x="438331" y="25959"/>
                </a:cubicBezTo>
                <a:cubicBezTo>
                  <a:pt x="440888" y="25959"/>
                  <a:pt x="443157" y="26634"/>
                  <a:pt x="445136" y="27984"/>
                </a:cubicBezTo>
                <a:cubicBezTo>
                  <a:pt x="447115" y="29333"/>
                  <a:pt x="448683" y="31536"/>
                  <a:pt x="449839" y="34594"/>
                </a:cubicBezTo>
                <a:cubicBezTo>
                  <a:pt x="450609" y="36681"/>
                  <a:pt x="450995" y="39954"/>
                  <a:pt x="450995" y="44415"/>
                </a:cubicBezTo>
                <a:lnTo>
                  <a:pt x="450995" y="65676"/>
                </a:lnTo>
                <a:cubicBezTo>
                  <a:pt x="450995" y="68770"/>
                  <a:pt x="451222" y="70893"/>
                  <a:pt x="451678" y="72044"/>
                </a:cubicBezTo>
                <a:cubicBezTo>
                  <a:pt x="452028" y="72835"/>
                  <a:pt x="452676" y="73509"/>
                  <a:pt x="453622" y="74067"/>
                </a:cubicBezTo>
                <a:cubicBezTo>
                  <a:pt x="454568" y="74625"/>
                  <a:pt x="456109" y="74904"/>
                  <a:pt x="458246" y="74904"/>
                </a:cubicBezTo>
                <a:lnTo>
                  <a:pt x="458246" y="76905"/>
                </a:lnTo>
                <a:lnTo>
                  <a:pt x="434495" y="76905"/>
                </a:lnTo>
                <a:lnTo>
                  <a:pt x="434495" y="74904"/>
                </a:lnTo>
                <a:lnTo>
                  <a:pt x="435493" y="74904"/>
                </a:lnTo>
                <a:cubicBezTo>
                  <a:pt x="437560" y="74904"/>
                  <a:pt x="439172" y="74491"/>
                  <a:pt x="440328" y="73667"/>
                </a:cubicBezTo>
                <a:cubicBezTo>
                  <a:pt x="441133" y="73092"/>
                  <a:pt x="441711" y="72177"/>
                  <a:pt x="442062" y="70922"/>
                </a:cubicBezTo>
                <a:cubicBezTo>
                  <a:pt x="442202" y="70312"/>
                  <a:pt x="442272" y="68573"/>
                  <a:pt x="442272" y="65703"/>
                </a:cubicBezTo>
                <a:lnTo>
                  <a:pt x="442272" y="44503"/>
                </a:lnTo>
                <a:cubicBezTo>
                  <a:pt x="442272" y="40485"/>
                  <a:pt x="441799" y="37651"/>
                  <a:pt x="440853" y="36002"/>
                </a:cubicBezTo>
                <a:cubicBezTo>
                  <a:pt x="439487" y="33706"/>
                  <a:pt x="437298" y="32557"/>
                  <a:pt x="434285" y="32557"/>
                </a:cubicBezTo>
                <a:cubicBezTo>
                  <a:pt x="432428" y="32557"/>
                  <a:pt x="430563" y="33033"/>
                  <a:pt x="428689" y="33984"/>
                </a:cubicBezTo>
                <a:cubicBezTo>
                  <a:pt x="426814" y="34934"/>
                  <a:pt x="424546" y="36700"/>
                  <a:pt x="421884" y="39284"/>
                </a:cubicBezTo>
                <a:lnTo>
                  <a:pt x="421779" y="39875"/>
                </a:lnTo>
                <a:lnTo>
                  <a:pt x="421884" y="42189"/>
                </a:lnTo>
                <a:lnTo>
                  <a:pt x="421884" y="65703"/>
                </a:lnTo>
                <a:cubicBezTo>
                  <a:pt x="421884" y="69075"/>
                  <a:pt x="422068" y="71174"/>
                  <a:pt x="422436" y="71999"/>
                </a:cubicBezTo>
                <a:cubicBezTo>
                  <a:pt x="422803" y="72823"/>
                  <a:pt x="423495" y="73514"/>
                  <a:pt x="424511" y="74071"/>
                </a:cubicBezTo>
                <a:cubicBezTo>
                  <a:pt x="425527" y="74626"/>
                  <a:pt x="427261" y="74904"/>
                  <a:pt x="429713" y="74904"/>
                </a:cubicBezTo>
                <a:lnTo>
                  <a:pt x="429713" y="76905"/>
                </a:lnTo>
                <a:lnTo>
                  <a:pt x="405384" y="76905"/>
                </a:lnTo>
                <a:lnTo>
                  <a:pt x="405384" y="74904"/>
                </a:lnTo>
                <a:cubicBezTo>
                  <a:pt x="408046" y="74904"/>
                  <a:pt x="409877" y="74581"/>
                  <a:pt x="410875" y="73935"/>
                </a:cubicBezTo>
                <a:cubicBezTo>
                  <a:pt x="411874" y="73290"/>
                  <a:pt x="412566" y="72321"/>
                  <a:pt x="412951" y="71030"/>
                </a:cubicBezTo>
                <a:cubicBezTo>
                  <a:pt x="413126" y="70419"/>
                  <a:pt x="413214" y="68644"/>
                  <a:pt x="413214" y="65703"/>
                </a:cubicBezTo>
                <a:lnTo>
                  <a:pt x="413214" y="44503"/>
                </a:lnTo>
                <a:cubicBezTo>
                  <a:pt x="413214" y="40485"/>
                  <a:pt x="412636" y="37597"/>
                  <a:pt x="411480" y="35840"/>
                </a:cubicBezTo>
                <a:cubicBezTo>
                  <a:pt x="409938" y="33543"/>
                  <a:pt x="407784" y="32395"/>
                  <a:pt x="405016" y="32395"/>
                </a:cubicBezTo>
                <a:cubicBezTo>
                  <a:pt x="403125" y="32395"/>
                  <a:pt x="401250" y="32915"/>
                  <a:pt x="399394" y="33955"/>
                </a:cubicBezTo>
                <a:cubicBezTo>
                  <a:pt x="396486" y="35534"/>
                  <a:pt x="394244" y="37309"/>
                  <a:pt x="392668" y="39282"/>
                </a:cubicBezTo>
                <a:lnTo>
                  <a:pt x="392668" y="65703"/>
                </a:lnTo>
                <a:cubicBezTo>
                  <a:pt x="392668" y="68931"/>
                  <a:pt x="392887" y="71030"/>
                  <a:pt x="393325" y="71999"/>
                </a:cubicBezTo>
                <a:cubicBezTo>
                  <a:pt x="393762" y="72966"/>
                  <a:pt x="394411" y="73693"/>
                  <a:pt x="395269" y="74177"/>
                </a:cubicBezTo>
                <a:cubicBezTo>
                  <a:pt x="396127" y="74662"/>
                  <a:pt x="397870" y="74904"/>
                  <a:pt x="400497" y="74904"/>
                </a:cubicBezTo>
                <a:lnTo>
                  <a:pt x="400497" y="76905"/>
                </a:lnTo>
                <a:lnTo>
                  <a:pt x="376694" y="76905"/>
                </a:lnTo>
                <a:lnTo>
                  <a:pt x="376694" y="74904"/>
                </a:lnTo>
                <a:cubicBezTo>
                  <a:pt x="378900" y="74904"/>
                  <a:pt x="380442" y="74661"/>
                  <a:pt x="381318" y="74175"/>
                </a:cubicBezTo>
                <a:cubicBezTo>
                  <a:pt x="382193" y="73690"/>
                  <a:pt x="382859" y="72916"/>
                  <a:pt x="383314" y="71855"/>
                </a:cubicBezTo>
                <a:cubicBezTo>
                  <a:pt x="383770" y="70794"/>
                  <a:pt x="383998" y="68734"/>
                  <a:pt x="383998" y="65676"/>
                </a:cubicBezTo>
                <a:lnTo>
                  <a:pt x="383998" y="46790"/>
                </a:lnTo>
                <a:cubicBezTo>
                  <a:pt x="383998" y="41357"/>
                  <a:pt x="383840" y="37849"/>
                  <a:pt x="383525" y="36267"/>
                </a:cubicBezTo>
                <a:cubicBezTo>
                  <a:pt x="383279" y="35080"/>
                  <a:pt x="382894" y="34261"/>
                  <a:pt x="382369" y="33811"/>
                </a:cubicBezTo>
                <a:cubicBezTo>
                  <a:pt x="381843" y="33362"/>
                  <a:pt x="381125" y="33137"/>
                  <a:pt x="380214" y="33137"/>
                </a:cubicBezTo>
                <a:cubicBezTo>
                  <a:pt x="379233" y="33137"/>
                  <a:pt x="378060" y="33407"/>
                  <a:pt x="376694" y="33947"/>
                </a:cubicBezTo>
                <a:lnTo>
                  <a:pt x="375905" y="32003"/>
                </a:lnTo>
                <a:lnTo>
                  <a:pt x="390408" y="25959"/>
                </a:lnTo>
                <a:lnTo>
                  <a:pt x="392668" y="25959"/>
                </a:lnTo>
                <a:lnTo>
                  <a:pt x="392668" y="36505"/>
                </a:lnTo>
                <a:close/>
                <a:moveTo>
                  <a:pt x="475618" y="36505"/>
                </a:moveTo>
                <a:cubicBezTo>
                  <a:pt x="479121" y="32900"/>
                  <a:pt x="481188" y="30827"/>
                  <a:pt x="481818" y="30286"/>
                </a:cubicBezTo>
                <a:cubicBezTo>
                  <a:pt x="483395" y="28916"/>
                  <a:pt x="485094" y="27852"/>
                  <a:pt x="486915" y="27095"/>
                </a:cubicBezTo>
                <a:cubicBezTo>
                  <a:pt x="488737" y="26338"/>
                  <a:pt x="490541" y="25959"/>
                  <a:pt x="492328" y="25959"/>
                </a:cubicBezTo>
                <a:cubicBezTo>
                  <a:pt x="495340" y="25959"/>
                  <a:pt x="497933" y="26861"/>
                  <a:pt x="500105" y="28664"/>
                </a:cubicBezTo>
                <a:cubicBezTo>
                  <a:pt x="502277" y="30466"/>
                  <a:pt x="503730" y="33080"/>
                  <a:pt x="504466" y="36505"/>
                </a:cubicBezTo>
                <a:cubicBezTo>
                  <a:pt x="508074" y="32179"/>
                  <a:pt x="511122" y="29340"/>
                  <a:pt x="513609" y="27988"/>
                </a:cubicBezTo>
                <a:cubicBezTo>
                  <a:pt x="516096" y="26635"/>
                  <a:pt x="518654" y="25959"/>
                  <a:pt x="521281" y="25959"/>
                </a:cubicBezTo>
                <a:cubicBezTo>
                  <a:pt x="523838" y="25959"/>
                  <a:pt x="526107" y="26634"/>
                  <a:pt x="528086" y="27984"/>
                </a:cubicBezTo>
                <a:cubicBezTo>
                  <a:pt x="530065" y="29333"/>
                  <a:pt x="531633" y="31536"/>
                  <a:pt x="532789" y="34594"/>
                </a:cubicBezTo>
                <a:cubicBezTo>
                  <a:pt x="533559" y="36681"/>
                  <a:pt x="533945" y="39954"/>
                  <a:pt x="533945" y="44415"/>
                </a:cubicBezTo>
                <a:lnTo>
                  <a:pt x="533945" y="65676"/>
                </a:lnTo>
                <a:cubicBezTo>
                  <a:pt x="533945" y="68770"/>
                  <a:pt x="534173" y="70893"/>
                  <a:pt x="534628" y="72044"/>
                </a:cubicBezTo>
                <a:cubicBezTo>
                  <a:pt x="534978" y="72835"/>
                  <a:pt x="535626" y="73509"/>
                  <a:pt x="536572" y="74067"/>
                </a:cubicBezTo>
                <a:cubicBezTo>
                  <a:pt x="537518" y="74625"/>
                  <a:pt x="539059" y="74904"/>
                  <a:pt x="541196" y="74904"/>
                </a:cubicBezTo>
                <a:lnTo>
                  <a:pt x="541196" y="76905"/>
                </a:lnTo>
                <a:lnTo>
                  <a:pt x="517445" y="76905"/>
                </a:lnTo>
                <a:lnTo>
                  <a:pt x="517445" y="74904"/>
                </a:lnTo>
                <a:lnTo>
                  <a:pt x="518444" y="74904"/>
                </a:lnTo>
                <a:cubicBezTo>
                  <a:pt x="520510" y="74904"/>
                  <a:pt x="522122" y="74491"/>
                  <a:pt x="523278" y="73667"/>
                </a:cubicBezTo>
                <a:cubicBezTo>
                  <a:pt x="524084" y="73092"/>
                  <a:pt x="524662" y="72177"/>
                  <a:pt x="525012" y="70922"/>
                </a:cubicBezTo>
                <a:cubicBezTo>
                  <a:pt x="525152" y="70312"/>
                  <a:pt x="525222" y="68573"/>
                  <a:pt x="525222" y="65703"/>
                </a:cubicBezTo>
                <a:lnTo>
                  <a:pt x="525222" y="44503"/>
                </a:lnTo>
                <a:cubicBezTo>
                  <a:pt x="525222" y="40485"/>
                  <a:pt x="524749" y="37651"/>
                  <a:pt x="523803" y="36002"/>
                </a:cubicBezTo>
                <a:cubicBezTo>
                  <a:pt x="522437" y="33706"/>
                  <a:pt x="520248" y="32557"/>
                  <a:pt x="517235" y="32557"/>
                </a:cubicBezTo>
                <a:cubicBezTo>
                  <a:pt x="515378" y="32557"/>
                  <a:pt x="513513" y="33033"/>
                  <a:pt x="511639" y="33984"/>
                </a:cubicBezTo>
                <a:cubicBezTo>
                  <a:pt x="509765" y="34934"/>
                  <a:pt x="507496" y="36700"/>
                  <a:pt x="504834" y="39284"/>
                </a:cubicBezTo>
                <a:lnTo>
                  <a:pt x="504729" y="39875"/>
                </a:lnTo>
                <a:lnTo>
                  <a:pt x="504834" y="42189"/>
                </a:lnTo>
                <a:lnTo>
                  <a:pt x="504834" y="65703"/>
                </a:lnTo>
                <a:cubicBezTo>
                  <a:pt x="504834" y="69075"/>
                  <a:pt x="505018" y="71174"/>
                  <a:pt x="505386" y="71999"/>
                </a:cubicBezTo>
                <a:cubicBezTo>
                  <a:pt x="505753" y="72823"/>
                  <a:pt x="506445" y="73514"/>
                  <a:pt x="507461" y="74071"/>
                </a:cubicBezTo>
                <a:cubicBezTo>
                  <a:pt x="508477" y="74626"/>
                  <a:pt x="510211" y="74904"/>
                  <a:pt x="512663" y="74904"/>
                </a:cubicBezTo>
                <a:lnTo>
                  <a:pt x="512663" y="76905"/>
                </a:lnTo>
                <a:lnTo>
                  <a:pt x="488334" y="76905"/>
                </a:lnTo>
                <a:lnTo>
                  <a:pt x="488334" y="74904"/>
                </a:lnTo>
                <a:cubicBezTo>
                  <a:pt x="490997" y="74904"/>
                  <a:pt x="492827" y="74581"/>
                  <a:pt x="493825" y="73935"/>
                </a:cubicBezTo>
                <a:cubicBezTo>
                  <a:pt x="494824" y="73290"/>
                  <a:pt x="495516" y="72321"/>
                  <a:pt x="495901" y="71030"/>
                </a:cubicBezTo>
                <a:cubicBezTo>
                  <a:pt x="496076" y="70419"/>
                  <a:pt x="496164" y="68644"/>
                  <a:pt x="496164" y="65703"/>
                </a:cubicBezTo>
                <a:lnTo>
                  <a:pt x="496164" y="44503"/>
                </a:lnTo>
                <a:cubicBezTo>
                  <a:pt x="496164" y="40485"/>
                  <a:pt x="495586" y="37597"/>
                  <a:pt x="494430" y="35840"/>
                </a:cubicBezTo>
                <a:cubicBezTo>
                  <a:pt x="492888" y="33543"/>
                  <a:pt x="490734" y="32395"/>
                  <a:pt x="487966" y="32395"/>
                </a:cubicBezTo>
                <a:cubicBezTo>
                  <a:pt x="486075" y="32395"/>
                  <a:pt x="484200" y="32915"/>
                  <a:pt x="482344" y="33955"/>
                </a:cubicBezTo>
                <a:cubicBezTo>
                  <a:pt x="479436" y="35534"/>
                  <a:pt x="477194" y="37309"/>
                  <a:pt x="475618" y="39282"/>
                </a:cubicBezTo>
                <a:lnTo>
                  <a:pt x="475618" y="65703"/>
                </a:lnTo>
                <a:cubicBezTo>
                  <a:pt x="475618" y="68931"/>
                  <a:pt x="475837" y="71030"/>
                  <a:pt x="476275" y="71999"/>
                </a:cubicBezTo>
                <a:cubicBezTo>
                  <a:pt x="476713" y="72966"/>
                  <a:pt x="477361" y="73693"/>
                  <a:pt x="478219" y="74177"/>
                </a:cubicBezTo>
                <a:cubicBezTo>
                  <a:pt x="479077" y="74662"/>
                  <a:pt x="480820" y="74904"/>
                  <a:pt x="483447" y="74904"/>
                </a:cubicBezTo>
                <a:lnTo>
                  <a:pt x="483447" y="76905"/>
                </a:lnTo>
                <a:lnTo>
                  <a:pt x="459644" y="76905"/>
                </a:lnTo>
                <a:lnTo>
                  <a:pt x="459644" y="74904"/>
                </a:lnTo>
                <a:cubicBezTo>
                  <a:pt x="461851" y="74904"/>
                  <a:pt x="463392" y="74661"/>
                  <a:pt x="464268" y="74175"/>
                </a:cubicBezTo>
                <a:cubicBezTo>
                  <a:pt x="465144" y="73690"/>
                  <a:pt x="465809" y="72916"/>
                  <a:pt x="466265" y="71855"/>
                </a:cubicBezTo>
                <a:cubicBezTo>
                  <a:pt x="466720" y="70794"/>
                  <a:pt x="466948" y="68734"/>
                  <a:pt x="466948" y="65676"/>
                </a:cubicBezTo>
                <a:lnTo>
                  <a:pt x="466948" y="46790"/>
                </a:lnTo>
                <a:cubicBezTo>
                  <a:pt x="466948" y="41357"/>
                  <a:pt x="466790" y="37849"/>
                  <a:pt x="466475" y="36267"/>
                </a:cubicBezTo>
                <a:cubicBezTo>
                  <a:pt x="466229" y="35080"/>
                  <a:pt x="465844" y="34261"/>
                  <a:pt x="465319" y="33811"/>
                </a:cubicBezTo>
                <a:cubicBezTo>
                  <a:pt x="464793" y="33362"/>
                  <a:pt x="464075" y="33137"/>
                  <a:pt x="463164" y="33137"/>
                </a:cubicBezTo>
                <a:cubicBezTo>
                  <a:pt x="462183" y="33137"/>
                  <a:pt x="461010" y="33407"/>
                  <a:pt x="459644" y="33947"/>
                </a:cubicBezTo>
                <a:lnTo>
                  <a:pt x="458855" y="32003"/>
                </a:lnTo>
                <a:lnTo>
                  <a:pt x="473358" y="25959"/>
                </a:lnTo>
                <a:lnTo>
                  <a:pt x="475618" y="25959"/>
                </a:lnTo>
                <a:lnTo>
                  <a:pt x="475618" y="36505"/>
                </a:lnTo>
                <a:close/>
                <a:moveTo>
                  <a:pt x="556519" y="0"/>
                </a:moveTo>
                <a:cubicBezTo>
                  <a:pt x="557990" y="0"/>
                  <a:pt x="559243" y="535"/>
                  <a:pt x="560276" y="1604"/>
                </a:cubicBezTo>
                <a:cubicBezTo>
                  <a:pt x="561309" y="2672"/>
                  <a:pt x="561826" y="3967"/>
                  <a:pt x="561826" y="5489"/>
                </a:cubicBezTo>
                <a:cubicBezTo>
                  <a:pt x="561826" y="7012"/>
                  <a:pt x="561309" y="8316"/>
                  <a:pt x="560276" y="9404"/>
                </a:cubicBezTo>
                <a:cubicBezTo>
                  <a:pt x="559243" y="10490"/>
                  <a:pt x="557990" y="11033"/>
                  <a:pt x="556519" y="11033"/>
                </a:cubicBezTo>
                <a:cubicBezTo>
                  <a:pt x="555048" y="11033"/>
                  <a:pt x="553786" y="10490"/>
                  <a:pt x="552736" y="9404"/>
                </a:cubicBezTo>
                <a:cubicBezTo>
                  <a:pt x="551685" y="8316"/>
                  <a:pt x="551159" y="7012"/>
                  <a:pt x="551159" y="5489"/>
                </a:cubicBezTo>
                <a:cubicBezTo>
                  <a:pt x="551159" y="3967"/>
                  <a:pt x="551676" y="2672"/>
                  <a:pt x="552709" y="1604"/>
                </a:cubicBezTo>
                <a:cubicBezTo>
                  <a:pt x="553743" y="535"/>
                  <a:pt x="555013" y="0"/>
                  <a:pt x="556519" y="0"/>
                </a:cubicBezTo>
                <a:moveTo>
                  <a:pt x="560880" y="25959"/>
                </a:moveTo>
                <a:lnTo>
                  <a:pt x="560880" y="65676"/>
                </a:lnTo>
                <a:cubicBezTo>
                  <a:pt x="560880" y="68770"/>
                  <a:pt x="561099" y="70830"/>
                  <a:pt x="561537" y="71855"/>
                </a:cubicBezTo>
                <a:cubicBezTo>
                  <a:pt x="561975" y="72880"/>
                  <a:pt x="562623" y="73645"/>
                  <a:pt x="563481" y="74148"/>
                </a:cubicBezTo>
                <a:cubicBezTo>
                  <a:pt x="564340" y="74652"/>
                  <a:pt x="565907" y="74904"/>
                  <a:pt x="568184" y="74904"/>
                </a:cubicBezTo>
                <a:lnTo>
                  <a:pt x="568184" y="76905"/>
                </a:lnTo>
                <a:lnTo>
                  <a:pt x="544801" y="76905"/>
                </a:lnTo>
                <a:lnTo>
                  <a:pt x="544801" y="74904"/>
                </a:lnTo>
                <a:cubicBezTo>
                  <a:pt x="547148" y="74904"/>
                  <a:pt x="548724" y="74670"/>
                  <a:pt x="549530" y="74202"/>
                </a:cubicBezTo>
                <a:cubicBezTo>
                  <a:pt x="550336" y="73735"/>
                  <a:pt x="550975" y="72961"/>
                  <a:pt x="551448" y="71882"/>
                </a:cubicBezTo>
                <a:cubicBezTo>
                  <a:pt x="551921" y="70803"/>
                  <a:pt x="552158" y="68734"/>
                  <a:pt x="552158" y="65676"/>
                </a:cubicBezTo>
                <a:lnTo>
                  <a:pt x="552158" y="46627"/>
                </a:lnTo>
                <a:cubicBezTo>
                  <a:pt x="552158" y="41266"/>
                  <a:pt x="552000" y="37795"/>
                  <a:pt x="551685" y="36213"/>
                </a:cubicBezTo>
                <a:cubicBezTo>
                  <a:pt x="551439" y="35062"/>
                  <a:pt x="551054" y="34261"/>
                  <a:pt x="550529" y="33811"/>
                </a:cubicBezTo>
                <a:cubicBezTo>
                  <a:pt x="550003" y="33362"/>
                  <a:pt x="549285" y="33137"/>
                  <a:pt x="548374" y="33137"/>
                </a:cubicBezTo>
                <a:cubicBezTo>
                  <a:pt x="547393" y="33137"/>
                  <a:pt x="546202" y="33407"/>
                  <a:pt x="544801" y="33947"/>
                </a:cubicBezTo>
                <a:lnTo>
                  <a:pt x="544065" y="32003"/>
                </a:lnTo>
                <a:lnTo>
                  <a:pt x="558568" y="25959"/>
                </a:lnTo>
                <a:lnTo>
                  <a:pt x="560880" y="25959"/>
                </a:lnTo>
                <a:close/>
                <a:moveTo>
                  <a:pt x="587395" y="11033"/>
                </a:moveTo>
                <a:lnTo>
                  <a:pt x="587395" y="27366"/>
                </a:lnTo>
                <a:lnTo>
                  <a:pt x="598640" y="27366"/>
                </a:lnTo>
                <a:lnTo>
                  <a:pt x="598640" y="31151"/>
                </a:lnTo>
                <a:lnTo>
                  <a:pt x="587395" y="31151"/>
                </a:lnTo>
                <a:lnTo>
                  <a:pt x="587395" y="63232"/>
                </a:lnTo>
                <a:cubicBezTo>
                  <a:pt x="587395" y="66438"/>
                  <a:pt x="587842" y="68599"/>
                  <a:pt x="588735" y="69715"/>
                </a:cubicBezTo>
                <a:cubicBezTo>
                  <a:pt x="589629" y="70831"/>
                  <a:pt x="590776" y="71388"/>
                  <a:pt x="592177" y="71388"/>
                </a:cubicBezTo>
                <a:cubicBezTo>
                  <a:pt x="593333" y="71388"/>
                  <a:pt x="594454" y="71019"/>
                  <a:pt x="595540" y="70280"/>
                </a:cubicBezTo>
                <a:cubicBezTo>
                  <a:pt x="596626" y="69541"/>
                  <a:pt x="597467" y="68450"/>
                  <a:pt x="598062" y="67008"/>
                </a:cubicBezTo>
                <a:lnTo>
                  <a:pt x="600112" y="67008"/>
                </a:lnTo>
                <a:cubicBezTo>
                  <a:pt x="598886" y="70551"/>
                  <a:pt x="597152" y="73231"/>
                  <a:pt x="594910" y="75047"/>
                </a:cubicBezTo>
                <a:cubicBezTo>
                  <a:pt x="592668" y="76863"/>
                  <a:pt x="590356" y="77770"/>
                  <a:pt x="587973" y="77770"/>
                </a:cubicBezTo>
                <a:cubicBezTo>
                  <a:pt x="586362" y="77770"/>
                  <a:pt x="584786" y="77310"/>
                  <a:pt x="583244" y="76389"/>
                </a:cubicBezTo>
                <a:cubicBezTo>
                  <a:pt x="581703" y="75469"/>
                  <a:pt x="580564" y="74152"/>
                  <a:pt x="579829" y="72438"/>
                </a:cubicBezTo>
                <a:cubicBezTo>
                  <a:pt x="579093" y="70723"/>
                  <a:pt x="578725" y="68079"/>
                  <a:pt x="578725" y="64505"/>
                </a:cubicBezTo>
                <a:lnTo>
                  <a:pt x="578725" y="31151"/>
                </a:lnTo>
                <a:lnTo>
                  <a:pt x="571106" y="31151"/>
                </a:lnTo>
                <a:lnTo>
                  <a:pt x="571106" y="29367"/>
                </a:lnTo>
                <a:cubicBezTo>
                  <a:pt x="573033" y="28571"/>
                  <a:pt x="575003" y="27224"/>
                  <a:pt x="577017" y="25326"/>
                </a:cubicBezTo>
                <a:cubicBezTo>
                  <a:pt x="579032" y="23427"/>
                  <a:pt x="580827" y="21176"/>
                  <a:pt x="582403" y="18572"/>
                </a:cubicBezTo>
                <a:cubicBezTo>
                  <a:pt x="583209" y="17199"/>
                  <a:pt x="584330" y="14686"/>
                  <a:pt x="585766" y="11033"/>
                </a:cubicBezTo>
                <a:lnTo>
                  <a:pt x="587395" y="11033"/>
                </a:lnTo>
                <a:close/>
                <a:moveTo>
                  <a:pt x="630474" y="47917"/>
                </a:moveTo>
                <a:lnTo>
                  <a:pt x="657640" y="47917"/>
                </a:lnTo>
                <a:lnTo>
                  <a:pt x="657640" y="56083"/>
                </a:lnTo>
                <a:lnTo>
                  <a:pt x="630474" y="56083"/>
                </a:lnTo>
                <a:lnTo>
                  <a:pt x="630474" y="47917"/>
                </a:lnTo>
                <a:close/>
                <a:moveTo>
                  <a:pt x="738230" y="62735"/>
                </a:moveTo>
                <a:lnTo>
                  <a:pt x="733238" y="76905"/>
                </a:lnTo>
                <a:lnTo>
                  <a:pt x="691201" y="76905"/>
                </a:lnTo>
                <a:lnTo>
                  <a:pt x="691201" y="74900"/>
                </a:lnTo>
                <a:cubicBezTo>
                  <a:pt x="703567" y="63272"/>
                  <a:pt x="712272" y="53774"/>
                  <a:pt x="717317" y="46408"/>
                </a:cubicBezTo>
                <a:cubicBezTo>
                  <a:pt x="722361" y="39040"/>
                  <a:pt x="724883" y="32305"/>
                  <a:pt x="724883" y="26201"/>
                </a:cubicBezTo>
                <a:cubicBezTo>
                  <a:pt x="724883" y="21543"/>
                  <a:pt x="723500" y="17716"/>
                  <a:pt x="720732" y="14719"/>
                </a:cubicBezTo>
                <a:cubicBezTo>
                  <a:pt x="717965" y="11721"/>
                  <a:pt x="714654" y="10222"/>
                  <a:pt x="710801" y="10222"/>
                </a:cubicBezTo>
                <a:cubicBezTo>
                  <a:pt x="707298" y="10222"/>
                  <a:pt x="704154" y="11281"/>
                  <a:pt x="701369" y="13399"/>
                </a:cubicBezTo>
                <a:cubicBezTo>
                  <a:pt x="698584" y="15517"/>
                  <a:pt x="696525" y="18622"/>
                  <a:pt x="695194" y="22715"/>
                </a:cubicBezTo>
                <a:lnTo>
                  <a:pt x="693250" y="22715"/>
                </a:lnTo>
                <a:cubicBezTo>
                  <a:pt x="694126" y="16061"/>
                  <a:pt x="696377" y="10955"/>
                  <a:pt x="700002" y="7396"/>
                </a:cubicBezTo>
                <a:cubicBezTo>
                  <a:pt x="703628" y="3835"/>
                  <a:pt x="708156" y="2055"/>
                  <a:pt x="713586" y="2055"/>
                </a:cubicBezTo>
                <a:cubicBezTo>
                  <a:pt x="719366" y="2055"/>
                  <a:pt x="724191" y="3966"/>
                  <a:pt x="728062" y="7788"/>
                </a:cubicBezTo>
                <a:cubicBezTo>
                  <a:pt x="731933" y="11610"/>
                  <a:pt x="733869" y="16116"/>
                  <a:pt x="733869" y="21308"/>
                </a:cubicBezTo>
                <a:cubicBezTo>
                  <a:pt x="733869" y="25022"/>
                  <a:pt x="733028" y="28736"/>
                  <a:pt x="731347" y="32449"/>
                </a:cubicBezTo>
                <a:cubicBezTo>
                  <a:pt x="728754" y="38290"/>
                  <a:pt x="724550" y="44474"/>
                  <a:pt x="718735" y="50999"/>
                </a:cubicBezTo>
                <a:cubicBezTo>
                  <a:pt x="710013" y="60806"/>
                  <a:pt x="704565" y="66719"/>
                  <a:pt x="702393" y="68738"/>
                </a:cubicBezTo>
                <a:lnTo>
                  <a:pt x="720995" y="68738"/>
                </a:lnTo>
                <a:cubicBezTo>
                  <a:pt x="724778" y="68738"/>
                  <a:pt x="727432" y="68593"/>
                  <a:pt x="728956" y="68302"/>
                </a:cubicBezTo>
                <a:cubicBezTo>
                  <a:pt x="730480" y="68011"/>
                  <a:pt x="731854" y="67419"/>
                  <a:pt x="733081" y="66528"/>
                </a:cubicBezTo>
                <a:cubicBezTo>
                  <a:pt x="734307" y="65637"/>
                  <a:pt x="735375" y="64372"/>
                  <a:pt x="736286" y="62735"/>
                </a:cubicBezTo>
                <a:lnTo>
                  <a:pt x="738230" y="627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CodeCommit-1">
            <a:extLst xmlns:a="http://schemas.openxmlformats.org/drawingml/2006/main">
              <a:ext uri="{FF2B5EF4-FFF2-40B4-BE49-F238E27FC236}">
                <a16:creationId xmlns:a16="http://schemas.microsoft.com/office/drawing/2014/main" id="{0C3D98C2-146E-4B85-9A0C-FF8D6904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540" y="1906438"/>
            <a:ext cx="729560" cy="78527"/>
          </a:xfrm>
          <a:custGeom xmlns:a="http://schemas.openxmlformats.org/drawingml/2006/main">
            <a:pathLst>
              <a:path w="729560" h="78527">
                <a:moveTo>
                  <a:pt x="60902" y="1947"/>
                </a:moveTo>
                <a:lnTo>
                  <a:pt x="62531" y="26825"/>
                </a:lnTo>
                <a:lnTo>
                  <a:pt x="60902" y="26825"/>
                </a:lnTo>
                <a:cubicBezTo>
                  <a:pt x="58730" y="19342"/>
                  <a:pt x="55630" y="13957"/>
                  <a:pt x="51601" y="10668"/>
                </a:cubicBezTo>
                <a:cubicBezTo>
                  <a:pt x="47572" y="7378"/>
                  <a:pt x="42738" y="5733"/>
                  <a:pt x="37098" y="5733"/>
                </a:cubicBezTo>
                <a:cubicBezTo>
                  <a:pt x="32369" y="5733"/>
                  <a:pt x="28095" y="6969"/>
                  <a:pt x="24277" y="9441"/>
                </a:cubicBezTo>
                <a:cubicBezTo>
                  <a:pt x="20458" y="11912"/>
                  <a:pt x="17454" y="15853"/>
                  <a:pt x="15265" y="21266"/>
                </a:cubicBezTo>
                <a:cubicBezTo>
                  <a:pt x="13075" y="26679"/>
                  <a:pt x="11981" y="33409"/>
                  <a:pt x="11981" y="41456"/>
                </a:cubicBezTo>
                <a:cubicBezTo>
                  <a:pt x="11981" y="48094"/>
                  <a:pt x="13014" y="53849"/>
                  <a:pt x="15081" y="58721"/>
                </a:cubicBezTo>
                <a:cubicBezTo>
                  <a:pt x="17148" y="63592"/>
                  <a:pt x="20257" y="67327"/>
                  <a:pt x="24408" y="69925"/>
                </a:cubicBezTo>
                <a:cubicBezTo>
                  <a:pt x="28559" y="72523"/>
                  <a:pt x="33297" y="73822"/>
                  <a:pt x="38622" y="73822"/>
                </a:cubicBezTo>
                <a:cubicBezTo>
                  <a:pt x="43246" y="73822"/>
                  <a:pt x="47327" y="72804"/>
                  <a:pt x="50865" y="70767"/>
                </a:cubicBezTo>
                <a:cubicBezTo>
                  <a:pt x="54403" y="68729"/>
                  <a:pt x="58292" y="64682"/>
                  <a:pt x="62531" y="58625"/>
                </a:cubicBezTo>
                <a:lnTo>
                  <a:pt x="64160" y="59703"/>
                </a:lnTo>
                <a:cubicBezTo>
                  <a:pt x="60586" y="66212"/>
                  <a:pt x="56418" y="70977"/>
                  <a:pt x="51654" y="73998"/>
                </a:cubicBezTo>
                <a:cubicBezTo>
                  <a:pt x="46889" y="77018"/>
                  <a:pt x="41232" y="78527"/>
                  <a:pt x="34681" y="78527"/>
                </a:cubicBezTo>
                <a:cubicBezTo>
                  <a:pt x="22875" y="78527"/>
                  <a:pt x="13732" y="74027"/>
                  <a:pt x="7251" y="65025"/>
                </a:cubicBezTo>
                <a:cubicBezTo>
                  <a:pt x="2417" y="58329"/>
                  <a:pt x="0" y="50445"/>
                  <a:pt x="0" y="41371"/>
                </a:cubicBezTo>
                <a:cubicBezTo>
                  <a:pt x="0" y="34062"/>
                  <a:pt x="1594" y="27348"/>
                  <a:pt x="4782" y="21227"/>
                </a:cubicBezTo>
                <a:cubicBezTo>
                  <a:pt x="7970" y="15107"/>
                  <a:pt x="12357" y="10363"/>
                  <a:pt x="17945" y="6997"/>
                </a:cubicBezTo>
                <a:cubicBezTo>
                  <a:pt x="23532" y="3630"/>
                  <a:pt x="29636" y="1947"/>
                  <a:pt x="36257" y="1947"/>
                </a:cubicBezTo>
                <a:cubicBezTo>
                  <a:pt x="41407" y="1947"/>
                  <a:pt x="46486" y="3245"/>
                  <a:pt x="51496" y="5841"/>
                </a:cubicBezTo>
                <a:cubicBezTo>
                  <a:pt x="52967" y="6634"/>
                  <a:pt x="54018" y="7031"/>
                  <a:pt x="54649" y="7031"/>
                </a:cubicBezTo>
                <a:cubicBezTo>
                  <a:pt x="55595" y="7031"/>
                  <a:pt x="56418" y="6688"/>
                  <a:pt x="57118" y="6003"/>
                </a:cubicBezTo>
                <a:cubicBezTo>
                  <a:pt x="58029" y="5030"/>
                  <a:pt x="58677" y="3678"/>
                  <a:pt x="59063" y="1947"/>
                </a:cubicBezTo>
                <a:lnTo>
                  <a:pt x="60902" y="1947"/>
                </a:lnTo>
                <a:close/>
                <a:moveTo>
                  <a:pt x="94763" y="25959"/>
                </a:moveTo>
                <a:cubicBezTo>
                  <a:pt x="102050" y="25959"/>
                  <a:pt x="107900" y="28805"/>
                  <a:pt x="112314" y="34496"/>
                </a:cubicBezTo>
                <a:cubicBezTo>
                  <a:pt x="116062" y="39358"/>
                  <a:pt x="117936" y="44941"/>
                  <a:pt x="117936" y="51245"/>
                </a:cubicBezTo>
                <a:cubicBezTo>
                  <a:pt x="117936" y="55675"/>
                  <a:pt x="116903" y="60159"/>
                  <a:pt x="114836" y="64697"/>
                </a:cubicBezTo>
                <a:cubicBezTo>
                  <a:pt x="112769" y="69235"/>
                  <a:pt x="109923" y="72656"/>
                  <a:pt x="106297" y="74961"/>
                </a:cubicBezTo>
                <a:cubicBezTo>
                  <a:pt x="102672" y="77267"/>
                  <a:pt x="98634" y="78419"/>
                  <a:pt x="94185" y="78419"/>
                </a:cubicBezTo>
                <a:cubicBezTo>
                  <a:pt x="86934" y="78419"/>
                  <a:pt x="81171" y="75447"/>
                  <a:pt x="76897" y="69504"/>
                </a:cubicBezTo>
                <a:cubicBezTo>
                  <a:pt x="73289" y="64498"/>
                  <a:pt x="71485" y="58880"/>
                  <a:pt x="71485" y="52649"/>
                </a:cubicBezTo>
                <a:cubicBezTo>
                  <a:pt x="71485" y="48111"/>
                  <a:pt x="72580" y="43599"/>
                  <a:pt x="74769" y="39115"/>
                </a:cubicBezTo>
                <a:cubicBezTo>
                  <a:pt x="76959" y="34631"/>
                  <a:pt x="79840" y="31317"/>
                  <a:pt x="83413" y="29174"/>
                </a:cubicBezTo>
                <a:cubicBezTo>
                  <a:pt x="86986" y="27031"/>
                  <a:pt x="90770" y="25959"/>
                  <a:pt x="94763" y="25959"/>
                </a:cubicBezTo>
                <a:moveTo>
                  <a:pt x="93134" y="29529"/>
                </a:moveTo>
                <a:cubicBezTo>
                  <a:pt x="91278" y="29529"/>
                  <a:pt x="89412" y="30096"/>
                  <a:pt x="87538" y="31231"/>
                </a:cubicBezTo>
                <a:cubicBezTo>
                  <a:pt x="85664" y="32365"/>
                  <a:pt x="84149" y="34355"/>
                  <a:pt x="82993" y="37200"/>
                </a:cubicBezTo>
                <a:cubicBezTo>
                  <a:pt x="81837" y="40045"/>
                  <a:pt x="81259" y="43700"/>
                  <a:pt x="81259" y="48165"/>
                </a:cubicBezTo>
                <a:cubicBezTo>
                  <a:pt x="81259" y="55367"/>
                  <a:pt x="82651" y="61579"/>
                  <a:pt x="85436" y="66802"/>
                </a:cubicBezTo>
                <a:cubicBezTo>
                  <a:pt x="88221" y="72023"/>
                  <a:pt x="91891" y="74633"/>
                  <a:pt x="96445" y="74633"/>
                </a:cubicBezTo>
                <a:cubicBezTo>
                  <a:pt x="99843" y="74633"/>
                  <a:pt x="102645" y="73193"/>
                  <a:pt x="104852" y="70312"/>
                </a:cubicBezTo>
                <a:cubicBezTo>
                  <a:pt x="107059" y="67431"/>
                  <a:pt x="108163" y="62480"/>
                  <a:pt x="108163" y="55458"/>
                </a:cubicBezTo>
                <a:cubicBezTo>
                  <a:pt x="108163" y="46671"/>
                  <a:pt x="106324" y="39756"/>
                  <a:pt x="102645" y="34714"/>
                </a:cubicBezTo>
                <a:cubicBezTo>
                  <a:pt x="100158" y="31257"/>
                  <a:pt x="96988" y="29529"/>
                  <a:pt x="93134" y="29529"/>
                </a:cubicBezTo>
                <a:close/>
                <a:moveTo>
                  <a:pt x="159028" y="71334"/>
                </a:moveTo>
                <a:cubicBezTo>
                  <a:pt x="156681" y="73858"/>
                  <a:pt x="154386" y="75670"/>
                  <a:pt x="152144" y="76770"/>
                </a:cubicBezTo>
                <a:cubicBezTo>
                  <a:pt x="149902" y="77869"/>
                  <a:pt x="147485" y="78419"/>
                  <a:pt x="144893" y="78419"/>
                </a:cubicBezTo>
                <a:cubicBezTo>
                  <a:pt x="139638" y="78419"/>
                  <a:pt x="135049" y="76162"/>
                  <a:pt x="131125" y="71647"/>
                </a:cubicBezTo>
                <a:cubicBezTo>
                  <a:pt x="127202" y="67131"/>
                  <a:pt x="125240" y="61329"/>
                  <a:pt x="125240" y="54239"/>
                </a:cubicBezTo>
                <a:cubicBezTo>
                  <a:pt x="125240" y="47151"/>
                  <a:pt x="127412" y="40666"/>
                  <a:pt x="131756" y="34783"/>
                </a:cubicBezTo>
                <a:cubicBezTo>
                  <a:pt x="136100" y="28901"/>
                  <a:pt x="141687" y="25959"/>
                  <a:pt x="148518" y="25959"/>
                </a:cubicBezTo>
                <a:cubicBezTo>
                  <a:pt x="152757" y="25959"/>
                  <a:pt x="156260" y="27348"/>
                  <a:pt x="159028" y="30124"/>
                </a:cubicBezTo>
                <a:lnTo>
                  <a:pt x="159028" y="20964"/>
                </a:lnTo>
                <a:cubicBezTo>
                  <a:pt x="159028" y="15279"/>
                  <a:pt x="158896" y="11785"/>
                  <a:pt x="158634" y="10482"/>
                </a:cubicBezTo>
                <a:cubicBezTo>
                  <a:pt x="158371" y="9178"/>
                  <a:pt x="157959" y="8291"/>
                  <a:pt x="157399" y="7822"/>
                </a:cubicBezTo>
                <a:cubicBezTo>
                  <a:pt x="156838" y="7351"/>
                  <a:pt x="156138" y="7115"/>
                  <a:pt x="155297" y="7115"/>
                </a:cubicBezTo>
                <a:cubicBezTo>
                  <a:pt x="154386" y="7115"/>
                  <a:pt x="153178" y="7405"/>
                  <a:pt x="151671" y="7984"/>
                </a:cubicBezTo>
                <a:lnTo>
                  <a:pt x="150988" y="6083"/>
                </a:lnTo>
                <a:lnTo>
                  <a:pt x="165333" y="0"/>
                </a:lnTo>
                <a:lnTo>
                  <a:pt x="167698" y="0"/>
                </a:lnTo>
                <a:lnTo>
                  <a:pt x="167698" y="57273"/>
                </a:lnTo>
                <a:cubicBezTo>
                  <a:pt x="167698" y="63078"/>
                  <a:pt x="167829" y="66620"/>
                  <a:pt x="168092" y="67900"/>
                </a:cubicBezTo>
                <a:cubicBezTo>
                  <a:pt x="168355" y="69180"/>
                  <a:pt x="168775" y="70072"/>
                  <a:pt x="169353" y="70577"/>
                </a:cubicBezTo>
                <a:cubicBezTo>
                  <a:pt x="169931" y="71082"/>
                  <a:pt x="170606" y="71334"/>
                  <a:pt x="171376" y="71334"/>
                </a:cubicBezTo>
                <a:cubicBezTo>
                  <a:pt x="172322" y="71334"/>
                  <a:pt x="173583" y="71028"/>
                  <a:pt x="175160" y="70415"/>
                </a:cubicBezTo>
                <a:lnTo>
                  <a:pt x="175738" y="72308"/>
                </a:lnTo>
                <a:lnTo>
                  <a:pt x="161445" y="78419"/>
                </a:lnTo>
                <a:lnTo>
                  <a:pt x="159028" y="78419"/>
                </a:lnTo>
                <a:lnTo>
                  <a:pt x="159028" y="71334"/>
                </a:lnTo>
                <a:moveTo>
                  <a:pt x="159028" y="67560"/>
                </a:moveTo>
                <a:lnTo>
                  <a:pt x="159028" y="42098"/>
                </a:lnTo>
                <a:cubicBezTo>
                  <a:pt x="158818" y="39652"/>
                  <a:pt x="158187" y="37422"/>
                  <a:pt x="157136" y="35409"/>
                </a:cubicBezTo>
                <a:cubicBezTo>
                  <a:pt x="156085" y="33394"/>
                  <a:pt x="154693" y="31875"/>
                  <a:pt x="152959" y="30850"/>
                </a:cubicBezTo>
                <a:cubicBezTo>
                  <a:pt x="151225" y="29825"/>
                  <a:pt x="149534" y="29313"/>
                  <a:pt x="147888" y="29313"/>
                </a:cubicBezTo>
                <a:cubicBezTo>
                  <a:pt x="144805" y="29313"/>
                  <a:pt x="142055" y="30733"/>
                  <a:pt x="139638" y="33575"/>
                </a:cubicBezTo>
                <a:cubicBezTo>
                  <a:pt x="136450" y="37314"/>
                  <a:pt x="134856" y="42781"/>
                  <a:pt x="134856" y="49974"/>
                </a:cubicBezTo>
                <a:cubicBezTo>
                  <a:pt x="134856" y="57239"/>
                  <a:pt x="136398" y="62805"/>
                  <a:pt x="139480" y="66671"/>
                </a:cubicBezTo>
                <a:cubicBezTo>
                  <a:pt x="142563" y="70537"/>
                  <a:pt x="145996" y="72470"/>
                  <a:pt x="149779" y="72470"/>
                </a:cubicBezTo>
                <a:cubicBezTo>
                  <a:pt x="152967" y="72470"/>
                  <a:pt x="156050" y="70834"/>
                  <a:pt x="159028" y="67560"/>
                </a:cubicBezTo>
                <a:close/>
                <a:moveTo>
                  <a:pt x="186930" y="46078"/>
                </a:moveTo>
                <a:cubicBezTo>
                  <a:pt x="186895" y="53416"/>
                  <a:pt x="188629" y="59172"/>
                  <a:pt x="192132" y="63345"/>
                </a:cubicBezTo>
                <a:cubicBezTo>
                  <a:pt x="195635" y="67518"/>
                  <a:pt x="199751" y="69604"/>
                  <a:pt x="204481" y="69604"/>
                </a:cubicBezTo>
                <a:cubicBezTo>
                  <a:pt x="207633" y="69604"/>
                  <a:pt x="210375" y="68711"/>
                  <a:pt x="212704" y="66927"/>
                </a:cubicBezTo>
                <a:cubicBezTo>
                  <a:pt x="215034" y="65142"/>
                  <a:pt x="216987" y="62086"/>
                  <a:pt x="218563" y="57760"/>
                </a:cubicBezTo>
                <a:lnTo>
                  <a:pt x="220192" y="58841"/>
                </a:lnTo>
                <a:cubicBezTo>
                  <a:pt x="219457" y="63781"/>
                  <a:pt x="217320" y="68279"/>
                  <a:pt x="213781" y="72335"/>
                </a:cubicBezTo>
                <a:cubicBezTo>
                  <a:pt x="210243" y="76391"/>
                  <a:pt x="205812" y="78419"/>
                  <a:pt x="200487" y="78419"/>
                </a:cubicBezTo>
                <a:cubicBezTo>
                  <a:pt x="194707" y="78419"/>
                  <a:pt x="189759" y="76108"/>
                  <a:pt x="185643" y="71485"/>
                </a:cubicBezTo>
                <a:cubicBezTo>
                  <a:pt x="181526" y="66861"/>
                  <a:pt x="179468" y="60645"/>
                  <a:pt x="179468" y="52837"/>
                </a:cubicBezTo>
                <a:cubicBezTo>
                  <a:pt x="179468" y="44382"/>
                  <a:pt x="181579" y="37789"/>
                  <a:pt x="185800" y="33058"/>
                </a:cubicBezTo>
                <a:cubicBezTo>
                  <a:pt x="190022" y="28326"/>
                  <a:pt x="195320" y="25959"/>
                  <a:pt x="201696" y="25959"/>
                </a:cubicBezTo>
                <a:cubicBezTo>
                  <a:pt x="207090" y="25959"/>
                  <a:pt x="211522" y="27785"/>
                  <a:pt x="214990" y="31435"/>
                </a:cubicBezTo>
                <a:cubicBezTo>
                  <a:pt x="218458" y="35085"/>
                  <a:pt x="220192" y="39966"/>
                  <a:pt x="220192" y="46078"/>
                </a:cubicBezTo>
                <a:lnTo>
                  <a:pt x="186930" y="46078"/>
                </a:lnTo>
                <a:moveTo>
                  <a:pt x="186930" y="42941"/>
                </a:moveTo>
                <a:lnTo>
                  <a:pt x="209210" y="42941"/>
                </a:lnTo>
                <a:cubicBezTo>
                  <a:pt x="209035" y="39768"/>
                  <a:pt x="208667" y="37533"/>
                  <a:pt x="208106" y="36235"/>
                </a:cubicBezTo>
                <a:cubicBezTo>
                  <a:pt x="207231" y="34216"/>
                  <a:pt x="205926" y="32630"/>
                  <a:pt x="204192" y="31476"/>
                </a:cubicBezTo>
                <a:cubicBezTo>
                  <a:pt x="202458" y="30322"/>
                  <a:pt x="200645" y="29745"/>
                  <a:pt x="198753" y="29745"/>
                </a:cubicBezTo>
                <a:cubicBezTo>
                  <a:pt x="195845" y="29745"/>
                  <a:pt x="193244" y="30908"/>
                  <a:pt x="190950" y="33233"/>
                </a:cubicBezTo>
                <a:cubicBezTo>
                  <a:pt x="188655" y="35559"/>
                  <a:pt x="187315" y="38795"/>
                  <a:pt x="186930" y="42941"/>
                </a:cubicBezTo>
                <a:close/>
                <a:moveTo>
                  <a:pt x="314247" y="1947"/>
                </a:moveTo>
                <a:lnTo>
                  <a:pt x="315876" y="26825"/>
                </a:lnTo>
                <a:lnTo>
                  <a:pt x="314247" y="26825"/>
                </a:lnTo>
                <a:cubicBezTo>
                  <a:pt x="312075" y="19342"/>
                  <a:pt x="308975" y="13957"/>
                  <a:pt x="304947" y="10668"/>
                </a:cubicBezTo>
                <a:cubicBezTo>
                  <a:pt x="300918" y="7378"/>
                  <a:pt x="296084" y="5733"/>
                  <a:pt x="290444" y="5733"/>
                </a:cubicBezTo>
                <a:cubicBezTo>
                  <a:pt x="285715" y="5733"/>
                  <a:pt x="281441" y="6969"/>
                  <a:pt x="277622" y="9441"/>
                </a:cubicBezTo>
                <a:cubicBezTo>
                  <a:pt x="273804" y="11912"/>
                  <a:pt x="270800" y="15853"/>
                  <a:pt x="268611" y="21266"/>
                </a:cubicBezTo>
                <a:cubicBezTo>
                  <a:pt x="266421" y="26679"/>
                  <a:pt x="265326" y="33409"/>
                  <a:pt x="265326" y="41456"/>
                </a:cubicBezTo>
                <a:cubicBezTo>
                  <a:pt x="265326" y="48094"/>
                  <a:pt x="266360" y="53849"/>
                  <a:pt x="268427" y="58721"/>
                </a:cubicBezTo>
                <a:cubicBezTo>
                  <a:pt x="270493" y="63592"/>
                  <a:pt x="273602" y="67327"/>
                  <a:pt x="277754" y="69925"/>
                </a:cubicBezTo>
                <a:cubicBezTo>
                  <a:pt x="281905" y="72523"/>
                  <a:pt x="286643" y="73822"/>
                  <a:pt x="291968" y="73822"/>
                </a:cubicBezTo>
                <a:cubicBezTo>
                  <a:pt x="296592" y="73822"/>
                  <a:pt x="300673" y="72804"/>
                  <a:pt x="304211" y="70767"/>
                </a:cubicBezTo>
                <a:cubicBezTo>
                  <a:pt x="307749" y="68729"/>
                  <a:pt x="311638" y="64682"/>
                  <a:pt x="315876" y="58625"/>
                </a:cubicBezTo>
                <a:lnTo>
                  <a:pt x="317505" y="59703"/>
                </a:lnTo>
                <a:cubicBezTo>
                  <a:pt x="313932" y="66212"/>
                  <a:pt x="309763" y="70977"/>
                  <a:pt x="304999" y="73998"/>
                </a:cubicBezTo>
                <a:cubicBezTo>
                  <a:pt x="300235" y="77018"/>
                  <a:pt x="294577" y="78527"/>
                  <a:pt x="288027" y="78527"/>
                </a:cubicBezTo>
                <a:cubicBezTo>
                  <a:pt x="276221" y="78527"/>
                  <a:pt x="267078" y="74027"/>
                  <a:pt x="260597" y="65025"/>
                </a:cubicBezTo>
                <a:cubicBezTo>
                  <a:pt x="255763" y="58329"/>
                  <a:pt x="253346" y="50445"/>
                  <a:pt x="253346" y="41371"/>
                </a:cubicBezTo>
                <a:cubicBezTo>
                  <a:pt x="253346" y="34062"/>
                  <a:pt x="254940" y="27348"/>
                  <a:pt x="258127" y="21227"/>
                </a:cubicBezTo>
                <a:cubicBezTo>
                  <a:pt x="261315" y="15107"/>
                  <a:pt x="265703" y="10363"/>
                  <a:pt x="271290" y="6997"/>
                </a:cubicBezTo>
                <a:cubicBezTo>
                  <a:pt x="276878" y="3630"/>
                  <a:pt x="282982" y="1947"/>
                  <a:pt x="289603" y="1947"/>
                </a:cubicBezTo>
                <a:cubicBezTo>
                  <a:pt x="294753" y="1947"/>
                  <a:pt x="299832" y="3245"/>
                  <a:pt x="304842" y="5841"/>
                </a:cubicBezTo>
                <a:cubicBezTo>
                  <a:pt x="306313" y="6634"/>
                  <a:pt x="307364" y="7031"/>
                  <a:pt x="307994" y="7031"/>
                </a:cubicBezTo>
                <a:cubicBezTo>
                  <a:pt x="308940" y="7031"/>
                  <a:pt x="309763" y="6688"/>
                  <a:pt x="310464" y="6003"/>
                </a:cubicBezTo>
                <a:cubicBezTo>
                  <a:pt x="311375" y="5030"/>
                  <a:pt x="312023" y="3678"/>
                  <a:pt x="312408" y="1947"/>
                </a:cubicBezTo>
                <a:lnTo>
                  <a:pt x="314247" y="1947"/>
                </a:lnTo>
                <a:close/>
                <a:moveTo>
                  <a:pt x="348109" y="25959"/>
                </a:moveTo>
                <a:cubicBezTo>
                  <a:pt x="355396" y="25959"/>
                  <a:pt x="361246" y="28805"/>
                  <a:pt x="365660" y="34496"/>
                </a:cubicBezTo>
                <a:cubicBezTo>
                  <a:pt x="369408" y="39358"/>
                  <a:pt x="371282" y="44941"/>
                  <a:pt x="371282" y="51245"/>
                </a:cubicBezTo>
                <a:cubicBezTo>
                  <a:pt x="371282" y="55675"/>
                  <a:pt x="370249" y="60159"/>
                  <a:pt x="368182" y="64697"/>
                </a:cubicBezTo>
                <a:cubicBezTo>
                  <a:pt x="366115" y="69235"/>
                  <a:pt x="363269" y="72656"/>
                  <a:pt x="359643" y="74961"/>
                </a:cubicBezTo>
                <a:cubicBezTo>
                  <a:pt x="356018" y="77267"/>
                  <a:pt x="351980" y="78419"/>
                  <a:pt x="347531" y="78419"/>
                </a:cubicBezTo>
                <a:cubicBezTo>
                  <a:pt x="340280" y="78419"/>
                  <a:pt x="334517" y="75447"/>
                  <a:pt x="330243" y="69504"/>
                </a:cubicBezTo>
                <a:cubicBezTo>
                  <a:pt x="326635" y="64498"/>
                  <a:pt x="324831" y="58880"/>
                  <a:pt x="324831" y="52649"/>
                </a:cubicBezTo>
                <a:cubicBezTo>
                  <a:pt x="324831" y="48111"/>
                  <a:pt x="325926" y="43599"/>
                  <a:pt x="328115" y="39115"/>
                </a:cubicBezTo>
                <a:cubicBezTo>
                  <a:pt x="330305" y="34631"/>
                  <a:pt x="333186" y="31317"/>
                  <a:pt x="336759" y="29174"/>
                </a:cubicBezTo>
                <a:cubicBezTo>
                  <a:pt x="340332" y="27031"/>
                  <a:pt x="344116" y="25959"/>
                  <a:pt x="348109" y="25959"/>
                </a:cubicBezTo>
                <a:moveTo>
                  <a:pt x="346480" y="29529"/>
                </a:moveTo>
                <a:cubicBezTo>
                  <a:pt x="344624" y="29529"/>
                  <a:pt x="342758" y="30096"/>
                  <a:pt x="340884" y="31231"/>
                </a:cubicBezTo>
                <a:cubicBezTo>
                  <a:pt x="339010" y="32365"/>
                  <a:pt x="337495" y="34355"/>
                  <a:pt x="336339" y="37200"/>
                </a:cubicBezTo>
                <a:cubicBezTo>
                  <a:pt x="335183" y="40045"/>
                  <a:pt x="334605" y="43700"/>
                  <a:pt x="334605" y="48165"/>
                </a:cubicBezTo>
                <a:cubicBezTo>
                  <a:pt x="334605" y="55367"/>
                  <a:pt x="335997" y="61579"/>
                  <a:pt x="338782" y="66802"/>
                </a:cubicBezTo>
                <a:cubicBezTo>
                  <a:pt x="341567" y="72023"/>
                  <a:pt x="345237" y="74633"/>
                  <a:pt x="349791" y="74633"/>
                </a:cubicBezTo>
                <a:cubicBezTo>
                  <a:pt x="353189" y="74633"/>
                  <a:pt x="355991" y="73193"/>
                  <a:pt x="358198" y="70312"/>
                </a:cubicBezTo>
                <a:cubicBezTo>
                  <a:pt x="360405" y="67431"/>
                  <a:pt x="361509" y="62480"/>
                  <a:pt x="361509" y="55458"/>
                </a:cubicBezTo>
                <a:cubicBezTo>
                  <a:pt x="361509" y="46671"/>
                  <a:pt x="359670" y="39756"/>
                  <a:pt x="355991" y="34714"/>
                </a:cubicBezTo>
                <a:cubicBezTo>
                  <a:pt x="353504" y="31257"/>
                  <a:pt x="350334" y="29529"/>
                  <a:pt x="346480" y="29529"/>
                </a:cubicBezTo>
                <a:close/>
                <a:moveTo>
                  <a:pt x="392668" y="36505"/>
                </a:moveTo>
                <a:cubicBezTo>
                  <a:pt x="396171" y="32900"/>
                  <a:pt x="398238" y="30827"/>
                  <a:pt x="398869" y="30286"/>
                </a:cubicBezTo>
                <a:cubicBezTo>
                  <a:pt x="400445" y="28916"/>
                  <a:pt x="402144" y="27852"/>
                  <a:pt x="403966" y="27095"/>
                </a:cubicBezTo>
                <a:cubicBezTo>
                  <a:pt x="405788" y="26338"/>
                  <a:pt x="407592" y="25959"/>
                  <a:pt x="409378" y="25959"/>
                </a:cubicBezTo>
                <a:cubicBezTo>
                  <a:pt x="412391" y="25959"/>
                  <a:pt x="414983" y="26861"/>
                  <a:pt x="417155" y="28664"/>
                </a:cubicBezTo>
                <a:cubicBezTo>
                  <a:pt x="419327" y="30466"/>
                  <a:pt x="420781" y="33080"/>
                  <a:pt x="421517" y="36505"/>
                </a:cubicBezTo>
                <a:cubicBezTo>
                  <a:pt x="425125" y="32179"/>
                  <a:pt x="428172" y="29340"/>
                  <a:pt x="430660" y="27988"/>
                </a:cubicBezTo>
                <a:cubicBezTo>
                  <a:pt x="433147" y="26635"/>
                  <a:pt x="435704" y="25959"/>
                  <a:pt x="438332" y="25959"/>
                </a:cubicBezTo>
                <a:cubicBezTo>
                  <a:pt x="440889" y="25959"/>
                  <a:pt x="443157" y="26634"/>
                  <a:pt x="445136" y="27984"/>
                </a:cubicBezTo>
                <a:cubicBezTo>
                  <a:pt x="447116" y="29333"/>
                  <a:pt x="448683" y="31536"/>
                  <a:pt x="449839" y="34594"/>
                </a:cubicBezTo>
                <a:cubicBezTo>
                  <a:pt x="450610" y="36681"/>
                  <a:pt x="450995" y="39954"/>
                  <a:pt x="450995" y="44415"/>
                </a:cubicBezTo>
                <a:lnTo>
                  <a:pt x="450995" y="65676"/>
                </a:lnTo>
                <a:cubicBezTo>
                  <a:pt x="450995" y="68770"/>
                  <a:pt x="451223" y="70893"/>
                  <a:pt x="451678" y="72044"/>
                </a:cubicBezTo>
                <a:cubicBezTo>
                  <a:pt x="452029" y="72835"/>
                  <a:pt x="452677" y="73509"/>
                  <a:pt x="453623" y="74067"/>
                </a:cubicBezTo>
                <a:cubicBezTo>
                  <a:pt x="454568" y="74625"/>
                  <a:pt x="456110" y="74904"/>
                  <a:pt x="458247" y="74904"/>
                </a:cubicBezTo>
                <a:lnTo>
                  <a:pt x="458247" y="76905"/>
                </a:lnTo>
                <a:lnTo>
                  <a:pt x="434496" y="76905"/>
                </a:lnTo>
                <a:lnTo>
                  <a:pt x="434496" y="74904"/>
                </a:lnTo>
                <a:lnTo>
                  <a:pt x="435494" y="74904"/>
                </a:lnTo>
                <a:cubicBezTo>
                  <a:pt x="437561" y="74904"/>
                  <a:pt x="439172" y="74491"/>
                  <a:pt x="440328" y="73667"/>
                </a:cubicBezTo>
                <a:cubicBezTo>
                  <a:pt x="441134" y="73092"/>
                  <a:pt x="441712" y="72177"/>
                  <a:pt x="442062" y="70922"/>
                </a:cubicBezTo>
                <a:cubicBezTo>
                  <a:pt x="442202" y="70312"/>
                  <a:pt x="442273" y="68573"/>
                  <a:pt x="442273" y="65703"/>
                </a:cubicBezTo>
                <a:lnTo>
                  <a:pt x="442273" y="44503"/>
                </a:lnTo>
                <a:cubicBezTo>
                  <a:pt x="442273" y="40485"/>
                  <a:pt x="441800" y="37651"/>
                  <a:pt x="440854" y="36002"/>
                </a:cubicBezTo>
                <a:cubicBezTo>
                  <a:pt x="439488" y="33706"/>
                  <a:pt x="437298" y="32557"/>
                  <a:pt x="434285" y="32557"/>
                </a:cubicBezTo>
                <a:cubicBezTo>
                  <a:pt x="432429" y="32557"/>
                  <a:pt x="430563" y="33033"/>
                  <a:pt x="428689" y="33984"/>
                </a:cubicBezTo>
                <a:cubicBezTo>
                  <a:pt x="426815" y="34934"/>
                  <a:pt x="424547" y="36700"/>
                  <a:pt x="421884" y="39284"/>
                </a:cubicBezTo>
                <a:lnTo>
                  <a:pt x="421779" y="39875"/>
                </a:lnTo>
                <a:lnTo>
                  <a:pt x="421884" y="42189"/>
                </a:lnTo>
                <a:lnTo>
                  <a:pt x="421884" y="65703"/>
                </a:lnTo>
                <a:cubicBezTo>
                  <a:pt x="421884" y="69075"/>
                  <a:pt x="422068" y="71174"/>
                  <a:pt x="422436" y="71999"/>
                </a:cubicBezTo>
                <a:cubicBezTo>
                  <a:pt x="422804" y="72823"/>
                  <a:pt x="423496" y="73514"/>
                  <a:pt x="424512" y="74071"/>
                </a:cubicBezTo>
                <a:cubicBezTo>
                  <a:pt x="425528" y="74626"/>
                  <a:pt x="427262" y="74904"/>
                  <a:pt x="429714" y="74904"/>
                </a:cubicBezTo>
                <a:lnTo>
                  <a:pt x="429714" y="76905"/>
                </a:lnTo>
                <a:lnTo>
                  <a:pt x="405385" y="76905"/>
                </a:lnTo>
                <a:lnTo>
                  <a:pt x="405385" y="74904"/>
                </a:lnTo>
                <a:cubicBezTo>
                  <a:pt x="408047" y="74904"/>
                  <a:pt x="409877" y="74581"/>
                  <a:pt x="410876" y="73935"/>
                </a:cubicBezTo>
                <a:cubicBezTo>
                  <a:pt x="411874" y="73290"/>
                  <a:pt x="412566" y="72321"/>
                  <a:pt x="412951" y="71030"/>
                </a:cubicBezTo>
                <a:cubicBezTo>
                  <a:pt x="413127" y="70419"/>
                  <a:pt x="413214" y="68644"/>
                  <a:pt x="413214" y="65703"/>
                </a:cubicBezTo>
                <a:lnTo>
                  <a:pt x="413214" y="44503"/>
                </a:lnTo>
                <a:cubicBezTo>
                  <a:pt x="413214" y="40485"/>
                  <a:pt x="412636" y="37597"/>
                  <a:pt x="411480" y="35840"/>
                </a:cubicBezTo>
                <a:cubicBezTo>
                  <a:pt x="409939" y="33543"/>
                  <a:pt x="407784" y="32395"/>
                  <a:pt x="405017" y="32395"/>
                </a:cubicBezTo>
                <a:cubicBezTo>
                  <a:pt x="403125" y="32395"/>
                  <a:pt x="401251" y="32915"/>
                  <a:pt x="399394" y="33955"/>
                </a:cubicBezTo>
                <a:cubicBezTo>
                  <a:pt x="396487" y="35534"/>
                  <a:pt x="394245" y="37309"/>
                  <a:pt x="392668" y="39282"/>
                </a:cubicBezTo>
                <a:lnTo>
                  <a:pt x="392668" y="65703"/>
                </a:lnTo>
                <a:cubicBezTo>
                  <a:pt x="392668" y="68931"/>
                  <a:pt x="392887" y="71030"/>
                  <a:pt x="393325" y="71999"/>
                </a:cubicBezTo>
                <a:cubicBezTo>
                  <a:pt x="393763" y="72966"/>
                  <a:pt x="394411" y="73693"/>
                  <a:pt x="395269" y="74177"/>
                </a:cubicBezTo>
                <a:cubicBezTo>
                  <a:pt x="396128" y="74662"/>
                  <a:pt x="397870" y="74904"/>
                  <a:pt x="400498" y="74904"/>
                </a:cubicBezTo>
                <a:lnTo>
                  <a:pt x="400498" y="76905"/>
                </a:lnTo>
                <a:lnTo>
                  <a:pt x="376694" y="76905"/>
                </a:lnTo>
                <a:lnTo>
                  <a:pt x="376694" y="74904"/>
                </a:lnTo>
                <a:cubicBezTo>
                  <a:pt x="378901" y="74904"/>
                  <a:pt x="380442" y="74661"/>
                  <a:pt x="381318" y="74175"/>
                </a:cubicBezTo>
                <a:cubicBezTo>
                  <a:pt x="382194" y="73690"/>
                  <a:pt x="382860" y="72916"/>
                  <a:pt x="383315" y="71855"/>
                </a:cubicBezTo>
                <a:cubicBezTo>
                  <a:pt x="383770" y="70794"/>
                  <a:pt x="383998" y="68734"/>
                  <a:pt x="383998" y="65676"/>
                </a:cubicBezTo>
                <a:lnTo>
                  <a:pt x="383998" y="46790"/>
                </a:lnTo>
                <a:cubicBezTo>
                  <a:pt x="383998" y="41357"/>
                  <a:pt x="383840" y="37849"/>
                  <a:pt x="383525" y="36267"/>
                </a:cubicBezTo>
                <a:cubicBezTo>
                  <a:pt x="383280" y="35080"/>
                  <a:pt x="382895" y="34261"/>
                  <a:pt x="382369" y="33811"/>
                </a:cubicBezTo>
                <a:cubicBezTo>
                  <a:pt x="381844" y="33362"/>
                  <a:pt x="381126" y="33137"/>
                  <a:pt x="380215" y="33137"/>
                </a:cubicBezTo>
                <a:cubicBezTo>
                  <a:pt x="379234" y="33137"/>
                  <a:pt x="378060" y="33407"/>
                  <a:pt x="376694" y="33947"/>
                </a:cubicBezTo>
                <a:lnTo>
                  <a:pt x="375906" y="32003"/>
                </a:lnTo>
                <a:lnTo>
                  <a:pt x="390409" y="25959"/>
                </a:lnTo>
                <a:lnTo>
                  <a:pt x="392668" y="25959"/>
                </a:lnTo>
                <a:lnTo>
                  <a:pt x="392668" y="36505"/>
                </a:lnTo>
                <a:close/>
                <a:moveTo>
                  <a:pt x="475619" y="36505"/>
                </a:moveTo>
                <a:cubicBezTo>
                  <a:pt x="479122" y="32900"/>
                  <a:pt x="481189" y="30827"/>
                  <a:pt x="481819" y="30286"/>
                </a:cubicBezTo>
                <a:cubicBezTo>
                  <a:pt x="483396" y="28916"/>
                  <a:pt x="485095" y="27852"/>
                  <a:pt x="486916" y="27095"/>
                </a:cubicBezTo>
                <a:cubicBezTo>
                  <a:pt x="488738" y="26338"/>
                  <a:pt x="490542" y="25959"/>
                  <a:pt x="492329" y="25959"/>
                </a:cubicBezTo>
                <a:cubicBezTo>
                  <a:pt x="495341" y="25959"/>
                  <a:pt x="497934" y="26861"/>
                  <a:pt x="500106" y="28664"/>
                </a:cubicBezTo>
                <a:cubicBezTo>
                  <a:pt x="502277" y="30466"/>
                  <a:pt x="503731" y="33080"/>
                  <a:pt x="504467" y="36505"/>
                </a:cubicBezTo>
                <a:cubicBezTo>
                  <a:pt x="508075" y="32179"/>
                  <a:pt x="511123" y="29340"/>
                  <a:pt x="513610" y="27988"/>
                </a:cubicBezTo>
                <a:cubicBezTo>
                  <a:pt x="516097" y="26635"/>
                  <a:pt x="518655" y="25959"/>
                  <a:pt x="521282" y="25959"/>
                </a:cubicBezTo>
                <a:cubicBezTo>
                  <a:pt x="523839" y="25959"/>
                  <a:pt x="526107" y="26634"/>
                  <a:pt x="528087" y="27984"/>
                </a:cubicBezTo>
                <a:cubicBezTo>
                  <a:pt x="530066" y="29333"/>
                  <a:pt x="531634" y="31536"/>
                  <a:pt x="532790" y="34594"/>
                </a:cubicBezTo>
                <a:cubicBezTo>
                  <a:pt x="533560" y="36681"/>
                  <a:pt x="533946" y="39954"/>
                  <a:pt x="533946" y="44415"/>
                </a:cubicBezTo>
                <a:lnTo>
                  <a:pt x="533946" y="65676"/>
                </a:lnTo>
                <a:cubicBezTo>
                  <a:pt x="533946" y="68770"/>
                  <a:pt x="534173" y="70893"/>
                  <a:pt x="534629" y="72044"/>
                </a:cubicBezTo>
                <a:cubicBezTo>
                  <a:pt x="534979" y="72835"/>
                  <a:pt x="535627" y="73509"/>
                  <a:pt x="536573" y="74067"/>
                </a:cubicBezTo>
                <a:cubicBezTo>
                  <a:pt x="537519" y="74625"/>
                  <a:pt x="539060" y="74904"/>
                  <a:pt x="541197" y="74904"/>
                </a:cubicBezTo>
                <a:lnTo>
                  <a:pt x="541197" y="76905"/>
                </a:lnTo>
                <a:lnTo>
                  <a:pt x="517446" y="76905"/>
                </a:lnTo>
                <a:lnTo>
                  <a:pt x="517446" y="74904"/>
                </a:lnTo>
                <a:lnTo>
                  <a:pt x="518444" y="74904"/>
                </a:lnTo>
                <a:cubicBezTo>
                  <a:pt x="520511" y="74904"/>
                  <a:pt x="522123" y="74491"/>
                  <a:pt x="523279" y="73667"/>
                </a:cubicBezTo>
                <a:cubicBezTo>
                  <a:pt x="524084" y="73092"/>
                  <a:pt x="524662" y="72177"/>
                  <a:pt x="525013" y="70922"/>
                </a:cubicBezTo>
                <a:cubicBezTo>
                  <a:pt x="525153" y="70312"/>
                  <a:pt x="525223" y="68573"/>
                  <a:pt x="525223" y="65703"/>
                </a:cubicBezTo>
                <a:lnTo>
                  <a:pt x="525223" y="44503"/>
                </a:lnTo>
                <a:cubicBezTo>
                  <a:pt x="525223" y="40485"/>
                  <a:pt x="524750" y="37651"/>
                  <a:pt x="523804" y="36002"/>
                </a:cubicBezTo>
                <a:cubicBezTo>
                  <a:pt x="522438" y="33706"/>
                  <a:pt x="520248" y="32557"/>
                  <a:pt x="517236" y="32557"/>
                </a:cubicBezTo>
                <a:cubicBezTo>
                  <a:pt x="515379" y="32557"/>
                  <a:pt x="513514" y="33033"/>
                  <a:pt x="511640" y="33984"/>
                </a:cubicBezTo>
                <a:cubicBezTo>
                  <a:pt x="509765" y="34934"/>
                  <a:pt x="507497" y="36700"/>
                  <a:pt x="504835" y="39284"/>
                </a:cubicBezTo>
                <a:lnTo>
                  <a:pt x="504730" y="39875"/>
                </a:lnTo>
                <a:lnTo>
                  <a:pt x="504835" y="42189"/>
                </a:lnTo>
                <a:lnTo>
                  <a:pt x="504835" y="65703"/>
                </a:lnTo>
                <a:cubicBezTo>
                  <a:pt x="504835" y="69075"/>
                  <a:pt x="505019" y="71174"/>
                  <a:pt x="505386" y="71999"/>
                </a:cubicBezTo>
                <a:cubicBezTo>
                  <a:pt x="505754" y="72823"/>
                  <a:pt x="506446" y="73514"/>
                  <a:pt x="507462" y="74071"/>
                </a:cubicBezTo>
                <a:cubicBezTo>
                  <a:pt x="508478" y="74626"/>
                  <a:pt x="510212" y="74904"/>
                  <a:pt x="512664" y="74904"/>
                </a:cubicBezTo>
                <a:lnTo>
                  <a:pt x="512664" y="76905"/>
                </a:lnTo>
                <a:lnTo>
                  <a:pt x="488335" y="76905"/>
                </a:lnTo>
                <a:lnTo>
                  <a:pt x="488335" y="74904"/>
                </a:lnTo>
                <a:cubicBezTo>
                  <a:pt x="490997" y="74904"/>
                  <a:pt x="492828" y="74581"/>
                  <a:pt x="493826" y="73935"/>
                </a:cubicBezTo>
                <a:cubicBezTo>
                  <a:pt x="494825" y="73290"/>
                  <a:pt x="495516" y="72321"/>
                  <a:pt x="495902" y="71030"/>
                </a:cubicBezTo>
                <a:cubicBezTo>
                  <a:pt x="496077" y="70419"/>
                  <a:pt x="496165" y="68644"/>
                  <a:pt x="496165" y="65703"/>
                </a:cubicBezTo>
                <a:lnTo>
                  <a:pt x="496165" y="44503"/>
                </a:lnTo>
                <a:cubicBezTo>
                  <a:pt x="496165" y="40485"/>
                  <a:pt x="495587" y="37597"/>
                  <a:pt x="494430" y="35840"/>
                </a:cubicBezTo>
                <a:cubicBezTo>
                  <a:pt x="492889" y="33543"/>
                  <a:pt x="490735" y="32395"/>
                  <a:pt x="487967" y="32395"/>
                </a:cubicBezTo>
                <a:cubicBezTo>
                  <a:pt x="486076" y="32395"/>
                  <a:pt x="484201" y="32915"/>
                  <a:pt x="482345" y="33955"/>
                </a:cubicBezTo>
                <a:cubicBezTo>
                  <a:pt x="479437" y="35534"/>
                  <a:pt x="477195" y="37309"/>
                  <a:pt x="475619" y="39282"/>
                </a:cubicBezTo>
                <a:lnTo>
                  <a:pt x="475619" y="65703"/>
                </a:lnTo>
                <a:cubicBezTo>
                  <a:pt x="475619" y="68931"/>
                  <a:pt x="475838" y="71030"/>
                  <a:pt x="476276" y="71999"/>
                </a:cubicBezTo>
                <a:cubicBezTo>
                  <a:pt x="476713" y="72966"/>
                  <a:pt x="477362" y="73693"/>
                  <a:pt x="478220" y="74177"/>
                </a:cubicBezTo>
                <a:cubicBezTo>
                  <a:pt x="479078" y="74662"/>
                  <a:pt x="480821" y="74904"/>
                  <a:pt x="483448" y="74904"/>
                </a:cubicBezTo>
                <a:lnTo>
                  <a:pt x="483448" y="76905"/>
                </a:lnTo>
                <a:lnTo>
                  <a:pt x="459644" y="76905"/>
                </a:lnTo>
                <a:lnTo>
                  <a:pt x="459644" y="74904"/>
                </a:lnTo>
                <a:cubicBezTo>
                  <a:pt x="461851" y="74904"/>
                  <a:pt x="463393" y="74661"/>
                  <a:pt x="464269" y="74175"/>
                </a:cubicBezTo>
                <a:cubicBezTo>
                  <a:pt x="465144" y="73690"/>
                  <a:pt x="465810" y="72916"/>
                  <a:pt x="466265" y="71855"/>
                </a:cubicBezTo>
                <a:cubicBezTo>
                  <a:pt x="466721" y="70794"/>
                  <a:pt x="466948" y="68734"/>
                  <a:pt x="466948" y="65676"/>
                </a:cubicBezTo>
                <a:lnTo>
                  <a:pt x="466948" y="46790"/>
                </a:lnTo>
                <a:cubicBezTo>
                  <a:pt x="466948" y="41357"/>
                  <a:pt x="466791" y="37849"/>
                  <a:pt x="466476" y="36267"/>
                </a:cubicBezTo>
                <a:cubicBezTo>
                  <a:pt x="466230" y="35080"/>
                  <a:pt x="465845" y="34261"/>
                  <a:pt x="465320" y="33811"/>
                </a:cubicBezTo>
                <a:cubicBezTo>
                  <a:pt x="464794" y="33362"/>
                  <a:pt x="464076" y="33137"/>
                  <a:pt x="463165" y="33137"/>
                </a:cubicBezTo>
                <a:cubicBezTo>
                  <a:pt x="462184" y="33137"/>
                  <a:pt x="461011" y="33407"/>
                  <a:pt x="459644" y="33947"/>
                </a:cubicBezTo>
                <a:lnTo>
                  <a:pt x="458856" y="32003"/>
                </a:lnTo>
                <a:lnTo>
                  <a:pt x="473359" y="25959"/>
                </a:lnTo>
                <a:lnTo>
                  <a:pt x="475619" y="25959"/>
                </a:lnTo>
                <a:lnTo>
                  <a:pt x="475619" y="36505"/>
                </a:lnTo>
                <a:close/>
                <a:moveTo>
                  <a:pt x="556519" y="0"/>
                </a:moveTo>
                <a:cubicBezTo>
                  <a:pt x="557991" y="0"/>
                  <a:pt x="559243" y="535"/>
                  <a:pt x="560277" y="1604"/>
                </a:cubicBezTo>
                <a:cubicBezTo>
                  <a:pt x="561310" y="2672"/>
                  <a:pt x="561827" y="3967"/>
                  <a:pt x="561827" y="5489"/>
                </a:cubicBezTo>
                <a:cubicBezTo>
                  <a:pt x="561827" y="7012"/>
                  <a:pt x="561310" y="8316"/>
                  <a:pt x="560277" y="9404"/>
                </a:cubicBezTo>
                <a:cubicBezTo>
                  <a:pt x="559243" y="10490"/>
                  <a:pt x="557991" y="11033"/>
                  <a:pt x="556519" y="11033"/>
                </a:cubicBezTo>
                <a:cubicBezTo>
                  <a:pt x="555048" y="11033"/>
                  <a:pt x="553787" y="10490"/>
                  <a:pt x="552736" y="9404"/>
                </a:cubicBezTo>
                <a:cubicBezTo>
                  <a:pt x="551685" y="8316"/>
                  <a:pt x="551160" y="7012"/>
                  <a:pt x="551160" y="5489"/>
                </a:cubicBezTo>
                <a:cubicBezTo>
                  <a:pt x="551160" y="3967"/>
                  <a:pt x="551676" y="2672"/>
                  <a:pt x="552710" y="1604"/>
                </a:cubicBezTo>
                <a:cubicBezTo>
                  <a:pt x="553743" y="535"/>
                  <a:pt x="555013" y="0"/>
                  <a:pt x="556519" y="0"/>
                </a:cubicBezTo>
                <a:moveTo>
                  <a:pt x="560881" y="25959"/>
                </a:moveTo>
                <a:lnTo>
                  <a:pt x="560881" y="65676"/>
                </a:lnTo>
                <a:cubicBezTo>
                  <a:pt x="560881" y="68770"/>
                  <a:pt x="561100" y="70830"/>
                  <a:pt x="561538" y="71855"/>
                </a:cubicBezTo>
                <a:cubicBezTo>
                  <a:pt x="561976" y="72880"/>
                  <a:pt x="562624" y="73645"/>
                  <a:pt x="563482" y="74148"/>
                </a:cubicBezTo>
                <a:cubicBezTo>
                  <a:pt x="564340" y="74652"/>
                  <a:pt x="565908" y="74904"/>
                  <a:pt x="568185" y="74904"/>
                </a:cubicBezTo>
                <a:lnTo>
                  <a:pt x="568185" y="76905"/>
                </a:lnTo>
                <a:lnTo>
                  <a:pt x="544802" y="76905"/>
                </a:lnTo>
                <a:lnTo>
                  <a:pt x="544802" y="74904"/>
                </a:lnTo>
                <a:cubicBezTo>
                  <a:pt x="547149" y="74904"/>
                  <a:pt x="548725" y="74670"/>
                  <a:pt x="549531" y="74202"/>
                </a:cubicBezTo>
                <a:cubicBezTo>
                  <a:pt x="550336" y="73735"/>
                  <a:pt x="550976" y="72961"/>
                  <a:pt x="551449" y="71882"/>
                </a:cubicBezTo>
                <a:cubicBezTo>
                  <a:pt x="551922" y="70803"/>
                  <a:pt x="552158" y="68734"/>
                  <a:pt x="552158" y="65676"/>
                </a:cubicBezTo>
                <a:lnTo>
                  <a:pt x="552158" y="46627"/>
                </a:lnTo>
                <a:cubicBezTo>
                  <a:pt x="552158" y="41266"/>
                  <a:pt x="552000" y="37795"/>
                  <a:pt x="551685" y="36213"/>
                </a:cubicBezTo>
                <a:cubicBezTo>
                  <a:pt x="551440" y="35062"/>
                  <a:pt x="551055" y="34261"/>
                  <a:pt x="550529" y="33811"/>
                </a:cubicBezTo>
                <a:cubicBezTo>
                  <a:pt x="550004" y="33362"/>
                  <a:pt x="549286" y="33137"/>
                  <a:pt x="548375" y="33137"/>
                </a:cubicBezTo>
                <a:cubicBezTo>
                  <a:pt x="547394" y="33137"/>
                  <a:pt x="546203" y="33407"/>
                  <a:pt x="544802" y="33947"/>
                </a:cubicBezTo>
                <a:lnTo>
                  <a:pt x="544066" y="32003"/>
                </a:lnTo>
                <a:lnTo>
                  <a:pt x="558569" y="25959"/>
                </a:lnTo>
                <a:lnTo>
                  <a:pt x="560881" y="25959"/>
                </a:lnTo>
                <a:close/>
                <a:moveTo>
                  <a:pt x="587396" y="11033"/>
                </a:moveTo>
                <a:lnTo>
                  <a:pt x="587396" y="27366"/>
                </a:lnTo>
                <a:lnTo>
                  <a:pt x="598641" y="27366"/>
                </a:lnTo>
                <a:lnTo>
                  <a:pt x="598641" y="31151"/>
                </a:lnTo>
                <a:lnTo>
                  <a:pt x="587396" y="31151"/>
                </a:lnTo>
                <a:lnTo>
                  <a:pt x="587396" y="63232"/>
                </a:lnTo>
                <a:cubicBezTo>
                  <a:pt x="587396" y="66438"/>
                  <a:pt x="587843" y="68599"/>
                  <a:pt x="588736" y="69715"/>
                </a:cubicBezTo>
                <a:cubicBezTo>
                  <a:pt x="589629" y="70831"/>
                  <a:pt x="590777" y="71388"/>
                  <a:pt x="592178" y="71388"/>
                </a:cubicBezTo>
                <a:cubicBezTo>
                  <a:pt x="593334" y="71388"/>
                  <a:pt x="594455" y="71019"/>
                  <a:pt x="595541" y="70280"/>
                </a:cubicBezTo>
                <a:cubicBezTo>
                  <a:pt x="596627" y="69541"/>
                  <a:pt x="597467" y="68450"/>
                  <a:pt x="598063" y="67008"/>
                </a:cubicBezTo>
                <a:lnTo>
                  <a:pt x="600112" y="67008"/>
                </a:lnTo>
                <a:cubicBezTo>
                  <a:pt x="598886" y="70551"/>
                  <a:pt x="597152" y="73231"/>
                  <a:pt x="594910" y="75047"/>
                </a:cubicBezTo>
                <a:cubicBezTo>
                  <a:pt x="592668" y="76863"/>
                  <a:pt x="590356" y="77770"/>
                  <a:pt x="587974" y="77770"/>
                </a:cubicBezTo>
                <a:cubicBezTo>
                  <a:pt x="586363" y="77770"/>
                  <a:pt x="584786" y="77310"/>
                  <a:pt x="583245" y="76389"/>
                </a:cubicBezTo>
                <a:cubicBezTo>
                  <a:pt x="581703" y="75469"/>
                  <a:pt x="580565" y="74152"/>
                  <a:pt x="579829" y="72438"/>
                </a:cubicBezTo>
                <a:cubicBezTo>
                  <a:pt x="579094" y="70723"/>
                  <a:pt x="578726" y="68079"/>
                  <a:pt x="578726" y="64505"/>
                </a:cubicBezTo>
                <a:lnTo>
                  <a:pt x="578726" y="31151"/>
                </a:lnTo>
                <a:lnTo>
                  <a:pt x="571106" y="31151"/>
                </a:lnTo>
                <a:lnTo>
                  <a:pt x="571106" y="29367"/>
                </a:lnTo>
                <a:cubicBezTo>
                  <a:pt x="573033" y="28571"/>
                  <a:pt x="575004" y="27224"/>
                  <a:pt x="577018" y="25326"/>
                </a:cubicBezTo>
                <a:cubicBezTo>
                  <a:pt x="579032" y="23427"/>
                  <a:pt x="580828" y="21176"/>
                  <a:pt x="582404" y="18572"/>
                </a:cubicBezTo>
                <a:cubicBezTo>
                  <a:pt x="583210" y="17199"/>
                  <a:pt x="584331" y="14686"/>
                  <a:pt x="585767" y="11033"/>
                </a:cubicBezTo>
                <a:lnTo>
                  <a:pt x="587396" y="11033"/>
                </a:lnTo>
                <a:close/>
                <a:moveTo>
                  <a:pt x="630475" y="47917"/>
                </a:moveTo>
                <a:lnTo>
                  <a:pt x="657641" y="47917"/>
                </a:lnTo>
                <a:lnTo>
                  <a:pt x="657641" y="56083"/>
                </a:lnTo>
                <a:lnTo>
                  <a:pt x="630475" y="56083"/>
                </a:lnTo>
                <a:lnTo>
                  <a:pt x="630475" y="47917"/>
                </a:lnTo>
                <a:close/>
                <a:moveTo>
                  <a:pt x="701500" y="10762"/>
                </a:moveTo>
                <a:lnTo>
                  <a:pt x="718840" y="2055"/>
                </a:lnTo>
                <a:lnTo>
                  <a:pt x="720574" y="2055"/>
                </a:lnTo>
                <a:lnTo>
                  <a:pt x="720574" y="63979"/>
                </a:lnTo>
                <a:cubicBezTo>
                  <a:pt x="720574" y="68089"/>
                  <a:pt x="720741" y="70649"/>
                  <a:pt x="721074" y="71659"/>
                </a:cubicBezTo>
                <a:cubicBezTo>
                  <a:pt x="721406" y="72668"/>
                  <a:pt x="722098" y="73444"/>
                  <a:pt x="723149" y="73984"/>
                </a:cubicBezTo>
                <a:cubicBezTo>
                  <a:pt x="724200" y="74525"/>
                  <a:pt x="726337" y="74832"/>
                  <a:pt x="729560" y="74904"/>
                </a:cubicBezTo>
                <a:lnTo>
                  <a:pt x="729560" y="76905"/>
                </a:lnTo>
                <a:lnTo>
                  <a:pt x="702761" y="76905"/>
                </a:lnTo>
                <a:lnTo>
                  <a:pt x="702761" y="74904"/>
                </a:lnTo>
                <a:cubicBezTo>
                  <a:pt x="706124" y="74832"/>
                  <a:pt x="708296" y="74534"/>
                  <a:pt x="709277" y="74011"/>
                </a:cubicBezTo>
                <a:cubicBezTo>
                  <a:pt x="710258" y="73489"/>
                  <a:pt x="710941" y="72786"/>
                  <a:pt x="711326" y="71902"/>
                </a:cubicBezTo>
                <a:cubicBezTo>
                  <a:pt x="711712" y="71019"/>
                  <a:pt x="711904" y="68378"/>
                  <a:pt x="711904" y="63979"/>
                </a:cubicBezTo>
                <a:lnTo>
                  <a:pt x="711904" y="24391"/>
                </a:lnTo>
                <a:cubicBezTo>
                  <a:pt x="711904" y="19055"/>
                  <a:pt x="711729" y="15630"/>
                  <a:pt x="711379" y="14115"/>
                </a:cubicBezTo>
                <a:cubicBezTo>
                  <a:pt x="711134" y="12962"/>
                  <a:pt x="710687" y="12114"/>
                  <a:pt x="710039" y="11574"/>
                </a:cubicBezTo>
                <a:cubicBezTo>
                  <a:pt x="709391" y="11033"/>
                  <a:pt x="708611" y="10762"/>
                  <a:pt x="707700" y="10762"/>
                </a:cubicBezTo>
                <a:cubicBezTo>
                  <a:pt x="706404" y="10762"/>
                  <a:pt x="704600" y="11321"/>
                  <a:pt x="702288" y="12439"/>
                </a:cubicBezTo>
                <a:lnTo>
                  <a:pt x="701500" y="107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ACandidateGroup">
            <a:extLst xmlns:a="http://schemas.openxmlformats.org/drawingml/2006/main">
              <a:ext uri="{FF2B5EF4-FFF2-40B4-BE49-F238E27FC236}">
                <a16:creationId xmlns:a16="http://schemas.microsoft.com/office/drawing/2014/main" id="{09530962-5771-4307-A1DA-1EE52122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008" y="803740"/>
            <a:ext cx="978969" cy="117358"/>
          </a:xfrm>
          <a:custGeom xmlns:a="http://schemas.openxmlformats.org/drawingml/2006/main">
            <a:pathLst>
              <a:path w="978969" h="117358">
                <a:moveTo>
                  <a:pt x="56462" y="61077"/>
                </a:moveTo>
                <a:lnTo>
                  <a:pt x="24277" y="61077"/>
                </a:lnTo>
                <a:lnTo>
                  <a:pt x="18637" y="74579"/>
                </a:lnTo>
                <a:cubicBezTo>
                  <a:pt x="17247" y="77902"/>
                  <a:pt x="16552" y="80384"/>
                  <a:pt x="16552" y="82025"/>
                </a:cubicBezTo>
                <a:cubicBezTo>
                  <a:pt x="16552" y="83329"/>
                  <a:pt x="17155" y="84475"/>
                  <a:pt x="18361" y="85463"/>
                </a:cubicBezTo>
                <a:cubicBezTo>
                  <a:pt x="19566" y="86452"/>
                  <a:pt x="22172" y="87093"/>
                  <a:pt x="26177" y="87388"/>
                </a:cubicBezTo>
                <a:lnTo>
                  <a:pt x="26177" y="89722"/>
                </a:lnTo>
                <a:lnTo>
                  <a:pt x="0" y="89722"/>
                </a:lnTo>
                <a:lnTo>
                  <a:pt x="0" y="87388"/>
                </a:lnTo>
                <a:cubicBezTo>
                  <a:pt x="3474" y="86757"/>
                  <a:pt x="5722" y="85937"/>
                  <a:pt x="6744" y="84929"/>
                </a:cubicBezTo>
                <a:cubicBezTo>
                  <a:pt x="8828" y="82911"/>
                  <a:pt x="11137" y="78813"/>
                  <a:pt x="13671" y="72635"/>
                </a:cubicBezTo>
                <a:lnTo>
                  <a:pt x="42913" y="2271"/>
                </a:lnTo>
                <a:lnTo>
                  <a:pt x="45059" y="2271"/>
                </a:lnTo>
                <a:lnTo>
                  <a:pt x="73995" y="73390"/>
                </a:lnTo>
                <a:cubicBezTo>
                  <a:pt x="76324" y="79107"/>
                  <a:pt x="78439" y="82817"/>
                  <a:pt x="80340" y="84519"/>
                </a:cubicBezTo>
                <a:cubicBezTo>
                  <a:pt x="82240" y="86221"/>
                  <a:pt x="84886" y="87177"/>
                  <a:pt x="88279" y="87388"/>
                </a:cubicBezTo>
                <a:lnTo>
                  <a:pt x="88279" y="89722"/>
                </a:lnTo>
                <a:lnTo>
                  <a:pt x="55481" y="89722"/>
                </a:lnTo>
                <a:lnTo>
                  <a:pt x="55481" y="87388"/>
                </a:lnTo>
                <a:cubicBezTo>
                  <a:pt x="58791" y="87220"/>
                  <a:pt x="61029" y="86652"/>
                  <a:pt x="62194" y="85684"/>
                </a:cubicBezTo>
                <a:cubicBezTo>
                  <a:pt x="63358" y="84717"/>
                  <a:pt x="63941" y="83539"/>
                  <a:pt x="63941" y="82151"/>
                </a:cubicBezTo>
                <a:cubicBezTo>
                  <a:pt x="63941" y="80300"/>
                  <a:pt x="63123" y="77377"/>
                  <a:pt x="61489" y="73380"/>
                </a:cubicBezTo>
                <a:lnTo>
                  <a:pt x="56462" y="61077"/>
                </a:lnTo>
                <a:moveTo>
                  <a:pt x="54745" y="56408"/>
                </a:moveTo>
                <a:lnTo>
                  <a:pt x="40645" y="21880"/>
                </a:lnTo>
                <a:lnTo>
                  <a:pt x="26177" y="56408"/>
                </a:lnTo>
                <a:lnTo>
                  <a:pt x="54745" y="56408"/>
                </a:lnTo>
                <a:close/>
                <a:moveTo>
                  <a:pt x="195676" y="2271"/>
                </a:moveTo>
                <a:lnTo>
                  <a:pt x="197576" y="31296"/>
                </a:lnTo>
                <a:lnTo>
                  <a:pt x="195676" y="31296"/>
                </a:lnTo>
                <a:cubicBezTo>
                  <a:pt x="193142" y="22566"/>
                  <a:pt x="189525" y="16283"/>
                  <a:pt x="184825" y="12446"/>
                </a:cubicBezTo>
                <a:cubicBezTo>
                  <a:pt x="180125" y="8607"/>
                  <a:pt x="174485" y="6688"/>
                  <a:pt x="167905" y="6688"/>
                </a:cubicBezTo>
                <a:cubicBezTo>
                  <a:pt x="162388" y="6688"/>
                  <a:pt x="157401" y="8130"/>
                  <a:pt x="152947" y="11014"/>
                </a:cubicBezTo>
                <a:cubicBezTo>
                  <a:pt x="148492" y="13897"/>
                  <a:pt x="144987" y="18496"/>
                  <a:pt x="142433" y="24810"/>
                </a:cubicBezTo>
                <a:cubicBezTo>
                  <a:pt x="139879" y="31125"/>
                  <a:pt x="138601" y="38977"/>
                  <a:pt x="138601" y="48365"/>
                </a:cubicBezTo>
                <a:cubicBezTo>
                  <a:pt x="138601" y="56110"/>
                  <a:pt x="139807" y="62824"/>
                  <a:pt x="142218" y="68508"/>
                </a:cubicBezTo>
                <a:cubicBezTo>
                  <a:pt x="144630" y="74191"/>
                  <a:pt x="148257" y="78548"/>
                  <a:pt x="153100" y="81579"/>
                </a:cubicBezTo>
                <a:cubicBezTo>
                  <a:pt x="157943" y="84610"/>
                  <a:pt x="163471" y="86126"/>
                  <a:pt x="169683" y="86126"/>
                </a:cubicBezTo>
                <a:cubicBezTo>
                  <a:pt x="175078" y="86126"/>
                  <a:pt x="179839" y="84938"/>
                  <a:pt x="183967" y="82561"/>
                </a:cubicBezTo>
                <a:cubicBezTo>
                  <a:pt x="188095" y="80184"/>
                  <a:pt x="192631" y="75463"/>
                  <a:pt x="197576" y="68396"/>
                </a:cubicBezTo>
                <a:lnTo>
                  <a:pt x="199477" y="69654"/>
                </a:lnTo>
                <a:cubicBezTo>
                  <a:pt x="195308" y="77248"/>
                  <a:pt x="190445" y="82807"/>
                  <a:pt x="184886" y="86331"/>
                </a:cubicBezTo>
                <a:cubicBezTo>
                  <a:pt x="179328" y="89854"/>
                  <a:pt x="172728" y="91615"/>
                  <a:pt x="165085" y="91615"/>
                </a:cubicBezTo>
                <a:cubicBezTo>
                  <a:pt x="151312" y="91615"/>
                  <a:pt x="140645" y="86364"/>
                  <a:pt x="133084" y="75863"/>
                </a:cubicBezTo>
                <a:cubicBezTo>
                  <a:pt x="127444" y="68051"/>
                  <a:pt x="124624" y="58852"/>
                  <a:pt x="124624" y="48266"/>
                </a:cubicBezTo>
                <a:cubicBezTo>
                  <a:pt x="124624" y="39739"/>
                  <a:pt x="126484" y="31905"/>
                  <a:pt x="130203" y="24765"/>
                </a:cubicBezTo>
                <a:cubicBezTo>
                  <a:pt x="133922" y="17625"/>
                  <a:pt x="139041" y="12091"/>
                  <a:pt x="145559" y="8163"/>
                </a:cubicBezTo>
                <a:cubicBezTo>
                  <a:pt x="152078" y="4235"/>
                  <a:pt x="159200" y="2271"/>
                  <a:pt x="166924" y="2271"/>
                </a:cubicBezTo>
                <a:cubicBezTo>
                  <a:pt x="172932" y="2271"/>
                  <a:pt x="178858" y="3786"/>
                  <a:pt x="184702" y="6814"/>
                </a:cubicBezTo>
                <a:cubicBezTo>
                  <a:pt x="186419" y="7740"/>
                  <a:pt x="187645" y="8202"/>
                  <a:pt x="188381" y="8202"/>
                </a:cubicBezTo>
                <a:cubicBezTo>
                  <a:pt x="189484" y="8202"/>
                  <a:pt x="190445" y="7803"/>
                  <a:pt x="191262" y="7004"/>
                </a:cubicBezTo>
                <a:cubicBezTo>
                  <a:pt x="192325" y="5868"/>
                  <a:pt x="193081" y="4291"/>
                  <a:pt x="193530" y="2271"/>
                </a:cubicBezTo>
                <a:lnTo>
                  <a:pt x="195676" y="2271"/>
                </a:lnTo>
                <a:close/>
                <a:moveTo>
                  <a:pt x="238780" y="81394"/>
                </a:moveTo>
                <a:cubicBezTo>
                  <a:pt x="233017" y="85979"/>
                  <a:pt x="229400" y="88629"/>
                  <a:pt x="227929" y="89344"/>
                </a:cubicBezTo>
                <a:cubicBezTo>
                  <a:pt x="225722" y="90437"/>
                  <a:pt x="223372" y="90984"/>
                  <a:pt x="220879" y="90984"/>
                </a:cubicBezTo>
                <a:cubicBezTo>
                  <a:pt x="216996" y="90984"/>
                  <a:pt x="213798" y="89617"/>
                  <a:pt x="211284" y="86883"/>
                </a:cubicBezTo>
                <a:cubicBezTo>
                  <a:pt x="208771" y="84149"/>
                  <a:pt x="207514" y="80552"/>
                  <a:pt x="207514" y="76094"/>
                </a:cubicBezTo>
                <a:cubicBezTo>
                  <a:pt x="207514" y="73275"/>
                  <a:pt x="208127" y="70836"/>
                  <a:pt x="209353" y="68774"/>
                </a:cubicBezTo>
                <a:cubicBezTo>
                  <a:pt x="211029" y="65914"/>
                  <a:pt x="213941" y="63222"/>
                  <a:pt x="218089" y="60698"/>
                </a:cubicBezTo>
                <a:cubicBezTo>
                  <a:pt x="222237" y="58174"/>
                  <a:pt x="229134" y="55104"/>
                  <a:pt x="238780" y="51486"/>
                </a:cubicBezTo>
                <a:lnTo>
                  <a:pt x="238780" y="49215"/>
                </a:lnTo>
                <a:cubicBezTo>
                  <a:pt x="238780" y="43452"/>
                  <a:pt x="237891" y="39498"/>
                  <a:pt x="236113" y="37353"/>
                </a:cubicBezTo>
                <a:cubicBezTo>
                  <a:pt x="234335" y="35207"/>
                  <a:pt x="231750" y="34135"/>
                  <a:pt x="228358" y="34135"/>
                </a:cubicBezTo>
                <a:cubicBezTo>
                  <a:pt x="225783" y="34135"/>
                  <a:pt x="223739" y="34847"/>
                  <a:pt x="222227" y="36272"/>
                </a:cubicBezTo>
                <a:cubicBezTo>
                  <a:pt x="220674" y="37697"/>
                  <a:pt x="219898" y="39332"/>
                  <a:pt x="219898" y="41176"/>
                </a:cubicBezTo>
                <a:lnTo>
                  <a:pt x="220020" y="44822"/>
                </a:lnTo>
                <a:cubicBezTo>
                  <a:pt x="220020" y="46749"/>
                  <a:pt x="219540" y="48236"/>
                  <a:pt x="218580" y="49284"/>
                </a:cubicBezTo>
                <a:cubicBezTo>
                  <a:pt x="217619" y="50331"/>
                  <a:pt x="216362" y="50855"/>
                  <a:pt x="214809" y="50855"/>
                </a:cubicBezTo>
                <a:cubicBezTo>
                  <a:pt x="213297" y="50855"/>
                  <a:pt x="212061" y="50310"/>
                  <a:pt x="211100" y="49221"/>
                </a:cubicBezTo>
                <a:cubicBezTo>
                  <a:pt x="210140" y="48130"/>
                  <a:pt x="209660" y="46640"/>
                  <a:pt x="209660" y="44753"/>
                </a:cubicBezTo>
                <a:cubicBezTo>
                  <a:pt x="209660" y="41147"/>
                  <a:pt x="211458" y="37835"/>
                  <a:pt x="215055" y="34815"/>
                </a:cubicBezTo>
                <a:cubicBezTo>
                  <a:pt x="218651" y="31796"/>
                  <a:pt x="223699" y="30286"/>
                  <a:pt x="230197" y="30286"/>
                </a:cubicBezTo>
                <a:cubicBezTo>
                  <a:pt x="235183" y="30286"/>
                  <a:pt x="239270" y="31147"/>
                  <a:pt x="242458" y="32869"/>
                </a:cubicBezTo>
                <a:cubicBezTo>
                  <a:pt x="244869" y="34172"/>
                  <a:pt x="246647" y="36210"/>
                  <a:pt x="247791" y="38983"/>
                </a:cubicBezTo>
                <a:cubicBezTo>
                  <a:pt x="248527" y="40790"/>
                  <a:pt x="248895" y="44487"/>
                  <a:pt x="248895" y="50074"/>
                </a:cubicBezTo>
                <a:lnTo>
                  <a:pt x="248895" y="69674"/>
                </a:lnTo>
                <a:cubicBezTo>
                  <a:pt x="248895" y="75177"/>
                  <a:pt x="248997" y="78549"/>
                  <a:pt x="249201" y="79789"/>
                </a:cubicBezTo>
                <a:cubicBezTo>
                  <a:pt x="249406" y="81028"/>
                  <a:pt x="249743" y="81858"/>
                  <a:pt x="250213" y="82279"/>
                </a:cubicBezTo>
                <a:cubicBezTo>
                  <a:pt x="250683" y="82698"/>
                  <a:pt x="251224" y="82908"/>
                  <a:pt x="251837" y="82908"/>
                </a:cubicBezTo>
                <a:cubicBezTo>
                  <a:pt x="252491" y="82908"/>
                  <a:pt x="253063" y="82761"/>
                  <a:pt x="253554" y="82466"/>
                </a:cubicBezTo>
                <a:cubicBezTo>
                  <a:pt x="254412" y="81919"/>
                  <a:pt x="256067" y="80384"/>
                  <a:pt x="258520" y="77860"/>
                </a:cubicBezTo>
                <a:lnTo>
                  <a:pt x="258520" y="81394"/>
                </a:lnTo>
                <a:cubicBezTo>
                  <a:pt x="253942" y="87703"/>
                  <a:pt x="249569" y="90858"/>
                  <a:pt x="245400" y="90858"/>
                </a:cubicBezTo>
                <a:cubicBezTo>
                  <a:pt x="243398" y="90858"/>
                  <a:pt x="241804" y="90143"/>
                  <a:pt x="240619" y="88713"/>
                </a:cubicBezTo>
                <a:cubicBezTo>
                  <a:pt x="239433" y="87283"/>
                  <a:pt x="238820" y="84843"/>
                  <a:pt x="238780" y="81394"/>
                </a:cubicBezTo>
                <a:moveTo>
                  <a:pt x="238780" y="77257"/>
                </a:moveTo>
                <a:lnTo>
                  <a:pt x="238780" y="55335"/>
                </a:lnTo>
                <a:cubicBezTo>
                  <a:pt x="232608" y="57847"/>
                  <a:pt x="228623" y="59627"/>
                  <a:pt x="226825" y="60675"/>
                </a:cubicBezTo>
                <a:cubicBezTo>
                  <a:pt x="223596" y="62517"/>
                  <a:pt x="221287" y="64444"/>
                  <a:pt x="219898" y="66454"/>
                </a:cubicBezTo>
                <a:cubicBezTo>
                  <a:pt x="218508" y="68464"/>
                  <a:pt x="217813" y="70662"/>
                  <a:pt x="217813" y="73049"/>
                </a:cubicBezTo>
                <a:cubicBezTo>
                  <a:pt x="217813" y="76065"/>
                  <a:pt x="218692" y="78567"/>
                  <a:pt x="220449" y="80556"/>
                </a:cubicBezTo>
                <a:cubicBezTo>
                  <a:pt x="222207" y="82545"/>
                  <a:pt x="224230" y="83539"/>
                  <a:pt x="226519" y="83539"/>
                </a:cubicBezTo>
                <a:cubicBezTo>
                  <a:pt x="229625" y="83539"/>
                  <a:pt x="233712" y="81445"/>
                  <a:pt x="238780" y="77257"/>
                </a:cubicBezTo>
                <a:close/>
                <a:moveTo>
                  <a:pt x="279378" y="42527"/>
                </a:moveTo>
                <a:cubicBezTo>
                  <a:pt x="285958" y="34366"/>
                  <a:pt x="292231" y="30286"/>
                  <a:pt x="298198" y="30286"/>
                </a:cubicBezTo>
                <a:cubicBezTo>
                  <a:pt x="301264" y="30286"/>
                  <a:pt x="303900" y="31073"/>
                  <a:pt x="306107" y="32648"/>
                </a:cubicBezTo>
                <a:cubicBezTo>
                  <a:pt x="308314" y="34222"/>
                  <a:pt x="310071" y="36813"/>
                  <a:pt x="311379" y="40423"/>
                </a:cubicBezTo>
                <a:cubicBezTo>
                  <a:pt x="312278" y="42940"/>
                  <a:pt x="312727" y="46801"/>
                  <a:pt x="312727" y="52007"/>
                </a:cubicBezTo>
                <a:lnTo>
                  <a:pt x="312727" y="76622"/>
                </a:lnTo>
                <a:cubicBezTo>
                  <a:pt x="312727" y="80274"/>
                  <a:pt x="313014" y="82750"/>
                  <a:pt x="313586" y="84052"/>
                </a:cubicBezTo>
                <a:cubicBezTo>
                  <a:pt x="314035" y="85101"/>
                  <a:pt x="314761" y="85919"/>
                  <a:pt x="315762" y="86506"/>
                </a:cubicBezTo>
                <a:cubicBezTo>
                  <a:pt x="316763" y="87094"/>
                  <a:pt x="318613" y="87388"/>
                  <a:pt x="321310" y="87388"/>
                </a:cubicBezTo>
                <a:lnTo>
                  <a:pt x="321310" y="89722"/>
                </a:lnTo>
                <a:lnTo>
                  <a:pt x="293539" y="89722"/>
                </a:lnTo>
                <a:lnTo>
                  <a:pt x="293539" y="87388"/>
                </a:lnTo>
                <a:lnTo>
                  <a:pt x="294704" y="87388"/>
                </a:lnTo>
                <a:cubicBezTo>
                  <a:pt x="297320" y="87388"/>
                  <a:pt x="299148" y="86980"/>
                  <a:pt x="300191" y="86163"/>
                </a:cubicBezTo>
                <a:cubicBezTo>
                  <a:pt x="301233" y="85347"/>
                  <a:pt x="301958" y="84144"/>
                  <a:pt x="302367" y="82555"/>
                </a:cubicBezTo>
                <a:cubicBezTo>
                  <a:pt x="302530" y="81927"/>
                  <a:pt x="302612" y="79960"/>
                  <a:pt x="302612" y="76654"/>
                </a:cubicBezTo>
                <a:lnTo>
                  <a:pt x="302612" y="53113"/>
                </a:lnTo>
                <a:cubicBezTo>
                  <a:pt x="302612" y="47883"/>
                  <a:pt x="301948" y="44085"/>
                  <a:pt x="300620" y="41720"/>
                </a:cubicBezTo>
                <a:cubicBezTo>
                  <a:pt x="299292" y="39355"/>
                  <a:pt x="297054" y="38173"/>
                  <a:pt x="293907" y="38173"/>
                </a:cubicBezTo>
                <a:cubicBezTo>
                  <a:pt x="289043" y="38173"/>
                  <a:pt x="284200" y="40893"/>
                  <a:pt x="279378" y="46334"/>
                </a:cubicBezTo>
                <a:lnTo>
                  <a:pt x="279378" y="76654"/>
                </a:lnTo>
                <a:cubicBezTo>
                  <a:pt x="279378" y="80546"/>
                  <a:pt x="279603" y="82952"/>
                  <a:pt x="280052" y="83872"/>
                </a:cubicBezTo>
                <a:cubicBezTo>
                  <a:pt x="280624" y="85085"/>
                  <a:pt x="281411" y="85975"/>
                  <a:pt x="282412" y="86540"/>
                </a:cubicBezTo>
                <a:cubicBezTo>
                  <a:pt x="283414" y="87105"/>
                  <a:pt x="285447" y="87388"/>
                  <a:pt x="288512" y="87388"/>
                </a:cubicBezTo>
                <a:lnTo>
                  <a:pt x="288512" y="89722"/>
                </a:lnTo>
                <a:lnTo>
                  <a:pt x="260741" y="89722"/>
                </a:lnTo>
                <a:lnTo>
                  <a:pt x="260741" y="87388"/>
                </a:lnTo>
                <a:lnTo>
                  <a:pt x="261967" y="87388"/>
                </a:lnTo>
                <a:cubicBezTo>
                  <a:pt x="264828" y="87388"/>
                  <a:pt x="266759" y="86643"/>
                  <a:pt x="267761" y="85154"/>
                </a:cubicBezTo>
                <a:cubicBezTo>
                  <a:pt x="268762" y="83663"/>
                  <a:pt x="269262" y="80819"/>
                  <a:pt x="269262" y="76622"/>
                </a:cubicBezTo>
                <a:lnTo>
                  <a:pt x="269262" y="55217"/>
                </a:lnTo>
                <a:cubicBezTo>
                  <a:pt x="269262" y="48292"/>
                  <a:pt x="269109" y="44074"/>
                  <a:pt x="268803" y="42564"/>
                </a:cubicBezTo>
                <a:cubicBezTo>
                  <a:pt x="268496" y="41052"/>
                  <a:pt x="268026" y="40024"/>
                  <a:pt x="267393" y="39478"/>
                </a:cubicBezTo>
                <a:cubicBezTo>
                  <a:pt x="266759" y="38933"/>
                  <a:pt x="265911" y="38660"/>
                  <a:pt x="264849" y="38660"/>
                </a:cubicBezTo>
                <a:cubicBezTo>
                  <a:pt x="263704" y="38660"/>
                  <a:pt x="262335" y="38975"/>
                  <a:pt x="260741" y="39604"/>
                </a:cubicBezTo>
                <a:lnTo>
                  <a:pt x="259822" y="37337"/>
                </a:lnTo>
                <a:lnTo>
                  <a:pt x="276742" y="30286"/>
                </a:lnTo>
                <a:lnTo>
                  <a:pt x="279378" y="30286"/>
                </a:lnTo>
                <a:lnTo>
                  <a:pt x="279378" y="42527"/>
                </a:lnTo>
                <a:close/>
                <a:moveTo>
                  <a:pt x="365449" y="83223"/>
                </a:moveTo>
                <a:cubicBezTo>
                  <a:pt x="362711" y="86168"/>
                  <a:pt x="360034" y="88282"/>
                  <a:pt x="357418" y="89565"/>
                </a:cubicBezTo>
                <a:cubicBezTo>
                  <a:pt x="354803" y="90848"/>
                  <a:pt x="351983" y="91489"/>
                  <a:pt x="348958" y="91489"/>
                </a:cubicBezTo>
                <a:cubicBezTo>
                  <a:pt x="342828" y="91489"/>
                  <a:pt x="337474" y="88855"/>
                  <a:pt x="332897" y="83588"/>
                </a:cubicBezTo>
                <a:cubicBezTo>
                  <a:pt x="328319" y="78320"/>
                  <a:pt x="326030" y="71550"/>
                  <a:pt x="326030" y="63279"/>
                </a:cubicBezTo>
                <a:cubicBezTo>
                  <a:pt x="326030" y="55010"/>
                  <a:pt x="328564" y="47443"/>
                  <a:pt x="333632" y="40580"/>
                </a:cubicBezTo>
                <a:cubicBezTo>
                  <a:pt x="338700" y="33718"/>
                  <a:pt x="345219" y="30286"/>
                  <a:pt x="353188" y="30286"/>
                </a:cubicBezTo>
                <a:cubicBezTo>
                  <a:pt x="358134" y="30286"/>
                  <a:pt x="362221" y="31905"/>
                  <a:pt x="365449" y="35144"/>
                </a:cubicBezTo>
                <a:lnTo>
                  <a:pt x="365449" y="24458"/>
                </a:lnTo>
                <a:cubicBezTo>
                  <a:pt x="365449" y="17826"/>
                  <a:pt x="365296" y="13750"/>
                  <a:pt x="364990" y="12229"/>
                </a:cubicBezTo>
                <a:cubicBezTo>
                  <a:pt x="364683" y="10708"/>
                  <a:pt x="364203" y="9673"/>
                  <a:pt x="363549" y="9125"/>
                </a:cubicBezTo>
                <a:cubicBezTo>
                  <a:pt x="362895" y="8576"/>
                  <a:pt x="362078" y="8301"/>
                  <a:pt x="361097" y="8301"/>
                </a:cubicBezTo>
                <a:cubicBezTo>
                  <a:pt x="360034" y="8301"/>
                  <a:pt x="358624" y="8639"/>
                  <a:pt x="356867" y="9315"/>
                </a:cubicBezTo>
                <a:lnTo>
                  <a:pt x="356070" y="7096"/>
                </a:lnTo>
                <a:lnTo>
                  <a:pt x="372806" y="0"/>
                </a:lnTo>
                <a:lnTo>
                  <a:pt x="375565" y="0"/>
                </a:lnTo>
                <a:lnTo>
                  <a:pt x="375565" y="66819"/>
                </a:lnTo>
                <a:cubicBezTo>
                  <a:pt x="375565" y="73591"/>
                  <a:pt x="375718" y="77724"/>
                  <a:pt x="376024" y="79217"/>
                </a:cubicBezTo>
                <a:cubicBezTo>
                  <a:pt x="376331" y="80710"/>
                  <a:pt x="376821" y="81751"/>
                  <a:pt x="377496" y="82340"/>
                </a:cubicBezTo>
                <a:cubicBezTo>
                  <a:pt x="378170" y="82929"/>
                  <a:pt x="378957" y="83223"/>
                  <a:pt x="379856" y="83223"/>
                </a:cubicBezTo>
                <a:cubicBezTo>
                  <a:pt x="380959" y="83223"/>
                  <a:pt x="382431" y="82866"/>
                  <a:pt x="384270" y="82151"/>
                </a:cubicBezTo>
                <a:lnTo>
                  <a:pt x="384944" y="84359"/>
                </a:lnTo>
                <a:lnTo>
                  <a:pt x="368269" y="91489"/>
                </a:lnTo>
                <a:lnTo>
                  <a:pt x="365449" y="91489"/>
                </a:lnTo>
                <a:lnTo>
                  <a:pt x="365449" y="83223"/>
                </a:lnTo>
                <a:moveTo>
                  <a:pt x="365449" y="78821"/>
                </a:moveTo>
                <a:lnTo>
                  <a:pt x="365449" y="49114"/>
                </a:lnTo>
                <a:cubicBezTo>
                  <a:pt x="365204" y="46260"/>
                  <a:pt x="364468" y="43659"/>
                  <a:pt x="363242" y="41310"/>
                </a:cubicBezTo>
                <a:cubicBezTo>
                  <a:pt x="362016" y="38960"/>
                  <a:pt x="360392" y="37187"/>
                  <a:pt x="358369" y="35992"/>
                </a:cubicBezTo>
                <a:cubicBezTo>
                  <a:pt x="356346" y="34796"/>
                  <a:pt x="354374" y="34198"/>
                  <a:pt x="352453" y="34198"/>
                </a:cubicBezTo>
                <a:cubicBezTo>
                  <a:pt x="348856" y="34198"/>
                  <a:pt x="345648" y="35856"/>
                  <a:pt x="342828" y="39171"/>
                </a:cubicBezTo>
                <a:cubicBezTo>
                  <a:pt x="339109" y="43534"/>
                  <a:pt x="337249" y="49911"/>
                  <a:pt x="337249" y="58303"/>
                </a:cubicBezTo>
                <a:cubicBezTo>
                  <a:pt x="337249" y="66778"/>
                  <a:pt x="339047" y="73272"/>
                  <a:pt x="342644" y="77783"/>
                </a:cubicBezTo>
                <a:cubicBezTo>
                  <a:pt x="346241" y="82293"/>
                  <a:pt x="350246" y="84548"/>
                  <a:pt x="354660" y="84548"/>
                </a:cubicBezTo>
                <a:cubicBezTo>
                  <a:pt x="358379" y="84548"/>
                  <a:pt x="361975" y="82639"/>
                  <a:pt x="365449" y="78821"/>
                </a:cubicBezTo>
                <a:close/>
                <a:moveTo>
                  <a:pt x="402846" y="0"/>
                </a:moveTo>
                <a:cubicBezTo>
                  <a:pt x="404562" y="0"/>
                  <a:pt x="406023" y="624"/>
                  <a:pt x="407229" y="1871"/>
                </a:cubicBezTo>
                <a:cubicBezTo>
                  <a:pt x="408435" y="3117"/>
                  <a:pt x="409037" y="4628"/>
                  <a:pt x="409037" y="6404"/>
                </a:cubicBezTo>
                <a:cubicBezTo>
                  <a:pt x="409037" y="8180"/>
                  <a:pt x="408435" y="9702"/>
                  <a:pt x="407229" y="10971"/>
                </a:cubicBezTo>
                <a:cubicBezTo>
                  <a:pt x="406023" y="12238"/>
                  <a:pt x="404562" y="12872"/>
                  <a:pt x="402846" y="12872"/>
                </a:cubicBezTo>
                <a:cubicBezTo>
                  <a:pt x="401129" y="12872"/>
                  <a:pt x="399658" y="12238"/>
                  <a:pt x="398432" y="10971"/>
                </a:cubicBezTo>
                <a:cubicBezTo>
                  <a:pt x="397206" y="9702"/>
                  <a:pt x="396593" y="8180"/>
                  <a:pt x="396593" y="6404"/>
                </a:cubicBezTo>
                <a:cubicBezTo>
                  <a:pt x="396593" y="4628"/>
                  <a:pt x="397195" y="3117"/>
                  <a:pt x="398401" y="1871"/>
                </a:cubicBezTo>
                <a:cubicBezTo>
                  <a:pt x="399607" y="624"/>
                  <a:pt x="401088" y="0"/>
                  <a:pt x="402846" y="0"/>
                </a:cubicBezTo>
                <a:moveTo>
                  <a:pt x="407934" y="30286"/>
                </a:moveTo>
                <a:lnTo>
                  <a:pt x="407934" y="76622"/>
                </a:lnTo>
                <a:cubicBezTo>
                  <a:pt x="407934" y="80232"/>
                  <a:pt x="408189" y="82635"/>
                  <a:pt x="408700" y="83831"/>
                </a:cubicBezTo>
                <a:cubicBezTo>
                  <a:pt x="409211" y="85027"/>
                  <a:pt x="409967" y="85919"/>
                  <a:pt x="410969" y="86506"/>
                </a:cubicBezTo>
                <a:cubicBezTo>
                  <a:pt x="411970" y="87094"/>
                  <a:pt x="413799" y="87388"/>
                  <a:pt x="416455" y="87388"/>
                </a:cubicBezTo>
                <a:lnTo>
                  <a:pt x="416455" y="89722"/>
                </a:lnTo>
                <a:lnTo>
                  <a:pt x="389175" y="89722"/>
                </a:lnTo>
                <a:lnTo>
                  <a:pt x="389175" y="87388"/>
                </a:lnTo>
                <a:cubicBezTo>
                  <a:pt x="391913" y="87388"/>
                  <a:pt x="393752" y="87115"/>
                  <a:pt x="394692" y="86569"/>
                </a:cubicBezTo>
                <a:cubicBezTo>
                  <a:pt x="395632" y="86024"/>
                  <a:pt x="396378" y="85122"/>
                  <a:pt x="396930" y="83862"/>
                </a:cubicBezTo>
                <a:cubicBezTo>
                  <a:pt x="397482" y="82603"/>
                  <a:pt x="397757" y="80190"/>
                  <a:pt x="397757" y="76622"/>
                </a:cubicBezTo>
                <a:lnTo>
                  <a:pt x="397757" y="54398"/>
                </a:lnTo>
                <a:cubicBezTo>
                  <a:pt x="397757" y="48144"/>
                  <a:pt x="397573" y="44094"/>
                  <a:pt x="397206" y="42249"/>
                </a:cubicBezTo>
                <a:cubicBezTo>
                  <a:pt x="396920" y="40905"/>
                  <a:pt x="396470" y="39971"/>
                  <a:pt x="395857" y="39447"/>
                </a:cubicBezTo>
                <a:cubicBezTo>
                  <a:pt x="395244" y="38922"/>
                  <a:pt x="394406" y="38660"/>
                  <a:pt x="393343" y="38660"/>
                </a:cubicBezTo>
                <a:cubicBezTo>
                  <a:pt x="392199" y="38660"/>
                  <a:pt x="390810" y="38975"/>
                  <a:pt x="389175" y="39604"/>
                </a:cubicBezTo>
                <a:lnTo>
                  <a:pt x="388316" y="37337"/>
                </a:lnTo>
                <a:lnTo>
                  <a:pt x="405237" y="30286"/>
                </a:lnTo>
                <a:lnTo>
                  <a:pt x="407934" y="30286"/>
                </a:lnTo>
                <a:close/>
                <a:moveTo>
                  <a:pt x="464095" y="83223"/>
                </a:moveTo>
                <a:cubicBezTo>
                  <a:pt x="461357" y="86168"/>
                  <a:pt x="458680" y="88282"/>
                  <a:pt x="456064" y="89565"/>
                </a:cubicBezTo>
                <a:cubicBezTo>
                  <a:pt x="453449" y="90848"/>
                  <a:pt x="450629" y="91489"/>
                  <a:pt x="447604" y="91489"/>
                </a:cubicBezTo>
                <a:cubicBezTo>
                  <a:pt x="441474" y="91489"/>
                  <a:pt x="436120" y="88855"/>
                  <a:pt x="431543" y="83588"/>
                </a:cubicBezTo>
                <a:cubicBezTo>
                  <a:pt x="426965" y="78320"/>
                  <a:pt x="424677" y="71550"/>
                  <a:pt x="424677" y="63279"/>
                </a:cubicBezTo>
                <a:cubicBezTo>
                  <a:pt x="424677" y="55010"/>
                  <a:pt x="427210" y="47443"/>
                  <a:pt x="432278" y="40580"/>
                </a:cubicBezTo>
                <a:cubicBezTo>
                  <a:pt x="437346" y="33718"/>
                  <a:pt x="443865" y="30286"/>
                  <a:pt x="451834" y="30286"/>
                </a:cubicBezTo>
                <a:cubicBezTo>
                  <a:pt x="456780" y="30286"/>
                  <a:pt x="460867" y="31905"/>
                  <a:pt x="464095" y="35144"/>
                </a:cubicBezTo>
                <a:lnTo>
                  <a:pt x="464095" y="24458"/>
                </a:lnTo>
                <a:cubicBezTo>
                  <a:pt x="464095" y="17826"/>
                  <a:pt x="463942" y="13750"/>
                  <a:pt x="463636" y="12229"/>
                </a:cubicBezTo>
                <a:cubicBezTo>
                  <a:pt x="463329" y="10708"/>
                  <a:pt x="462849" y="9673"/>
                  <a:pt x="462195" y="9125"/>
                </a:cubicBezTo>
                <a:cubicBezTo>
                  <a:pt x="461541" y="8576"/>
                  <a:pt x="460724" y="8301"/>
                  <a:pt x="459743" y="8301"/>
                </a:cubicBezTo>
                <a:cubicBezTo>
                  <a:pt x="458680" y="8301"/>
                  <a:pt x="457270" y="8639"/>
                  <a:pt x="455513" y="9315"/>
                </a:cubicBezTo>
                <a:lnTo>
                  <a:pt x="454716" y="7096"/>
                </a:lnTo>
                <a:lnTo>
                  <a:pt x="471452" y="0"/>
                </a:lnTo>
                <a:lnTo>
                  <a:pt x="474211" y="0"/>
                </a:lnTo>
                <a:lnTo>
                  <a:pt x="474211" y="66819"/>
                </a:lnTo>
                <a:cubicBezTo>
                  <a:pt x="474211" y="73591"/>
                  <a:pt x="474364" y="77724"/>
                  <a:pt x="474670" y="79217"/>
                </a:cubicBezTo>
                <a:cubicBezTo>
                  <a:pt x="474977" y="80710"/>
                  <a:pt x="475467" y="81751"/>
                  <a:pt x="476142" y="82340"/>
                </a:cubicBezTo>
                <a:cubicBezTo>
                  <a:pt x="476816" y="82929"/>
                  <a:pt x="477603" y="83223"/>
                  <a:pt x="478502" y="83223"/>
                </a:cubicBezTo>
                <a:cubicBezTo>
                  <a:pt x="479605" y="83223"/>
                  <a:pt x="481077" y="82866"/>
                  <a:pt x="482916" y="82151"/>
                </a:cubicBezTo>
                <a:lnTo>
                  <a:pt x="483590" y="84359"/>
                </a:lnTo>
                <a:lnTo>
                  <a:pt x="466915" y="91489"/>
                </a:lnTo>
                <a:lnTo>
                  <a:pt x="464095" y="91489"/>
                </a:lnTo>
                <a:lnTo>
                  <a:pt x="464095" y="83223"/>
                </a:lnTo>
                <a:moveTo>
                  <a:pt x="464095" y="78821"/>
                </a:moveTo>
                <a:lnTo>
                  <a:pt x="464095" y="49114"/>
                </a:lnTo>
                <a:cubicBezTo>
                  <a:pt x="463850" y="46260"/>
                  <a:pt x="463115" y="43659"/>
                  <a:pt x="461888" y="41310"/>
                </a:cubicBezTo>
                <a:cubicBezTo>
                  <a:pt x="460662" y="38960"/>
                  <a:pt x="459038" y="37187"/>
                  <a:pt x="457015" y="35992"/>
                </a:cubicBezTo>
                <a:cubicBezTo>
                  <a:pt x="454992" y="34796"/>
                  <a:pt x="453020" y="34198"/>
                  <a:pt x="451099" y="34198"/>
                </a:cubicBezTo>
                <a:cubicBezTo>
                  <a:pt x="447502" y="34198"/>
                  <a:pt x="444294" y="35856"/>
                  <a:pt x="441474" y="39171"/>
                </a:cubicBezTo>
                <a:cubicBezTo>
                  <a:pt x="437755" y="43534"/>
                  <a:pt x="435895" y="49911"/>
                  <a:pt x="435895" y="58303"/>
                </a:cubicBezTo>
                <a:cubicBezTo>
                  <a:pt x="435895" y="66778"/>
                  <a:pt x="437694" y="73272"/>
                  <a:pt x="441290" y="77783"/>
                </a:cubicBezTo>
                <a:cubicBezTo>
                  <a:pt x="444887" y="82293"/>
                  <a:pt x="448892" y="84548"/>
                  <a:pt x="453306" y="84548"/>
                </a:cubicBezTo>
                <a:cubicBezTo>
                  <a:pt x="457025" y="84548"/>
                  <a:pt x="460621" y="82639"/>
                  <a:pt x="464095" y="78821"/>
                </a:cubicBezTo>
                <a:close/>
                <a:moveTo>
                  <a:pt x="519025" y="81394"/>
                </a:moveTo>
                <a:cubicBezTo>
                  <a:pt x="513262" y="85979"/>
                  <a:pt x="509645" y="88629"/>
                  <a:pt x="508174" y="89344"/>
                </a:cubicBezTo>
                <a:cubicBezTo>
                  <a:pt x="505967" y="90437"/>
                  <a:pt x="503617" y="90984"/>
                  <a:pt x="501124" y="90984"/>
                </a:cubicBezTo>
                <a:cubicBezTo>
                  <a:pt x="497241" y="90984"/>
                  <a:pt x="494043" y="89617"/>
                  <a:pt x="491530" y="86883"/>
                </a:cubicBezTo>
                <a:cubicBezTo>
                  <a:pt x="489016" y="84149"/>
                  <a:pt x="487759" y="80552"/>
                  <a:pt x="487759" y="76094"/>
                </a:cubicBezTo>
                <a:cubicBezTo>
                  <a:pt x="487759" y="73275"/>
                  <a:pt x="488373" y="70836"/>
                  <a:pt x="489599" y="68774"/>
                </a:cubicBezTo>
                <a:cubicBezTo>
                  <a:pt x="491274" y="65914"/>
                  <a:pt x="494186" y="63222"/>
                  <a:pt x="498335" y="60698"/>
                </a:cubicBezTo>
                <a:cubicBezTo>
                  <a:pt x="502483" y="58174"/>
                  <a:pt x="509380" y="55104"/>
                  <a:pt x="519025" y="51486"/>
                </a:cubicBezTo>
                <a:lnTo>
                  <a:pt x="519025" y="49215"/>
                </a:lnTo>
                <a:cubicBezTo>
                  <a:pt x="519025" y="43452"/>
                  <a:pt x="518136" y="39498"/>
                  <a:pt x="516358" y="37353"/>
                </a:cubicBezTo>
                <a:cubicBezTo>
                  <a:pt x="514580" y="35207"/>
                  <a:pt x="511995" y="34135"/>
                  <a:pt x="508603" y="34135"/>
                </a:cubicBezTo>
                <a:cubicBezTo>
                  <a:pt x="506028" y="34135"/>
                  <a:pt x="503985" y="34847"/>
                  <a:pt x="502473" y="36272"/>
                </a:cubicBezTo>
                <a:cubicBezTo>
                  <a:pt x="500920" y="37697"/>
                  <a:pt x="500143" y="39332"/>
                  <a:pt x="500143" y="41176"/>
                </a:cubicBezTo>
                <a:lnTo>
                  <a:pt x="500266" y="44822"/>
                </a:lnTo>
                <a:cubicBezTo>
                  <a:pt x="500266" y="46749"/>
                  <a:pt x="499785" y="48236"/>
                  <a:pt x="498825" y="49284"/>
                </a:cubicBezTo>
                <a:cubicBezTo>
                  <a:pt x="497865" y="50331"/>
                  <a:pt x="496608" y="50855"/>
                  <a:pt x="495055" y="50855"/>
                </a:cubicBezTo>
                <a:cubicBezTo>
                  <a:pt x="493543" y="50855"/>
                  <a:pt x="492306" y="50310"/>
                  <a:pt x="491346" y="49221"/>
                </a:cubicBezTo>
                <a:cubicBezTo>
                  <a:pt x="490385" y="48130"/>
                  <a:pt x="489905" y="46640"/>
                  <a:pt x="489905" y="44753"/>
                </a:cubicBezTo>
                <a:cubicBezTo>
                  <a:pt x="489905" y="41147"/>
                  <a:pt x="491703" y="37835"/>
                  <a:pt x="495300" y="34815"/>
                </a:cubicBezTo>
                <a:cubicBezTo>
                  <a:pt x="498896" y="31796"/>
                  <a:pt x="503944" y="30286"/>
                  <a:pt x="510442" y="30286"/>
                </a:cubicBezTo>
                <a:cubicBezTo>
                  <a:pt x="515428" y="30286"/>
                  <a:pt x="519515" y="31147"/>
                  <a:pt x="522703" y="32869"/>
                </a:cubicBezTo>
                <a:cubicBezTo>
                  <a:pt x="525114" y="34172"/>
                  <a:pt x="526892" y="36210"/>
                  <a:pt x="528037" y="38983"/>
                </a:cubicBezTo>
                <a:cubicBezTo>
                  <a:pt x="528772" y="40790"/>
                  <a:pt x="529140" y="44487"/>
                  <a:pt x="529140" y="50074"/>
                </a:cubicBezTo>
                <a:lnTo>
                  <a:pt x="529140" y="69674"/>
                </a:lnTo>
                <a:cubicBezTo>
                  <a:pt x="529140" y="75177"/>
                  <a:pt x="529242" y="78549"/>
                  <a:pt x="529447" y="79789"/>
                </a:cubicBezTo>
                <a:cubicBezTo>
                  <a:pt x="529651" y="81028"/>
                  <a:pt x="529988" y="81858"/>
                  <a:pt x="530458" y="82279"/>
                </a:cubicBezTo>
                <a:cubicBezTo>
                  <a:pt x="530928" y="82698"/>
                  <a:pt x="531470" y="82908"/>
                  <a:pt x="532083" y="82908"/>
                </a:cubicBezTo>
                <a:cubicBezTo>
                  <a:pt x="532737" y="82908"/>
                  <a:pt x="533309" y="82761"/>
                  <a:pt x="533799" y="82466"/>
                </a:cubicBezTo>
                <a:cubicBezTo>
                  <a:pt x="534658" y="81919"/>
                  <a:pt x="536313" y="80384"/>
                  <a:pt x="538765" y="77860"/>
                </a:cubicBezTo>
                <a:lnTo>
                  <a:pt x="538765" y="81394"/>
                </a:lnTo>
                <a:cubicBezTo>
                  <a:pt x="534188" y="87703"/>
                  <a:pt x="529814" y="90858"/>
                  <a:pt x="525646" y="90858"/>
                </a:cubicBezTo>
                <a:cubicBezTo>
                  <a:pt x="523643" y="90858"/>
                  <a:pt x="522049" y="90143"/>
                  <a:pt x="520864" y="88713"/>
                </a:cubicBezTo>
                <a:cubicBezTo>
                  <a:pt x="519679" y="87283"/>
                  <a:pt x="519066" y="84843"/>
                  <a:pt x="519025" y="81394"/>
                </a:cubicBezTo>
                <a:moveTo>
                  <a:pt x="519025" y="77257"/>
                </a:moveTo>
                <a:lnTo>
                  <a:pt x="519025" y="55335"/>
                </a:lnTo>
                <a:cubicBezTo>
                  <a:pt x="512853" y="57847"/>
                  <a:pt x="508869" y="59627"/>
                  <a:pt x="507070" y="60675"/>
                </a:cubicBezTo>
                <a:cubicBezTo>
                  <a:pt x="503842" y="62517"/>
                  <a:pt x="501533" y="64444"/>
                  <a:pt x="500143" y="66454"/>
                </a:cubicBezTo>
                <a:cubicBezTo>
                  <a:pt x="498753" y="68464"/>
                  <a:pt x="498059" y="70662"/>
                  <a:pt x="498059" y="73049"/>
                </a:cubicBezTo>
                <a:cubicBezTo>
                  <a:pt x="498059" y="76065"/>
                  <a:pt x="498937" y="78567"/>
                  <a:pt x="500695" y="80556"/>
                </a:cubicBezTo>
                <a:cubicBezTo>
                  <a:pt x="502452" y="82545"/>
                  <a:pt x="504475" y="83539"/>
                  <a:pt x="506764" y="83539"/>
                </a:cubicBezTo>
                <a:cubicBezTo>
                  <a:pt x="509870" y="83539"/>
                  <a:pt x="513957" y="81445"/>
                  <a:pt x="519025" y="77257"/>
                </a:cubicBezTo>
                <a:close/>
                <a:moveTo>
                  <a:pt x="559560" y="12872"/>
                </a:moveTo>
                <a:lnTo>
                  <a:pt x="559560" y="31927"/>
                </a:lnTo>
                <a:lnTo>
                  <a:pt x="572679" y="31927"/>
                </a:lnTo>
                <a:lnTo>
                  <a:pt x="572679" y="36343"/>
                </a:lnTo>
                <a:lnTo>
                  <a:pt x="559560" y="36343"/>
                </a:lnTo>
                <a:lnTo>
                  <a:pt x="559560" y="73771"/>
                </a:lnTo>
                <a:cubicBezTo>
                  <a:pt x="559560" y="77511"/>
                  <a:pt x="560081" y="80032"/>
                  <a:pt x="561123" y="81335"/>
                </a:cubicBezTo>
                <a:cubicBezTo>
                  <a:pt x="562165" y="82636"/>
                  <a:pt x="563504" y="83287"/>
                  <a:pt x="565139" y="83287"/>
                </a:cubicBezTo>
                <a:cubicBezTo>
                  <a:pt x="566487" y="83287"/>
                  <a:pt x="567795" y="82855"/>
                  <a:pt x="569062" y="81993"/>
                </a:cubicBezTo>
                <a:cubicBezTo>
                  <a:pt x="570329" y="81131"/>
                  <a:pt x="571310" y="79858"/>
                  <a:pt x="572005" y="78176"/>
                </a:cubicBezTo>
                <a:lnTo>
                  <a:pt x="574396" y="78176"/>
                </a:lnTo>
                <a:cubicBezTo>
                  <a:pt x="572965" y="82310"/>
                  <a:pt x="570942" y="85436"/>
                  <a:pt x="568327" y="87555"/>
                </a:cubicBezTo>
                <a:cubicBezTo>
                  <a:pt x="565711" y="89673"/>
                  <a:pt x="563014" y="90732"/>
                  <a:pt x="560234" y="90732"/>
                </a:cubicBezTo>
                <a:cubicBezTo>
                  <a:pt x="558354" y="90732"/>
                  <a:pt x="556515" y="90195"/>
                  <a:pt x="554717" y="89121"/>
                </a:cubicBezTo>
                <a:cubicBezTo>
                  <a:pt x="552919" y="88047"/>
                  <a:pt x="551590" y="86510"/>
                  <a:pt x="550732" y="84511"/>
                </a:cubicBezTo>
                <a:cubicBezTo>
                  <a:pt x="549874" y="82510"/>
                  <a:pt x="549445" y="79425"/>
                  <a:pt x="549445" y="75256"/>
                </a:cubicBezTo>
                <a:lnTo>
                  <a:pt x="549445" y="36343"/>
                </a:lnTo>
                <a:lnTo>
                  <a:pt x="540556" y="36343"/>
                </a:lnTo>
                <a:lnTo>
                  <a:pt x="540556" y="34261"/>
                </a:lnTo>
                <a:cubicBezTo>
                  <a:pt x="542803" y="33333"/>
                  <a:pt x="545102" y="31762"/>
                  <a:pt x="547452" y="29547"/>
                </a:cubicBezTo>
                <a:cubicBezTo>
                  <a:pt x="549802" y="27332"/>
                  <a:pt x="551897" y="24705"/>
                  <a:pt x="553736" y="21668"/>
                </a:cubicBezTo>
                <a:cubicBezTo>
                  <a:pt x="554676" y="20065"/>
                  <a:pt x="555984" y="17133"/>
                  <a:pt x="557660" y="12872"/>
                </a:cubicBezTo>
                <a:lnTo>
                  <a:pt x="559560" y="12872"/>
                </a:lnTo>
                <a:close/>
                <a:moveTo>
                  <a:pt x="588565" y="53758"/>
                </a:moveTo>
                <a:cubicBezTo>
                  <a:pt x="588524" y="62319"/>
                  <a:pt x="590547" y="69034"/>
                  <a:pt x="594634" y="73903"/>
                </a:cubicBezTo>
                <a:cubicBezTo>
                  <a:pt x="598721" y="78771"/>
                  <a:pt x="603523" y="81204"/>
                  <a:pt x="609041" y="81204"/>
                </a:cubicBezTo>
                <a:cubicBezTo>
                  <a:pt x="612719" y="81204"/>
                  <a:pt x="615917" y="80163"/>
                  <a:pt x="618635" y="78081"/>
                </a:cubicBezTo>
                <a:cubicBezTo>
                  <a:pt x="621353" y="75999"/>
                  <a:pt x="623631" y="72434"/>
                  <a:pt x="625470" y="67386"/>
                </a:cubicBezTo>
                <a:lnTo>
                  <a:pt x="627371" y="68648"/>
                </a:lnTo>
                <a:cubicBezTo>
                  <a:pt x="626513" y="74411"/>
                  <a:pt x="624019" y="79659"/>
                  <a:pt x="619892" y="84391"/>
                </a:cubicBezTo>
                <a:cubicBezTo>
                  <a:pt x="615764" y="89123"/>
                  <a:pt x="610594" y="91489"/>
                  <a:pt x="604382" y="91489"/>
                </a:cubicBezTo>
                <a:cubicBezTo>
                  <a:pt x="597638" y="91489"/>
                  <a:pt x="591865" y="88792"/>
                  <a:pt x="587063" y="83399"/>
                </a:cubicBezTo>
                <a:cubicBezTo>
                  <a:pt x="582261" y="78004"/>
                  <a:pt x="579860" y="70752"/>
                  <a:pt x="579860" y="61643"/>
                </a:cubicBezTo>
                <a:cubicBezTo>
                  <a:pt x="579860" y="51779"/>
                  <a:pt x="582322" y="44087"/>
                  <a:pt x="587247" y="38567"/>
                </a:cubicBezTo>
                <a:cubicBezTo>
                  <a:pt x="592172" y="33046"/>
                  <a:pt x="598353" y="30286"/>
                  <a:pt x="605792" y="30286"/>
                </a:cubicBezTo>
                <a:cubicBezTo>
                  <a:pt x="612086" y="30286"/>
                  <a:pt x="617256" y="32415"/>
                  <a:pt x="621302" y="36674"/>
                </a:cubicBezTo>
                <a:cubicBezTo>
                  <a:pt x="625348" y="40932"/>
                  <a:pt x="627371" y="46627"/>
                  <a:pt x="627371" y="53758"/>
                </a:cubicBezTo>
                <a:lnTo>
                  <a:pt x="588565" y="53758"/>
                </a:lnTo>
                <a:moveTo>
                  <a:pt x="588565" y="50098"/>
                </a:moveTo>
                <a:lnTo>
                  <a:pt x="614558" y="50098"/>
                </a:lnTo>
                <a:cubicBezTo>
                  <a:pt x="614354" y="46396"/>
                  <a:pt x="613925" y="43789"/>
                  <a:pt x="613271" y="42274"/>
                </a:cubicBezTo>
                <a:cubicBezTo>
                  <a:pt x="612249" y="39919"/>
                  <a:pt x="610727" y="38068"/>
                  <a:pt x="608704" y="36722"/>
                </a:cubicBezTo>
                <a:cubicBezTo>
                  <a:pt x="606680" y="35376"/>
                  <a:pt x="604565" y="34703"/>
                  <a:pt x="602359" y="34703"/>
                </a:cubicBezTo>
                <a:cubicBezTo>
                  <a:pt x="598966" y="34703"/>
                  <a:pt x="595932" y="36059"/>
                  <a:pt x="593255" y="38772"/>
                </a:cubicBezTo>
                <a:cubicBezTo>
                  <a:pt x="590578" y="41486"/>
                  <a:pt x="589015" y="45261"/>
                  <a:pt x="588565" y="50098"/>
                </a:cubicBezTo>
                <a:close/>
                <a:moveTo>
                  <a:pt x="739711" y="2271"/>
                </a:moveTo>
                <a:lnTo>
                  <a:pt x="741856" y="29276"/>
                </a:lnTo>
                <a:lnTo>
                  <a:pt x="739711" y="29276"/>
                </a:lnTo>
                <a:cubicBezTo>
                  <a:pt x="737544" y="22546"/>
                  <a:pt x="734745" y="17478"/>
                  <a:pt x="731312" y="14070"/>
                </a:cubicBezTo>
                <a:cubicBezTo>
                  <a:pt x="726367" y="9149"/>
                  <a:pt x="720011" y="6688"/>
                  <a:pt x="712246" y="6688"/>
                </a:cubicBezTo>
                <a:cubicBezTo>
                  <a:pt x="701661" y="6688"/>
                  <a:pt x="693609" y="11000"/>
                  <a:pt x="688092" y="19623"/>
                </a:cubicBezTo>
                <a:cubicBezTo>
                  <a:pt x="683474" y="26900"/>
                  <a:pt x="681165" y="35565"/>
                  <a:pt x="681165" y="45618"/>
                </a:cubicBezTo>
                <a:cubicBezTo>
                  <a:pt x="681165" y="53779"/>
                  <a:pt x="682697" y="61224"/>
                  <a:pt x="685762" y="67954"/>
                </a:cubicBezTo>
                <a:cubicBezTo>
                  <a:pt x="688828" y="74684"/>
                  <a:pt x="692843" y="79616"/>
                  <a:pt x="697809" y="82750"/>
                </a:cubicBezTo>
                <a:cubicBezTo>
                  <a:pt x="702775" y="85884"/>
                  <a:pt x="707873" y="87451"/>
                  <a:pt x="713104" y="87451"/>
                </a:cubicBezTo>
                <a:cubicBezTo>
                  <a:pt x="716170" y="87451"/>
                  <a:pt x="719133" y="87050"/>
                  <a:pt x="721994" y="86248"/>
                </a:cubicBezTo>
                <a:cubicBezTo>
                  <a:pt x="724854" y="85446"/>
                  <a:pt x="727613" y="84265"/>
                  <a:pt x="730270" y="82705"/>
                </a:cubicBezTo>
                <a:lnTo>
                  <a:pt x="730270" y="57896"/>
                </a:lnTo>
                <a:cubicBezTo>
                  <a:pt x="730270" y="53593"/>
                  <a:pt x="729953" y="50776"/>
                  <a:pt x="729319" y="49447"/>
                </a:cubicBezTo>
                <a:cubicBezTo>
                  <a:pt x="728686" y="48118"/>
                  <a:pt x="727705" y="47106"/>
                  <a:pt x="726377" y="46411"/>
                </a:cubicBezTo>
                <a:cubicBezTo>
                  <a:pt x="725049" y="45714"/>
                  <a:pt x="722709" y="45366"/>
                  <a:pt x="719357" y="45366"/>
                </a:cubicBezTo>
                <a:lnTo>
                  <a:pt x="719357" y="43031"/>
                </a:lnTo>
                <a:lnTo>
                  <a:pt x="751542" y="43031"/>
                </a:lnTo>
                <a:lnTo>
                  <a:pt x="751542" y="45366"/>
                </a:lnTo>
                <a:lnTo>
                  <a:pt x="750010" y="45366"/>
                </a:lnTo>
                <a:cubicBezTo>
                  <a:pt x="746822" y="45366"/>
                  <a:pt x="744635" y="46460"/>
                  <a:pt x="743450" y="48647"/>
                </a:cubicBezTo>
                <a:cubicBezTo>
                  <a:pt x="742633" y="50203"/>
                  <a:pt x="742224" y="53274"/>
                  <a:pt x="742224" y="57859"/>
                </a:cubicBezTo>
                <a:lnTo>
                  <a:pt x="742224" y="84044"/>
                </a:lnTo>
                <a:cubicBezTo>
                  <a:pt x="737524" y="86652"/>
                  <a:pt x="732885" y="88566"/>
                  <a:pt x="728308" y="89785"/>
                </a:cubicBezTo>
                <a:cubicBezTo>
                  <a:pt x="723730" y="91005"/>
                  <a:pt x="718642" y="91615"/>
                  <a:pt x="713043" y="91615"/>
                </a:cubicBezTo>
                <a:cubicBezTo>
                  <a:pt x="696981" y="91615"/>
                  <a:pt x="684782" y="86322"/>
                  <a:pt x="676444" y="75737"/>
                </a:cubicBezTo>
                <a:cubicBezTo>
                  <a:pt x="670191" y="67798"/>
                  <a:pt x="667065" y="58642"/>
                  <a:pt x="667065" y="48266"/>
                </a:cubicBezTo>
                <a:cubicBezTo>
                  <a:pt x="667065" y="40747"/>
                  <a:pt x="668822" y="33544"/>
                  <a:pt x="672337" y="26656"/>
                </a:cubicBezTo>
                <a:cubicBezTo>
                  <a:pt x="676505" y="18464"/>
                  <a:pt x="682227" y="12163"/>
                  <a:pt x="689502" y="7753"/>
                </a:cubicBezTo>
                <a:cubicBezTo>
                  <a:pt x="695592" y="4099"/>
                  <a:pt x="702785" y="2271"/>
                  <a:pt x="711081" y="2271"/>
                </a:cubicBezTo>
                <a:cubicBezTo>
                  <a:pt x="714106" y="2271"/>
                  <a:pt x="716854" y="2524"/>
                  <a:pt x="719327" y="3029"/>
                </a:cubicBezTo>
                <a:cubicBezTo>
                  <a:pt x="721799" y="3533"/>
                  <a:pt x="725304" y="4648"/>
                  <a:pt x="729841" y="6373"/>
                </a:cubicBezTo>
                <a:cubicBezTo>
                  <a:pt x="732129" y="7256"/>
                  <a:pt x="733662" y="7698"/>
                  <a:pt x="734438" y="7698"/>
                </a:cubicBezTo>
                <a:cubicBezTo>
                  <a:pt x="735215" y="7698"/>
                  <a:pt x="735879" y="7330"/>
                  <a:pt x="736431" y="6594"/>
                </a:cubicBezTo>
                <a:cubicBezTo>
                  <a:pt x="736983" y="5857"/>
                  <a:pt x="737320" y="4417"/>
                  <a:pt x="737442" y="2271"/>
                </a:cubicBezTo>
                <a:lnTo>
                  <a:pt x="739711" y="2271"/>
                </a:lnTo>
                <a:close/>
                <a:moveTo>
                  <a:pt x="772685" y="30286"/>
                </a:moveTo>
                <a:lnTo>
                  <a:pt x="772685" y="43284"/>
                </a:lnTo>
                <a:cubicBezTo>
                  <a:pt x="777385" y="34619"/>
                  <a:pt x="782208" y="30286"/>
                  <a:pt x="787153" y="30286"/>
                </a:cubicBezTo>
                <a:cubicBezTo>
                  <a:pt x="789401" y="30286"/>
                  <a:pt x="791260" y="30991"/>
                  <a:pt x="792732" y="32400"/>
                </a:cubicBezTo>
                <a:cubicBezTo>
                  <a:pt x="794203" y="33809"/>
                  <a:pt x="794939" y="35439"/>
                  <a:pt x="794939" y="37290"/>
                </a:cubicBezTo>
                <a:cubicBezTo>
                  <a:pt x="794939" y="38930"/>
                  <a:pt x="794407" y="40318"/>
                  <a:pt x="793345" y="41454"/>
                </a:cubicBezTo>
                <a:cubicBezTo>
                  <a:pt x="792282" y="42590"/>
                  <a:pt x="791015" y="43158"/>
                  <a:pt x="789544" y="43158"/>
                </a:cubicBezTo>
                <a:cubicBezTo>
                  <a:pt x="788113" y="43158"/>
                  <a:pt x="786509" y="42432"/>
                  <a:pt x="784731" y="40981"/>
                </a:cubicBezTo>
                <a:cubicBezTo>
                  <a:pt x="782954" y="39530"/>
                  <a:pt x="781635" y="38804"/>
                  <a:pt x="780777" y="38804"/>
                </a:cubicBezTo>
                <a:cubicBezTo>
                  <a:pt x="780042" y="38804"/>
                  <a:pt x="779245" y="39223"/>
                  <a:pt x="778386" y="40062"/>
                </a:cubicBezTo>
                <a:cubicBezTo>
                  <a:pt x="776547" y="41783"/>
                  <a:pt x="774647" y="44615"/>
                  <a:pt x="772685" y="48558"/>
                </a:cubicBezTo>
                <a:lnTo>
                  <a:pt x="772685" y="76186"/>
                </a:lnTo>
                <a:cubicBezTo>
                  <a:pt x="772685" y="79374"/>
                  <a:pt x="773073" y="81786"/>
                  <a:pt x="773850" y="83423"/>
                </a:cubicBezTo>
                <a:cubicBezTo>
                  <a:pt x="774381" y="84556"/>
                  <a:pt x="775321" y="85500"/>
                  <a:pt x="776670" y="86256"/>
                </a:cubicBezTo>
                <a:cubicBezTo>
                  <a:pt x="778018" y="87011"/>
                  <a:pt x="779960" y="87388"/>
                  <a:pt x="782494" y="87388"/>
                </a:cubicBezTo>
                <a:lnTo>
                  <a:pt x="782494" y="89722"/>
                </a:lnTo>
                <a:lnTo>
                  <a:pt x="753742" y="89722"/>
                </a:lnTo>
                <a:lnTo>
                  <a:pt x="753742" y="87388"/>
                </a:lnTo>
                <a:cubicBezTo>
                  <a:pt x="756603" y="87388"/>
                  <a:pt x="758728" y="86926"/>
                  <a:pt x="760118" y="86004"/>
                </a:cubicBezTo>
                <a:cubicBezTo>
                  <a:pt x="761139" y="85332"/>
                  <a:pt x="761855" y="84261"/>
                  <a:pt x="762263" y="82792"/>
                </a:cubicBezTo>
                <a:cubicBezTo>
                  <a:pt x="762468" y="82078"/>
                  <a:pt x="762570" y="80042"/>
                  <a:pt x="762570" y="76685"/>
                </a:cubicBezTo>
                <a:lnTo>
                  <a:pt x="762570" y="54335"/>
                </a:lnTo>
                <a:cubicBezTo>
                  <a:pt x="762570" y="47620"/>
                  <a:pt x="762437" y="43622"/>
                  <a:pt x="762171" y="42343"/>
                </a:cubicBezTo>
                <a:cubicBezTo>
                  <a:pt x="761906" y="41063"/>
                  <a:pt x="761415" y="40129"/>
                  <a:pt x="760700" y="39541"/>
                </a:cubicBezTo>
                <a:cubicBezTo>
                  <a:pt x="759985" y="38954"/>
                  <a:pt x="759096" y="38660"/>
                  <a:pt x="758033" y="38660"/>
                </a:cubicBezTo>
                <a:cubicBezTo>
                  <a:pt x="756766" y="38660"/>
                  <a:pt x="755336" y="38975"/>
                  <a:pt x="753742" y="39604"/>
                </a:cubicBezTo>
                <a:lnTo>
                  <a:pt x="753129" y="37337"/>
                </a:lnTo>
                <a:lnTo>
                  <a:pt x="770110" y="30286"/>
                </a:lnTo>
                <a:lnTo>
                  <a:pt x="772685" y="30286"/>
                </a:lnTo>
                <a:close/>
                <a:moveTo>
                  <a:pt x="826320" y="30286"/>
                </a:moveTo>
                <a:cubicBezTo>
                  <a:pt x="834821" y="30286"/>
                  <a:pt x="841646" y="33606"/>
                  <a:pt x="846796" y="40245"/>
                </a:cubicBezTo>
                <a:cubicBezTo>
                  <a:pt x="851169" y="45917"/>
                  <a:pt x="853355" y="52431"/>
                  <a:pt x="853355" y="59785"/>
                </a:cubicBezTo>
                <a:cubicBezTo>
                  <a:pt x="853355" y="64954"/>
                  <a:pt x="852150" y="70186"/>
                  <a:pt x="849738" y="75480"/>
                </a:cubicBezTo>
                <a:cubicBezTo>
                  <a:pt x="847327" y="80774"/>
                  <a:pt x="844006" y="84765"/>
                  <a:pt x="839776" y="87455"/>
                </a:cubicBezTo>
                <a:cubicBezTo>
                  <a:pt x="835546" y="90144"/>
                  <a:pt x="830836" y="91489"/>
                  <a:pt x="825646" y="91489"/>
                </a:cubicBezTo>
                <a:cubicBezTo>
                  <a:pt x="817186" y="91489"/>
                  <a:pt x="810463" y="88022"/>
                  <a:pt x="805476" y="81088"/>
                </a:cubicBezTo>
                <a:cubicBezTo>
                  <a:pt x="801267" y="75248"/>
                  <a:pt x="799162" y="68693"/>
                  <a:pt x="799162" y="61424"/>
                </a:cubicBezTo>
                <a:cubicBezTo>
                  <a:pt x="799162" y="56129"/>
                  <a:pt x="800439" y="50866"/>
                  <a:pt x="802994" y="45634"/>
                </a:cubicBezTo>
                <a:cubicBezTo>
                  <a:pt x="805548" y="40402"/>
                  <a:pt x="808909" y="36536"/>
                  <a:pt x="813078" y="34036"/>
                </a:cubicBezTo>
                <a:cubicBezTo>
                  <a:pt x="817247" y="31536"/>
                  <a:pt x="821661" y="30286"/>
                  <a:pt x="826320" y="30286"/>
                </a:cubicBezTo>
                <a:moveTo>
                  <a:pt x="824420" y="34450"/>
                </a:moveTo>
                <a:cubicBezTo>
                  <a:pt x="822253" y="34450"/>
                  <a:pt x="820077" y="35112"/>
                  <a:pt x="817891" y="36436"/>
                </a:cubicBezTo>
                <a:cubicBezTo>
                  <a:pt x="815704" y="37760"/>
                  <a:pt x="813936" y="40081"/>
                  <a:pt x="812588" y="43400"/>
                </a:cubicBezTo>
                <a:cubicBezTo>
                  <a:pt x="811239" y="46719"/>
                  <a:pt x="810565" y="50983"/>
                  <a:pt x="810565" y="56193"/>
                </a:cubicBezTo>
                <a:cubicBezTo>
                  <a:pt x="810565" y="64595"/>
                  <a:pt x="812189" y="71843"/>
                  <a:pt x="815438" y="77935"/>
                </a:cubicBezTo>
                <a:cubicBezTo>
                  <a:pt x="818688" y="84027"/>
                  <a:pt x="822969" y="87072"/>
                  <a:pt x="828282" y="87072"/>
                </a:cubicBezTo>
                <a:cubicBezTo>
                  <a:pt x="832246" y="87072"/>
                  <a:pt x="835516" y="85392"/>
                  <a:pt x="838090" y="82031"/>
                </a:cubicBezTo>
                <a:cubicBezTo>
                  <a:pt x="840665" y="78669"/>
                  <a:pt x="841953" y="72893"/>
                  <a:pt x="841953" y="64701"/>
                </a:cubicBezTo>
                <a:cubicBezTo>
                  <a:pt x="841953" y="54449"/>
                  <a:pt x="839807" y="46382"/>
                  <a:pt x="835516" y="40500"/>
                </a:cubicBezTo>
                <a:cubicBezTo>
                  <a:pt x="832614" y="36467"/>
                  <a:pt x="828915" y="34450"/>
                  <a:pt x="824420" y="34450"/>
                </a:cubicBezTo>
                <a:close/>
                <a:moveTo>
                  <a:pt x="910860" y="31927"/>
                </a:moveTo>
                <a:lnTo>
                  <a:pt x="910860" y="66945"/>
                </a:lnTo>
                <a:cubicBezTo>
                  <a:pt x="910860" y="73633"/>
                  <a:pt x="911013" y="77724"/>
                  <a:pt x="911319" y="79217"/>
                </a:cubicBezTo>
                <a:cubicBezTo>
                  <a:pt x="911626" y="80710"/>
                  <a:pt x="912116" y="81751"/>
                  <a:pt x="912791" y="82340"/>
                </a:cubicBezTo>
                <a:cubicBezTo>
                  <a:pt x="913465" y="82929"/>
                  <a:pt x="914252" y="83223"/>
                  <a:pt x="915151" y="83223"/>
                </a:cubicBezTo>
                <a:cubicBezTo>
                  <a:pt x="916418" y="83223"/>
                  <a:pt x="917848" y="82866"/>
                  <a:pt x="919442" y="82151"/>
                </a:cubicBezTo>
                <a:lnTo>
                  <a:pt x="920300" y="84359"/>
                </a:lnTo>
                <a:lnTo>
                  <a:pt x="903503" y="91489"/>
                </a:lnTo>
                <a:lnTo>
                  <a:pt x="900744" y="91489"/>
                </a:lnTo>
                <a:lnTo>
                  <a:pt x="900744" y="79248"/>
                </a:lnTo>
                <a:cubicBezTo>
                  <a:pt x="895922" y="84633"/>
                  <a:pt x="892243" y="88019"/>
                  <a:pt x="889709" y="89407"/>
                </a:cubicBezTo>
                <a:cubicBezTo>
                  <a:pt x="887176" y="90795"/>
                  <a:pt x="884499" y="91489"/>
                  <a:pt x="881679" y="91489"/>
                </a:cubicBezTo>
                <a:cubicBezTo>
                  <a:pt x="878532" y="91489"/>
                  <a:pt x="875804" y="90553"/>
                  <a:pt x="873494" y="88681"/>
                </a:cubicBezTo>
                <a:cubicBezTo>
                  <a:pt x="871185" y="86809"/>
                  <a:pt x="869581" y="84401"/>
                  <a:pt x="868682" y="81457"/>
                </a:cubicBezTo>
                <a:cubicBezTo>
                  <a:pt x="867783" y="78512"/>
                  <a:pt x="867333" y="74348"/>
                  <a:pt x="867333" y="68964"/>
                </a:cubicBezTo>
                <a:lnTo>
                  <a:pt x="867333" y="43158"/>
                </a:lnTo>
                <a:cubicBezTo>
                  <a:pt x="867333" y="40423"/>
                  <a:pt x="867047" y="38531"/>
                  <a:pt x="866475" y="37479"/>
                </a:cubicBezTo>
                <a:cubicBezTo>
                  <a:pt x="865903" y="36427"/>
                  <a:pt x="865055" y="35618"/>
                  <a:pt x="863931" y="35050"/>
                </a:cubicBezTo>
                <a:cubicBezTo>
                  <a:pt x="862807" y="34482"/>
                  <a:pt x="860774" y="34219"/>
                  <a:pt x="857831" y="34261"/>
                </a:cubicBezTo>
                <a:lnTo>
                  <a:pt x="857831" y="31927"/>
                </a:lnTo>
                <a:lnTo>
                  <a:pt x="877510" y="31927"/>
                </a:lnTo>
                <a:lnTo>
                  <a:pt x="877510" y="70510"/>
                </a:lnTo>
                <a:cubicBezTo>
                  <a:pt x="877510" y="75881"/>
                  <a:pt x="878419" y="79405"/>
                  <a:pt x="880238" y="81084"/>
                </a:cubicBezTo>
                <a:cubicBezTo>
                  <a:pt x="882057" y="82763"/>
                  <a:pt x="884253" y="83602"/>
                  <a:pt x="886828" y="83602"/>
                </a:cubicBezTo>
                <a:cubicBezTo>
                  <a:pt x="888586" y="83602"/>
                  <a:pt x="890578" y="83035"/>
                  <a:pt x="892805" y="81902"/>
                </a:cubicBezTo>
                <a:cubicBezTo>
                  <a:pt x="895033" y="80769"/>
                  <a:pt x="897679" y="78609"/>
                  <a:pt x="900744" y="75421"/>
                </a:cubicBezTo>
                <a:lnTo>
                  <a:pt x="900744" y="42757"/>
                </a:lnTo>
                <a:cubicBezTo>
                  <a:pt x="900744" y="39484"/>
                  <a:pt x="900162" y="37271"/>
                  <a:pt x="898997" y="36118"/>
                </a:cubicBezTo>
                <a:cubicBezTo>
                  <a:pt x="897832" y="34964"/>
                  <a:pt x="895411" y="34345"/>
                  <a:pt x="891733" y="34261"/>
                </a:cubicBezTo>
                <a:lnTo>
                  <a:pt x="891733" y="31927"/>
                </a:lnTo>
                <a:lnTo>
                  <a:pt x="910860" y="31927"/>
                </a:lnTo>
                <a:close/>
                <a:moveTo>
                  <a:pt x="920361" y="37611"/>
                </a:moveTo>
                <a:lnTo>
                  <a:pt x="937649" y="30412"/>
                </a:lnTo>
                <a:lnTo>
                  <a:pt x="939979" y="30412"/>
                </a:lnTo>
                <a:lnTo>
                  <a:pt x="939979" y="43915"/>
                </a:lnTo>
                <a:cubicBezTo>
                  <a:pt x="942881" y="38825"/>
                  <a:pt x="945793" y="35281"/>
                  <a:pt x="948715" y="33283"/>
                </a:cubicBezTo>
                <a:cubicBezTo>
                  <a:pt x="951637" y="31285"/>
                  <a:pt x="954712" y="30286"/>
                  <a:pt x="957941" y="30286"/>
                </a:cubicBezTo>
                <a:cubicBezTo>
                  <a:pt x="963581" y="30286"/>
                  <a:pt x="968281" y="32555"/>
                  <a:pt x="972041" y="37092"/>
                </a:cubicBezTo>
                <a:cubicBezTo>
                  <a:pt x="976659" y="42640"/>
                  <a:pt x="978969" y="49867"/>
                  <a:pt x="978969" y="58776"/>
                </a:cubicBezTo>
                <a:cubicBezTo>
                  <a:pt x="978969" y="68734"/>
                  <a:pt x="976189" y="76970"/>
                  <a:pt x="970631" y="83484"/>
                </a:cubicBezTo>
                <a:cubicBezTo>
                  <a:pt x="966054" y="88821"/>
                  <a:pt x="960291" y="91489"/>
                  <a:pt x="953343" y="91489"/>
                </a:cubicBezTo>
                <a:cubicBezTo>
                  <a:pt x="950319" y="91489"/>
                  <a:pt x="947703" y="91047"/>
                  <a:pt x="945496" y="90164"/>
                </a:cubicBezTo>
                <a:cubicBezTo>
                  <a:pt x="943862" y="89533"/>
                  <a:pt x="942022" y="88271"/>
                  <a:pt x="939979" y="86378"/>
                </a:cubicBezTo>
                <a:lnTo>
                  <a:pt x="939979" y="103982"/>
                </a:lnTo>
                <a:cubicBezTo>
                  <a:pt x="939979" y="107936"/>
                  <a:pt x="940214" y="110449"/>
                  <a:pt x="940684" y="111522"/>
                </a:cubicBezTo>
                <a:cubicBezTo>
                  <a:pt x="941154" y="112595"/>
                  <a:pt x="941971" y="113446"/>
                  <a:pt x="943136" y="114077"/>
                </a:cubicBezTo>
                <a:cubicBezTo>
                  <a:pt x="944301" y="114708"/>
                  <a:pt x="946416" y="115024"/>
                  <a:pt x="949481" y="115024"/>
                </a:cubicBezTo>
                <a:lnTo>
                  <a:pt x="949481" y="117358"/>
                </a:lnTo>
                <a:lnTo>
                  <a:pt x="920055" y="117358"/>
                </a:lnTo>
                <a:lnTo>
                  <a:pt x="920055" y="115024"/>
                </a:lnTo>
                <a:lnTo>
                  <a:pt x="921587" y="115024"/>
                </a:lnTo>
                <a:cubicBezTo>
                  <a:pt x="923835" y="115066"/>
                  <a:pt x="925756" y="114623"/>
                  <a:pt x="927350" y="113697"/>
                </a:cubicBezTo>
                <a:cubicBezTo>
                  <a:pt x="928127" y="113234"/>
                  <a:pt x="928729" y="112487"/>
                  <a:pt x="929159" y="111455"/>
                </a:cubicBezTo>
                <a:cubicBezTo>
                  <a:pt x="929588" y="110424"/>
                  <a:pt x="929802" y="107805"/>
                  <a:pt x="929802" y="103596"/>
                </a:cubicBezTo>
                <a:lnTo>
                  <a:pt x="929802" y="48913"/>
                </a:lnTo>
                <a:cubicBezTo>
                  <a:pt x="929802" y="45167"/>
                  <a:pt x="929639" y="42789"/>
                  <a:pt x="929312" y="41779"/>
                </a:cubicBezTo>
                <a:cubicBezTo>
                  <a:pt x="928985" y="40768"/>
                  <a:pt x="928464" y="40011"/>
                  <a:pt x="927749" y="39506"/>
                </a:cubicBezTo>
                <a:cubicBezTo>
                  <a:pt x="927033" y="39000"/>
                  <a:pt x="926063" y="38747"/>
                  <a:pt x="924837" y="38747"/>
                </a:cubicBezTo>
                <a:cubicBezTo>
                  <a:pt x="923856" y="38747"/>
                  <a:pt x="922609" y="39041"/>
                  <a:pt x="921097" y="39630"/>
                </a:cubicBezTo>
                <a:lnTo>
                  <a:pt x="920361" y="37611"/>
                </a:lnTo>
                <a:moveTo>
                  <a:pt x="939979" y="47752"/>
                </a:moveTo>
                <a:lnTo>
                  <a:pt x="939979" y="69303"/>
                </a:lnTo>
                <a:cubicBezTo>
                  <a:pt x="939979" y="73967"/>
                  <a:pt x="940163" y="77033"/>
                  <a:pt x="940531" y="78503"/>
                </a:cubicBezTo>
                <a:cubicBezTo>
                  <a:pt x="941103" y="80940"/>
                  <a:pt x="942503" y="83083"/>
                  <a:pt x="944730" y="84931"/>
                </a:cubicBezTo>
                <a:cubicBezTo>
                  <a:pt x="946957" y="86779"/>
                  <a:pt x="949767" y="87703"/>
                  <a:pt x="953159" y="87703"/>
                </a:cubicBezTo>
                <a:cubicBezTo>
                  <a:pt x="957246" y="87703"/>
                  <a:pt x="960557" y="86065"/>
                  <a:pt x="963091" y="82788"/>
                </a:cubicBezTo>
                <a:cubicBezTo>
                  <a:pt x="966401" y="78504"/>
                  <a:pt x="968056" y="72475"/>
                  <a:pt x="968056" y="64703"/>
                </a:cubicBezTo>
                <a:cubicBezTo>
                  <a:pt x="968056" y="55881"/>
                  <a:pt x="966176" y="49097"/>
                  <a:pt x="962416" y="44350"/>
                </a:cubicBezTo>
                <a:cubicBezTo>
                  <a:pt x="959801" y="41073"/>
                  <a:pt x="956695" y="39435"/>
                  <a:pt x="953098" y="39435"/>
                </a:cubicBezTo>
                <a:cubicBezTo>
                  <a:pt x="951136" y="39435"/>
                  <a:pt x="949195" y="39939"/>
                  <a:pt x="947274" y="40947"/>
                </a:cubicBezTo>
                <a:cubicBezTo>
                  <a:pt x="945803" y="41703"/>
                  <a:pt x="943371" y="43971"/>
                  <a:pt x="939979" y="477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0F9E7-C3D0-469D-9D61-0E7F29EB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7380" y="2974147"/>
            <a:ext cx="107616" cy="159892"/>
          </a:xfrm>
          <a:custGeom xmlns:a="http://schemas.openxmlformats.org/drawingml/2006/main">
            <a:pathLst>
              <a:path w="107616" h="159892">
                <a:moveTo>
                  <a:pt x="58292" y="0"/>
                </a:moveTo>
                <a:lnTo>
                  <a:pt x="49324" y="0"/>
                </a:lnTo>
                <a:lnTo>
                  <a:pt x="49324" y="49131"/>
                </a:lnTo>
                <a:lnTo>
                  <a:pt x="0" y="49131"/>
                </a:lnTo>
                <a:lnTo>
                  <a:pt x="53810" y="159892"/>
                </a:lnTo>
                <a:lnTo>
                  <a:pt x="107616" y="49131"/>
                </a:lnTo>
                <a:lnTo>
                  <a:pt x="58292" y="49131"/>
                </a:lnTo>
                <a:lnTo>
                  <a:pt x="5829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D22E2-E129-4DA1-B603-08EB4E0F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77" y="3189827"/>
            <a:ext cx="152526" cy="156984"/>
          </a:xfrm>
          <a:custGeom xmlns:a="http://schemas.openxmlformats.org/drawingml/2006/main">
            <a:pathLst>
              <a:path w="152526" h="156984">
                <a:moveTo>
                  <a:pt x="0" y="0"/>
                </a:moveTo>
                <a:lnTo>
                  <a:pt x="152526" y="0"/>
                </a:lnTo>
                <a:lnTo>
                  <a:pt x="152526" y="156984"/>
                </a:lnTo>
                <a:lnTo>
                  <a:pt x="0" y="1569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8011F-0A1C-4A99-AE19-B275167C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89" y="3189827"/>
            <a:ext cx="152526" cy="156984"/>
          </a:xfrm>
          <a:custGeom xmlns:a="http://schemas.openxmlformats.org/drawingml/2006/main">
            <a:pathLst>
              <a:path w="152526" h="156984">
                <a:moveTo>
                  <a:pt x="0" y="0"/>
                </a:moveTo>
                <a:lnTo>
                  <a:pt x="152526" y="0"/>
                </a:lnTo>
                <a:lnTo>
                  <a:pt x="152526" y="156984"/>
                </a:lnTo>
                <a:lnTo>
                  <a:pt x="0" y="1569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96798-7ED3-42CB-997F-EC8C7A7D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774" y="3190168"/>
            <a:ext cx="152526" cy="156984"/>
          </a:xfrm>
          <a:custGeom xmlns:a="http://schemas.openxmlformats.org/drawingml/2006/main">
            <a:pathLst>
              <a:path w="152526" h="156984">
                <a:moveTo>
                  <a:pt x="0" y="0"/>
                </a:moveTo>
                <a:lnTo>
                  <a:pt x="152526" y="0"/>
                </a:lnTo>
                <a:lnTo>
                  <a:pt x="152526" y="156984"/>
                </a:lnTo>
                <a:lnTo>
                  <a:pt x="0" y="1569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37583-A610-4B79-ACF8-250138C6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545" y="3189827"/>
            <a:ext cx="152528" cy="156984"/>
          </a:xfrm>
          <a:custGeom xmlns:a="http://schemas.openxmlformats.org/drawingml/2006/main">
            <a:pathLst>
              <a:path w="152528" h="156984">
                <a:moveTo>
                  <a:pt x="0" y="0"/>
                </a:moveTo>
                <a:lnTo>
                  <a:pt x="152528" y="0"/>
                </a:lnTo>
                <a:lnTo>
                  <a:pt x="152528" y="156984"/>
                </a:lnTo>
                <a:lnTo>
                  <a:pt x="0" y="1569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E78AF-AAC4-4007-94F4-FAF97470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300" y="3189827"/>
            <a:ext cx="152528" cy="156984"/>
          </a:xfrm>
          <a:custGeom xmlns:a="http://schemas.openxmlformats.org/drawingml/2006/main">
            <a:pathLst>
              <a:path w="152528" h="156984">
                <a:moveTo>
                  <a:pt x="0" y="0"/>
                </a:moveTo>
                <a:lnTo>
                  <a:pt x="152528" y="0"/>
                </a:lnTo>
                <a:lnTo>
                  <a:pt x="152528" y="156984"/>
                </a:lnTo>
                <a:lnTo>
                  <a:pt x="0" y="1569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V2V1V3V3V2V2">
            <a:extLst xmlns:a="http://schemas.openxmlformats.org/drawingml/2006/main">
              <a:ext uri="{FF2B5EF4-FFF2-40B4-BE49-F238E27FC236}">
                <a16:creationId xmlns:a16="http://schemas.microsoft.com/office/drawing/2014/main" id="{206E7855-6201-43BD-91AA-9D2ACA74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804" y="3237616"/>
            <a:ext cx="1037120" cy="80904"/>
          </a:xfrm>
          <a:custGeom xmlns:a="http://schemas.openxmlformats.org/drawingml/2006/main">
            <a:pathLst>
              <a:path w="1037120" h="80904">
                <a:moveTo>
                  <a:pt x="75457" y="1514"/>
                </a:moveTo>
                <a:lnTo>
                  <a:pt x="75457" y="3515"/>
                </a:lnTo>
                <a:cubicBezTo>
                  <a:pt x="72935" y="3984"/>
                  <a:pt x="71026" y="4813"/>
                  <a:pt x="69730" y="6001"/>
                </a:cubicBezTo>
                <a:cubicBezTo>
                  <a:pt x="67873" y="7767"/>
                  <a:pt x="66227" y="10469"/>
                  <a:pt x="64790" y="14107"/>
                </a:cubicBezTo>
                <a:lnTo>
                  <a:pt x="39936" y="76472"/>
                </a:lnTo>
                <a:lnTo>
                  <a:pt x="37991" y="76472"/>
                </a:lnTo>
                <a:lnTo>
                  <a:pt x="11298" y="13297"/>
                </a:lnTo>
                <a:cubicBezTo>
                  <a:pt x="9931" y="10055"/>
                  <a:pt x="8968" y="8073"/>
                  <a:pt x="8407" y="7352"/>
                </a:cubicBezTo>
                <a:cubicBezTo>
                  <a:pt x="7532" y="6235"/>
                  <a:pt x="6455" y="5362"/>
                  <a:pt x="5176" y="4732"/>
                </a:cubicBezTo>
                <a:cubicBezTo>
                  <a:pt x="3897" y="4101"/>
                  <a:pt x="2172" y="3696"/>
                  <a:pt x="0" y="3515"/>
                </a:cubicBezTo>
                <a:lnTo>
                  <a:pt x="0" y="1514"/>
                </a:lnTo>
                <a:lnTo>
                  <a:pt x="29111" y="1514"/>
                </a:lnTo>
                <a:lnTo>
                  <a:pt x="29111" y="3515"/>
                </a:lnTo>
                <a:cubicBezTo>
                  <a:pt x="25818" y="3840"/>
                  <a:pt x="23681" y="4417"/>
                  <a:pt x="22700" y="5246"/>
                </a:cubicBezTo>
                <a:cubicBezTo>
                  <a:pt x="21719" y="6074"/>
                  <a:pt x="21229" y="7137"/>
                  <a:pt x="21229" y="8433"/>
                </a:cubicBezTo>
                <a:cubicBezTo>
                  <a:pt x="21229" y="10235"/>
                  <a:pt x="22035" y="13045"/>
                  <a:pt x="23646" y="16863"/>
                </a:cubicBezTo>
                <a:lnTo>
                  <a:pt x="41775" y="59827"/>
                </a:lnTo>
                <a:lnTo>
                  <a:pt x="58590" y="17404"/>
                </a:lnTo>
                <a:cubicBezTo>
                  <a:pt x="60236" y="13225"/>
                  <a:pt x="61059" y="10325"/>
                  <a:pt x="61059" y="8704"/>
                </a:cubicBezTo>
                <a:cubicBezTo>
                  <a:pt x="61059" y="7658"/>
                  <a:pt x="60551" y="6658"/>
                  <a:pt x="59536" y="5704"/>
                </a:cubicBezTo>
                <a:cubicBezTo>
                  <a:pt x="58520" y="4750"/>
                  <a:pt x="56803" y="4074"/>
                  <a:pt x="54386" y="3678"/>
                </a:cubicBezTo>
                <a:cubicBezTo>
                  <a:pt x="54211" y="3642"/>
                  <a:pt x="53913" y="3587"/>
                  <a:pt x="53493" y="3515"/>
                </a:cubicBezTo>
                <a:lnTo>
                  <a:pt x="53493" y="1514"/>
                </a:lnTo>
                <a:lnTo>
                  <a:pt x="75457" y="1514"/>
                </a:lnTo>
                <a:close/>
                <a:moveTo>
                  <a:pt x="126869" y="60680"/>
                </a:moveTo>
                <a:lnTo>
                  <a:pt x="121877" y="74850"/>
                </a:lnTo>
                <a:lnTo>
                  <a:pt x="79839" y="74850"/>
                </a:lnTo>
                <a:lnTo>
                  <a:pt x="79839" y="72845"/>
                </a:lnTo>
                <a:cubicBezTo>
                  <a:pt x="92205" y="61217"/>
                  <a:pt x="100911" y="51719"/>
                  <a:pt x="105955" y="44352"/>
                </a:cubicBezTo>
                <a:cubicBezTo>
                  <a:pt x="111000" y="36985"/>
                  <a:pt x="113522" y="30249"/>
                  <a:pt x="113522" y="24146"/>
                </a:cubicBezTo>
                <a:cubicBezTo>
                  <a:pt x="113522" y="19488"/>
                  <a:pt x="112138" y="15661"/>
                  <a:pt x="109371" y="12664"/>
                </a:cubicBezTo>
                <a:cubicBezTo>
                  <a:pt x="106603" y="9665"/>
                  <a:pt x="103293" y="8166"/>
                  <a:pt x="99439" y="8166"/>
                </a:cubicBezTo>
                <a:cubicBezTo>
                  <a:pt x="95936" y="8166"/>
                  <a:pt x="92792" y="9226"/>
                  <a:pt x="90007" y="11344"/>
                </a:cubicBezTo>
                <a:cubicBezTo>
                  <a:pt x="87222" y="13462"/>
                  <a:pt x="85164" y="16567"/>
                  <a:pt x="83833" y="20659"/>
                </a:cubicBezTo>
                <a:lnTo>
                  <a:pt x="81889" y="20659"/>
                </a:lnTo>
                <a:cubicBezTo>
                  <a:pt x="82765" y="14006"/>
                  <a:pt x="85015" y="8900"/>
                  <a:pt x="88641" y="5341"/>
                </a:cubicBezTo>
                <a:cubicBezTo>
                  <a:pt x="92267" y="1780"/>
                  <a:pt x="96795" y="0"/>
                  <a:pt x="102224" y="0"/>
                </a:cubicBezTo>
                <a:cubicBezTo>
                  <a:pt x="108005" y="0"/>
                  <a:pt x="112830" y="1911"/>
                  <a:pt x="116701" y="5733"/>
                </a:cubicBezTo>
                <a:cubicBezTo>
                  <a:pt x="120572" y="9555"/>
                  <a:pt x="122507" y="14061"/>
                  <a:pt x="122507" y="19253"/>
                </a:cubicBezTo>
                <a:cubicBezTo>
                  <a:pt x="122507" y="22967"/>
                  <a:pt x="121667" y="26681"/>
                  <a:pt x="119985" y="30394"/>
                </a:cubicBezTo>
                <a:cubicBezTo>
                  <a:pt x="117393" y="36235"/>
                  <a:pt x="113189" y="42418"/>
                  <a:pt x="107374" y="48944"/>
                </a:cubicBezTo>
                <a:cubicBezTo>
                  <a:pt x="98651" y="58751"/>
                  <a:pt x="93204" y="64664"/>
                  <a:pt x="91032" y="66683"/>
                </a:cubicBezTo>
                <a:lnTo>
                  <a:pt x="109634" y="66683"/>
                </a:lnTo>
                <a:cubicBezTo>
                  <a:pt x="113417" y="66683"/>
                  <a:pt x="116070" y="66538"/>
                  <a:pt x="117594" y="66247"/>
                </a:cubicBezTo>
                <a:cubicBezTo>
                  <a:pt x="119118" y="65955"/>
                  <a:pt x="120493" y="65364"/>
                  <a:pt x="121719" y="64473"/>
                </a:cubicBezTo>
                <a:cubicBezTo>
                  <a:pt x="122945" y="63581"/>
                  <a:pt x="124014" y="62317"/>
                  <a:pt x="124925" y="60680"/>
                </a:cubicBezTo>
                <a:lnTo>
                  <a:pt x="126869" y="60680"/>
                </a:lnTo>
                <a:close/>
                <a:moveTo>
                  <a:pt x="259192" y="1514"/>
                </a:moveTo>
                <a:lnTo>
                  <a:pt x="259192" y="3515"/>
                </a:lnTo>
                <a:cubicBezTo>
                  <a:pt x="256669" y="3984"/>
                  <a:pt x="254760" y="4813"/>
                  <a:pt x="253464" y="6001"/>
                </a:cubicBezTo>
                <a:cubicBezTo>
                  <a:pt x="251607" y="7767"/>
                  <a:pt x="249961" y="10469"/>
                  <a:pt x="248525" y="14107"/>
                </a:cubicBezTo>
                <a:lnTo>
                  <a:pt x="223670" y="76472"/>
                </a:lnTo>
                <a:lnTo>
                  <a:pt x="221726" y="76472"/>
                </a:lnTo>
                <a:lnTo>
                  <a:pt x="195032" y="13297"/>
                </a:lnTo>
                <a:cubicBezTo>
                  <a:pt x="193666" y="10055"/>
                  <a:pt x="192702" y="8073"/>
                  <a:pt x="192142" y="7352"/>
                </a:cubicBezTo>
                <a:cubicBezTo>
                  <a:pt x="191266" y="6235"/>
                  <a:pt x="190189" y="5362"/>
                  <a:pt x="188910" y="4732"/>
                </a:cubicBezTo>
                <a:cubicBezTo>
                  <a:pt x="187632" y="4101"/>
                  <a:pt x="185906" y="3696"/>
                  <a:pt x="183734" y="3515"/>
                </a:cubicBezTo>
                <a:lnTo>
                  <a:pt x="183734" y="1514"/>
                </a:lnTo>
                <a:lnTo>
                  <a:pt x="212845" y="1514"/>
                </a:lnTo>
                <a:lnTo>
                  <a:pt x="212845" y="3515"/>
                </a:lnTo>
                <a:cubicBezTo>
                  <a:pt x="209552" y="3840"/>
                  <a:pt x="207415" y="4417"/>
                  <a:pt x="206435" y="5246"/>
                </a:cubicBezTo>
                <a:cubicBezTo>
                  <a:pt x="205454" y="6074"/>
                  <a:pt x="204963" y="7137"/>
                  <a:pt x="204963" y="8433"/>
                </a:cubicBezTo>
                <a:cubicBezTo>
                  <a:pt x="204963" y="10235"/>
                  <a:pt x="205769" y="13045"/>
                  <a:pt x="207380" y="16863"/>
                </a:cubicBezTo>
                <a:lnTo>
                  <a:pt x="225509" y="59827"/>
                </a:lnTo>
                <a:lnTo>
                  <a:pt x="242324" y="17404"/>
                </a:lnTo>
                <a:cubicBezTo>
                  <a:pt x="243971" y="13225"/>
                  <a:pt x="244794" y="10325"/>
                  <a:pt x="244794" y="8704"/>
                </a:cubicBezTo>
                <a:cubicBezTo>
                  <a:pt x="244794" y="7658"/>
                  <a:pt x="244286" y="6658"/>
                  <a:pt x="243270" y="5704"/>
                </a:cubicBezTo>
                <a:cubicBezTo>
                  <a:pt x="242254" y="4750"/>
                  <a:pt x="240538" y="4074"/>
                  <a:pt x="238120" y="3678"/>
                </a:cubicBezTo>
                <a:cubicBezTo>
                  <a:pt x="237945" y="3642"/>
                  <a:pt x="237647" y="3587"/>
                  <a:pt x="237227" y="3515"/>
                </a:cubicBezTo>
                <a:lnTo>
                  <a:pt x="237227" y="1514"/>
                </a:lnTo>
                <a:lnTo>
                  <a:pt x="259192" y="1514"/>
                </a:lnTo>
                <a:close/>
                <a:moveTo>
                  <a:pt x="273873" y="8707"/>
                </a:moveTo>
                <a:lnTo>
                  <a:pt x="291213" y="0"/>
                </a:lnTo>
                <a:lnTo>
                  <a:pt x="292948" y="0"/>
                </a:lnTo>
                <a:lnTo>
                  <a:pt x="292948" y="61924"/>
                </a:lnTo>
                <a:cubicBezTo>
                  <a:pt x="292948" y="66034"/>
                  <a:pt x="293114" y="68594"/>
                  <a:pt x="293447" y="69604"/>
                </a:cubicBezTo>
                <a:cubicBezTo>
                  <a:pt x="293780" y="70613"/>
                  <a:pt x="294471" y="71388"/>
                  <a:pt x="295522" y="71929"/>
                </a:cubicBezTo>
                <a:cubicBezTo>
                  <a:pt x="296573" y="72470"/>
                  <a:pt x="298710" y="72777"/>
                  <a:pt x="301933" y="72849"/>
                </a:cubicBezTo>
                <a:lnTo>
                  <a:pt x="301933" y="74850"/>
                </a:lnTo>
                <a:lnTo>
                  <a:pt x="275134" y="74850"/>
                </a:lnTo>
                <a:lnTo>
                  <a:pt x="275134" y="72849"/>
                </a:lnTo>
                <a:cubicBezTo>
                  <a:pt x="278497" y="72777"/>
                  <a:pt x="280669" y="72479"/>
                  <a:pt x="281650" y="71956"/>
                </a:cubicBezTo>
                <a:cubicBezTo>
                  <a:pt x="282631" y="71434"/>
                  <a:pt x="283314" y="70730"/>
                  <a:pt x="283699" y="69847"/>
                </a:cubicBezTo>
                <a:cubicBezTo>
                  <a:pt x="284085" y="68964"/>
                  <a:pt x="284277" y="66323"/>
                  <a:pt x="284277" y="61924"/>
                </a:cubicBezTo>
                <a:lnTo>
                  <a:pt x="284277" y="22336"/>
                </a:lnTo>
                <a:cubicBezTo>
                  <a:pt x="284277" y="17000"/>
                  <a:pt x="284102" y="13575"/>
                  <a:pt x="283752" y="12060"/>
                </a:cubicBezTo>
                <a:cubicBezTo>
                  <a:pt x="283507" y="10907"/>
                  <a:pt x="283060" y="10059"/>
                  <a:pt x="282412" y="9518"/>
                </a:cubicBezTo>
                <a:cubicBezTo>
                  <a:pt x="281764" y="8978"/>
                  <a:pt x="280984" y="8707"/>
                  <a:pt x="280074" y="8707"/>
                </a:cubicBezTo>
                <a:cubicBezTo>
                  <a:pt x="278777" y="8707"/>
                  <a:pt x="276973" y="9266"/>
                  <a:pt x="274661" y="10384"/>
                </a:cubicBezTo>
                <a:lnTo>
                  <a:pt x="273873" y="8707"/>
                </a:lnTo>
                <a:close/>
                <a:moveTo>
                  <a:pt x="438837" y="1514"/>
                </a:moveTo>
                <a:lnTo>
                  <a:pt x="438837" y="3515"/>
                </a:lnTo>
                <a:cubicBezTo>
                  <a:pt x="436315" y="3984"/>
                  <a:pt x="434405" y="4813"/>
                  <a:pt x="433109" y="6001"/>
                </a:cubicBezTo>
                <a:cubicBezTo>
                  <a:pt x="431253" y="7767"/>
                  <a:pt x="429606" y="10469"/>
                  <a:pt x="428170" y="14107"/>
                </a:cubicBezTo>
                <a:lnTo>
                  <a:pt x="403315" y="76472"/>
                </a:lnTo>
                <a:lnTo>
                  <a:pt x="401371" y="76472"/>
                </a:lnTo>
                <a:lnTo>
                  <a:pt x="374677" y="13297"/>
                </a:lnTo>
                <a:cubicBezTo>
                  <a:pt x="373311" y="10055"/>
                  <a:pt x="372348" y="8073"/>
                  <a:pt x="371787" y="7352"/>
                </a:cubicBezTo>
                <a:cubicBezTo>
                  <a:pt x="370911" y="6235"/>
                  <a:pt x="369834" y="5362"/>
                  <a:pt x="368556" y="4732"/>
                </a:cubicBezTo>
                <a:cubicBezTo>
                  <a:pt x="367277" y="4101"/>
                  <a:pt x="365552" y="3696"/>
                  <a:pt x="363380" y="3515"/>
                </a:cubicBezTo>
                <a:lnTo>
                  <a:pt x="363380" y="1514"/>
                </a:lnTo>
                <a:lnTo>
                  <a:pt x="392491" y="1514"/>
                </a:lnTo>
                <a:lnTo>
                  <a:pt x="392491" y="3515"/>
                </a:lnTo>
                <a:cubicBezTo>
                  <a:pt x="389198" y="3840"/>
                  <a:pt x="387061" y="4417"/>
                  <a:pt x="386080" y="5246"/>
                </a:cubicBezTo>
                <a:cubicBezTo>
                  <a:pt x="385099" y="6074"/>
                  <a:pt x="384609" y="7137"/>
                  <a:pt x="384609" y="8433"/>
                </a:cubicBezTo>
                <a:cubicBezTo>
                  <a:pt x="384609" y="10235"/>
                  <a:pt x="385414" y="13045"/>
                  <a:pt x="387026" y="16863"/>
                </a:cubicBezTo>
                <a:lnTo>
                  <a:pt x="405154" y="59827"/>
                </a:lnTo>
                <a:lnTo>
                  <a:pt x="421969" y="17404"/>
                </a:lnTo>
                <a:cubicBezTo>
                  <a:pt x="423616" y="13225"/>
                  <a:pt x="424439" y="10325"/>
                  <a:pt x="424439" y="8704"/>
                </a:cubicBezTo>
                <a:cubicBezTo>
                  <a:pt x="424439" y="7658"/>
                  <a:pt x="423931" y="6658"/>
                  <a:pt x="422915" y="5704"/>
                </a:cubicBezTo>
                <a:cubicBezTo>
                  <a:pt x="421899" y="4750"/>
                  <a:pt x="420183" y="4074"/>
                  <a:pt x="417766" y="3678"/>
                </a:cubicBezTo>
                <a:cubicBezTo>
                  <a:pt x="417591" y="3642"/>
                  <a:pt x="417293" y="3587"/>
                  <a:pt x="416872" y="3515"/>
                </a:cubicBezTo>
                <a:lnTo>
                  <a:pt x="416872" y="1514"/>
                </a:lnTo>
                <a:lnTo>
                  <a:pt x="438837" y="1514"/>
                </a:lnTo>
                <a:close/>
                <a:moveTo>
                  <a:pt x="446372" y="15413"/>
                </a:moveTo>
                <a:cubicBezTo>
                  <a:pt x="448404" y="10474"/>
                  <a:pt x="450970" y="6670"/>
                  <a:pt x="454070" y="4002"/>
                </a:cubicBezTo>
                <a:cubicBezTo>
                  <a:pt x="457170" y="1334"/>
                  <a:pt x="461033" y="0"/>
                  <a:pt x="465657" y="0"/>
                </a:cubicBezTo>
                <a:cubicBezTo>
                  <a:pt x="471367" y="0"/>
                  <a:pt x="475746" y="1908"/>
                  <a:pt x="478793" y="5724"/>
                </a:cubicBezTo>
                <a:cubicBezTo>
                  <a:pt x="481105" y="8569"/>
                  <a:pt x="482261" y="11612"/>
                  <a:pt x="482261" y="14852"/>
                </a:cubicBezTo>
                <a:cubicBezTo>
                  <a:pt x="482261" y="20181"/>
                  <a:pt x="479004" y="25689"/>
                  <a:pt x="472488" y="31378"/>
                </a:cubicBezTo>
                <a:cubicBezTo>
                  <a:pt x="476867" y="33147"/>
                  <a:pt x="480177" y="35673"/>
                  <a:pt x="482419" y="38958"/>
                </a:cubicBezTo>
                <a:cubicBezTo>
                  <a:pt x="484661" y="42241"/>
                  <a:pt x="485782" y="46102"/>
                  <a:pt x="485782" y="50541"/>
                </a:cubicBezTo>
                <a:cubicBezTo>
                  <a:pt x="485782" y="56894"/>
                  <a:pt x="483820" y="62398"/>
                  <a:pt x="479897" y="67053"/>
                </a:cubicBezTo>
                <a:cubicBezTo>
                  <a:pt x="474782" y="73116"/>
                  <a:pt x="467373" y="76148"/>
                  <a:pt x="457670" y="76148"/>
                </a:cubicBezTo>
                <a:cubicBezTo>
                  <a:pt x="452870" y="76148"/>
                  <a:pt x="449604" y="75535"/>
                  <a:pt x="447870" y="74309"/>
                </a:cubicBezTo>
                <a:cubicBezTo>
                  <a:pt x="446136" y="73083"/>
                  <a:pt x="445268" y="71767"/>
                  <a:pt x="445268" y="70361"/>
                </a:cubicBezTo>
                <a:cubicBezTo>
                  <a:pt x="445268" y="69315"/>
                  <a:pt x="445680" y="68396"/>
                  <a:pt x="446503" y="67603"/>
                </a:cubicBezTo>
                <a:cubicBezTo>
                  <a:pt x="447327" y="66810"/>
                  <a:pt x="448316" y="66413"/>
                  <a:pt x="449472" y="66413"/>
                </a:cubicBezTo>
                <a:cubicBezTo>
                  <a:pt x="450348" y="66413"/>
                  <a:pt x="451241" y="66557"/>
                  <a:pt x="452152" y="66846"/>
                </a:cubicBezTo>
                <a:cubicBezTo>
                  <a:pt x="452748" y="67026"/>
                  <a:pt x="454096" y="67684"/>
                  <a:pt x="456198" y="68820"/>
                </a:cubicBezTo>
                <a:cubicBezTo>
                  <a:pt x="458300" y="69955"/>
                  <a:pt x="459754" y="70631"/>
                  <a:pt x="460560" y="70848"/>
                </a:cubicBezTo>
                <a:cubicBezTo>
                  <a:pt x="461856" y="71244"/>
                  <a:pt x="463239" y="71443"/>
                  <a:pt x="464711" y="71443"/>
                </a:cubicBezTo>
                <a:cubicBezTo>
                  <a:pt x="468284" y="71443"/>
                  <a:pt x="471393" y="70016"/>
                  <a:pt x="474038" y="67163"/>
                </a:cubicBezTo>
                <a:cubicBezTo>
                  <a:pt x="476683" y="64310"/>
                  <a:pt x="478005" y="60934"/>
                  <a:pt x="478005" y="57033"/>
                </a:cubicBezTo>
                <a:cubicBezTo>
                  <a:pt x="478005" y="54180"/>
                  <a:pt x="477392" y="51399"/>
                  <a:pt x="476166" y="48691"/>
                </a:cubicBezTo>
                <a:cubicBezTo>
                  <a:pt x="475255" y="46668"/>
                  <a:pt x="474257" y="45134"/>
                  <a:pt x="473171" y="44087"/>
                </a:cubicBezTo>
                <a:cubicBezTo>
                  <a:pt x="471665" y="42642"/>
                  <a:pt x="469598" y="41332"/>
                  <a:pt x="466970" y="40159"/>
                </a:cubicBezTo>
                <a:cubicBezTo>
                  <a:pt x="464343" y="38985"/>
                  <a:pt x="461663" y="38398"/>
                  <a:pt x="458931" y="38398"/>
                </a:cubicBezTo>
                <a:lnTo>
                  <a:pt x="457249" y="38398"/>
                </a:lnTo>
                <a:lnTo>
                  <a:pt x="457249" y="36776"/>
                </a:lnTo>
                <a:cubicBezTo>
                  <a:pt x="460017" y="36415"/>
                  <a:pt x="462793" y="35388"/>
                  <a:pt x="465578" y="33693"/>
                </a:cubicBezTo>
                <a:cubicBezTo>
                  <a:pt x="468363" y="31999"/>
                  <a:pt x="470386" y="29962"/>
                  <a:pt x="471647" y="27582"/>
                </a:cubicBezTo>
                <a:cubicBezTo>
                  <a:pt x="472908" y="25202"/>
                  <a:pt x="473539" y="22588"/>
                  <a:pt x="473539" y="19740"/>
                </a:cubicBezTo>
                <a:cubicBezTo>
                  <a:pt x="473539" y="16026"/>
                  <a:pt x="472409" y="13025"/>
                  <a:pt x="470149" y="10735"/>
                </a:cubicBezTo>
                <a:cubicBezTo>
                  <a:pt x="467890" y="8446"/>
                  <a:pt x="465079" y="7301"/>
                  <a:pt x="461716" y="7301"/>
                </a:cubicBezTo>
                <a:cubicBezTo>
                  <a:pt x="456286" y="7301"/>
                  <a:pt x="451749" y="10294"/>
                  <a:pt x="448106" y="16279"/>
                </a:cubicBezTo>
                <a:lnTo>
                  <a:pt x="446372" y="15413"/>
                </a:lnTo>
                <a:close/>
                <a:moveTo>
                  <a:pt x="624483" y="5946"/>
                </a:moveTo>
                <a:lnTo>
                  <a:pt x="624483" y="7947"/>
                </a:lnTo>
                <a:cubicBezTo>
                  <a:pt x="621961" y="8416"/>
                  <a:pt x="620052" y="9244"/>
                  <a:pt x="618755" y="10433"/>
                </a:cubicBezTo>
                <a:cubicBezTo>
                  <a:pt x="616899" y="12199"/>
                  <a:pt x="615252" y="14901"/>
                  <a:pt x="613816" y="18539"/>
                </a:cubicBezTo>
                <a:lnTo>
                  <a:pt x="588961" y="80904"/>
                </a:lnTo>
                <a:lnTo>
                  <a:pt x="587017" y="80904"/>
                </a:lnTo>
                <a:lnTo>
                  <a:pt x="560323" y="17729"/>
                </a:lnTo>
                <a:cubicBezTo>
                  <a:pt x="558957" y="14486"/>
                  <a:pt x="557994" y="12505"/>
                  <a:pt x="557433" y="11784"/>
                </a:cubicBezTo>
                <a:cubicBezTo>
                  <a:pt x="556557" y="10667"/>
                  <a:pt x="555480" y="9794"/>
                  <a:pt x="554202" y="9164"/>
                </a:cubicBezTo>
                <a:cubicBezTo>
                  <a:pt x="552923" y="8533"/>
                  <a:pt x="551198" y="8127"/>
                  <a:pt x="549026" y="7947"/>
                </a:cubicBezTo>
                <a:lnTo>
                  <a:pt x="549026" y="5946"/>
                </a:lnTo>
                <a:lnTo>
                  <a:pt x="578137" y="5946"/>
                </a:lnTo>
                <a:lnTo>
                  <a:pt x="578137" y="7947"/>
                </a:lnTo>
                <a:cubicBezTo>
                  <a:pt x="574844" y="8272"/>
                  <a:pt x="572707" y="8848"/>
                  <a:pt x="571726" y="9678"/>
                </a:cubicBezTo>
                <a:cubicBezTo>
                  <a:pt x="570745" y="10506"/>
                  <a:pt x="570255" y="11568"/>
                  <a:pt x="570255" y="12865"/>
                </a:cubicBezTo>
                <a:cubicBezTo>
                  <a:pt x="570255" y="14667"/>
                  <a:pt x="571060" y="17477"/>
                  <a:pt x="572672" y="21295"/>
                </a:cubicBezTo>
                <a:lnTo>
                  <a:pt x="590800" y="64258"/>
                </a:lnTo>
                <a:lnTo>
                  <a:pt x="607615" y="21836"/>
                </a:lnTo>
                <a:cubicBezTo>
                  <a:pt x="609262" y="17657"/>
                  <a:pt x="610085" y="14757"/>
                  <a:pt x="610085" y="13136"/>
                </a:cubicBezTo>
                <a:cubicBezTo>
                  <a:pt x="610085" y="12090"/>
                  <a:pt x="609577" y="11090"/>
                  <a:pt x="608561" y="10136"/>
                </a:cubicBezTo>
                <a:cubicBezTo>
                  <a:pt x="607545" y="9181"/>
                  <a:pt x="605829" y="8506"/>
                  <a:pt x="603412" y="8109"/>
                </a:cubicBezTo>
                <a:cubicBezTo>
                  <a:pt x="603237" y="8073"/>
                  <a:pt x="602939" y="8019"/>
                  <a:pt x="602518" y="7947"/>
                </a:cubicBezTo>
                <a:lnTo>
                  <a:pt x="602518" y="5946"/>
                </a:lnTo>
                <a:lnTo>
                  <a:pt x="624483" y="5946"/>
                </a:lnTo>
                <a:close/>
                <a:moveTo>
                  <a:pt x="632018" y="19845"/>
                </a:moveTo>
                <a:cubicBezTo>
                  <a:pt x="634050" y="14906"/>
                  <a:pt x="636616" y="11102"/>
                  <a:pt x="639716" y="8434"/>
                </a:cubicBezTo>
                <a:cubicBezTo>
                  <a:pt x="642816" y="5766"/>
                  <a:pt x="646679" y="4432"/>
                  <a:pt x="651303" y="4432"/>
                </a:cubicBezTo>
                <a:cubicBezTo>
                  <a:pt x="657013" y="4432"/>
                  <a:pt x="661392" y="6340"/>
                  <a:pt x="664439" y="10156"/>
                </a:cubicBezTo>
                <a:cubicBezTo>
                  <a:pt x="666751" y="13001"/>
                  <a:pt x="667908" y="16044"/>
                  <a:pt x="667908" y="19284"/>
                </a:cubicBezTo>
                <a:cubicBezTo>
                  <a:pt x="667908" y="24612"/>
                  <a:pt x="664650" y="30121"/>
                  <a:pt x="658134" y="35810"/>
                </a:cubicBezTo>
                <a:cubicBezTo>
                  <a:pt x="662513" y="37578"/>
                  <a:pt x="665823" y="40105"/>
                  <a:pt x="668065" y="43389"/>
                </a:cubicBezTo>
                <a:cubicBezTo>
                  <a:pt x="670307" y="46673"/>
                  <a:pt x="671428" y="50534"/>
                  <a:pt x="671428" y="54973"/>
                </a:cubicBezTo>
                <a:cubicBezTo>
                  <a:pt x="671428" y="61326"/>
                  <a:pt x="669466" y="66830"/>
                  <a:pt x="665543" y="71485"/>
                </a:cubicBezTo>
                <a:cubicBezTo>
                  <a:pt x="660428" y="77548"/>
                  <a:pt x="653019" y="80579"/>
                  <a:pt x="643316" y="80579"/>
                </a:cubicBezTo>
                <a:cubicBezTo>
                  <a:pt x="638516" y="80579"/>
                  <a:pt x="635250" y="79966"/>
                  <a:pt x="633516" y="78741"/>
                </a:cubicBezTo>
                <a:cubicBezTo>
                  <a:pt x="631782" y="77515"/>
                  <a:pt x="630915" y="76199"/>
                  <a:pt x="630915" y="74793"/>
                </a:cubicBezTo>
                <a:cubicBezTo>
                  <a:pt x="630915" y="73747"/>
                  <a:pt x="631326" y="72828"/>
                  <a:pt x="632149" y="72034"/>
                </a:cubicBezTo>
                <a:cubicBezTo>
                  <a:pt x="632973" y="71241"/>
                  <a:pt x="633962" y="70845"/>
                  <a:pt x="635118" y="70845"/>
                </a:cubicBezTo>
                <a:cubicBezTo>
                  <a:pt x="635994" y="70845"/>
                  <a:pt x="636887" y="70989"/>
                  <a:pt x="637798" y="71277"/>
                </a:cubicBezTo>
                <a:cubicBezTo>
                  <a:pt x="638394" y="71458"/>
                  <a:pt x="639742" y="72116"/>
                  <a:pt x="641844" y="73251"/>
                </a:cubicBezTo>
                <a:cubicBezTo>
                  <a:pt x="643946" y="74387"/>
                  <a:pt x="645400" y="75063"/>
                  <a:pt x="646206" y="75279"/>
                </a:cubicBezTo>
                <a:cubicBezTo>
                  <a:pt x="647502" y="75676"/>
                  <a:pt x="648886" y="75874"/>
                  <a:pt x="650357" y="75874"/>
                </a:cubicBezTo>
                <a:cubicBezTo>
                  <a:pt x="653930" y="75874"/>
                  <a:pt x="657039" y="74448"/>
                  <a:pt x="659684" y="71595"/>
                </a:cubicBezTo>
                <a:cubicBezTo>
                  <a:pt x="662329" y="68742"/>
                  <a:pt x="663651" y="65365"/>
                  <a:pt x="663651" y="61465"/>
                </a:cubicBezTo>
                <a:cubicBezTo>
                  <a:pt x="663651" y="58612"/>
                  <a:pt x="663038" y="55831"/>
                  <a:pt x="661812" y="53123"/>
                </a:cubicBezTo>
                <a:cubicBezTo>
                  <a:pt x="660901" y="51100"/>
                  <a:pt x="659903" y="49566"/>
                  <a:pt x="658817" y="48519"/>
                </a:cubicBezTo>
                <a:cubicBezTo>
                  <a:pt x="657311" y="47073"/>
                  <a:pt x="655244" y="45764"/>
                  <a:pt x="652616" y="44591"/>
                </a:cubicBezTo>
                <a:cubicBezTo>
                  <a:pt x="649989" y="43417"/>
                  <a:pt x="647309" y="42830"/>
                  <a:pt x="644577" y="42830"/>
                </a:cubicBezTo>
                <a:lnTo>
                  <a:pt x="642895" y="42830"/>
                </a:lnTo>
                <a:lnTo>
                  <a:pt x="642895" y="41208"/>
                </a:lnTo>
                <a:cubicBezTo>
                  <a:pt x="645663" y="40847"/>
                  <a:pt x="648439" y="39819"/>
                  <a:pt x="651224" y="38125"/>
                </a:cubicBezTo>
                <a:cubicBezTo>
                  <a:pt x="654009" y="36430"/>
                  <a:pt x="656032" y="34393"/>
                  <a:pt x="657293" y="32014"/>
                </a:cubicBezTo>
                <a:cubicBezTo>
                  <a:pt x="658554" y="29634"/>
                  <a:pt x="659185" y="27020"/>
                  <a:pt x="659185" y="24172"/>
                </a:cubicBezTo>
                <a:cubicBezTo>
                  <a:pt x="659185" y="20458"/>
                  <a:pt x="658055" y="17457"/>
                  <a:pt x="655795" y="15167"/>
                </a:cubicBezTo>
                <a:cubicBezTo>
                  <a:pt x="653536" y="12878"/>
                  <a:pt x="650725" y="11733"/>
                  <a:pt x="647362" y="11733"/>
                </a:cubicBezTo>
                <a:cubicBezTo>
                  <a:pt x="641932" y="11733"/>
                  <a:pt x="637395" y="14725"/>
                  <a:pt x="633752" y="20710"/>
                </a:cubicBezTo>
                <a:lnTo>
                  <a:pt x="632018" y="19845"/>
                </a:lnTo>
                <a:close/>
                <a:moveTo>
                  <a:pt x="803733" y="5946"/>
                </a:moveTo>
                <a:lnTo>
                  <a:pt x="803733" y="7947"/>
                </a:lnTo>
                <a:cubicBezTo>
                  <a:pt x="801211" y="8416"/>
                  <a:pt x="799301" y="9244"/>
                  <a:pt x="798005" y="10433"/>
                </a:cubicBezTo>
                <a:cubicBezTo>
                  <a:pt x="796149" y="12199"/>
                  <a:pt x="794502" y="14901"/>
                  <a:pt x="793066" y="18539"/>
                </a:cubicBezTo>
                <a:lnTo>
                  <a:pt x="768211" y="80904"/>
                </a:lnTo>
                <a:lnTo>
                  <a:pt x="766267" y="80904"/>
                </a:lnTo>
                <a:lnTo>
                  <a:pt x="739573" y="17729"/>
                </a:lnTo>
                <a:cubicBezTo>
                  <a:pt x="738207" y="14486"/>
                  <a:pt x="737244" y="12505"/>
                  <a:pt x="736683" y="11784"/>
                </a:cubicBezTo>
                <a:cubicBezTo>
                  <a:pt x="735807" y="10667"/>
                  <a:pt x="734730" y="9794"/>
                  <a:pt x="733451" y="9164"/>
                </a:cubicBezTo>
                <a:cubicBezTo>
                  <a:pt x="732173" y="8533"/>
                  <a:pt x="730448" y="8127"/>
                  <a:pt x="728276" y="7947"/>
                </a:cubicBezTo>
                <a:lnTo>
                  <a:pt x="728276" y="5946"/>
                </a:lnTo>
                <a:lnTo>
                  <a:pt x="757387" y="5946"/>
                </a:lnTo>
                <a:lnTo>
                  <a:pt x="757387" y="7947"/>
                </a:lnTo>
                <a:cubicBezTo>
                  <a:pt x="754094" y="8272"/>
                  <a:pt x="751957" y="8848"/>
                  <a:pt x="750976" y="9678"/>
                </a:cubicBezTo>
                <a:cubicBezTo>
                  <a:pt x="749995" y="10506"/>
                  <a:pt x="749505" y="11568"/>
                  <a:pt x="749505" y="12865"/>
                </a:cubicBezTo>
                <a:cubicBezTo>
                  <a:pt x="749505" y="14667"/>
                  <a:pt x="750310" y="17477"/>
                  <a:pt x="751922" y="21295"/>
                </a:cubicBezTo>
                <a:lnTo>
                  <a:pt x="770050" y="64258"/>
                </a:lnTo>
                <a:lnTo>
                  <a:pt x="786865" y="21836"/>
                </a:lnTo>
                <a:cubicBezTo>
                  <a:pt x="788512" y="17657"/>
                  <a:pt x="789335" y="14757"/>
                  <a:pt x="789335" y="13136"/>
                </a:cubicBezTo>
                <a:cubicBezTo>
                  <a:pt x="789335" y="12090"/>
                  <a:pt x="788827" y="11090"/>
                  <a:pt x="787811" y="10136"/>
                </a:cubicBezTo>
                <a:cubicBezTo>
                  <a:pt x="786795" y="9181"/>
                  <a:pt x="785079" y="8506"/>
                  <a:pt x="782662" y="8109"/>
                </a:cubicBezTo>
                <a:cubicBezTo>
                  <a:pt x="782486" y="8073"/>
                  <a:pt x="782189" y="8019"/>
                  <a:pt x="781768" y="7947"/>
                </a:cubicBezTo>
                <a:lnTo>
                  <a:pt x="781768" y="5946"/>
                </a:lnTo>
                <a:lnTo>
                  <a:pt x="803733" y="5946"/>
                </a:lnTo>
                <a:close/>
                <a:moveTo>
                  <a:pt x="855145" y="65112"/>
                </a:moveTo>
                <a:lnTo>
                  <a:pt x="850153" y="79281"/>
                </a:lnTo>
                <a:lnTo>
                  <a:pt x="808116" y="79281"/>
                </a:lnTo>
                <a:lnTo>
                  <a:pt x="808116" y="77277"/>
                </a:lnTo>
                <a:cubicBezTo>
                  <a:pt x="820482" y="65648"/>
                  <a:pt x="829187" y="56151"/>
                  <a:pt x="834231" y="48784"/>
                </a:cubicBezTo>
                <a:cubicBezTo>
                  <a:pt x="839276" y="41417"/>
                  <a:pt x="841798" y="34681"/>
                  <a:pt x="841798" y="28578"/>
                </a:cubicBezTo>
                <a:cubicBezTo>
                  <a:pt x="841798" y="23920"/>
                  <a:pt x="840414" y="20092"/>
                  <a:pt x="837647" y="17095"/>
                </a:cubicBezTo>
                <a:cubicBezTo>
                  <a:pt x="834879" y="14097"/>
                  <a:pt x="831569" y="12598"/>
                  <a:pt x="827716" y="12598"/>
                </a:cubicBezTo>
                <a:cubicBezTo>
                  <a:pt x="824212" y="12598"/>
                  <a:pt x="821068" y="13657"/>
                  <a:pt x="818283" y="15775"/>
                </a:cubicBezTo>
                <a:cubicBezTo>
                  <a:pt x="815498" y="17894"/>
                  <a:pt x="813440" y="20999"/>
                  <a:pt x="812109" y="25091"/>
                </a:cubicBezTo>
                <a:lnTo>
                  <a:pt x="810165" y="25091"/>
                </a:lnTo>
                <a:cubicBezTo>
                  <a:pt x="811041" y="18438"/>
                  <a:pt x="813291" y="13332"/>
                  <a:pt x="816917" y="9772"/>
                </a:cubicBezTo>
                <a:cubicBezTo>
                  <a:pt x="820543" y="6212"/>
                  <a:pt x="825071" y="4432"/>
                  <a:pt x="830501" y="4432"/>
                </a:cubicBezTo>
                <a:cubicBezTo>
                  <a:pt x="836281" y="4432"/>
                  <a:pt x="841106" y="6343"/>
                  <a:pt x="844977" y="10164"/>
                </a:cubicBezTo>
                <a:cubicBezTo>
                  <a:pt x="848848" y="13986"/>
                  <a:pt x="850784" y="18493"/>
                  <a:pt x="850784" y="23685"/>
                </a:cubicBezTo>
                <a:cubicBezTo>
                  <a:pt x="850784" y="27399"/>
                  <a:pt x="849943" y="31112"/>
                  <a:pt x="848261" y="34826"/>
                </a:cubicBezTo>
                <a:cubicBezTo>
                  <a:pt x="845669" y="40667"/>
                  <a:pt x="841465" y="46850"/>
                  <a:pt x="835650" y="53376"/>
                </a:cubicBezTo>
                <a:cubicBezTo>
                  <a:pt x="826927" y="63183"/>
                  <a:pt x="821480" y="69096"/>
                  <a:pt x="819308" y="71115"/>
                </a:cubicBezTo>
                <a:lnTo>
                  <a:pt x="837910" y="71115"/>
                </a:lnTo>
                <a:cubicBezTo>
                  <a:pt x="841693" y="71115"/>
                  <a:pt x="844347" y="70970"/>
                  <a:pt x="845871" y="70679"/>
                </a:cubicBezTo>
                <a:cubicBezTo>
                  <a:pt x="847394" y="70387"/>
                  <a:pt x="848769" y="69796"/>
                  <a:pt x="849995" y="68904"/>
                </a:cubicBezTo>
                <a:cubicBezTo>
                  <a:pt x="851222" y="68013"/>
                  <a:pt x="852290" y="66749"/>
                  <a:pt x="853201" y="65112"/>
                </a:cubicBezTo>
                <a:lnTo>
                  <a:pt x="855145" y="65112"/>
                </a:lnTo>
                <a:close/>
                <a:moveTo>
                  <a:pt x="985709" y="1514"/>
                </a:moveTo>
                <a:lnTo>
                  <a:pt x="985709" y="3515"/>
                </a:lnTo>
                <a:cubicBezTo>
                  <a:pt x="983187" y="3984"/>
                  <a:pt x="981278" y="4813"/>
                  <a:pt x="979981" y="6001"/>
                </a:cubicBezTo>
                <a:cubicBezTo>
                  <a:pt x="978125" y="7767"/>
                  <a:pt x="976478" y="10469"/>
                  <a:pt x="975042" y="14107"/>
                </a:cubicBezTo>
                <a:lnTo>
                  <a:pt x="950187" y="76472"/>
                </a:lnTo>
                <a:lnTo>
                  <a:pt x="948243" y="76472"/>
                </a:lnTo>
                <a:lnTo>
                  <a:pt x="921549" y="13297"/>
                </a:lnTo>
                <a:cubicBezTo>
                  <a:pt x="920183" y="10055"/>
                  <a:pt x="919220" y="8073"/>
                  <a:pt x="918659" y="7352"/>
                </a:cubicBezTo>
                <a:cubicBezTo>
                  <a:pt x="917783" y="6235"/>
                  <a:pt x="916706" y="5362"/>
                  <a:pt x="915428" y="4732"/>
                </a:cubicBezTo>
                <a:cubicBezTo>
                  <a:pt x="914149" y="4101"/>
                  <a:pt x="912424" y="3696"/>
                  <a:pt x="910252" y="3515"/>
                </a:cubicBezTo>
                <a:lnTo>
                  <a:pt x="910252" y="1514"/>
                </a:lnTo>
                <a:lnTo>
                  <a:pt x="939363" y="1514"/>
                </a:lnTo>
                <a:lnTo>
                  <a:pt x="939363" y="3515"/>
                </a:lnTo>
                <a:cubicBezTo>
                  <a:pt x="936070" y="3840"/>
                  <a:pt x="933933" y="4417"/>
                  <a:pt x="932952" y="5246"/>
                </a:cubicBezTo>
                <a:cubicBezTo>
                  <a:pt x="931971" y="6074"/>
                  <a:pt x="931481" y="7137"/>
                  <a:pt x="931481" y="8433"/>
                </a:cubicBezTo>
                <a:cubicBezTo>
                  <a:pt x="931481" y="10235"/>
                  <a:pt x="932286" y="13045"/>
                  <a:pt x="933898" y="16863"/>
                </a:cubicBezTo>
                <a:lnTo>
                  <a:pt x="952026" y="59827"/>
                </a:lnTo>
                <a:lnTo>
                  <a:pt x="968841" y="17404"/>
                </a:lnTo>
                <a:cubicBezTo>
                  <a:pt x="970488" y="13225"/>
                  <a:pt x="971311" y="10325"/>
                  <a:pt x="971311" y="8704"/>
                </a:cubicBezTo>
                <a:cubicBezTo>
                  <a:pt x="971311" y="7658"/>
                  <a:pt x="970803" y="6658"/>
                  <a:pt x="969787" y="5704"/>
                </a:cubicBezTo>
                <a:cubicBezTo>
                  <a:pt x="968771" y="4750"/>
                  <a:pt x="967055" y="4074"/>
                  <a:pt x="964638" y="3678"/>
                </a:cubicBezTo>
                <a:cubicBezTo>
                  <a:pt x="964463" y="3642"/>
                  <a:pt x="964165" y="3587"/>
                  <a:pt x="963744" y="3515"/>
                </a:cubicBezTo>
                <a:lnTo>
                  <a:pt x="963744" y="1514"/>
                </a:lnTo>
                <a:lnTo>
                  <a:pt x="985709" y="1514"/>
                </a:lnTo>
                <a:close/>
                <a:moveTo>
                  <a:pt x="1037120" y="60680"/>
                </a:moveTo>
                <a:lnTo>
                  <a:pt x="1032128" y="74850"/>
                </a:lnTo>
                <a:lnTo>
                  <a:pt x="990091" y="74850"/>
                </a:lnTo>
                <a:lnTo>
                  <a:pt x="990091" y="72845"/>
                </a:lnTo>
                <a:cubicBezTo>
                  <a:pt x="1002457" y="61217"/>
                  <a:pt x="1011162" y="51719"/>
                  <a:pt x="1016207" y="44352"/>
                </a:cubicBezTo>
                <a:cubicBezTo>
                  <a:pt x="1021251" y="36985"/>
                  <a:pt x="1023773" y="30249"/>
                  <a:pt x="1023773" y="24146"/>
                </a:cubicBezTo>
                <a:cubicBezTo>
                  <a:pt x="1023773" y="19488"/>
                  <a:pt x="1022390" y="15661"/>
                  <a:pt x="1019622" y="12664"/>
                </a:cubicBezTo>
                <a:cubicBezTo>
                  <a:pt x="1016855" y="9665"/>
                  <a:pt x="1013544" y="8166"/>
                  <a:pt x="1009691" y="8166"/>
                </a:cubicBezTo>
                <a:cubicBezTo>
                  <a:pt x="1006188" y="8166"/>
                  <a:pt x="1003044" y="9226"/>
                  <a:pt x="1000259" y="11344"/>
                </a:cubicBezTo>
                <a:cubicBezTo>
                  <a:pt x="997474" y="13462"/>
                  <a:pt x="995416" y="16567"/>
                  <a:pt x="994084" y="20659"/>
                </a:cubicBezTo>
                <a:lnTo>
                  <a:pt x="992140" y="20659"/>
                </a:lnTo>
                <a:cubicBezTo>
                  <a:pt x="993016" y="14006"/>
                  <a:pt x="995267" y="8900"/>
                  <a:pt x="998893" y="5341"/>
                </a:cubicBezTo>
                <a:cubicBezTo>
                  <a:pt x="1002518" y="1780"/>
                  <a:pt x="1007046" y="0"/>
                  <a:pt x="1012476" y="0"/>
                </a:cubicBezTo>
                <a:cubicBezTo>
                  <a:pt x="1018256" y="0"/>
                  <a:pt x="1023082" y="1911"/>
                  <a:pt x="1026953" y="5733"/>
                </a:cubicBezTo>
                <a:cubicBezTo>
                  <a:pt x="1030823" y="9555"/>
                  <a:pt x="1032759" y="14061"/>
                  <a:pt x="1032759" y="19253"/>
                </a:cubicBezTo>
                <a:cubicBezTo>
                  <a:pt x="1032759" y="22967"/>
                  <a:pt x="1031918" y="26681"/>
                  <a:pt x="1030237" y="30394"/>
                </a:cubicBezTo>
                <a:cubicBezTo>
                  <a:pt x="1027644" y="36235"/>
                  <a:pt x="1023441" y="42418"/>
                  <a:pt x="1017625" y="48944"/>
                </a:cubicBezTo>
                <a:cubicBezTo>
                  <a:pt x="1008903" y="58751"/>
                  <a:pt x="1003455" y="64664"/>
                  <a:pt x="1001283" y="66683"/>
                </a:cubicBezTo>
                <a:lnTo>
                  <a:pt x="1019885" y="66683"/>
                </a:lnTo>
                <a:cubicBezTo>
                  <a:pt x="1023668" y="66683"/>
                  <a:pt x="1026322" y="66538"/>
                  <a:pt x="1027846" y="66247"/>
                </a:cubicBezTo>
                <a:cubicBezTo>
                  <a:pt x="1029370" y="65955"/>
                  <a:pt x="1030745" y="65364"/>
                  <a:pt x="1031971" y="64473"/>
                </a:cubicBezTo>
                <a:cubicBezTo>
                  <a:pt x="1033197" y="63581"/>
                  <a:pt x="1034265" y="62317"/>
                  <a:pt x="1035176" y="60680"/>
                </a:cubicBezTo>
                <a:lnTo>
                  <a:pt x="1037120" y="6068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Max-pooling">
            <a:extLst xmlns:a="http://schemas.openxmlformats.org/drawingml/2006/main">
              <a:ext uri="{FF2B5EF4-FFF2-40B4-BE49-F238E27FC236}">
                <a16:creationId xmlns:a16="http://schemas.microsoft.com/office/drawing/2014/main" id="{83A041AF-B494-48EB-B9BC-DAD0A222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896" y="3014041"/>
            <a:ext cx="556762" cy="100809"/>
          </a:xfrm>
          <a:custGeom xmlns:a="http://schemas.openxmlformats.org/drawingml/2006/main">
            <a:pathLst>
              <a:path w="556762" h="100809">
                <a:moveTo>
                  <a:pt x="42248" y="76905"/>
                </a:moveTo>
                <a:lnTo>
                  <a:pt x="14713" y="15197"/>
                </a:lnTo>
                <a:lnTo>
                  <a:pt x="14713" y="64196"/>
                </a:lnTo>
                <a:cubicBezTo>
                  <a:pt x="14713" y="68702"/>
                  <a:pt x="15186" y="71515"/>
                  <a:pt x="16132" y="72632"/>
                </a:cubicBezTo>
                <a:cubicBezTo>
                  <a:pt x="17428" y="74147"/>
                  <a:pt x="19477" y="74904"/>
                  <a:pt x="22280" y="74904"/>
                </a:cubicBezTo>
                <a:lnTo>
                  <a:pt x="24802" y="74904"/>
                </a:lnTo>
                <a:lnTo>
                  <a:pt x="24802" y="76905"/>
                </a:lnTo>
                <a:lnTo>
                  <a:pt x="0" y="76905"/>
                </a:lnTo>
                <a:lnTo>
                  <a:pt x="0" y="74904"/>
                </a:lnTo>
                <a:lnTo>
                  <a:pt x="2522" y="74904"/>
                </a:lnTo>
                <a:cubicBezTo>
                  <a:pt x="5535" y="74904"/>
                  <a:pt x="7672" y="73966"/>
                  <a:pt x="8933" y="72092"/>
                </a:cubicBezTo>
                <a:cubicBezTo>
                  <a:pt x="9704" y="70938"/>
                  <a:pt x="10089" y="68306"/>
                  <a:pt x="10089" y="64196"/>
                </a:cubicBezTo>
                <a:lnTo>
                  <a:pt x="10089" y="16279"/>
                </a:lnTo>
                <a:cubicBezTo>
                  <a:pt x="10089" y="13034"/>
                  <a:pt x="9739" y="10690"/>
                  <a:pt x="9038" y="9248"/>
                </a:cubicBezTo>
                <a:cubicBezTo>
                  <a:pt x="8548" y="8202"/>
                  <a:pt x="7646" y="7328"/>
                  <a:pt x="6332" y="6625"/>
                </a:cubicBezTo>
                <a:cubicBezTo>
                  <a:pt x="5018" y="5922"/>
                  <a:pt x="2908" y="5570"/>
                  <a:pt x="0" y="5570"/>
                </a:cubicBezTo>
                <a:lnTo>
                  <a:pt x="0" y="3569"/>
                </a:lnTo>
                <a:lnTo>
                  <a:pt x="20178" y="3569"/>
                </a:lnTo>
                <a:lnTo>
                  <a:pt x="46031" y="60951"/>
                </a:lnTo>
                <a:lnTo>
                  <a:pt x="71464" y="3569"/>
                </a:lnTo>
                <a:lnTo>
                  <a:pt x="91642" y="3569"/>
                </a:lnTo>
                <a:lnTo>
                  <a:pt x="91642" y="5570"/>
                </a:lnTo>
                <a:lnTo>
                  <a:pt x="89172" y="5570"/>
                </a:lnTo>
                <a:cubicBezTo>
                  <a:pt x="86124" y="5570"/>
                  <a:pt x="83970" y="6508"/>
                  <a:pt x="82709" y="8383"/>
                </a:cubicBezTo>
                <a:cubicBezTo>
                  <a:pt x="81938" y="9536"/>
                  <a:pt x="81553" y="12168"/>
                  <a:pt x="81553" y="16279"/>
                </a:cubicBezTo>
                <a:lnTo>
                  <a:pt x="81553" y="64196"/>
                </a:lnTo>
                <a:cubicBezTo>
                  <a:pt x="81553" y="68702"/>
                  <a:pt x="82043" y="71515"/>
                  <a:pt x="83024" y="72632"/>
                </a:cubicBezTo>
                <a:cubicBezTo>
                  <a:pt x="84320" y="74147"/>
                  <a:pt x="86369" y="74904"/>
                  <a:pt x="89172" y="74904"/>
                </a:cubicBezTo>
                <a:lnTo>
                  <a:pt x="91642" y="74904"/>
                </a:lnTo>
                <a:lnTo>
                  <a:pt x="91642" y="76905"/>
                </a:lnTo>
                <a:lnTo>
                  <a:pt x="61375" y="76905"/>
                </a:lnTo>
                <a:lnTo>
                  <a:pt x="61375" y="74904"/>
                </a:lnTo>
                <a:lnTo>
                  <a:pt x="63897" y="74904"/>
                </a:lnTo>
                <a:cubicBezTo>
                  <a:pt x="66945" y="74904"/>
                  <a:pt x="69082" y="73966"/>
                  <a:pt x="70308" y="72092"/>
                </a:cubicBezTo>
                <a:cubicBezTo>
                  <a:pt x="71078" y="70938"/>
                  <a:pt x="71464" y="68306"/>
                  <a:pt x="71464" y="64196"/>
                </a:cubicBezTo>
                <a:lnTo>
                  <a:pt x="71464" y="15197"/>
                </a:lnTo>
                <a:lnTo>
                  <a:pt x="43982" y="76905"/>
                </a:lnTo>
                <a:lnTo>
                  <a:pt x="42248" y="76905"/>
                </a:lnTo>
                <a:close/>
                <a:moveTo>
                  <a:pt x="125250" y="69766"/>
                </a:moveTo>
                <a:cubicBezTo>
                  <a:pt x="120311" y="73696"/>
                  <a:pt x="117210" y="75967"/>
                  <a:pt x="115949" y="76580"/>
                </a:cubicBezTo>
                <a:cubicBezTo>
                  <a:pt x="114057" y="77518"/>
                  <a:pt x="112043" y="77986"/>
                  <a:pt x="109906" y="77986"/>
                </a:cubicBezTo>
                <a:cubicBezTo>
                  <a:pt x="106578" y="77986"/>
                  <a:pt x="103837" y="76815"/>
                  <a:pt x="101683" y="74471"/>
                </a:cubicBezTo>
                <a:cubicBezTo>
                  <a:pt x="99528" y="72128"/>
                  <a:pt x="98451" y="69045"/>
                  <a:pt x="98451" y="65223"/>
                </a:cubicBezTo>
                <a:cubicBezTo>
                  <a:pt x="98451" y="62807"/>
                  <a:pt x="98977" y="60716"/>
                  <a:pt x="100027" y="58950"/>
                </a:cubicBezTo>
                <a:cubicBezTo>
                  <a:pt x="101464" y="56498"/>
                  <a:pt x="103960" y="54190"/>
                  <a:pt x="107515" y="52027"/>
                </a:cubicBezTo>
                <a:cubicBezTo>
                  <a:pt x="111071" y="49864"/>
                  <a:pt x="116983" y="47232"/>
                  <a:pt x="125250" y="44131"/>
                </a:cubicBezTo>
                <a:lnTo>
                  <a:pt x="125250" y="42184"/>
                </a:lnTo>
                <a:cubicBezTo>
                  <a:pt x="125250" y="37245"/>
                  <a:pt x="124488" y="33855"/>
                  <a:pt x="122964" y="32017"/>
                </a:cubicBezTo>
                <a:cubicBezTo>
                  <a:pt x="121440" y="30178"/>
                  <a:pt x="119225" y="29258"/>
                  <a:pt x="116317" y="29258"/>
                </a:cubicBezTo>
                <a:cubicBezTo>
                  <a:pt x="114110" y="29258"/>
                  <a:pt x="112358" y="29869"/>
                  <a:pt x="111062" y="31090"/>
                </a:cubicBezTo>
                <a:cubicBezTo>
                  <a:pt x="109731" y="32312"/>
                  <a:pt x="109066" y="33713"/>
                  <a:pt x="109066" y="35294"/>
                </a:cubicBezTo>
                <a:lnTo>
                  <a:pt x="109171" y="38419"/>
                </a:lnTo>
                <a:cubicBezTo>
                  <a:pt x="109171" y="40070"/>
                  <a:pt x="108759" y="41345"/>
                  <a:pt x="107936" y="42243"/>
                </a:cubicBezTo>
                <a:cubicBezTo>
                  <a:pt x="107113" y="43141"/>
                  <a:pt x="106035" y="43590"/>
                  <a:pt x="104704" y="43590"/>
                </a:cubicBezTo>
                <a:cubicBezTo>
                  <a:pt x="103408" y="43590"/>
                  <a:pt x="102348" y="43123"/>
                  <a:pt x="101525" y="42189"/>
                </a:cubicBezTo>
                <a:cubicBezTo>
                  <a:pt x="100702" y="41254"/>
                  <a:pt x="100290" y="39977"/>
                  <a:pt x="100290" y="38359"/>
                </a:cubicBezTo>
                <a:cubicBezTo>
                  <a:pt x="100290" y="35269"/>
                  <a:pt x="101832" y="32430"/>
                  <a:pt x="104914" y="29842"/>
                </a:cubicBezTo>
                <a:cubicBezTo>
                  <a:pt x="107997" y="27253"/>
                  <a:pt x="112323" y="25959"/>
                  <a:pt x="117893" y="25959"/>
                </a:cubicBezTo>
                <a:cubicBezTo>
                  <a:pt x="122167" y="25959"/>
                  <a:pt x="125670" y="26697"/>
                  <a:pt x="128403" y="28173"/>
                </a:cubicBezTo>
                <a:cubicBezTo>
                  <a:pt x="130470" y="29290"/>
                  <a:pt x="131993" y="31037"/>
                  <a:pt x="132974" y="33414"/>
                </a:cubicBezTo>
                <a:cubicBezTo>
                  <a:pt x="133605" y="34962"/>
                  <a:pt x="133920" y="38131"/>
                  <a:pt x="133920" y="42921"/>
                </a:cubicBezTo>
                <a:lnTo>
                  <a:pt x="133920" y="59720"/>
                </a:lnTo>
                <a:cubicBezTo>
                  <a:pt x="133920" y="64438"/>
                  <a:pt x="134008" y="67328"/>
                  <a:pt x="134183" y="68390"/>
                </a:cubicBezTo>
                <a:cubicBezTo>
                  <a:pt x="134358" y="69453"/>
                  <a:pt x="134647" y="70164"/>
                  <a:pt x="135050" y="70525"/>
                </a:cubicBezTo>
                <a:cubicBezTo>
                  <a:pt x="135453" y="70884"/>
                  <a:pt x="135917" y="71064"/>
                  <a:pt x="136442" y="71064"/>
                </a:cubicBezTo>
                <a:cubicBezTo>
                  <a:pt x="137003" y="71064"/>
                  <a:pt x="137493" y="70938"/>
                  <a:pt x="137914" y="70685"/>
                </a:cubicBezTo>
                <a:cubicBezTo>
                  <a:pt x="138649" y="70217"/>
                  <a:pt x="140068" y="68901"/>
                  <a:pt x="142170" y="66737"/>
                </a:cubicBezTo>
                <a:lnTo>
                  <a:pt x="142170" y="69766"/>
                </a:lnTo>
                <a:cubicBezTo>
                  <a:pt x="138247" y="75174"/>
                  <a:pt x="134498" y="77878"/>
                  <a:pt x="130925" y="77878"/>
                </a:cubicBezTo>
                <a:cubicBezTo>
                  <a:pt x="129208" y="77878"/>
                  <a:pt x="127842" y="77265"/>
                  <a:pt x="126826" y="76040"/>
                </a:cubicBezTo>
                <a:cubicBezTo>
                  <a:pt x="125810" y="74814"/>
                  <a:pt x="125285" y="72722"/>
                  <a:pt x="125250" y="69766"/>
                </a:cubicBezTo>
                <a:moveTo>
                  <a:pt x="125250" y="66220"/>
                </a:moveTo>
                <a:lnTo>
                  <a:pt x="125250" y="47430"/>
                </a:lnTo>
                <a:cubicBezTo>
                  <a:pt x="119960" y="49583"/>
                  <a:pt x="116545" y="51109"/>
                  <a:pt x="115003" y="52007"/>
                </a:cubicBezTo>
                <a:cubicBezTo>
                  <a:pt x="112236" y="53586"/>
                  <a:pt x="110257" y="55238"/>
                  <a:pt x="109066" y="56960"/>
                </a:cubicBezTo>
                <a:cubicBezTo>
                  <a:pt x="107874" y="58683"/>
                  <a:pt x="107279" y="60568"/>
                  <a:pt x="107279" y="62614"/>
                </a:cubicBezTo>
                <a:cubicBezTo>
                  <a:pt x="107279" y="65198"/>
                  <a:pt x="108032" y="67343"/>
                  <a:pt x="109538" y="69048"/>
                </a:cubicBezTo>
                <a:cubicBezTo>
                  <a:pt x="111045" y="70752"/>
                  <a:pt x="112779" y="71605"/>
                  <a:pt x="114741" y="71605"/>
                </a:cubicBezTo>
                <a:cubicBezTo>
                  <a:pt x="117403" y="71605"/>
                  <a:pt x="120906" y="69810"/>
                  <a:pt x="125250" y="66220"/>
                </a:cubicBezTo>
                <a:close/>
                <a:moveTo>
                  <a:pt x="143148" y="27366"/>
                </a:moveTo>
                <a:lnTo>
                  <a:pt x="165796" y="27366"/>
                </a:lnTo>
                <a:lnTo>
                  <a:pt x="165796" y="29367"/>
                </a:lnTo>
                <a:cubicBezTo>
                  <a:pt x="164360" y="29367"/>
                  <a:pt x="163353" y="29619"/>
                  <a:pt x="162775" y="30124"/>
                </a:cubicBezTo>
                <a:cubicBezTo>
                  <a:pt x="162197" y="30629"/>
                  <a:pt x="161908" y="31296"/>
                  <a:pt x="161908" y="32125"/>
                </a:cubicBezTo>
                <a:cubicBezTo>
                  <a:pt x="161908" y="32990"/>
                  <a:pt x="162521" y="34324"/>
                  <a:pt x="163747" y="36127"/>
                </a:cubicBezTo>
                <a:cubicBezTo>
                  <a:pt x="164132" y="36704"/>
                  <a:pt x="164710" y="37605"/>
                  <a:pt x="165481" y="38831"/>
                </a:cubicBezTo>
                <a:lnTo>
                  <a:pt x="168896" y="44456"/>
                </a:lnTo>
                <a:lnTo>
                  <a:pt x="172837" y="38831"/>
                </a:lnTo>
                <a:cubicBezTo>
                  <a:pt x="175360" y="35262"/>
                  <a:pt x="176621" y="33008"/>
                  <a:pt x="176621" y="32071"/>
                </a:cubicBezTo>
                <a:cubicBezTo>
                  <a:pt x="176621" y="31314"/>
                  <a:pt x="176323" y="30674"/>
                  <a:pt x="175727" y="30151"/>
                </a:cubicBezTo>
                <a:cubicBezTo>
                  <a:pt x="175132" y="29628"/>
                  <a:pt x="174169" y="29367"/>
                  <a:pt x="172837" y="29367"/>
                </a:cubicBezTo>
                <a:lnTo>
                  <a:pt x="172837" y="27366"/>
                </a:lnTo>
                <a:lnTo>
                  <a:pt x="189127" y="27366"/>
                </a:lnTo>
                <a:lnTo>
                  <a:pt x="189127" y="29367"/>
                </a:lnTo>
                <a:cubicBezTo>
                  <a:pt x="187410" y="29475"/>
                  <a:pt x="185922" y="29962"/>
                  <a:pt x="184660" y="30827"/>
                </a:cubicBezTo>
                <a:cubicBezTo>
                  <a:pt x="182944" y="32053"/>
                  <a:pt x="180597" y="34721"/>
                  <a:pt x="177619" y="38831"/>
                </a:cubicBezTo>
                <a:lnTo>
                  <a:pt x="171051" y="47863"/>
                </a:lnTo>
                <a:lnTo>
                  <a:pt x="183031" y="65566"/>
                </a:lnTo>
                <a:cubicBezTo>
                  <a:pt x="185974" y="69920"/>
                  <a:pt x="188076" y="72538"/>
                  <a:pt x="189337" y="73420"/>
                </a:cubicBezTo>
                <a:cubicBezTo>
                  <a:pt x="190598" y="74301"/>
                  <a:pt x="192227" y="74796"/>
                  <a:pt x="194224" y="74904"/>
                </a:cubicBezTo>
                <a:lnTo>
                  <a:pt x="194224" y="76905"/>
                </a:lnTo>
                <a:lnTo>
                  <a:pt x="171524" y="76905"/>
                </a:lnTo>
                <a:lnTo>
                  <a:pt x="171524" y="74904"/>
                </a:lnTo>
                <a:cubicBezTo>
                  <a:pt x="173100" y="74904"/>
                  <a:pt x="174326" y="74544"/>
                  <a:pt x="175202" y="73826"/>
                </a:cubicBezTo>
                <a:cubicBezTo>
                  <a:pt x="175868" y="73322"/>
                  <a:pt x="176200" y="72657"/>
                  <a:pt x="176200" y="71830"/>
                </a:cubicBezTo>
                <a:cubicBezTo>
                  <a:pt x="176200" y="71003"/>
                  <a:pt x="175079" y="68917"/>
                  <a:pt x="172837" y="65573"/>
                </a:cubicBezTo>
                <a:lnTo>
                  <a:pt x="165796" y="55002"/>
                </a:lnTo>
                <a:lnTo>
                  <a:pt x="158072" y="65573"/>
                </a:lnTo>
                <a:cubicBezTo>
                  <a:pt x="155690" y="68845"/>
                  <a:pt x="154499" y="70787"/>
                  <a:pt x="154499" y="71399"/>
                </a:cubicBezTo>
                <a:cubicBezTo>
                  <a:pt x="154499" y="72262"/>
                  <a:pt x="154893" y="73044"/>
                  <a:pt x="155681" y="73744"/>
                </a:cubicBezTo>
                <a:cubicBezTo>
                  <a:pt x="156469" y="74445"/>
                  <a:pt x="157651" y="74832"/>
                  <a:pt x="159228" y="74904"/>
                </a:cubicBezTo>
                <a:lnTo>
                  <a:pt x="159228" y="76905"/>
                </a:lnTo>
                <a:lnTo>
                  <a:pt x="143516" y="76905"/>
                </a:lnTo>
                <a:lnTo>
                  <a:pt x="143516" y="74904"/>
                </a:lnTo>
                <a:cubicBezTo>
                  <a:pt x="144777" y="74724"/>
                  <a:pt x="145881" y="74274"/>
                  <a:pt x="146827" y="73555"/>
                </a:cubicBezTo>
                <a:cubicBezTo>
                  <a:pt x="148158" y="72512"/>
                  <a:pt x="150400" y="69850"/>
                  <a:pt x="153553" y="65570"/>
                </a:cubicBezTo>
                <a:lnTo>
                  <a:pt x="163642" y="51811"/>
                </a:lnTo>
                <a:lnTo>
                  <a:pt x="154499" y="38182"/>
                </a:lnTo>
                <a:cubicBezTo>
                  <a:pt x="151906" y="34288"/>
                  <a:pt x="149901" y="31845"/>
                  <a:pt x="148482" y="30854"/>
                </a:cubicBezTo>
                <a:cubicBezTo>
                  <a:pt x="147063" y="29862"/>
                  <a:pt x="145285" y="29367"/>
                  <a:pt x="143148" y="29367"/>
                </a:cubicBezTo>
                <a:lnTo>
                  <a:pt x="143148" y="27366"/>
                </a:lnTo>
                <a:close/>
                <a:moveTo>
                  <a:pt x="199871" y="47917"/>
                </a:moveTo>
                <a:lnTo>
                  <a:pt x="227038" y="47917"/>
                </a:lnTo>
                <a:lnTo>
                  <a:pt x="227038" y="56083"/>
                </a:lnTo>
                <a:lnTo>
                  <a:pt x="199871" y="56083"/>
                </a:lnTo>
                <a:lnTo>
                  <a:pt x="199871" y="47917"/>
                </a:lnTo>
                <a:close/>
                <a:moveTo>
                  <a:pt x="231277" y="32238"/>
                </a:moveTo>
                <a:lnTo>
                  <a:pt x="246095" y="26068"/>
                </a:lnTo>
                <a:lnTo>
                  <a:pt x="248092" y="26068"/>
                </a:lnTo>
                <a:lnTo>
                  <a:pt x="248092" y="37641"/>
                </a:lnTo>
                <a:cubicBezTo>
                  <a:pt x="250579" y="33279"/>
                  <a:pt x="253075" y="30241"/>
                  <a:pt x="255580" y="28528"/>
                </a:cubicBezTo>
                <a:cubicBezTo>
                  <a:pt x="258085" y="26816"/>
                  <a:pt x="260721" y="25959"/>
                  <a:pt x="263488" y="25959"/>
                </a:cubicBezTo>
                <a:cubicBezTo>
                  <a:pt x="268322" y="25959"/>
                  <a:pt x="272351" y="27904"/>
                  <a:pt x="275574" y="31794"/>
                </a:cubicBezTo>
                <a:cubicBezTo>
                  <a:pt x="279532" y="36548"/>
                  <a:pt x="281512" y="42744"/>
                  <a:pt x="281512" y="50379"/>
                </a:cubicBezTo>
                <a:cubicBezTo>
                  <a:pt x="281512" y="58915"/>
                  <a:pt x="279130" y="65975"/>
                  <a:pt x="274365" y="71557"/>
                </a:cubicBezTo>
                <a:cubicBezTo>
                  <a:pt x="270442" y="76132"/>
                  <a:pt x="265502" y="78419"/>
                  <a:pt x="259547" y="78419"/>
                </a:cubicBezTo>
                <a:cubicBezTo>
                  <a:pt x="256955" y="78419"/>
                  <a:pt x="254713" y="78041"/>
                  <a:pt x="252821" y="77283"/>
                </a:cubicBezTo>
                <a:cubicBezTo>
                  <a:pt x="251420" y="76743"/>
                  <a:pt x="249843" y="75661"/>
                  <a:pt x="248092" y="74038"/>
                </a:cubicBezTo>
                <a:lnTo>
                  <a:pt x="248092" y="89127"/>
                </a:lnTo>
                <a:cubicBezTo>
                  <a:pt x="248092" y="92517"/>
                  <a:pt x="248293" y="94671"/>
                  <a:pt x="248696" y="95590"/>
                </a:cubicBezTo>
                <a:cubicBezTo>
                  <a:pt x="249099" y="96510"/>
                  <a:pt x="249800" y="97240"/>
                  <a:pt x="250798" y="97781"/>
                </a:cubicBezTo>
                <a:cubicBezTo>
                  <a:pt x="251796" y="98321"/>
                  <a:pt x="253609" y="98592"/>
                  <a:pt x="256237" y="98592"/>
                </a:cubicBezTo>
                <a:lnTo>
                  <a:pt x="256237" y="100593"/>
                </a:lnTo>
                <a:lnTo>
                  <a:pt x="231014" y="100593"/>
                </a:lnTo>
                <a:lnTo>
                  <a:pt x="231014" y="98592"/>
                </a:lnTo>
                <a:lnTo>
                  <a:pt x="232328" y="98592"/>
                </a:lnTo>
                <a:cubicBezTo>
                  <a:pt x="234255" y="98628"/>
                  <a:pt x="235901" y="98249"/>
                  <a:pt x="237267" y="97454"/>
                </a:cubicBezTo>
                <a:cubicBezTo>
                  <a:pt x="237933" y="97058"/>
                  <a:pt x="238450" y="96417"/>
                  <a:pt x="238817" y="95533"/>
                </a:cubicBezTo>
                <a:cubicBezTo>
                  <a:pt x="239185" y="94649"/>
                  <a:pt x="239369" y="92404"/>
                  <a:pt x="239369" y="88796"/>
                </a:cubicBezTo>
                <a:lnTo>
                  <a:pt x="239369" y="41926"/>
                </a:lnTo>
                <a:cubicBezTo>
                  <a:pt x="239369" y="38714"/>
                  <a:pt x="239229" y="36676"/>
                  <a:pt x="238949" y="35811"/>
                </a:cubicBezTo>
                <a:cubicBezTo>
                  <a:pt x="238668" y="34944"/>
                  <a:pt x="238222" y="34295"/>
                  <a:pt x="237609" y="33862"/>
                </a:cubicBezTo>
                <a:cubicBezTo>
                  <a:pt x="236996" y="33428"/>
                  <a:pt x="236164" y="33212"/>
                  <a:pt x="235113" y="33212"/>
                </a:cubicBezTo>
                <a:cubicBezTo>
                  <a:pt x="234272" y="33212"/>
                  <a:pt x="233204" y="33464"/>
                  <a:pt x="231907" y="33969"/>
                </a:cubicBezTo>
                <a:lnTo>
                  <a:pt x="231277" y="32238"/>
                </a:lnTo>
                <a:moveTo>
                  <a:pt x="248092" y="40930"/>
                </a:moveTo>
                <a:lnTo>
                  <a:pt x="248092" y="59402"/>
                </a:lnTo>
                <a:cubicBezTo>
                  <a:pt x="248092" y="63400"/>
                  <a:pt x="248250" y="66029"/>
                  <a:pt x="248565" y="67288"/>
                </a:cubicBezTo>
                <a:cubicBezTo>
                  <a:pt x="249055" y="69377"/>
                  <a:pt x="250255" y="71214"/>
                  <a:pt x="252164" y="72798"/>
                </a:cubicBezTo>
                <a:cubicBezTo>
                  <a:pt x="254073" y="74382"/>
                  <a:pt x="256482" y="75174"/>
                  <a:pt x="259389" y="75174"/>
                </a:cubicBezTo>
                <a:cubicBezTo>
                  <a:pt x="262893" y="75174"/>
                  <a:pt x="265730" y="73770"/>
                  <a:pt x="267902" y="70961"/>
                </a:cubicBezTo>
                <a:cubicBezTo>
                  <a:pt x="270740" y="67289"/>
                  <a:pt x="272158" y="62122"/>
                  <a:pt x="272158" y="55460"/>
                </a:cubicBezTo>
                <a:cubicBezTo>
                  <a:pt x="272158" y="47898"/>
                  <a:pt x="270547" y="42083"/>
                  <a:pt x="267324" y="38015"/>
                </a:cubicBezTo>
                <a:cubicBezTo>
                  <a:pt x="265082" y="35206"/>
                  <a:pt x="262420" y="33801"/>
                  <a:pt x="259337" y="33801"/>
                </a:cubicBezTo>
                <a:cubicBezTo>
                  <a:pt x="257655" y="33801"/>
                  <a:pt x="255991" y="34233"/>
                  <a:pt x="254345" y="35098"/>
                </a:cubicBezTo>
                <a:cubicBezTo>
                  <a:pt x="253084" y="35745"/>
                  <a:pt x="250999" y="37690"/>
                  <a:pt x="248092" y="40930"/>
                </a:cubicBezTo>
                <a:close/>
                <a:moveTo>
                  <a:pt x="312094" y="25959"/>
                </a:moveTo>
                <a:cubicBezTo>
                  <a:pt x="319381" y="25959"/>
                  <a:pt x="325231" y="28805"/>
                  <a:pt x="329645" y="34496"/>
                </a:cubicBezTo>
                <a:cubicBezTo>
                  <a:pt x="333393" y="39358"/>
                  <a:pt x="335268" y="44941"/>
                  <a:pt x="335268" y="51245"/>
                </a:cubicBezTo>
                <a:cubicBezTo>
                  <a:pt x="335268" y="55675"/>
                  <a:pt x="334234" y="60159"/>
                  <a:pt x="332167" y="64697"/>
                </a:cubicBezTo>
                <a:cubicBezTo>
                  <a:pt x="330100" y="69235"/>
                  <a:pt x="327254" y="72656"/>
                  <a:pt x="323628" y="74961"/>
                </a:cubicBezTo>
                <a:cubicBezTo>
                  <a:pt x="320003" y="77267"/>
                  <a:pt x="315965" y="78419"/>
                  <a:pt x="311516" y="78419"/>
                </a:cubicBezTo>
                <a:cubicBezTo>
                  <a:pt x="304265" y="78419"/>
                  <a:pt x="298502" y="75447"/>
                  <a:pt x="294228" y="69504"/>
                </a:cubicBezTo>
                <a:cubicBezTo>
                  <a:pt x="290620" y="64498"/>
                  <a:pt x="288816" y="58880"/>
                  <a:pt x="288816" y="52649"/>
                </a:cubicBezTo>
                <a:cubicBezTo>
                  <a:pt x="288816" y="48111"/>
                  <a:pt x="289911" y="43599"/>
                  <a:pt x="292100" y="39115"/>
                </a:cubicBezTo>
                <a:cubicBezTo>
                  <a:pt x="294290" y="34631"/>
                  <a:pt x="297171" y="31317"/>
                  <a:pt x="300744" y="29174"/>
                </a:cubicBezTo>
                <a:cubicBezTo>
                  <a:pt x="304317" y="27031"/>
                  <a:pt x="308101" y="25959"/>
                  <a:pt x="312094" y="25959"/>
                </a:cubicBezTo>
                <a:moveTo>
                  <a:pt x="310465" y="29529"/>
                </a:moveTo>
                <a:cubicBezTo>
                  <a:pt x="308609" y="29529"/>
                  <a:pt x="306743" y="30096"/>
                  <a:pt x="304869" y="31231"/>
                </a:cubicBezTo>
                <a:cubicBezTo>
                  <a:pt x="302995" y="32365"/>
                  <a:pt x="301480" y="34355"/>
                  <a:pt x="300324" y="37200"/>
                </a:cubicBezTo>
                <a:cubicBezTo>
                  <a:pt x="299168" y="40045"/>
                  <a:pt x="298590" y="43700"/>
                  <a:pt x="298590" y="48165"/>
                </a:cubicBezTo>
                <a:cubicBezTo>
                  <a:pt x="298590" y="55367"/>
                  <a:pt x="299982" y="61579"/>
                  <a:pt x="302767" y="66802"/>
                </a:cubicBezTo>
                <a:cubicBezTo>
                  <a:pt x="305552" y="72023"/>
                  <a:pt x="309222" y="74633"/>
                  <a:pt x="313776" y="74633"/>
                </a:cubicBezTo>
                <a:cubicBezTo>
                  <a:pt x="317174" y="74633"/>
                  <a:pt x="319976" y="73193"/>
                  <a:pt x="322183" y="70312"/>
                </a:cubicBezTo>
                <a:cubicBezTo>
                  <a:pt x="324390" y="67431"/>
                  <a:pt x="325494" y="62480"/>
                  <a:pt x="325494" y="55458"/>
                </a:cubicBezTo>
                <a:cubicBezTo>
                  <a:pt x="325494" y="46671"/>
                  <a:pt x="323655" y="39756"/>
                  <a:pt x="319976" y="34714"/>
                </a:cubicBezTo>
                <a:cubicBezTo>
                  <a:pt x="317489" y="31257"/>
                  <a:pt x="314319" y="29529"/>
                  <a:pt x="310465" y="29529"/>
                </a:cubicBezTo>
                <a:close/>
                <a:moveTo>
                  <a:pt x="365902" y="25959"/>
                </a:moveTo>
                <a:cubicBezTo>
                  <a:pt x="373188" y="25959"/>
                  <a:pt x="379039" y="28805"/>
                  <a:pt x="383453" y="34496"/>
                </a:cubicBezTo>
                <a:cubicBezTo>
                  <a:pt x="387201" y="39358"/>
                  <a:pt x="389075" y="44941"/>
                  <a:pt x="389075" y="51245"/>
                </a:cubicBezTo>
                <a:cubicBezTo>
                  <a:pt x="389075" y="55675"/>
                  <a:pt x="388042" y="60159"/>
                  <a:pt x="385975" y="64697"/>
                </a:cubicBezTo>
                <a:cubicBezTo>
                  <a:pt x="383908" y="69235"/>
                  <a:pt x="381062" y="72656"/>
                  <a:pt x="377436" y="74961"/>
                </a:cubicBezTo>
                <a:cubicBezTo>
                  <a:pt x="373810" y="77267"/>
                  <a:pt x="369773" y="78419"/>
                  <a:pt x="365324" y="78419"/>
                </a:cubicBezTo>
                <a:cubicBezTo>
                  <a:pt x="358072" y="78419"/>
                  <a:pt x="352310" y="75447"/>
                  <a:pt x="348036" y="69504"/>
                </a:cubicBezTo>
                <a:cubicBezTo>
                  <a:pt x="344428" y="64498"/>
                  <a:pt x="342624" y="58880"/>
                  <a:pt x="342624" y="52649"/>
                </a:cubicBezTo>
                <a:cubicBezTo>
                  <a:pt x="342624" y="48111"/>
                  <a:pt x="343718" y="43599"/>
                  <a:pt x="345908" y="39115"/>
                </a:cubicBezTo>
                <a:cubicBezTo>
                  <a:pt x="348097" y="34631"/>
                  <a:pt x="350979" y="31317"/>
                  <a:pt x="354552" y="29174"/>
                </a:cubicBezTo>
                <a:cubicBezTo>
                  <a:pt x="358125" y="27031"/>
                  <a:pt x="361908" y="25959"/>
                  <a:pt x="365902" y="25959"/>
                </a:cubicBezTo>
                <a:moveTo>
                  <a:pt x="364273" y="29529"/>
                </a:moveTo>
                <a:cubicBezTo>
                  <a:pt x="362416" y="29529"/>
                  <a:pt x="360551" y="30096"/>
                  <a:pt x="358677" y="31231"/>
                </a:cubicBezTo>
                <a:cubicBezTo>
                  <a:pt x="356803" y="32365"/>
                  <a:pt x="355288" y="34355"/>
                  <a:pt x="354131" y="37200"/>
                </a:cubicBezTo>
                <a:cubicBezTo>
                  <a:pt x="352975" y="40045"/>
                  <a:pt x="352397" y="43700"/>
                  <a:pt x="352397" y="48165"/>
                </a:cubicBezTo>
                <a:cubicBezTo>
                  <a:pt x="352397" y="55367"/>
                  <a:pt x="353790" y="61579"/>
                  <a:pt x="356575" y="66802"/>
                </a:cubicBezTo>
                <a:cubicBezTo>
                  <a:pt x="359360" y="72023"/>
                  <a:pt x="363029" y="74633"/>
                  <a:pt x="367583" y="74633"/>
                </a:cubicBezTo>
                <a:cubicBezTo>
                  <a:pt x="370982" y="74633"/>
                  <a:pt x="373784" y="73193"/>
                  <a:pt x="375991" y="70312"/>
                </a:cubicBezTo>
                <a:cubicBezTo>
                  <a:pt x="378198" y="67431"/>
                  <a:pt x="379301" y="62480"/>
                  <a:pt x="379301" y="55458"/>
                </a:cubicBezTo>
                <a:cubicBezTo>
                  <a:pt x="379301" y="46671"/>
                  <a:pt x="377462" y="39756"/>
                  <a:pt x="373784" y="34714"/>
                </a:cubicBezTo>
                <a:cubicBezTo>
                  <a:pt x="371297" y="31257"/>
                  <a:pt x="368126" y="29529"/>
                  <a:pt x="364273" y="29529"/>
                </a:cubicBezTo>
                <a:close/>
                <a:moveTo>
                  <a:pt x="412721" y="0"/>
                </a:moveTo>
                <a:lnTo>
                  <a:pt x="412721" y="65663"/>
                </a:lnTo>
                <a:cubicBezTo>
                  <a:pt x="412721" y="68761"/>
                  <a:pt x="412940" y="70815"/>
                  <a:pt x="413378" y="71824"/>
                </a:cubicBezTo>
                <a:cubicBezTo>
                  <a:pt x="413816" y="72833"/>
                  <a:pt x="414490" y="73599"/>
                  <a:pt x="415401" y="74121"/>
                </a:cubicBezTo>
                <a:cubicBezTo>
                  <a:pt x="416312" y="74643"/>
                  <a:pt x="418011" y="74904"/>
                  <a:pt x="420498" y="74904"/>
                </a:cubicBezTo>
                <a:lnTo>
                  <a:pt x="420498" y="76905"/>
                </a:lnTo>
                <a:lnTo>
                  <a:pt x="396905" y="76905"/>
                </a:lnTo>
                <a:lnTo>
                  <a:pt x="396905" y="74904"/>
                </a:lnTo>
                <a:cubicBezTo>
                  <a:pt x="399112" y="74904"/>
                  <a:pt x="400618" y="74670"/>
                  <a:pt x="401424" y="74202"/>
                </a:cubicBezTo>
                <a:cubicBezTo>
                  <a:pt x="402230" y="73734"/>
                  <a:pt x="402860" y="72959"/>
                  <a:pt x="403316" y="71879"/>
                </a:cubicBezTo>
                <a:cubicBezTo>
                  <a:pt x="403771" y="70797"/>
                  <a:pt x="403999" y="68725"/>
                  <a:pt x="403999" y="65663"/>
                </a:cubicBezTo>
                <a:lnTo>
                  <a:pt x="403999" y="20698"/>
                </a:lnTo>
                <a:cubicBezTo>
                  <a:pt x="403999" y="15114"/>
                  <a:pt x="403876" y="11683"/>
                  <a:pt x="403631" y="10404"/>
                </a:cubicBezTo>
                <a:cubicBezTo>
                  <a:pt x="403386" y="9124"/>
                  <a:pt x="402991" y="8250"/>
                  <a:pt x="402448" y="7783"/>
                </a:cubicBezTo>
                <a:cubicBezTo>
                  <a:pt x="401906" y="7314"/>
                  <a:pt x="401214" y="7080"/>
                  <a:pt x="400373" y="7080"/>
                </a:cubicBezTo>
                <a:cubicBezTo>
                  <a:pt x="399462" y="7080"/>
                  <a:pt x="398306" y="7368"/>
                  <a:pt x="396905" y="7945"/>
                </a:cubicBezTo>
                <a:lnTo>
                  <a:pt x="396012" y="6052"/>
                </a:lnTo>
                <a:lnTo>
                  <a:pt x="410357" y="0"/>
                </a:lnTo>
                <a:lnTo>
                  <a:pt x="412721" y="0"/>
                </a:lnTo>
                <a:close/>
                <a:moveTo>
                  <a:pt x="437554" y="0"/>
                </a:moveTo>
                <a:cubicBezTo>
                  <a:pt x="439025" y="0"/>
                  <a:pt x="440278" y="535"/>
                  <a:pt x="441311" y="1604"/>
                </a:cubicBezTo>
                <a:cubicBezTo>
                  <a:pt x="442344" y="2672"/>
                  <a:pt x="442861" y="3967"/>
                  <a:pt x="442861" y="5489"/>
                </a:cubicBezTo>
                <a:cubicBezTo>
                  <a:pt x="442861" y="7012"/>
                  <a:pt x="442344" y="8316"/>
                  <a:pt x="441311" y="9404"/>
                </a:cubicBezTo>
                <a:cubicBezTo>
                  <a:pt x="440278" y="10490"/>
                  <a:pt x="439025" y="11033"/>
                  <a:pt x="437554" y="11033"/>
                </a:cubicBezTo>
                <a:cubicBezTo>
                  <a:pt x="436083" y="11033"/>
                  <a:pt x="434821" y="10490"/>
                  <a:pt x="433771" y="9404"/>
                </a:cubicBezTo>
                <a:cubicBezTo>
                  <a:pt x="432720" y="8316"/>
                  <a:pt x="432194" y="7012"/>
                  <a:pt x="432194" y="5489"/>
                </a:cubicBezTo>
                <a:cubicBezTo>
                  <a:pt x="432194" y="3967"/>
                  <a:pt x="432711" y="2672"/>
                  <a:pt x="433744" y="1604"/>
                </a:cubicBezTo>
                <a:cubicBezTo>
                  <a:pt x="434778" y="535"/>
                  <a:pt x="436048" y="0"/>
                  <a:pt x="437554" y="0"/>
                </a:cubicBezTo>
                <a:moveTo>
                  <a:pt x="441915" y="25959"/>
                </a:moveTo>
                <a:lnTo>
                  <a:pt x="441915" y="65676"/>
                </a:lnTo>
                <a:cubicBezTo>
                  <a:pt x="441915" y="68770"/>
                  <a:pt x="442134" y="70830"/>
                  <a:pt x="442572" y="71855"/>
                </a:cubicBezTo>
                <a:cubicBezTo>
                  <a:pt x="443010" y="72880"/>
                  <a:pt x="443658" y="73645"/>
                  <a:pt x="444516" y="74148"/>
                </a:cubicBezTo>
                <a:cubicBezTo>
                  <a:pt x="445375" y="74652"/>
                  <a:pt x="446942" y="74904"/>
                  <a:pt x="449219" y="74904"/>
                </a:cubicBezTo>
                <a:lnTo>
                  <a:pt x="449219" y="76905"/>
                </a:lnTo>
                <a:lnTo>
                  <a:pt x="425836" y="76905"/>
                </a:lnTo>
                <a:lnTo>
                  <a:pt x="425836" y="74904"/>
                </a:lnTo>
                <a:cubicBezTo>
                  <a:pt x="428183" y="74904"/>
                  <a:pt x="429759" y="74670"/>
                  <a:pt x="430565" y="74202"/>
                </a:cubicBezTo>
                <a:cubicBezTo>
                  <a:pt x="431371" y="73735"/>
                  <a:pt x="432010" y="72961"/>
                  <a:pt x="432483" y="71882"/>
                </a:cubicBezTo>
                <a:cubicBezTo>
                  <a:pt x="432956" y="70803"/>
                  <a:pt x="433193" y="68734"/>
                  <a:pt x="433193" y="65676"/>
                </a:cubicBezTo>
                <a:lnTo>
                  <a:pt x="433193" y="46627"/>
                </a:lnTo>
                <a:cubicBezTo>
                  <a:pt x="433193" y="41266"/>
                  <a:pt x="433035" y="37795"/>
                  <a:pt x="432720" y="36213"/>
                </a:cubicBezTo>
                <a:cubicBezTo>
                  <a:pt x="432474" y="35062"/>
                  <a:pt x="432089" y="34261"/>
                  <a:pt x="431564" y="33811"/>
                </a:cubicBezTo>
                <a:cubicBezTo>
                  <a:pt x="431038" y="33362"/>
                  <a:pt x="430320" y="33137"/>
                  <a:pt x="429409" y="33137"/>
                </a:cubicBezTo>
                <a:cubicBezTo>
                  <a:pt x="428428" y="33137"/>
                  <a:pt x="427237" y="33407"/>
                  <a:pt x="425836" y="33947"/>
                </a:cubicBezTo>
                <a:lnTo>
                  <a:pt x="425100" y="32003"/>
                </a:lnTo>
                <a:lnTo>
                  <a:pt x="439603" y="25959"/>
                </a:lnTo>
                <a:lnTo>
                  <a:pt x="441915" y="25959"/>
                </a:lnTo>
                <a:close/>
                <a:moveTo>
                  <a:pt x="468484" y="36451"/>
                </a:moveTo>
                <a:cubicBezTo>
                  <a:pt x="474124" y="29457"/>
                  <a:pt x="479501" y="25959"/>
                  <a:pt x="484616" y="25959"/>
                </a:cubicBezTo>
                <a:cubicBezTo>
                  <a:pt x="487243" y="25959"/>
                  <a:pt x="489503" y="26634"/>
                  <a:pt x="491394" y="27984"/>
                </a:cubicBezTo>
                <a:cubicBezTo>
                  <a:pt x="493286" y="29333"/>
                  <a:pt x="494792" y="31554"/>
                  <a:pt x="495913" y="34648"/>
                </a:cubicBezTo>
                <a:cubicBezTo>
                  <a:pt x="496684" y="36806"/>
                  <a:pt x="497069" y="40115"/>
                  <a:pt x="497069" y="44577"/>
                </a:cubicBezTo>
                <a:lnTo>
                  <a:pt x="497069" y="65676"/>
                </a:lnTo>
                <a:cubicBezTo>
                  <a:pt x="497069" y="68806"/>
                  <a:pt x="497315" y="70929"/>
                  <a:pt x="497805" y="72044"/>
                </a:cubicBezTo>
                <a:cubicBezTo>
                  <a:pt x="498190" y="72943"/>
                  <a:pt x="498812" y="73645"/>
                  <a:pt x="499670" y="74148"/>
                </a:cubicBezTo>
                <a:cubicBezTo>
                  <a:pt x="500529" y="74652"/>
                  <a:pt x="502114" y="74904"/>
                  <a:pt x="504426" y="74904"/>
                </a:cubicBezTo>
                <a:lnTo>
                  <a:pt x="504426" y="76905"/>
                </a:lnTo>
                <a:lnTo>
                  <a:pt x="480622" y="76905"/>
                </a:lnTo>
                <a:lnTo>
                  <a:pt x="480622" y="74904"/>
                </a:lnTo>
                <a:lnTo>
                  <a:pt x="481621" y="74904"/>
                </a:lnTo>
                <a:cubicBezTo>
                  <a:pt x="483863" y="74904"/>
                  <a:pt x="485430" y="74554"/>
                  <a:pt x="486324" y="73854"/>
                </a:cubicBezTo>
                <a:cubicBezTo>
                  <a:pt x="487217" y="73155"/>
                  <a:pt x="487839" y="72124"/>
                  <a:pt x="488189" y="70761"/>
                </a:cubicBezTo>
                <a:cubicBezTo>
                  <a:pt x="488329" y="70223"/>
                  <a:pt x="488399" y="68537"/>
                  <a:pt x="488399" y="65703"/>
                </a:cubicBezTo>
                <a:lnTo>
                  <a:pt x="488399" y="45525"/>
                </a:lnTo>
                <a:cubicBezTo>
                  <a:pt x="488399" y="41042"/>
                  <a:pt x="487830" y="37787"/>
                  <a:pt x="486691" y="35760"/>
                </a:cubicBezTo>
                <a:cubicBezTo>
                  <a:pt x="485553" y="33733"/>
                  <a:pt x="483635" y="32720"/>
                  <a:pt x="480937" y="32720"/>
                </a:cubicBezTo>
                <a:cubicBezTo>
                  <a:pt x="476769" y="32720"/>
                  <a:pt x="472618" y="35051"/>
                  <a:pt x="468484" y="39715"/>
                </a:cubicBezTo>
                <a:lnTo>
                  <a:pt x="468484" y="65703"/>
                </a:lnTo>
                <a:cubicBezTo>
                  <a:pt x="468484" y="69039"/>
                  <a:pt x="468677" y="71102"/>
                  <a:pt x="469062" y="71890"/>
                </a:cubicBezTo>
                <a:cubicBezTo>
                  <a:pt x="469552" y="72930"/>
                  <a:pt x="470227" y="73693"/>
                  <a:pt x="471085" y="74177"/>
                </a:cubicBezTo>
                <a:cubicBezTo>
                  <a:pt x="471943" y="74662"/>
                  <a:pt x="473686" y="74904"/>
                  <a:pt x="476313" y="74904"/>
                </a:cubicBezTo>
                <a:lnTo>
                  <a:pt x="476313" y="76905"/>
                </a:lnTo>
                <a:lnTo>
                  <a:pt x="452510" y="76905"/>
                </a:lnTo>
                <a:lnTo>
                  <a:pt x="452510" y="74904"/>
                </a:lnTo>
                <a:lnTo>
                  <a:pt x="453561" y="74904"/>
                </a:lnTo>
                <a:cubicBezTo>
                  <a:pt x="456013" y="74904"/>
                  <a:pt x="457668" y="74266"/>
                  <a:pt x="458526" y="72989"/>
                </a:cubicBezTo>
                <a:cubicBezTo>
                  <a:pt x="459385" y="71711"/>
                  <a:pt x="459814" y="69274"/>
                  <a:pt x="459814" y="65676"/>
                </a:cubicBezTo>
                <a:lnTo>
                  <a:pt x="459814" y="47329"/>
                </a:lnTo>
                <a:cubicBezTo>
                  <a:pt x="459814" y="41393"/>
                  <a:pt x="459682" y="37778"/>
                  <a:pt x="459420" y="36483"/>
                </a:cubicBezTo>
                <a:cubicBezTo>
                  <a:pt x="459157" y="35188"/>
                  <a:pt x="458754" y="34306"/>
                  <a:pt x="458211" y="33839"/>
                </a:cubicBezTo>
                <a:cubicBezTo>
                  <a:pt x="457668" y="33371"/>
                  <a:pt x="456941" y="33137"/>
                  <a:pt x="456030" y="33137"/>
                </a:cubicBezTo>
                <a:cubicBezTo>
                  <a:pt x="455049" y="33137"/>
                  <a:pt x="453876" y="33407"/>
                  <a:pt x="452510" y="33947"/>
                </a:cubicBezTo>
                <a:lnTo>
                  <a:pt x="451721" y="32003"/>
                </a:lnTo>
                <a:lnTo>
                  <a:pt x="466224" y="25959"/>
                </a:lnTo>
                <a:lnTo>
                  <a:pt x="468484" y="25959"/>
                </a:lnTo>
                <a:lnTo>
                  <a:pt x="468484" y="36451"/>
                </a:lnTo>
                <a:close/>
                <a:moveTo>
                  <a:pt x="521135" y="58853"/>
                </a:moveTo>
                <a:cubicBezTo>
                  <a:pt x="518192" y="57377"/>
                  <a:pt x="515933" y="55316"/>
                  <a:pt x="514356" y="52669"/>
                </a:cubicBezTo>
                <a:cubicBezTo>
                  <a:pt x="512780" y="50023"/>
                  <a:pt x="511992" y="47097"/>
                  <a:pt x="511992" y="43891"/>
                </a:cubicBezTo>
                <a:cubicBezTo>
                  <a:pt x="511992" y="38994"/>
                  <a:pt x="513787" y="34782"/>
                  <a:pt x="517378" y="31253"/>
                </a:cubicBezTo>
                <a:cubicBezTo>
                  <a:pt x="520968" y="27724"/>
                  <a:pt x="525566" y="25959"/>
                  <a:pt x="531171" y="25959"/>
                </a:cubicBezTo>
                <a:cubicBezTo>
                  <a:pt x="535760" y="25959"/>
                  <a:pt x="539736" y="27113"/>
                  <a:pt x="543099" y="29421"/>
                </a:cubicBezTo>
                <a:lnTo>
                  <a:pt x="553294" y="29421"/>
                </a:lnTo>
                <a:cubicBezTo>
                  <a:pt x="554800" y="29421"/>
                  <a:pt x="555676" y="29465"/>
                  <a:pt x="555921" y="29554"/>
                </a:cubicBezTo>
                <a:cubicBezTo>
                  <a:pt x="556166" y="29643"/>
                  <a:pt x="556341" y="29795"/>
                  <a:pt x="556446" y="30009"/>
                </a:cubicBezTo>
                <a:cubicBezTo>
                  <a:pt x="556657" y="30330"/>
                  <a:pt x="556762" y="30901"/>
                  <a:pt x="556762" y="31721"/>
                </a:cubicBezTo>
                <a:cubicBezTo>
                  <a:pt x="556762" y="32647"/>
                  <a:pt x="556674" y="33289"/>
                  <a:pt x="556499" y="33646"/>
                </a:cubicBezTo>
                <a:cubicBezTo>
                  <a:pt x="556394" y="33824"/>
                  <a:pt x="556210" y="33966"/>
                  <a:pt x="555947" y="34073"/>
                </a:cubicBezTo>
                <a:cubicBezTo>
                  <a:pt x="555684" y="34180"/>
                  <a:pt x="554800" y="34234"/>
                  <a:pt x="553294" y="34234"/>
                </a:cubicBezTo>
                <a:lnTo>
                  <a:pt x="547040" y="34234"/>
                </a:lnTo>
                <a:cubicBezTo>
                  <a:pt x="549002" y="36836"/>
                  <a:pt x="549983" y="40159"/>
                  <a:pt x="549983" y="44205"/>
                </a:cubicBezTo>
                <a:cubicBezTo>
                  <a:pt x="549983" y="48829"/>
                  <a:pt x="548267" y="52785"/>
                  <a:pt x="544833" y="56073"/>
                </a:cubicBezTo>
                <a:cubicBezTo>
                  <a:pt x="541400" y="59361"/>
                  <a:pt x="536794" y="61005"/>
                  <a:pt x="531014" y="61005"/>
                </a:cubicBezTo>
                <a:cubicBezTo>
                  <a:pt x="528632" y="61005"/>
                  <a:pt x="526197" y="60637"/>
                  <a:pt x="523710" y="59901"/>
                </a:cubicBezTo>
                <a:cubicBezTo>
                  <a:pt x="522168" y="61270"/>
                  <a:pt x="521126" y="62468"/>
                  <a:pt x="520583" y="63496"/>
                </a:cubicBezTo>
                <a:cubicBezTo>
                  <a:pt x="520040" y="64522"/>
                  <a:pt x="519769" y="65395"/>
                  <a:pt x="519769" y="66115"/>
                </a:cubicBezTo>
                <a:cubicBezTo>
                  <a:pt x="519769" y="66728"/>
                  <a:pt x="520058" y="67323"/>
                  <a:pt x="520636" y="67900"/>
                </a:cubicBezTo>
                <a:cubicBezTo>
                  <a:pt x="521214" y="68476"/>
                  <a:pt x="522343" y="68890"/>
                  <a:pt x="524025" y="69142"/>
                </a:cubicBezTo>
                <a:cubicBezTo>
                  <a:pt x="525006" y="69287"/>
                  <a:pt x="527458" y="69413"/>
                  <a:pt x="531381" y="69521"/>
                </a:cubicBezTo>
                <a:cubicBezTo>
                  <a:pt x="538598" y="69700"/>
                  <a:pt x="543275" y="69952"/>
                  <a:pt x="545411" y="70276"/>
                </a:cubicBezTo>
                <a:cubicBezTo>
                  <a:pt x="548669" y="70745"/>
                  <a:pt x="551270" y="71988"/>
                  <a:pt x="553215" y="74006"/>
                </a:cubicBezTo>
                <a:cubicBezTo>
                  <a:pt x="555159" y="76023"/>
                  <a:pt x="556131" y="78509"/>
                  <a:pt x="556131" y="81463"/>
                </a:cubicBezTo>
                <a:cubicBezTo>
                  <a:pt x="556131" y="85534"/>
                  <a:pt x="554274" y="89353"/>
                  <a:pt x="550561" y="92920"/>
                </a:cubicBezTo>
                <a:cubicBezTo>
                  <a:pt x="545096" y="98179"/>
                  <a:pt x="537967" y="100809"/>
                  <a:pt x="529175" y="100809"/>
                </a:cubicBezTo>
                <a:cubicBezTo>
                  <a:pt x="522413" y="100809"/>
                  <a:pt x="516703" y="99243"/>
                  <a:pt x="512044" y="96111"/>
                </a:cubicBezTo>
                <a:cubicBezTo>
                  <a:pt x="509417" y="94310"/>
                  <a:pt x="508103" y="92438"/>
                  <a:pt x="508103" y="90493"/>
                </a:cubicBezTo>
                <a:cubicBezTo>
                  <a:pt x="508103" y="89630"/>
                  <a:pt x="508296" y="88766"/>
                  <a:pt x="508681" y="87902"/>
                </a:cubicBezTo>
                <a:cubicBezTo>
                  <a:pt x="509277" y="86569"/>
                  <a:pt x="510503" y="84715"/>
                  <a:pt x="512360" y="82338"/>
                </a:cubicBezTo>
                <a:cubicBezTo>
                  <a:pt x="512605" y="82015"/>
                  <a:pt x="514391" y="80071"/>
                  <a:pt x="517719" y="76506"/>
                </a:cubicBezTo>
                <a:cubicBezTo>
                  <a:pt x="515898" y="75387"/>
                  <a:pt x="514610" y="74386"/>
                  <a:pt x="513857" y="73501"/>
                </a:cubicBezTo>
                <a:cubicBezTo>
                  <a:pt x="513104" y="72617"/>
                  <a:pt x="512727" y="71615"/>
                  <a:pt x="512727" y="70496"/>
                </a:cubicBezTo>
                <a:cubicBezTo>
                  <a:pt x="512727" y="69232"/>
                  <a:pt x="513227" y="67751"/>
                  <a:pt x="514225" y="66055"/>
                </a:cubicBezTo>
                <a:cubicBezTo>
                  <a:pt x="515223" y="64358"/>
                  <a:pt x="517527" y="61957"/>
                  <a:pt x="521135" y="58853"/>
                </a:cubicBezTo>
                <a:moveTo>
                  <a:pt x="530278" y="28664"/>
                </a:moveTo>
                <a:cubicBezTo>
                  <a:pt x="527686" y="28664"/>
                  <a:pt x="525514" y="29722"/>
                  <a:pt x="523762" y="31837"/>
                </a:cubicBezTo>
                <a:cubicBezTo>
                  <a:pt x="522011" y="33952"/>
                  <a:pt x="521135" y="37197"/>
                  <a:pt x="521135" y="41572"/>
                </a:cubicBezTo>
                <a:cubicBezTo>
                  <a:pt x="521135" y="47239"/>
                  <a:pt x="522326" y="51631"/>
                  <a:pt x="524708" y="54750"/>
                </a:cubicBezTo>
                <a:cubicBezTo>
                  <a:pt x="526530" y="57117"/>
                  <a:pt x="528842" y="58301"/>
                  <a:pt x="531644" y="58301"/>
                </a:cubicBezTo>
                <a:cubicBezTo>
                  <a:pt x="534307" y="58301"/>
                  <a:pt x="536496" y="57279"/>
                  <a:pt x="538213" y="55235"/>
                </a:cubicBezTo>
                <a:cubicBezTo>
                  <a:pt x="539929" y="53191"/>
                  <a:pt x="540787" y="49981"/>
                  <a:pt x="540787" y="45606"/>
                </a:cubicBezTo>
                <a:cubicBezTo>
                  <a:pt x="540787" y="39905"/>
                  <a:pt x="539579" y="35441"/>
                  <a:pt x="537162" y="32213"/>
                </a:cubicBezTo>
                <a:cubicBezTo>
                  <a:pt x="535375" y="29847"/>
                  <a:pt x="533080" y="28664"/>
                  <a:pt x="530278" y="28664"/>
                </a:cubicBezTo>
                <a:moveTo>
                  <a:pt x="520609" y="76937"/>
                </a:moveTo>
                <a:cubicBezTo>
                  <a:pt x="518963" y="78772"/>
                  <a:pt x="517719" y="80482"/>
                  <a:pt x="516879" y="82065"/>
                </a:cubicBezTo>
                <a:cubicBezTo>
                  <a:pt x="516038" y="83649"/>
                  <a:pt x="515617" y="85107"/>
                  <a:pt x="515617" y="86439"/>
                </a:cubicBezTo>
                <a:cubicBezTo>
                  <a:pt x="515617" y="88166"/>
                  <a:pt x="516633" y="89677"/>
                  <a:pt x="518665" y="90973"/>
                </a:cubicBezTo>
                <a:cubicBezTo>
                  <a:pt x="522168" y="93204"/>
                  <a:pt x="527230" y="94319"/>
                  <a:pt x="533851" y="94319"/>
                </a:cubicBezTo>
                <a:cubicBezTo>
                  <a:pt x="540157" y="94319"/>
                  <a:pt x="544807" y="93176"/>
                  <a:pt x="547802" y="90890"/>
                </a:cubicBezTo>
                <a:cubicBezTo>
                  <a:pt x="550798" y="88605"/>
                  <a:pt x="552295" y="86168"/>
                  <a:pt x="552295" y="83577"/>
                </a:cubicBezTo>
                <a:cubicBezTo>
                  <a:pt x="552295" y="81706"/>
                  <a:pt x="551402" y="80374"/>
                  <a:pt x="549615" y="79582"/>
                </a:cubicBezTo>
                <a:cubicBezTo>
                  <a:pt x="547794" y="78790"/>
                  <a:pt x="544185" y="78322"/>
                  <a:pt x="538791" y="78179"/>
                </a:cubicBezTo>
                <a:cubicBezTo>
                  <a:pt x="530909" y="77963"/>
                  <a:pt x="524848" y="77549"/>
                  <a:pt x="520609" y="76937"/>
                </a:cubicBezTo>
                <a:close/>
              </a:path>
            </a:pathLst>
          </a:custGeom>
          <a:solidFill xmlns:a="http://schemas.openxmlformats.org/drawingml/2006/main">
            <a:srgbClr val="000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0F29B-5E25-4E55-8ECA-C324EA19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6521" y="1646724"/>
            <a:ext cx="255941" cy="734966"/>
          </a:xfrm>
          <a:custGeom xmlns:a="http://schemas.openxmlformats.org/drawingml/2006/main">
            <a:pathLst>
              <a:path w="255941" h="734966">
                <a:moveTo>
                  <a:pt x="0" y="183740"/>
                </a:moveTo>
                <a:lnTo>
                  <a:pt x="127971" y="183740"/>
                </a:lnTo>
                <a:lnTo>
                  <a:pt x="127971" y="0"/>
                </a:lnTo>
                <a:lnTo>
                  <a:pt x="255941" y="367482"/>
                </a:lnTo>
                <a:lnTo>
                  <a:pt x="127971" y="734966"/>
                </a:lnTo>
                <a:lnTo>
                  <a:pt x="127971" y="551224"/>
                </a:lnTo>
                <a:lnTo>
                  <a:pt x="0" y="551224"/>
                </a:lnTo>
                <a:lnTo>
                  <a:pt x="0" y="183740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B8B0A-331A-45DB-BF71-751FF8A7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6521" y="1646724"/>
            <a:ext cx="255941" cy="734967"/>
          </a:xfrm>
          <a:custGeom xmlns:a="http://schemas.openxmlformats.org/drawingml/2006/main">
            <a:pathLst>
              <a:path w="255941" h="734967" fill="none">
                <a:moveTo>
                  <a:pt x="0" y="183742"/>
                </a:moveTo>
                <a:lnTo>
                  <a:pt x="127971" y="183742"/>
                </a:lnTo>
                <a:lnTo>
                  <a:pt x="127971" y="0"/>
                </a:lnTo>
                <a:lnTo>
                  <a:pt x="255941" y="367483"/>
                </a:lnTo>
                <a:lnTo>
                  <a:pt x="127971" y="734967"/>
                </a:lnTo>
                <a:lnTo>
                  <a:pt x="127971" y="551225"/>
                </a:lnTo>
                <a:lnTo>
                  <a:pt x="0" y="551225"/>
                </a:lnTo>
                <a:lnTo>
                  <a:pt x="0" y="1837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96" cap="flat">
            <a:solidFill>
              <a:srgbClr val="7F7F7F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43DD1-959F-4633-9D08-717F564B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6862" y="101764"/>
            <a:ext cx="370480" cy="3644083"/>
          </a:xfrm>
          <a:custGeom xmlns:a="http://schemas.openxmlformats.org/drawingml/2006/main">
            <a:pathLst>
              <a:path w="370480" h="3644083">
                <a:moveTo>
                  <a:pt x="0" y="0"/>
                </a:moveTo>
                <a:lnTo>
                  <a:pt x="370480" y="0"/>
                </a:lnTo>
                <a:lnTo>
                  <a:pt x="370480" y="3644083"/>
                </a:lnTo>
                <a:lnTo>
                  <a:pt x="0" y="36440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T">
            <a:extLst xmlns:a="http://schemas.openxmlformats.org/drawingml/2006/main">
              <a:ext uri="{FF2B5EF4-FFF2-40B4-BE49-F238E27FC236}">
                <a16:creationId xmlns:a16="http://schemas.microsoft.com/office/drawing/2014/main" id="{54A4001C-6C5B-4E67-B4A5-EBA0A54F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7104" y="279351"/>
            <a:ext cx="130631" cy="112833"/>
          </a:xfrm>
          <a:custGeom xmlns:a="http://schemas.openxmlformats.org/drawingml/2006/main">
            <a:pathLst>
              <a:path w="130631" h="112833">
                <a:moveTo>
                  <a:pt x="130631" y="111346"/>
                </a:moveTo>
                <a:lnTo>
                  <a:pt x="99997" y="112833"/>
                </a:lnTo>
                <a:lnTo>
                  <a:pt x="99997" y="109066"/>
                </a:lnTo>
                <a:cubicBezTo>
                  <a:pt x="105391" y="108339"/>
                  <a:pt x="109245" y="107347"/>
                  <a:pt x="111557" y="106091"/>
                </a:cubicBezTo>
                <a:cubicBezTo>
                  <a:pt x="115282" y="104042"/>
                  <a:pt x="118027" y="101315"/>
                  <a:pt x="119794" y="97911"/>
                </a:cubicBezTo>
                <a:cubicBezTo>
                  <a:pt x="121560" y="94507"/>
                  <a:pt x="122443" y="90029"/>
                  <a:pt x="122443" y="84476"/>
                </a:cubicBezTo>
                <a:lnTo>
                  <a:pt x="122443" y="65539"/>
                </a:lnTo>
                <a:lnTo>
                  <a:pt x="22639" y="65539"/>
                </a:lnTo>
                <a:cubicBezTo>
                  <a:pt x="14611" y="65539"/>
                  <a:pt x="9601" y="66431"/>
                  <a:pt x="7611" y="68216"/>
                </a:cubicBezTo>
                <a:cubicBezTo>
                  <a:pt x="4913" y="70727"/>
                  <a:pt x="3564" y="74594"/>
                  <a:pt x="3564" y="79816"/>
                </a:cubicBezTo>
                <a:lnTo>
                  <a:pt x="3564" y="84476"/>
                </a:lnTo>
                <a:lnTo>
                  <a:pt x="0" y="84476"/>
                </a:lnTo>
                <a:lnTo>
                  <a:pt x="0" y="27465"/>
                </a:lnTo>
                <a:lnTo>
                  <a:pt x="3564" y="27465"/>
                </a:lnTo>
                <a:lnTo>
                  <a:pt x="3564" y="32224"/>
                </a:lnTo>
                <a:cubicBezTo>
                  <a:pt x="3564" y="37909"/>
                  <a:pt x="5234" y="41941"/>
                  <a:pt x="8574" y="44320"/>
                </a:cubicBezTo>
                <a:cubicBezTo>
                  <a:pt x="10629" y="45775"/>
                  <a:pt x="15317" y="46502"/>
                  <a:pt x="22639" y="46502"/>
                </a:cubicBezTo>
                <a:lnTo>
                  <a:pt x="122443" y="46502"/>
                </a:lnTo>
                <a:lnTo>
                  <a:pt x="122443" y="30340"/>
                </a:lnTo>
                <a:cubicBezTo>
                  <a:pt x="122443" y="24061"/>
                  <a:pt x="121993" y="19599"/>
                  <a:pt x="121094" y="16955"/>
                </a:cubicBezTo>
                <a:cubicBezTo>
                  <a:pt x="119874" y="13518"/>
                  <a:pt x="117530" y="10576"/>
                  <a:pt x="114062" y="8130"/>
                </a:cubicBezTo>
                <a:cubicBezTo>
                  <a:pt x="110594" y="5685"/>
                  <a:pt x="105905" y="4230"/>
                  <a:pt x="99997" y="3768"/>
                </a:cubicBezTo>
                <a:lnTo>
                  <a:pt x="99997" y="0"/>
                </a:lnTo>
                <a:lnTo>
                  <a:pt x="130631" y="1586"/>
                </a:lnTo>
                <a:lnTo>
                  <a:pt x="130631" y="1113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o">
            <a:extLst xmlns:a="http://schemas.openxmlformats.org/drawingml/2006/main">
              <a:ext uri="{FF2B5EF4-FFF2-40B4-BE49-F238E27FC236}">
                <a16:creationId xmlns:a16="http://schemas.microsoft.com/office/drawing/2014/main" id="{F0CE7E4F-831D-4BAB-B618-8751F745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407" y="404643"/>
            <a:ext cx="93446" cy="87649"/>
          </a:xfrm>
          <a:custGeom xmlns:a="http://schemas.openxmlformats.org/drawingml/2006/main">
            <a:pathLst>
              <a:path w="93446" h="87649">
                <a:moveTo>
                  <a:pt x="93446" y="43924"/>
                </a:moveTo>
                <a:cubicBezTo>
                  <a:pt x="93446" y="57673"/>
                  <a:pt x="88377" y="68711"/>
                  <a:pt x="78240" y="77040"/>
                </a:cubicBezTo>
                <a:cubicBezTo>
                  <a:pt x="69580" y="84113"/>
                  <a:pt x="59635" y="87649"/>
                  <a:pt x="48406" y="87649"/>
                </a:cubicBezTo>
                <a:cubicBezTo>
                  <a:pt x="40514" y="87649"/>
                  <a:pt x="32526" y="85699"/>
                  <a:pt x="24442" y="81799"/>
                </a:cubicBezTo>
                <a:cubicBezTo>
                  <a:pt x="16360" y="77899"/>
                  <a:pt x="10266" y="72529"/>
                  <a:pt x="6159" y="65687"/>
                </a:cubicBezTo>
                <a:cubicBezTo>
                  <a:pt x="2053" y="58846"/>
                  <a:pt x="0" y="51228"/>
                  <a:pt x="0" y="42833"/>
                </a:cubicBezTo>
                <a:cubicBezTo>
                  <a:pt x="0" y="29150"/>
                  <a:pt x="5293" y="18277"/>
                  <a:pt x="15880" y="10213"/>
                </a:cubicBezTo>
                <a:cubicBezTo>
                  <a:pt x="24797" y="3404"/>
                  <a:pt x="34805" y="0"/>
                  <a:pt x="45904" y="0"/>
                </a:cubicBezTo>
                <a:cubicBezTo>
                  <a:pt x="53988" y="0"/>
                  <a:pt x="62024" y="2066"/>
                  <a:pt x="70012" y="6197"/>
                </a:cubicBezTo>
                <a:cubicBezTo>
                  <a:pt x="78000" y="10328"/>
                  <a:pt x="83902" y="15765"/>
                  <a:pt x="87720" y="22507"/>
                </a:cubicBezTo>
                <a:cubicBezTo>
                  <a:pt x="91537" y="29249"/>
                  <a:pt x="93446" y="36388"/>
                  <a:pt x="93446" y="43924"/>
                </a:cubicBezTo>
                <a:moveTo>
                  <a:pt x="87088" y="40850"/>
                </a:moveTo>
                <a:cubicBezTo>
                  <a:pt x="87088" y="37347"/>
                  <a:pt x="86077" y="33827"/>
                  <a:pt x="84056" y="30291"/>
                </a:cubicBezTo>
                <a:cubicBezTo>
                  <a:pt x="82035" y="26754"/>
                  <a:pt x="78491" y="23895"/>
                  <a:pt x="73423" y="21714"/>
                </a:cubicBezTo>
                <a:cubicBezTo>
                  <a:pt x="68355" y="19533"/>
                  <a:pt x="61845" y="18442"/>
                  <a:pt x="53891" y="18442"/>
                </a:cubicBezTo>
                <a:cubicBezTo>
                  <a:pt x="41062" y="18442"/>
                  <a:pt x="29997" y="21070"/>
                  <a:pt x="20694" y="26324"/>
                </a:cubicBezTo>
                <a:cubicBezTo>
                  <a:pt x="11394" y="31579"/>
                  <a:pt x="6744" y="38503"/>
                  <a:pt x="6744" y="47097"/>
                </a:cubicBezTo>
                <a:cubicBezTo>
                  <a:pt x="6744" y="53508"/>
                  <a:pt x="9309" y="58796"/>
                  <a:pt x="14441" y="62961"/>
                </a:cubicBezTo>
                <a:cubicBezTo>
                  <a:pt x="19573" y="67125"/>
                  <a:pt x="28393" y="69207"/>
                  <a:pt x="40901" y="69207"/>
                </a:cubicBezTo>
                <a:cubicBezTo>
                  <a:pt x="56553" y="69207"/>
                  <a:pt x="68870" y="65737"/>
                  <a:pt x="77851" y="58796"/>
                </a:cubicBezTo>
                <a:cubicBezTo>
                  <a:pt x="84009" y="54103"/>
                  <a:pt x="87088" y="48121"/>
                  <a:pt x="87088" y="40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p">
            <a:extLst xmlns:a="http://schemas.openxmlformats.org/drawingml/2006/main">
              <a:ext uri="{FF2B5EF4-FFF2-40B4-BE49-F238E27FC236}">
                <a16:creationId xmlns:a16="http://schemas.microsoft.com/office/drawing/2014/main" id="{43B4E59F-8263-4BFF-9B15-CC4971C7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4909" y="498638"/>
            <a:ext cx="132943" cy="95284"/>
          </a:xfrm>
          <a:custGeom xmlns:a="http://schemas.openxmlformats.org/drawingml/2006/main">
            <a:pathLst>
              <a:path w="132943" h="95284">
                <a:moveTo>
                  <a:pt x="121759" y="496"/>
                </a:moveTo>
                <a:lnTo>
                  <a:pt x="132751" y="28456"/>
                </a:lnTo>
                <a:lnTo>
                  <a:pt x="132751" y="32224"/>
                </a:lnTo>
                <a:lnTo>
                  <a:pt x="112135" y="32224"/>
                </a:lnTo>
                <a:cubicBezTo>
                  <a:pt x="119906" y="36917"/>
                  <a:pt x="125317" y="41627"/>
                  <a:pt x="128368" y="46353"/>
                </a:cubicBezTo>
                <a:cubicBezTo>
                  <a:pt x="131418" y="51079"/>
                  <a:pt x="132943" y="56053"/>
                  <a:pt x="132943" y="61275"/>
                </a:cubicBezTo>
                <a:cubicBezTo>
                  <a:pt x="132943" y="70397"/>
                  <a:pt x="129479" y="77998"/>
                  <a:pt x="122551" y="84080"/>
                </a:cubicBezTo>
                <a:cubicBezTo>
                  <a:pt x="114082" y="91549"/>
                  <a:pt x="103046" y="95284"/>
                  <a:pt x="89445" y="95284"/>
                </a:cubicBezTo>
                <a:cubicBezTo>
                  <a:pt x="74240" y="95284"/>
                  <a:pt x="61665" y="90789"/>
                  <a:pt x="51720" y="81799"/>
                </a:cubicBezTo>
                <a:cubicBezTo>
                  <a:pt x="43572" y="74396"/>
                  <a:pt x="39498" y="65076"/>
                  <a:pt x="39498" y="53839"/>
                </a:cubicBezTo>
                <a:cubicBezTo>
                  <a:pt x="39498" y="48947"/>
                  <a:pt x="40172" y="44717"/>
                  <a:pt x="41521" y="41148"/>
                </a:cubicBezTo>
                <a:cubicBezTo>
                  <a:pt x="42484" y="38503"/>
                  <a:pt x="44411" y="35529"/>
                  <a:pt x="47301" y="32224"/>
                </a:cubicBezTo>
                <a:lnTo>
                  <a:pt x="20423" y="32224"/>
                </a:lnTo>
                <a:cubicBezTo>
                  <a:pt x="14386" y="32224"/>
                  <a:pt x="10549" y="32604"/>
                  <a:pt x="8911" y="33364"/>
                </a:cubicBezTo>
                <a:cubicBezTo>
                  <a:pt x="7273" y="34124"/>
                  <a:pt x="5973" y="35446"/>
                  <a:pt x="5009" y="37330"/>
                </a:cubicBezTo>
                <a:cubicBezTo>
                  <a:pt x="4046" y="39214"/>
                  <a:pt x="3564" y="42635"/>
                  <a:pt x="3564" y="47592"/>
                </a:cubicBezTo>
                <a:lnTo>
                  <a:pt x="0" y="47592"/>
                </a:lnTo>
                <a:lnTo>
                  <a:pt x="0" y="0"/>
                </a:lnTo>
                <a:lnTo>
                  <a:pt x="3564" y="0"/>
                </a:lnTo>
                <a:lnTo>
                  <a:pt x="3564" y="2479"/>
                </a:lnTo>
                <a:cubicBezTo>
                  <a:pt x="3500" y="6114"/>
                  <a:pt x="4176" y="9221"/>
                  <a:pt x="5590" y="11799"/>
                </a:cubicBezTo>
                <a:cubicBezTo>
                  <a:pt x="6297" y="13055"/>
                  <a:pt x="7438" y="14030"/>
                  <a:pt x="9013" y="14724"/>
                </a:cubicBezTo>
                <a:cubicBezTo>
                  <a:pt x="10587" y="15418"/>
                  <a:pt x="14587" y="15765"/>
                  <a:pt x="21013" y="15765"/>
                </a:cubicBezTo>
                <a:lnTo>
                  <a:pt x="104503" y="15765"/>
                </a:lnTo>
                <a:cubicBezTo>
                  <a:pt x="110223" y="15765"/>
                  <a:pt x="113854" y="15501"/>
                  <a:pt x="115395" y="14972"/>
                </a:cubicBezTo>
                <a:cubicBezTo>
                  <a:pt x="116939" y="14443"/>
                  <a:pt x="118096" y="13600"/>
                  <a:pt x="118866" y="12443"/>
                </a:cubicBezTo>
                <a:cubicBezTo>
                  <a:pt x="119639" y="11287"/>
                  <a:pt x="120025" y="9717"/>
                  <a:pt x="120025" y="7734"/>
                </a:cubicBezTo>
                <a:cubicBezTo>
                  <a:pt x="120025" y="6147"/>
                  <a:pt x="119576" y="4131"/>
                  <a:pt x="118677" y="1686"/>
                </a:cubicBezTo>
                <a:lnTo>
                  <a:pt x="121759" y="496"/>
                </a:lnTo>
                <a:moveTo>
                  <a:pt x="106276" y="32224"/>
                </a:moveTo>
                <a:lnTo>
                  <a:pt x="73372" y="32224"/>
                </a:lnTo>
                <a:cubicBezTo>
                  <a:pt x="66251" y="32224"/>
                  <a:pt x="61569" y="32521"/>
                  <a:pt x="59325" y="33116"/>
                </a:cubicBezTo>
                <a:cubicBezTo>
                  <a:pt x="55604" y="34042"/>
                  <a:pt x="52332" y="36306"/>
                  <a:pt x="49511" y="39908"/>
                </a:cubicBezTo>
                <a:cubicBezTo>
                  <a:pt x="46689" y="43511"/>
                  <a:pt x="45278" y="48055"/>
                  <a:pt x="45278" y="53541"/>
                </a:cubicBezTo>
                <a:cubicBezTo>
                  <a:pt x="45278" y="60151"/>
                  <a:pt x="47780" y="65506"/>
                  <a:pt x="52783" y="69604"/>
                </a:cubicBezTo>
                <a:cubicBezTo>
                  <a:pt x="59324" y="74958"/>
                  <a:pt x="68528" y="77635"/>
                  <a:pt x="80395" y="77635"/>
                </a:cubicBezTo>
                <a:cubicBezTo>
                  <a:pt x="93864" y="77635"/>
                  <a:pt x="104222" y="74594"/>
                  <a:pt x="111470" y="68513"/>
                </a:cubicBezTo>
                <a:cubicBezTo>
                  <a:pt x="116473" y="64283"/>
                  <a:pt x="118975" y="59259"/>
                  <a:pt x="118975" y="53442"/>
                </a:cubicBezTo>
                <a:cubicBezTo>
                  <a:pt x="118975" y="50269"/>
                  <a:pt x="118205" y="47130"/>
                  <a:pt x="116666" y="44023"/>
                </a:cubicBezTo>
                <a:cubicBezTo>
                  <a:pt x="115512" y="41643"/>
                  <a:pt x="112049" y="37710"/>
                  <a:pt x="106276" y="32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-">
            <a:extLst xmlns:a="http://schemas.openxmlformats.org/drawingml/2006/main">
              <a:ext uri="{FF2B5EF4-FFF2-40B4-BE49-F238E27FC236}">
                <a16:creationId xmlns:a16="http://schemas.microsoft.com/office/drawing/2014/main" id="{4F6144C5-A9DE-45EC-90A3-7CFC8281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4194" y="609284"/>
            <a:ext cx="14547" cy="51261"/>
          </a:xfrm>
          <a:custGeom xmlns:a="http://schemas.openxmlformats.org/drawingml/2006/main">
            <a:pathLst>
              <a:path w="14547" h="51261">
                <a:moveTo>
                  <a:pt x="14547" y="0"/>
                </a:moveTo>
                <a:lnTo>
                  <a:pt x="14547" y="51261"/>
                </a:lnTo>
                <a:lnTo>
                  <a:pt x="0" y="51261"/>
                </a:lnTo>
                <a:lnTo>
                  <a:pt x="0" y="0"/>
                </a:lnTo>
                <a:lnTo>
                  <a:pt x="145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1">
            <a:extLst xmlns:a="http://schemas.openxmlformats.org/drawingml/2006/main">
              <a:ext uri="{FF2B5EF4-FFF2-40B4-BE49-F238E27FC236}">
                <a16:creationId xmlns:a16="http://schemas.microsoft.com/office/drawing/2014/main" id="{CA1F01DB-AE46-4096-BBB8-2648F5E5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7104" y="691306"/>
            <a:ext cx="133329" cy="52946"/>
          </a:xfrm>
          <a:custGeom xmlns:a="http://schemas.openxmlformats.org/drawingml/2006/main">
            <a:pathLst>
              <a:path w="133329" h="52946">
                <a:moveTo>
                  <a:pt x="117819" y="0"/>
                </a:moveTo>
                <a:lnTo>
                  <a:pt x="133329" y="32720"/>
                </a:lnTo>
                <a:lnTo>
                  <a:pt x="133329" y="35992"/>
                </a:lnTo>
                <a:lnTo>
                  <a:pt x="23024" y="35992"/>
                </a:lnTo>
                <a:cubicBezTo>
                  <a:pt x="15703" y="35992"/>
                  <a:pt x="11143" y="36306"/>
                  <a:pt x="9345" y="36934"/>
                </a:cubicBezTo>
                <a:cubicBezTo>
                  <a:pt x="7546" y="37562"/>
                  <a:pt x="6165" y="38867"/>
                  <a:pt x="5202" y="40850"/>
                </a:cubicBezTo>
                <a:cubicBezTo>
                  <a:pt x="4239" y="42833"/>
                  <a:pt x="3693" y="46865"/>
                  <a:pt x="3564" y="52946"/>
                </a:cubicBezTo>
                <a:lnTo>
                  <a:pt x="0" y="52946"/>
                </a:lnTo>
                <a:lnTo>
                  <a:pt x="0" y="2380"/>
                </a:lnTo>
                <a:lnTo>
                  <a:pt x="3564" y="2380"/>
                </a:lnTo>
                <a:cubicBezTo>
                  <a:pt x="3693" y="8725"/>
                  <a:pt x="4223" y="12823"/>
                  <a:pt x="5154" y="14674"/>
                </a:cubicBezTo>
                <a:cubicBezTo>
                  <a:pt x="6085" y="16525"/>
                  <a:pt x="7338" y="17814"/>
                  <a:pt x="8911" y="18541"/>
                </a:cubicBezTo>
                <a:cubicBezTo>
                  <a:pt x="10485" y="19268"/>
                  <a:pt x="15189" y="19632"/>
                  <a:pt x="23024" y="19632"/>
                </a:cubicBezTo>
                <a:lnTo>
                  <a:pt x="93542" y="19632"/>
                </a:lnTo>
                <a:cubicBezTo>
                  <a:pt x="103047" y="19632"/>
                  <a:pt x="109149" y="19301"/>
                  <a:pt x="111846" y="18640"/>
                </a:cubicBezTo>
                <a:cubicBezTo>
                  <a:pt x="113901" y="18178"/>
                  <a:pt x="115410" y="17335"/>
                  <a:pt x="116374" y="16112"/>
                </a:cubicBezTo>
                <a:cubicBezTo>
                  <a:pt x="117337" y="14889"/>
                  <a:pt x="117819" y="13418"/>
                  <a:pt x="117819" y="11700"/>
                </a:cubicBezTo>
                <a:cubicBezTo>
                  <a:pt x="117819" y="9254"/>
                  <a:pt x="116823" y="5850"/>
                  <a:pt x="114832" y="1487"/>
                </a:cubicBezTo>
                <a:lnTo>
                  <a:pt x="1178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C">
            <a:extLst xmlns:a="http://schemas.openxmlformats.org/drawingml/2006/main">
              <a:ext uri="{FF2B5EF4-FFF2-40B4-BE49-F238E27FC236}">
                <a16:creationId xmlns:a16="http://schemas.microsoft.com/office/drawing/2014/main" id="{5ECE5112-09AD-4356-A1C8-5C76A655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214" y="829912"/>
            <a:ext cx="136412" cy="121063"/>
          </a:xfrm>
          <a:custGeom xmlns:a="http://schemas.openxmlformats.org/drawingml/2006/main">
            <a:pathLst>
              <a:path w="136412" h="121063">
                <a:moveTo>
                  <a:pt x="136412" y="114916"/>
                </a:moveTo>
                <a:lnTo>
                  <a:pt x="92097" y="117989"/>
                </a:lnTo>
                <a:lnTo>
                  <a:pt x="92097" y="114916"/>
                </a:lnTo>
                <a:cubicBezTo>
                  <a:pt x="105426" y="110817"/>
                  <a:pt x="115019" y="104967"/>
                  <a:pt x="120877" y="97366"/>
                </a:cubicBezTo>
                <a:cubicBezTo>
                  <a:pt x="126738" y="89764"/>
                  <a:pt x="129668" y="80643"/>
                  <a:pt x="129668" y="70000"/>
                </a:cubicBezTo>
                <a:cubicBezTo>
                  <a:pt x="129668" y="61077"/>
                  <a:pt x="127466" y="53013"/>
                  <a:pt x="123063" y="45808"/>
                </a:cubicBezTo>
                <a:cubicBezTo>
                  <a:pt x="118662" y="38603"/>
                  <a:pt x="111640" y="32935"/>
                  <a:pt x="101999" y="28803"/>
                </a:cubicBezTo>
                <a:cubicBezTo>
                  <a:pt x="92357" y="24672"/>
                  <a:pt x="80369" y="22606"/>
                  <a:pt x="66035" y="22606"/>
                </a:cubicBezTo>
                <a:cubicBezTo>
                  <a:pt x="54210" y="22606"/>
                  <a:pt x="43958" y="24556"/>
                  <a:pt x="35280" y="28456"/>
                </a:cubicBezTo>
                <a:cubicBezTo>
                  <a:pt x="26604" y="32356"/>
                  <a:pt x="19952" y="38223"/>
                  <a:pt x="15323" y="46055"/>
                </a:cubicBezTo>
                <a:cubicBezTo>
                  <a:pt x="10695" y="53888"/>
                  <a:pt x="8381" y="62828"/>
                  <a:pt x="8381" y="72876"/>
                </a:cubicBezTo>
                <a:cubicBezTo>
                  <a:pt x="8381" y="81601"/>
                  <a:pt x="10196" y="89302"/>
                  <a:pt x="13824" y="95978"/>
                </a:cubicBezTo>
                <a:cubicBezTo>
                  <a:pt x="17453" y="102654"/>
                  <a:pt x="24662" y="109991"/>
                  <a:pt x="35452" y="117989"/>
                </a:cubicBezTo>
                <a:lnTo>
                  <a:pt x="33531" y="121063"/>
                </a:lnTo>
                <a:cubicBezTo>
                  <a:pt x="21936" y="114321"/>
                  <a:pt x="13449" y="106455"/>
                  <a:pt x="8068" y="97465"/>
                </a:cubicBezTo>
                <a:cubicBezTo>
                  <a:pt x="2689" y="88475"/>
                  <a:pt x="0" y="77800"/>
                  <a:pt x="0" y="65439"/>
                </a:cubicBezTo>
                <a:cubicBezTo>
                  <a:pt x="0" y="43164"/>
                  <a:pt x="8017" y="25911"/>
                  <a:pt x="24051" y="13683"/>
                </a:cubicBezTo>
                <a:cubicBezTo>
                  <a:pt x="35978" y="4561"/>
                  <a:pt x="50023" y="0"/>
                  <a:pt x="66186" y="0"/>
                </a:cubicBezTo>
                <a:cubicBezTo>
                  <a:pt x="79205" y="0"/>
                  <a:pt x="91166" y="3008"/>
                  <a:pt x="102068" y="9023"/>
                </a:cubicBezTo>
                <a:cubicBezTo>
                  <a:pt x="112970" y="15038"/>
                  <a:pt x="121419" y="23317"/>
                  <a:pt x="127416" y="33860"/>
                </a:cubicBezTo>
                <a:cubicBezTo>
                  <a:pt x="133413" y="44403"/>
                  <a:pt x="136412" y="55921"/>
                  <a:pt x="136412" y="68414"/>
                </a:cubicBezTo>
                <a:cubicBezTo>
                  <a:pt x="136412" y="78131"/>
                  <a:pt x="134099" y="87715"/>
                  <a:pt x="129475" y="97168"/>
                </a:cubicBezTo>
                <a:cubicBezTo>
                  <a:pt x="128062" y="99944"/>
                  <a:pt x="127356" y="101927"/>
                  <a:pt x="127356" y="103117"/>
                </a:cubicBezTo>
                <a:cubicBezTo>
                  <a:pt x="127356" y="104901"/>
                  <a:pt x="127966" y="106455"/>
                  <a:pt x="129186" y="107777"/>
                </a:cubicBezTo>
                <a:cubicBezTo>
                  <a:pt x="130920" y="109495"/>
                  <a:pt x="133329" y="110718"/>
                  <a:pt x="136412" y="111445"/>
                </a:cubicBezTo>
                <a:lnTo>
                  <a:pt x="136412" y="1149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a">
            <a:extLst xmlns:a="http://schemas.openxmlformats.org/drawingml/2006/main">
              <a:ext uri="{FF2B5EF4-FFF2-40B4-BE49-F238E27FC236}">
                <a16:creationId xmlns:a16="http://schemas.microsoft.com/office/drawing/2014/main" id="{B588F45C-40D0-4B42-BCC6-B95C8366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178" y="965965"/>
            <a:ext cx="92675" cy="82493"/>
          </a:xfrm>
          <a:custGeom xmlns:a="http://schemas.openxmlformats.org/drawingml/2006/main">
            <a:pathLst>
              <a:path w="92675" h="82493">
                <a:moveTo>
                  <a:pt x="14643" y="50567"/>
                </a:moveTo>
                <a:cubicBezTo>
                  <a:pt x="7643" y="41247"/>
                  <a:pt x="3597" y="35397"/>
                  <a:pt x="2505" y="33017"/>
                </a:cubicBezTo>
                <a:cubicBezTo>
                  <a:pt x="835" y="29448"/>
                  <a:pt x="0" y="25647"/>
                  <a:pt x="0" y="21615"/>
                </a:cubicBezTo>
                <a:cubicBezTo>
                  <a:pt x="0" y="15335"/>
                  <a:pt x="2087" y="10163"/>
                  <a:pt x="6262" y="6098"/>
                </a:cubicBezTo>
                <a:cubicBezTo>
                  <a:pt x="10436" y="2033"/>
                  <a:pt x="15928" y="0"/>
                  <a:pt x="22735" y="0"/>
                </a:cubicBezTo>
                <a:cubicBezTo>
                  <a:pt x="27038" y="0"/>
                  <a:pt x="30763" y="992"/>
                  <a:pt x="33910" y="2975"/>
                </a:cubicBezTo>
                <a:cubicBezTo>
                  <a:pt x="38277" y="5685"/>
                  <a:pt x="42388" y="10394"/>
                  <a:pt x="46241" y="17103"/>
                </a:cubicBezTo>
                <a:cubicBezTo>
                  <a:pt x="50095" y="23813"/>
                  <a:pt x="54783" y="34967"/>
                  <a:pt x="60306" y="50567"/>
                </a:cubicBezTo>
                <a:lnTo>
                  <a:pt x="63774" y="50567"/>
                </a:lnTo>
                <a:cubicBezTo>
                  <a:pt x="72573" y="50567"/>
                  <a:pt x="78610" y="49129"/>
                  <a:pt x="81885" y="46254"/>
                </a:cubicBezTo>
                <a:cubicBezTo>
                  <a:pt x="85161" y="43378"/>
                  <a:pt x="86799" y="39198"/>
                  <a:pt x="86799" y="33711"/>
                </a:cubicBezTo>
                <a:cubicBezTo>
                  <a:pt x="86799" y="29547"/>
                  <a:pt x="85711" y="26242"/>
                  <a:pt x="83535" y="23796"/>
                </a:cubicBezTo>
                <a:cubicBezTo>
                  <a:pt x="81360" y="21284"/>
                  <a:pt x="78864" y="20028"/>
                  <a:pt x="76048" y="20028"/>
                </a:cubicBezTo>
                <a:lnTo>
                  <a:pt x="70482" y="20227"/>
                </a:lnTo>
                <a:cubicBezTo>
                  <a:pt x="67539" y="20227"/>
                  <a:pt x="65269" y="19450"/>
                  <a:pt x="63669" y="17897"/>
                </a:cubicBezTo>
                <a:cubicBezTo>
                  <a:pt x="62069" y="16343"/>
                  <a:pt x="61270" y="14311"/>
                  <a:pt x="61270" y="11799"/>
                </a:cubicBezTo>
                <a:cubicBezTo>
                  <a:pt x="61270" y="9353"/>
                  <a:pt x="62101" y="7354"/>
                  <a:pt x="63765" y="5800"/>
                </a:cubicBezTo>
                <a:cubicBezTo>
                  <a:pt x="65431" y="4247"/>
                  <a:pt x="67705" y="3470"/>
                  <a:pt x="70587" y="3470"/>
                </a:cubicBezTo>
                <a:cubicBezTo>
                  <a:pt x="76092" y="3470"/>
                  <a:pt x="81150" y="6379"/>
                  <a:pt x="85760" y="12196"/>
                </a:cubicBezTo>
                <a:cubicBezTo>
                  <a:pt x="90370" y="18012"/>
                  <a:pt x="92675" y="26176"/>
                  <a:pt x="92675" y="36686"/>
                </a:cubicBezTo>
                <a:cubicBezTo>
                  <a:pt x="92675" y="44750"/>
                  <a:pt x="91360" y="51360"/>
                  <a:pt x="88731" y="56516"/>
                </a:cubicBezTo>
                <a:cubicBezTo>
                  <a:pt x="86742" y="60416"/>
                  <a:pt x="83631" y="63291"/>
                  <a:pt x="79396" y="65142"/>
                </a:cubicBezTo>
                <a:cubicBezTo>
                  <a:pt x="76638" y="66332"/>
                  <a:pt x="70993" y="66927"/>
                  <a:pt x="62462" y="66927"/>
                </a:cubicBezTo>
                <a:lnTo>
                  <a:pt x="32537" y="66927"/>
                </a:lnTo>
                <a:cubicBezTo>
                  <a:pt x="24134" y="66927"/>
                  <a:pt x="18986" y="67092"/>
                  <a:pt x="17094" y="67422"/>
                </a:cubicBezTo>
                <a:cubicBezTo>
                  <a:pt x="15201" y="67753"/>
                  <a:pt x="13934" y="68298"/>
                  <a:pt x="13291" y="69058"/>
                </a:cubicBezTo>
                <a:cubicBezTo>
                  <a:pt x="12651" y="69819"/>
                  <a:pt x="12331" y="70694"/>
                  <a:pt x="12331" y="71686"/>
                </a:cubicBezTo>
                <a:cubicBezTo>
                  <a:pt x="12331" y="72744"/>
                  <a:pt x="12556" y="73669"/>
                  <a:pt x="13005" y="74462"/>
                </a:cubicBezTo>
                <a:cubicBezTo>
                  <a:pt x="13840" y="75850"/>
                  <a:pt x="16184" y="78527"/>
                  <a:pt x="20038" y="82493"/>
                </a:cubicBezTo>
                <a:lnTo>
                  <a:pt x="14643" y="82493"/>
                </a:lnTo>
                <a:cubicBezTo>
                  <a:pt x="5009" y="75090"/>
                  <a:pt x="193" y="68017"/>
                  <a:pt x="193" y="61275"/>
                </a:cubicBezTo>
                <a:cubicBezTo>
                  <a:pt x="193" y="58036"/>
                  <a:pt x="1284" y="55458"/>
                  <a:pt x="3468" y="53541"/>
                </a:cubicBezTo>
                <a:cubicBezTo>
                  <a:pt x="5652" y="51624"/>
                  <a:pt x="9377" y="50633"/>
                  <a:pt x="14643" y="50567"/>
                </a:cubicBezTo>
                <a:moveTo>
                  <a:pt x="20959" y="50567"/>
                </a:moveTo>
                <a:lnTo>
                  <a:pt x="54430" y="50567"/>
                </a:lnTo>
                <a:cubicBezTo>
                  <a:pt x="50594" y="40586"/>
                  <a:pt x="47877" y="34141"/>
                  <a:pt x="46277" y="31232"/>
                </a:cubicBezTo>
                <a:cubicBezTo>
                  <a:pt x="43464" y="26011"/>
                  <a:pt x="40522" y="22276"/>
                  <a:pt x="37454" y="20028"/>
                </a:cubicBezTo>
                <a:cubicBezTo>
                  <a:pt x="34385" y="17781"/>
                  <a:pt x="31028" y="16657"/>
                  <a:pt x="27383" y="16657"/>
                </a:cubicBezTo>
                <a:cubicBezTo>
                  <a:pt x="22779" y="16657"/>
                  <a:pt x="18959" y="18078"/>
                  <a:pt x="15923" y="20921"/>
                </a:cubicBezTo>
                <a:cubicBezTo>
                  <a:pt x="12886" y="23763"/>
                  <a:pt x="11368" y="27035"/>
                  <a:pt x="11368" y="30737"/>
                </a:cubicBezTo>
                <a:cubicBezTo>
                  <a:pt x="11368" y="35760"/>
                  <a:pt x="14565" y="42370"/>
                  <a:pt x="20959" y="505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n">
            <a:extLst xmlns:a="http://schemas.openxmlformats.org/drawingml/2006/main">
              <a:ext uri="{FF2B5EF4-FFF2-40B4-BE49-F238E27FC236}">
                <a16:creationId xmlns:a16="http://schemas.microsoft.com/office/drawing/2014/main" id="{FB95AD9E-FA6E-476F-9598-0E61352E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7104" y="1049913"/>
            <a:ext cx="90748" cy="99448"/>
          </a:xfrm>
          <a:custGeom xmlns:a="http://schemas.openxmlformats.org/drawingml/2006/main">
            <a:pathLst>
              <a:path w="90748" h="99448">
                <a:moveTo>
                  <a:pt x="72059" y="31629"/>
                </a:moveTo>
                <a:cubicBezTo>
                  <a:pt x="84519" y="42271"/>
                  <a:pt x="90748" y="52418"/>
                  <a:pt x="90748" y="62068"/>
                </a:cubicBezTo>
                <a:cubicBezTo>
                  <a:pt x="90748" y="67026"/>
                  <a:pt x="89546" y="71289"/>
                  <a:pt x="87142" y="74859"/>
                </a:cubicBezTo>
                <a:cubicBezTo>
                  <a:pt x="84739" y="78428"/>
                  <a:pt x="80783" y="81270"/>
                  <a:pt x="75271" y="83386"/>
                </a:cubicBezTo>
                <a:cubicBezTo>
                  <a:pt x="71428" y="84840"/>
                  <a:pt x="65532" y="85567"/>
                  <a:pt x="57585" y="85567"/>
                </a:cubicBezTo>
                <a:lnTo>
                  <a:pt x="20002" y="85567"/>
                </a:lnTo>
                <a:cubicBezTo>
                  <a:pt x="14426" y="85567"/>
                  <a:pt x="10645" y="86030"/>
                  <a:pt x="8658" y="86955"/>
                </a:cubicBezTo>
                <a:cubicBezTo>
                  <a:pt x="7057" y="87682"/>
                  <a:pt x="5807" y="88855"/>
                  <a:pt x="4910" y="90475"/>
                </a:cubicBezTo>
                <a:cubicBezTo>
                  <a:pt x="4013" y="92094"/>
                  <a:pt x="3564" y="95085"/>
                  <a:pt x="3564" y="99448"/>
                </a:cubicBezTo>
                <a:lnTo>
                  <a:pt x="0" y="99448"/>
                </a:lnTo>
                <a:lnTo>
                  <a:pt x="0" y="54533"/>
                </a:lnTo>
                <a:lnTo>
                  <a:pt x="3564" y="54533"/>
                </a:lnTo>
                <a:lnTo>
                  <a:pt x="3564" y="56417"/>
                </a:lnTo>
                <a:cubicBezTo>
                  <a:pt x="3564" y="60647"/>
                  <a:pt x="4188" y="63605"/>
                  <a:pt x="5434" y="65291"/>
                </a:cubicBezTo>
                <a:cubicBezTo>
                  <a:pt x="6680" y="66976"/>
                  <a:pt x="8517" y="68150"/>
                  <a:pt x="10943" y="68811"/>
                </a:cubicBezTo>
                <a:cubicBezTo>
                  <a:pt x="11902" y="69075"/>
                  <a:pt x="14906" y="69207"/>
                  <a:pt x="19954" y="69207"/>
                </a:cubicBezTo>
                <a:lnTo>
                  <a:pt x="55896" y="69207"/>
                </a:lnTo>
                <a:cubicBezTo>
                  <a:pt x="63882" y="69207"/>
                  <a:pt x="69680" y="68133"/>
                  <a:pt x="73291" y="65985"/>
                </a:cubicBezTo>
                <a:cubicBezTo>
                  <a:pt x="76901" y="63836"/>
                  <a:pt x="78706" y="60217"/>
                  <a:pt x="78706" y="55128"/>
                </a:cubicBezTo>
                <a:cubicBezTo>
                  <a:pt x="78706" y="47262"/>
                  <a:pt x="74553" y="39429"/>
                  <a:pt x="66246" y="31629"/>
                </a:cubicBezTo>
                <a:lnTo>
                  <a:pt x="19954" y="31629"/>
                </a:lnTo>
                <a:cubicBezTo>
                  <a:pt x="14011" y="31629"/>
                  <a:pt x="10337" y="31993"/>
                  <a:pt x="8932" y="32720"/>
                </a:cubicBezTo>
                <a:cubicBezTo>
                  <a:pt x="7080" y="33645"/>
                  <a:pt x="5722" y="34918"/>
                  <a:pt x="4859" y="36537"/>
                </a:cubicBezTo>
                <a:cubicBezTo>
                  <a:pt x="3996" y="38156"/>
                  <a:pt x="3564" y="41445"/>
                  <a:pt x="3564" y="46402"/>
                </a:cubicBezTo>
                <a:lnTo>
                  <a:pt x="0" y="46402"/>
                </a:lnTo>
                <a:lnTo>
                  <a:pt x="0" y="1487"/>
                </a:lnTo>
                <a:lnTo>
                  <a:pt x="3564" y="1487"/>
                </a:lnTo>
                <a:lnTo>
                  <a:pt x="3564" y="3470"/>
                </a:lnTo>
                <a:cubicBezTo>
                  <a:pt x="3564" y="8097"/>
                  <a:pt x="4701" y="11221"/>
                  <a:pt x="6975" y="12840"/>
                </a:cubicBezTo>
                <a:cubicBezTo>
                  <a:pt x="9251" y="14459"/>
                  <a:pt x="13593" y="15269"/>
                  <a:pt x="20002" y="15269"/>
                </a:cubicBezTo>
                <a:lnTo>
                  <a:pt x="52684" y="15269"/>
                </a:lnTo>
                <a:cubicBezTo>
                  <a:pt x="63257" y="15269"/>
                  <a:pt x="69696" y="15021"/>
                  <a:pt x="72002" y="14526"/>
                </a:cubicBezTo>
                <a:cubicBezTo>
                  <a:pt x="74310" y="14030"/>
                  <a:pt x="75881" y="13270"/>
                  <a:pt x="76713" y="12245"/>
                </a:cubicBezTo>
                <a:cubicBezTo>
                  <a:pt x="77546" y="11221"/>
                  <a:pt x="77963" y="9849"/>
                  <a:pt x="77963" y="8130"/>
                </a:cubicBezTo>
                <a:cubicBezTo>
                  <a:pt x="77963" y="6280"/>
                  <a:pt x="77482" y="4065"/>
                  <a:pt x="76521" y="1487"/>
                </a:cubicBezTo>
                <a:lnTo>
                  <a:pt x="79983" y="0"/>
                </a:lnTo>
                <a:lnTo>
                  <a:pt x="90748" y="27366"/>
                </a:lnTo>
                <a:lnTo>
                  <a:pt x="90748" y="31629"/>
                </a:lnTo>
                <a:lnTo>
                  <a:pt x="72059" y="316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d">
            <a:extLst xmlns:a="http://schemas.openxmlformats.org/drawingml/2006/main">
              <a:ext uri="{FF2B5EF4-FFF2-40B4-BE49-F238E27FC236}">
                <a16:creationId xmlns:a16="http://schemas.microsoft.com/office/drawing/2014/main" id="{E592DB74-281A-46F8-91AF-92440DB7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407" y="1156996"/>
            <a:ext cx="139687" cy="95284"/>
          </a:xfrm>
          <a:custGeom xmlns:a="http://schemas.openxmlformats.org/drawingml/2006/main">
            <a:pathLst>
              <a:path w="139687" h="95284">
                <a:moveTo>
                  <a:pt x="12620" y="63754"/>
                </a:moveTo>
                <a:cubicBezTo>
                  <a:pt x="8124" y="59325"/>
                  <a:pt x="4897" y="54996"/>
                  <a:pt x="2938" y="50765"/>
                </a:cubicBezTo>
                <a:cubicBezTo>
                  <a:pt x="979" y="46535"/>
                  <a:pt x="0" y="41974"/>
                  <a:pt x="0" y="37082"/>
                </a:cubicBezTo>
                <a:cubicBezTo>
                  <a:pt x="0" y="27167"/>
                  <a:pt x="4021" y="18508"/>
                  <a:pt x="12063" y="11105"/>
                </a:cubicBezTo>
                <a:cubicBezTo>
                  <a:pt x="20107" y="3702"/>
                  <a:pt x="30443" y="0"/>
                  <a:pt x="43071" y="0"/>
                </a:cubicBezTo>
                <a:cubicBezTo>
                  <a:pt x="55697" y="0"/>
                  <a:pt x="67249" y="4098"/>
                  <a:pt x="77728" y="12295"/>
                </a:cubicBezTo>
                <a:cubicBezTo>
                  <a:pt x="88206" y="20491"/>
                  <a:pt x="93446" y="31034"/>
                  <a:pt x="93446" y="43924"/>
                </a:cubicBezTo>
                <a:cubicBezTo>
                  <a:pt x="93446" y="51922"/>
                  <a:pt x="90973" y="58532"/>
                  <a:pt x="86028" y="63754"/>
                </a:cubicBezTo>
                <a:lnTo>
                  <a:pt x="102345" y="63754"/>
                </a:lnTo>
                <a:cubicBezTo>
                  <a:pt x="112470" y="63754"/>
                  <a:pt x="118694" y="63506"/>
                  <a:pt x="121016" y="63010"/>
                </a:cubicBezTo>
                <a:cubicBezTo>
                  <a:pt x="123338" y="62514"/>
                  <a:pt x="124917" y="61738"/>
                  <a:pt x="125754" y="60680"/>
                </a:cubicBezTo>
                <a:cubicBezTo>
                  <a:pt x="126593" y="59623"/>
                  <a:pt x="127013" y="58301"/>
                  <a:pt x="127013" y="56714"/>
                </a:cubicBezTo>
                <a:cubicBezTo>
                  <a:pt x="127013" y="54996"/>
                  <a:pt x="126497" y="52715"/>
                  <a:pt x="125465" y="49873"/>
                </a:cubicBezTo>
                <a:lnTo>
                  <a:pt x="128852" y="48584"/>
                </a:lnTo>
                <a:lnTo>
                  <a:pt x="139687" y="75652"/>
                </a:lnTo>
                <a:lnTo>
                  <a:pt x="139687" y="80114"/>
                </a:lnTo>
                <a:lnTo>
                  <a:pt x="37667" y="80114"/>
                </a:lnTo>
                <a:cubicBezTo>
                  <a:pt x="27327" y="80114"/>
                  <a:pt x="21017" y="80362"/>
                  <a:pt x="18737" y="80857"/>
                </a:cubicBezTo>
                <a:cubicBezTo>
                  <a:pt x="16457" y="81353"/>
                  <a:pt x="14868" y="82146"/>
                  <a:pt x="13969" y="83237"/>
                </a:cubicBezTo>
                <a:cubicBezTo>
                  <a:pt x="13070" y="84328"/>
                  <a:pt x="12620" y="85600"/>
                  <a:pt x="12620" y="87054"/>
                </a:cubicBezTo>
                <a:cubicBezTo>
                  <a:pt x="12620" y="88839"/>
                  <a:pt x="13166" y="91219"/>
                  <a:pt x="14258" y="94193"/>
                </a:cubicBezTo>
                <a:lnTo>
                  <a:pt x="10886" y="95284"/>
                </a:lnTo>
                <a:lnTo>
                  <a:pt x="0" y="68315"/>
                </a:lnTo>
                <a:lnTo>
                  <a:pt x="0" y="63754"/>
                </a:lnTo>
                <a:lnTo>
                  <a:pt x="12620" y="63754"/>
                </a:lnTo>
                <a:moveTo>
                  <a:pt x="19342" y="63754"/>
                </a:moveTo>
                <a:lnTo>
                  <a:pt x="64699" y="63754"/>
                </a:lnTo>
                <a:cubicBezTo>
                  <a:pt x="69056" y="63357"/>
                  <a:pt x="73028" y="62167"/>
                  <a:pt x="76614" y="60184"/>
                </a:cubicBezTo>
                <a:cubicBezTo>
                  <a:pt x="80203" y="58201"/>
                  <a:pt x="82909" y="55574"/>
                  <a:pt x="84733" y="52302"/>
                </a:cubicBezTo>
                <a:cubicBezTo>
                  <a:pt x="86560" y="49030"/>
                  <a:pt x="87473" y="45841"/>
                  <a:pt x="87473" y="42734"/>
                </a:cubicBezTo>
                <a:cubicBezTo>
                  <a:pt x="87473" y="36917"/>
                  <a:pt x="84942" y="31728"/>
                  <a:pt x="79880" y="27167"/>
                </a:cubicBezTo>
                <a:cubicBezTo>
                  <a:pt x="73219" y="21152"/>
                  <a:pt x="63482" y="18145"/>
                  <a:pt x="50670" y="18145"/>
                </a:cubicBezTo>
                <a:cubicBezTo>
                  <a:pt x="37729" y="18145"/>
                  <a:pt x="27814" y="21053"/>
                  <a:pt x="20926" y="26870"/>
                </a:cubicBezTo>
                <a:cubicBezTo>
                  <a:pt x="14040" y="32687"/>
                  <a:pt x="10597" y="39164"/>
                  <a:pt x="10597" y="46303"/>
                </a:cubicBezTo>
                <a:cubicBezTo>
                  <a:pt x="10597" y="52318"/>
                  <a:pt x="13512" y="58135"/>
                  <a:pt x="19342" y="63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i">
            <a:extLst xmlns:a="http://schemas.openxmlformats.org/drawingml/2006/main">
              <a:ext uri="{FF2B5EF4-FFF2-40B4-BE49-F238E27FC236}">
                <a16:creationId xmlns:a16="http://schemas.microsoft.com/office/drawing/2014/main" id="{2BCE28BE-4132-4865-B007-291AE489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7104" y="1257733"/>
            <a:ext cx="136990" cy="45510"/>
          </a:xfrm>
          <a:custGeom xmlns:a="http://schemas.openxmlformats.org/drawingml/2006/main">
            <a:pathLst>
              <a:path w="136990" h="45510">
                <a:moveTo>
                  <a:pt x="136990" y="23499"/>
                </a:moveTo>
                <a:cubicBezTo>
                  <a:pt x="136990" y="26275"/>
                  <a:pt x="136037" y="28638"/>
                  <a:pt x="134133" y="30588"/>
                </a:cubicBezTo>
                <a:cubicBezTo>
                  <a:pt x="132230" y="32538"/>
                  <a:pt x="129923" y="33513"/>
                  <a:pt x="127211" y="33513"/>
                </a:cubicBezTo>
                <a:cubicBezTo>
                  <a:pt x="124500" y="33513"/>
                  <a:pt x="122176" y="32538"/>
                  <a:pt x="120239" y="30588"/>
                </a:cubicBezTo>
                <a:cubicBezTo>
                  <a:pt x="118304" y="28638"/>
                  <a:pt x="117337" y="26275"/>
                  <a:pt x="117337" y="23499"/>
                </a:cubicBezTo>
                <a:cubicBezTo>
                  <a:pt x="117337" y="20722"/>
                  <a:pt x="118304" y="18343"/>
                  <a:pt x="120239" y="16360"/>
                </a:cubicBezTo>
                <a:cubicBezTo>
                  <a:pt x="122176" y="14377"/>
                  <a:pt x="124500" y="13385"/>
                  <a:pt x="127211" y="13385"/>
                </a:cubicBezTo>
                <a:cubicBezTo>
                  <a:pt x="129923" y="13385"/>
                  <a:pt x="132230" y="14360"/>
                  <a:pt x="134133" y="16310"/>
                </a:cubicBezTo>
                <a:cubicBezTo>
                  <a:pt x="136037" y="18260"/>
                  <a:pt x="136990" y="20656"/>
                  <a:pt x="136990" y="23499"/>
                </a:cubicBezTo>
                <a:moveTo>
                  <a:pt x="90748" y="31728"/>
                </a:moveTo>
                <a:lnTo>
                  <a:pt x="20002" y="31728"/>
                </a:lnTo>
                <a:cubicBezTo>
                  <a:pt x="14491" y="31728"/>
                  <a:pt x="10822" y="32141"/>
                  <a:pt x="8995" y="32968"/>
                </a:cubicBezTo>
                <a:cubicBezTo>
                  <a:pt x="7169" y="33794"/>
                  <a:pt x="5807" y="35017"/>
                  <a:pt x="4910" y="36636"/>
                </a:cubicBezTo>
                <a:cubicBezTo>
                  <a:pt x="4013" y="38256"/>
                  <a:pt x="3564" y="41214"/>
                  <a:pt x="3564" y="45510"/>
                </a:cubicBezTo>
                <a:lnTo>
                  <a:pt x="0" y="45510"/>
                </a:lnTo>
                <a:lnTo>
                  <a:pt x="0" y="1388"/>
                </a:lnTo>
                <a:lnTo>
                  <a:pt x="3564" y="1388"/>
                </a:lnTo>
                <a:cubicBezTo>
                  <a:pt x="3564" y="5817"/>
                  <a:pt x="3981" y="8791"/>
                  <a:pt x="4814" y="10312"/>
                </a:cubicBezTo>
                <a:cubicBezTo>
                  <a:pt x="5647" y="11832"/>
                  <a:pt x="7024" y="13038"/>
                  <a:pt x="8947" y="13931"/>
                </a:cubicBezTo>
                <a:cubicBezTo>
                  <a:pt x="10870" y="14823"/>
                  <a:pt x="14555" y="15269"/>
                  <a:pt x="20002" y="15269"/>
                </a:cubicBezTo>
                <a:lnTo>
                  <a:pt x="53933" y="15269"/>
                </a:lnTo>
                <a:cubicBezTo>
                  <a:pt x="63482" y="15269"/>
                  <a:pt x="69666" y="14972"/>
                  <a:pt x="72484" y="14377"/>
                </a:cubicBezTo>
                <a:cubicBezTo>
                  <a:pt x="74535" y="13914"/>
                  <a:pt x="75961" y="13187"/>
                  <a:pt x="76762" y="12196"/>
                </a:cubicBezTo>
                <a:cubicBezTo>
                  <a:pt x="77562" y="11204"/>
                  <a:pt x="77963" y="9849"/>
                  <a:pt x="77963" y="8130"/>
                </a:cubicBezTo>
                <a:cubicBezTo>
                  <a:pt x="77963" y="6280"/>
                  <a:pt x="77482" y="4032"/>
                  <a:pt x="76521" y="1388"/>
                </a:cubicBezTo>
                <a:lnTo>
                  <a:pt x="79983" y="0"/>
                </a:lnTo>
                <a:lnTo>
                  <a:pt x="90748" y="27366"/>
                </a:lnTo>
                <a:lnTo>
                  <a:pt x="90748" y="317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d">
            <a:extLst xmlns:a="http://schemas.openxmlformats.org/drawingml/2006/main">
              <a:ext uri="{FF2B5EF4-FFF2-40B4-BE49-F238E27FC236}">
                <a16:creationId xmlns:a16="http://schemas.microsoft.com/office/drawing/2014/main" id="{B87C4A6F-92E9-4A59-AC06-A93146A5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407" y="1313901"/>
            <a:ext cx="139687" cy="95284"/>
          </a:xfrm>
          <a:custGeom xmlns:a="http://schemas.openxmlformats.org/drawingml/2006/main">
            <a:pathLst>
              <a:path w="139687" h="95284">
                <a:moveTo>
                  <a:pt x="12620" y="63754"/>
                </a:moveTo>
                <a:cubicBezTo>
                  <a:pt x="8124" y="59325"/>
                  <a:pt x="4897" y="54996"/>
                  <a:pt x="2938" y="50765"/>
                </a:cubicBezTo>
                <a:cubicBezTo>
                  <a:pt x="979" y="46535"/>
                  <a:pt x="0" y="41974"/>
                  <a:pt x="0" y="37082"/>
                </a:cubicBezTo>
                <a:cubicBezTo>
                  <a:pt x="0" y="27167"/>
                  <a:pt x="4021" y="18508"/>
                  <a:pt x="12063" y="11105"/>
                </a:cubicBezTo>
                <a:cubicBezTo>
                  <a:pt x="20107" y="3702"/>
                  <a:pt x="30443" y="0"/>
                  <a:pt x="43071" y="0"/>
                </a:cubicBezTo>
                <a:cubicBezTo>
                  <a:pt x="55697" y="0"/>
                  <a:pt x="67249" y="4098"/>
                  <a:pt x="77728" y="12295"/>
                </a:cubicBezTo>
                <a:cubicBezTo>
                  <a:pt x="88206" y="20491"/>
                  <a:pt x="93446" y="31034"/>
                  <a:pt x="93446" y="43924"/>
                </a:cubicBezTo>
                <a:cubicBezTo>
                  <a:pt x="93446" y="51922"/>
                  <a:pt x="90973" y="58532"/>
                  <a:pt x="86028" y="63754"/>
                </a:cubicBezTo>
                <a:lnTo>
                  <a:pt x="102345" y="63754"/>
                </a:lnTo>
                <a:cubicBezTo>
                  <a:pt x="112470" y="63754"/>
                  <a:pt x="118694" y="63506"/>
                  <a:pt x="121016" y="63010"/>
                </a:cubicBezTo>
                <a:cubicBezTo>
                  <a:pt x="123338" y="62514"/>
                  <a:pt x="124917" y="61738"/>
                  <a:pt x="125754" y="60680"/>
                </a:cubicBezTo>
                <a:cubicBezTo>
                  <a:pt x="126593" y="59623"/>
                  <a:pt x="127013" y="58301"/>
                  <a:pt x="127013" y="56714"/>
                </a:cubicBezTo>
                <a:cubicBezTo>
                  <a:pt x="127013" y="54996"/>
                  <a:pt x="126497" y="52715"/>
                  <a:pt x="125465" y="49873"/>
                </a:cubicBezTo>
                <a:lnTo>
                  <a:pt x="128852" y="48584"/>
                </a:lnTo>
                <a:lnTo>
                  <a:pt x="139687" y="75652"/>
                </a:lnTo>
                <a:lnTo>
                  <a:pt x="139687" y="80114"/>
                </a:lnTo>
                <a:lnTo>
                  <a:pt x="37667" y="80114"/>
                </a:lnTo>
                <a:cubicBezTo>
                  <a:pt x="27327" y="80114"/>
                  <a:pt x="21017" y="80362"/>
                  <a:pt x="18737" y="80857"/>
                </a:cubicBezTo>
                <a:cubicBezTo>
                  <a:pt x="16457" y="81353"/>
                  <a:pt x="14868" y="82146"/>
                  <a:pt x="13969" y="83237"/>
                </a:cubicBezTo>
                <a:cubicBezTo>
                  <a:pt x="13070" y="84328"/>
                  <a:pt x="12620" y="85600"/>
                  <a:pt x="12620" y="87054"/>
                </a:cubicBezTo>
                <a:cubicBezTo>
                  <a:pt x="12620" y="88839"/>
                  <a:pt x="13166" y="91219"/>
                  <a:pt x="14258" y="94193"/>
                </a:cubicBezTo>
                <a:lnTo>
                  <a:pt x="10886" y="95284"/>
                </a:lnTo>
                <a:lnTo>
                  <a:pt x="0" y="68315"/>
                </a:lnTo>
                <a:lnTo>
                  <a:pt x="0" y="63754"/>
                </a:lnTo>
                <a:lnTo>
                  <a:pt x="12620" y="63754"/>
                </a:lnTo>
                <a:moveTo>
                  <a:pt x="19342" y="63754"/>
                </a:moveTo>
                <a:lnTo>
                  <a:pt x="64699" y="63754"/>
                </a:lnTo>
                <a:cubicBezTo>
                  <a:pt x="69056" y="63357"/>
                  <a:pt x="73028" y="62167"/>
                  <a:pt x="76614" y="60184"/>
                </a:cubicBezTo>
                <a:cubicBezTo>
                  <a:pt x="80203" y="58201"/>
                  <a:pt x="82909" y="55574"/>
                  <a:pt x="84733" y="52302"/>
                </a:cubicBezTo>
                <a:cubicBezTo>
                  <a:pt x="86560" y="49030"/>
                  <a:pt x="87473" y="45841"/>
                  <a:pt x="87473" y="42734"/>
                </a:cubicBezTo>
                <a:cubicBezTo>
                  <a:pt x="87473" y="36917"/>
                  <a:pt x="84942" y="31728"/>
                  <a:pt x="79880" y="27167"/>
                </a:cubicBezTo>
                <a:cubicBezTo>
                  <a:pt x="73219" y="21152"/>
                  <a:pt x="63482" y="18145"/>
                  <a:pt x="50670" y="18145"/>
                </a:cubicBezTo>
                <a:cubicBezTo>
                  <a:pt x="37729" y="18145"/>
                  <a:pt x="27814" y="21053"/>
                  <a:pt x="20926" y="26870"/>
                </a:cubicBezTo>
                <a:cubicBezTo>
                  <a:pt x="14040" y="32687"/>
                  <a:pt x="10597" y="39164"/>
                  <a:pt x="10597" y="46303"/>
                </a:cubicBezTo>
                <a:cubicBezTo>
                  <a:pt x="10597" y="52318"/>
                  <a:pt x="13512" y="58135"/>
                  <a:pt x="19342" y="63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a">
            <a:extLst xmlns:a="http://schemas.openxmlformats.org/drawingml/2006/main">
              <a:ext uri="{FF2B5EF4-FFF2-40B4-BE49-F238E27FC236}">
                <a16:creationId xmlns:a16="http://schemas.microsoft.com/office/drawing/2014/main" id="{7976010B-227D-489E-A449-58B4A572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178" y="1415927"/>
            <a:ext cx="92675" cy="82493"/>
          </a:xfrm>
          <a:custGeom xmlns:a="http://schemas.openxmlformats.org/drawingml/2006/main">
            <a:pathLst>
              <a:path w="92675" h="82493">
                <a:moveTo>
                  <a:pt x="14643" y="50567"/>
                </a:moveTo>
                <a:cubicBezTo>
                  <a:pt x="7643" y="41247"/>
                  <a:pt x="3597" y="35397"/>
                  <a:pt x="2505" y="33017"/>
                </a:cubicBezTo>
                <a:cubicBezTo>
                  <a:pt x="835" y="29448"/>
                  <a:pt x="0" y="25647"/>
                  <a:pt x="0" y="21615"/>
                </a:cubicBezTo>
                <a:cubicBezTo>
                  <a:pt x="0" y="15335"/>
                  <a:pt x="2087" y="10163"/>
                  <a:pt x="6262" y="6098"/>
                </a:cubicBezTo>
                <a:cubicBezTo>
                  <a:pt x="10436" y="2033"/>
                  <a:pt x="15928" y="0"/>
                  <a:pt x="22735" y="0"/>
                </a:cubicBezTo>
                <a:cubicBezTo>
                  <a:pt x="27038" y="0"/>
                  <a:pt x="30763" y="992"/>
                  <a:pt x="33910" y="2975"/>
                </a:cubicBezTo>
                <a:cubicBezTo>
                  <a:pt x="38277" y="5685"/>
                  <a:pt x="42388" y="10394"/>
                  <a:pt x="46241" y="17103"/>
                </a:cubicBezTo>
                <a:cubicBezTo>
                  <a:pt x="50095" y="23813"/>
                  <a:pt x="54783" y="34967"/>
                  <a:pt x="60306" y="50567"/>
                </a:cubicBezTo>
                <a:lnTo>
                  <a:pt x="63774" y="50567"/>
                </a:lnTo>
                <a:cubicBezTo>
                  <a:pt x="72573" y="50567"/>
                  <a:pt x="78610" y="49129"/>
                  <a:pt x="81885" y="46254"/>
                </a:cubicBezTo>
                <a:cubicBezTo>
                  <a:pt x="85161" y="43378"/>
                  <a:pt x="86799" y="39198"/>
                  <a:pt x="86799" y="33711"/>
                </a:cubicBezTo>
                <a:cubicBezTo>
                  <a:pt x="86799" y="29547"/>
                  <a:pt x="85711" y="26242"/>
                  <a:pt x="83535" y="23796"/>
                </a:cubicBezTo>
                <a:cubicBezTo>
                  <a:pt x="81360" y="21284"/>
                  <a:pt x="78864" y="20028"/>
                  <a:pt x="76048" y="20028"/>
                </a:cubicBezTo>
                <a:lnTo>
                  <a:pt x="70482" y="20227"/>
                </a:lnTo>
                <a:cubicBezTo>
                  <a:pt x="67539" y="20227"/>
                  <a:pt x="65269" y="19450"/>
                  <a:pt x="63669" y="17897"/>
                </a:cubicBezTo>
                <a:cubicBezTo>
                  <a:pt x="62069" y="16343"/>
                  <a:pt x="61270" y="14311"/>
                  <a:pt x="61270" y="11799"/>
                </a:cubicBezTo>
                <a:cubicBezTo>
                  <a:pt x="61270" y="9353"/>
                  <a:pt x="62101" y="7354"/>
                  <a:pt x="63765" y="5800"/>
                </a:cubicBezTo>
                <a:cubicBezTo>
                  <a:pt x="65431" y="4247"/>
                  <a:pt x="67705" y="3470"/>
                  <a:pt x="70587" y="3470"/>
                </a:cubicBezTo>
                <a:cubicBezTo>
                  <a:pt x="76092" y="3470"/>
                  <a:pt x="81150" y="6379"/>
                  <a:pt x="85760" y="12196"/>
                </a:cubicBezTo>
                <a:cubicBezTo>
                  <a:pt x="90370" y="18012"/>
                  <a:pt x="92675" y="26176"/>
                  <a:pt x="92675" y="36686"/>
                </a:cubicBezTo>
                <a:cubicBezTo>
                  <a:pt x="92675" y="44750"/>
                  <a:pt x="91360" y="51360"/>
                  <a:pt x="88731" y="56516"/>
                </a:cubicBezTo>
                <a:cubicBezTo>
                  <a:pt x="86742" y="60416"/>
                  <a:pt x="83631" y="63291"/>
                  <a:pt x="79396" y="65142"/>
                </a:cubicBezTo>
                <a:cubicBezTo>
                  <a:pt x="76638" y="66332"/>
                  <a:pt x="70993" y="66927"/>
                  <a:pt x="62462" y="66927"/>
                </a:cubicBezTo>
                <a:lnTo>
                  <a:pt x="32537" y="66927"/>
                </a:lnTo>
                <a:cubicBezTo>
                  <a:pt x="24134" y="66927"/>
                  <a:pt x="18986" y="67092"/>
                  <a:pt x="17094" y="67422"/>
                </a:cubicBezTo>
                <a:cubicBezTo>
                  <a:pt x="15201" y="67753"/>
                  <a:pt x="13934" y="68298"/>
                  <a:pt x="13291" y="69058"/>
                </a:cubicBezTo>
                <a:cubicBezTo>
                  <a:pt x="12651" y="69819"/>
                  <a:pt x="12331" y="70694"/>
                  <a:pt x="12331" y="71686"/>
                </a:cubicBezTo>
                <a:cubicBezTo>
                  <a:pt x="12331" y="72744"/>
                  <a:pt x="12556" y="73669"/>
                  <a:pt x="13005" y="74462"/>
                </a:cubicBezTo>
                <a:cubicBezTo>
                  <a:pt x="13840" y="75850"/>
                  <a:pt x="16184" y="78527"/>
                  <a:pt x="20038" y="82493"/>
                </a:cubicBezTo>
                <a:lnTo>
                  <a:pt x="14643" y="82493"/>
                </a:lnTo>
                <a:cubicBezTo>
                  <a:pt x="5009" y="75090"/>
                  <a:pt x="193" y="68017"/>
                  <a:pt x="193" y="61275"/>
                </a:cubicBezTo>
                <a:cubicBezTo>
                  <a:pt x="193" y="58036"/>
                  <a:pt x="1284" y="55458"/>
                  <a:pt x="3468" y="53541"/>
                </a:cubicBezTo>
                <a:cubicBezTo>
                  <a:pt x="5652" y="51624"/>
                  <a:pt x="9377" y="50633"/>
                  <a:pt x="14643" y="50567"/>
                </a:cubicBezTo>
                <a:moveTo>
                  <a:pt x="20959" y="50567"/>
                </a:moveTo>
                <a:lnTo>
                  <a:pt x="54430" y="50567"/>
                </a:lnTo>
                <a:cubicBezTo>
                  <a:pt x="50594" y="40586"/>
                  <a:pt x="47877" y="34141"/>
                  <a:pt x="46277" y="31232"/>
                </a:cubicBezTo>
                <a:cubicBezTo>
                  <a:pt x="43464" y="26011"/>
                  <a:pt x="40522" y="22276"/>
                  <a:pt x="37454" y="20028"/>
                </a:cubicBezTo>
                <a:cubicBezTo>
                  <a:pt x="34385" y="17781"/>
                  <a:pt x="31028" y="16657"/>
                  <a:pt x="27383" y="16657"/>
                </a:cubicBezTo>
                <a:cubicBezTo>
                  <a:pt x="22779" y="16657"/>
                  <a:pt x="18959" y="18078"/>
                  <a:pt x="15923" y="20921"/>
                </a:cubicBezTo>
                <a:cubicBezTo>
                  <a:pt x="12886" y="23763"/>
                  <a:pt x="11368" y="27035"/>
                  <a:pt x="11368" y="30737"/>
                </a:cubicBezTo>
                <a:cubicBezTo>
                  <a:pt x="11368" y="35760"/>
                  <a:pt x="14565" y="42370"/>
                  <a:pt x="20959" y="505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t">
            <a:extLst xmlns:a="http://schemas.openxmlformats.org/drawingml/2006/main">
              <a:ext uri="{FF2B5EF4-FFF2-40B4-BE49-F238E27FC236}">
                <a16:creationId xmlns:a16="http://schemas.microsoft.com/office/drawing/2014/main" id="{BACE4420-01BD-45DA-97C1-84E57D16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563" y="1500668"/>
            <a:ext cx="118878" cy="54731"/>
          </a:xfrm>
          <a:custGeom xmlns:a="http://schemas.openxmlformats.org/drawingml/2006/main">
            <a:pathLst>
              <a:path w="118878" h="54731">
                <a:moveTo>
                  <a:pt x="118878" y="30737"/>
                </a:moveTo>
                <a:lnTo>
                  <a:pt x="89785" y="30737"/>
                </a:lnTo>
                <a:lnTo>
                  <a:pt x="89785" y="51955"/>
                </a:lnTo>
                <a:lnTo>
                  <a:pt x="83041" y="51955"/>
                </a:lnTo>
                <a:lnTo>
                  <a:pt x="83041" y="30737"/>
                </a:lnTo>
                <a:lnTo>
                  <a:pt x="25896" y="30737"/>
                </a:lnTo>
                <a:cubicBezTo>
                  <a:pt x="20186" y="30737"/>
                  <a:pt x="16337" y="31579"/>
                  <a:pt x="14348" y="33265"/>
                </a:cubicBezTo>
                <a:cubicBezTo>
                  <a:pt x="12361" y="34951"/>
                  <a:pt x="11368" y="37115"/>
                  <a:pt x="11368" y="39759"/>
                </a:cubicBezTo>
                <a:cubicBezTo>
                  <a:pt x="11368" y="41941"/>
                  <a:pt x="12026" y="44056"/>
                  <a:pt x="13343" y="46105"/>
                </a:cubicBezTo>
                <a:cubicBezTo>
                  <a:pt x="14659" y="48154"/>
                  <a:pt x="16602" y="49741"/>
                  <a:pt x="19171" y="50864"/>
                </a:cubicBezTo>
                <a:lnTo>
                  <a:pt x="19171" y="54731"/>
                </a:lnTo>
                <a:cubicBezTo>
                  <a:pt x="12859" y="52418"/>
                  <a:pt x="8085" y="49146"/>
                  <a:pt x="4850" y="44915"/>
                </a:cubicBezTo>
                <a:cubicBezTo>
                  <a:pt x="1617" y="40685"/>
                  <a:pt x="0" y="36322"/>
                  <a:pt x="0" y="31827"/>
                </a:cubicBezTo>
                <a:cubicBezTo>
                  <a:pt x="0" y="28787"/>
                  <a:pt x="820" y="25812"/>
                  <a:pt x="2460" y="22904"/>
                </a:cubicBezTo>
                <a:cubicBezTo>
                  <a:pt x="4099" y="19995"/>
                  <a:pt x="6445" y="17847"/>
                  <a:pt x="9498" y="16459"/>
                </a:cubicBezTo>
                <a:cubicBezTo>
                  <a:pt x="12553" y="15071"/>
                  <a:pt x="17263" y="14377"/>
                  <a:pt x="23629" y="14377"/>
                </a:cubicBezTo>
                <a:lnTo>
                  <a:pt x="83041" y="14377"/>
                </a:lnTo>
                <a:lnTo>
                  <a:pt x="83041" y="0"/>
                </a:lnTo>
                <a:lnTo>
                  <a:pt x="86221" y="0"/>
                </a:lnTo>
                <a:cubicBezTo>
                  <a:pt x="87638" y="3636"/>
                  <a:pt x="90037" y="7354"/>
                  <a:pt x="93419" y="11154"/>
                </a:cubicBezTo>
                <a:cubicBezTo>
                  <a:pt x="96800" y="14955"/>
                  <a:pt x="100810" y="18343"/>
                  <a:pt x="105449" y="21317"/>
                </a:cubicBezTo>
                <a:cubicBezTo>
                  <a:pt x="107895" y="22838"/>
                  <a:pt x="112372" y="24953"/>
                  <a:pt x="118878" y="27663"/>
                </a:cubicBezTo>
                <a:lnTo>
                  <a:pt x="118878" y="307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e">
            <a:extLst xmlns:a="http://schemas.openxmlformats.org/drawingml/2006/main">
              <a:ext uri="{FF2B5EF4-FFF2-40B4-BE49-F238E27FC236}">
                <a16:creationId xmlns:a16="http://schemas.microsoft.com/office/drawing/2014/main" id="{9652549D-C768-4427-B851-929FDDB8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407" y="1561595"/>
            <a:ext cx="93446" cy="76842"/>
          </a:xfrm>
          <a:custGeom xmlns:a="http://schemas.openxmlformats.org/drawingml/2006/main">
            <a:pathLst>
              <a:path w="93446" h="76842">
                <a:moveTo>
                  <a:pt x="57609" y="14079"/>
                </a:moveTo>
                <a:cubicBezTo>
                  <a:pt x="44537" y="14013"/>
                  <a:pt x="34285" y="17285"/>
                  <a:pt x="26851" y="23895"/>
                </a:cubicBezTo>
                <a:cubicBezTo>
                  <a:pt x="19419" y="30505"/>
                  <a:pt x="15703" y="38272"/>
                  <a:pt x="15703" y="47196"/>
                </a:cubicBezTo>
                <a:cubicBezTo>
                  <a:pt x="15703" y="53145"/>
                  <a:pt x="17292" y="58317"/>
                  <a:pt x="20471" y="62713"/>
                </a:cubicBezTo>
                <a:cubicBezTo>
                  <a:pt x="23650" y="67108"/>
                  <a:pt x="29093" y="70794"/>
                  <a:pt x="36800" y="73768"/>
                </a:cubicBezTo>
                <a:lnTo>
                  <a:pt x="34874" y="76842"/>
                </a:lnTo>
                <a:cubicBezTo>
                  <a:pt x="26075" y="75454"/>
                  <a:pt x="18063" y="71422"/>
                  <a:pt x="10838" y="64745"/>
                </a:cubicBezTo>
                <a:cubicBezTo>
                  <a:pt x="3613" y="58069"/>
                  <a:pt x="0" y="49708"/>
                  <a:pt x="0" y="39660"/>
                </a:cubicBezTo>
                <a:cubicBezTo>
                  <a:pt x="0" y="28754"/>
                  <a:pt x="4117" y="19417"/>
                  <a:pt x="12352" y="11650"/>
                </a:cubicBezTo>
                <a:cubicBezTo>
                  <a:pt x="20589" y="3883"/>
                  <a:pt x="31661" y="0"/>
                  <a:pt x="45570" y="0"/>
                </a:cubicBezTo>
                <a:cubicBezTo>
                  <a:pt x="60630" y="0"/>
                  <a:pt x="72374" y="3983"/>
                  <a:pt x="80802" y="11948"/>
                </a:cubicBezTo>
                <a:cubicBezTo>
                  <a:pt x="89231" y="19913"/>
                  <a:pt x="93446" y="29910"/>
                  <a:pt x="93446" y="41941"/>
                </a:cubicBezTo>
                <a:cubicBezTo>
                  <a:pt x="93446" y="52120"/>
                  <a:pt x="90194" y="60482"/>
                  <a:pt x="83692" y="67026"/>
                </a:cubicBezTo>
                <a:cubicBezTo>
                  <a:pt x="77191" y="73570"/>
                  <a:pt x="68497" y="76842"/>
                  <a:pt x="57609" y="76842"/>
                </a:cubicBezTo>
                <a:lnTo>
                  <a:pt x="57609" y="14079"/>
                </a:lnTo>
                <a:moveTo>
                  <a:pt x="63196" y="14079"/>
                </a:moveTo>
                <a:lnTo>
                  <a:pt x="63196" y="56119"/>
                </a:lnTo>
                <a:cubicBezTo>
                  <a:pt x="68848" y="55789"/>
                  <a:pt x="72830" y="55095"/>
                  <a:pt x="75142" y="54037"/>
                </a:cubicBezTo>
                <a:cubicBezTo>
                  <a:pt x="78738" y="52385"/>
                  <a:pt x="81564" y="49922"/>
                  <a:pt x="83620" y="46650"/>
                </a:cubicBezTo>
                <a:cubicBezTo>
                  <a:pt x="85675" y="43378"/>
                  <a:pt x="86702" y="39958"/>
                  <a:pt x="86702" y="36388"/>
                </a:cubicBezTo>
                <a:cubicBezTo>
                  <a:pt x="86702" y="30902"/>
                  <a:pt x="84631" y="25994"/>
                  <a:pt x="80489" y="21664"/>
                </a:cubicBezTo>
                <a:cubicBezTo>
                  <a:pt x="76346" y="17335"/>
                  <a:pt x="70582" y="14806"/>
                  <a:pt x="63196" y="140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Text G">
            <a:extLst xmlns:a="http://schemas.openxmlformats.org/drawingml/2006/main">
              <a:ext uri="{FF2B5EF4-FFF2-40B4-BE49-F238E27FC236}">
                <a16:creationId xmlns:a16="http://schemas.microsoft.com/office/drawing/2014/main" id="{91FC372E-E345-4824-8DEA-B0ECCD22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214" y="1702505"/>
            <a:ext cx="136412" cy="136630"/>
          </a:xfrm>
          <a:custGeom xmlns:a="http://schemas.openxmlformats.org/drawingml/2006/main">
            <a:pathLst>
              <a:path w="136412" h="136630">
                <a:moveTo>
                  <a:pt x="136412" y="117493"/>
                </a:moveTo>
                <a:lnTo>
                  <a:pt x="95180" y="120964"/>
                </a:lnTo>
                <a:lnTo>
                  <a:pt x="95180" y="117493"/>
                </a:lnTo>
                <a:cubicBezTo>
                  <a:pt x="105456" y="113990"/>
                  <a:pt x="113195" y="109462"/>
                  <a:pt x="118397" y="103910"/>
                </a:cubicBezTo>
                <a:cubicBezTo>
                  <a:pt x="125911" y="95912"/>
                  <a:pt x="129668" y="85633"/>
                  <a:pt x="129668" y="73074"/>
                </a:cubicBezTo>
                <a:cubicBezTo>
                  <a:pt x="129668" y="55954"/>
                  <a:pt x="123085" y="42932"/>
                  <a:pt x="109919" y="34009"/>
                </a:cubicBezTo>
                <a:cubicBezTo>
                  <a:pt x="98808" y="26539"/>
                  <a:pt x="85578" y="22805"/>
                  <a:pt x="70229" y="22805"/>
                </a:cubicBezTo>
                <a:cubicBezTo>
                  <a:pt x="57769" y="22805"/>
                  <a:pt x="46402" y="25283"/>
                  <a:pt x="36126" y="30241"/>
                </a:cubicBezTo>
                <a:cubicBezTo>
                  <a:pt x="25850" y="35198"/>
                  <a:pt x="18320" y="41693"/>
                  <a:pt x="13535" y="49724"/>
                </a:cubicBezTo>
                <a:cubicBezTo>
                  <a:pt x="8751" y="57755"/>
                  <a:pt x="6358" y="66001"/>
                  <a:pt x="6358" y="74462"/>
                </a:cubicBezTo>
                <a:cubicBezTo>
                  <a:pt x="6358" y="79420"/>
                  <a:pt x="6970" y="84212"/>
                  <a:pt x="8195" y="88839"/>
                </a:cubicBezTo>
                <a:cubicBezTo>
                  <a:pt x="9419" y="93466"/>
                  <a:pt x="11222" y="97928"/>
                  <a:pt x="13604" y="102224"/>
                </a:cubicBezTo>
                <a:lnTo>
                  <a:pt x="51482" y="102224"/>
                </a:lnTo>
                <a:cubicBezTo>
                  <a:pt x="58053" y="102224"/>
                  <a:pt x="62353" y="101712"/>
                  <a:pt x="64382" y="100687"/>
                </a:cubicBezTo>
                <a:cubicBezTo>
                  <a:pt x="66412" y="99663"/>
                  <a:pt x="67957" y="98076"/>
                  <a:pt x="69019" y="95928"/>
                </a:cubicBezTo>
                <a:cubicBezTo>
                  <a:pt x="70082" y="93780"/>
                  <a:pt x="70614" y="89996"/>
                  <a:pt x="70614" y="84575"/>
                </a:cubicBezTo>
                <a:lnTo>
                  <a:pt x="74179" y="84575"/>
                </a:lnTo>
                <a:lnTo>
                  <a:pt x="74179" y="136630"/>
                </a:lnTo>
                <a:lnTo>
                  <a:pt x="70614" y="136630"/>
                </a:lnTo>
                <a:lnTo>
                  <a:pt x="70614" y="134151"/>
                </a:lnTo>
                <a:cubicBezTo>
                  <a:pt x="70614" y="128995"/>
                  <a:pt x="68944" y="125459"/>
                  <a:pt x="65605" y="123542"/>
                </a:cubicBezTo>
                <a:cubicBezTo>
                  <a:pt x="63228" y="122220"/>
                  <a:pt x="58540" y="121559"/>
                  <a:pt x="51540" y="121559"/>
                </a:cubicBezTo>
                <a:lnTo>
                  <a:pt x="11560" y="121559"/>
                </a:lnTo>
                <a:cubicBezTo>
                  <a:pt x="7578" y="113957"/>
                  <a:pt x="4656" y="106455"/>
                  <a:pt x="2794" y="99051"/>
                </a:cubicBezTo>
                <a:cubicBezTo>
                  <a:pt x="931" y="91648"/>
                  <a:pt x="0" y="83419"/>
                  <a:pt x="0" y="74363"/>
                </a:cubicBezTo>
                <a:cubicBezTo>
                  <a:pt x="0" y="48386"/>
                  <a:pt x="8081" y="28655"/>
                  <a:pt x="24244" y="15170"/>
                </a:cubicBezTo>
                <a:cubicBezTo>
                  <a:pt x="36364" y="5057"/>
                  <a:pt x="50345" y="0"/>
                  <a:pt x="66186" y="0"/>
                </a:cubicBezTo>
                <a:cubicBezTo>
                  <a:pt x="77666" y="0"/>
                  <a:pt x="88664" y="2842"/>
                  <a:pt x="99181" y="8527"/>
                </a:cubicBezTo>
                <a:cubicBezTo>
                  <a:pt x="111688" y="15269"/>
                  <a:pt x="121309" y="24523"/>
                  <a:pt x="128042" y="36289"/>
                </a:cubicBezTo>
                <a:cubicBezTo>
                  <a:pt x="133622" y="46138"/>
                  <a:pt x="136412" y="57772"/>
                  <a:pt x="136412" y="71190"/>
                </a:cubicBezTo>
                <a:cubicBezTo>
                  <a:pt x="136412" y="76082"/>
                  <a:pt x="136026" y="80527"/>
                  <a:pt x="135256" y="84526"/>
                </a:cubicBezTo>
                <a:cubicBezTo>
                  <a:pt x="134485" y="88525"/>
                  <a:pt x="132783" y="94193"/>
                  <a:pt x="130150" y="101530"/>
                </a:cubicBezTo>
                <a:cubicBezTo>
                  <a:pt x="128801" y="105232"/>
                  <a:pt x="128127" y="107711"/>
                  <a:pt x="128127" y="108967"/>
                </a:cubicBezTo>
                <a:cubicBezTo>
                  <a:pt x="128127" y="110222"/>
                  <a:pt x="128689" y="111297"/>
                  <a:pt x="129813" y="112189"/>
                </a:cubicBezTo>
                <a:cubicBezTo>
                  <a:pt x="130936" y="113081"/>
                  <a:pt x="133136" y="113627"/>
                  <a:pt x="136412" y="113825"/>
                </a:cubicBezTo>
                <a:lnTo>
                  <a:pt x="136412" y="117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r">
            <a:extLst xmlns:a="http://schemas.openxmlformats.org/drawingml/2006/main">
              <a:ext uri="{FF2B5EF4-FFF2-40B4-BE49-F238E27FC236}">
                <a16:creationId xmlns:a16="http://schemas.microsoft.com/office/drawing/2014/main" id="{13B8B925-52B9-4F3C-9FB8-6A9CCE91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7104" y="1844341"/>
            <a:ext cx="90748" cy="67621"/>
          </a:xfrm>
          <a:custGeom xmlns:a="http://schemas.openxmlformats.org/drawingml/2006/main">
            <a:pathLst>
              <a:path w="90748" h="67621">
                <a:moveTo>
                  <a:pt x="90748" y="31629"/>
                </a:moveTo>
                <a:lnTo>
                  <a:pt x="70903" y="31629"/>
                </a:lnTo>
                <a:cubicBezTo>
                  <a:pt x="84133" y="39231"/>
                  <a:pt x="90748" y="47030"/>
                  <a:pt x="90748" y="55029"/>
                </a:cubicBezTo>
                <a:cubicBezTo>
                  <a:pt x="90748" y="58664"/>
                  <a:pt x="89673" y="61672"/>
                  <a:pt x="87521" y="64051"/>
                </a:cubicBezTo>
                <a:cubicBezTo>
                  <a:pt x="85370" y="66431"/>
                  <a:pt x="82881" y="67621"/>
                  <a:pt x="80055" y="67621"/>
                </a:cubicBezTo>
                <a:cubicBezTo>
                  <a:pt x="77550" y="67621"/>
                  <a:pt x="75431" y="66761"/>
                  <a:pt x="73697" y="65043"/>
                </a:cubicBezTo>
                <a:cubicBezTo>
                  <a:pt x="71963" y="63324"/>
                  <a:pt x="71096" y="61275"/>
                  <a:pt x="71096" y="58895"/>
                </a:cubicBezTo>
                <a:cubicBezTo>
                  <a:pt x="71096" y="56582"/>
                  <a:pt x="72204" y="53988"/>
                  <a:pt x="74419" y="51112"/>
                </a:cubicBezTo>
                <a:cubicBezTo>
                  <a:pt x="76635" y="48237"/>
                  <a:pt x="77743" y="46105"/>
                  <a:pt x="77743" y="44717"/>
                </a:cubicBezTo>
                <a:cubicBezTo>
                  <a:pt x="77743" y="43527"/>
                  <a:pt x="77103" y="42238"/>
                  <a:pt x="75822" y="40850"/>
                </a:cubicBezTo>
                <a:cubicBezTo>
                  <a:pt x="73195" y="37876"/>
                  <a:pt x="68871" y="34802"/>
                  <a:pt x="62850" y="31629"/>
                </a:cubicBezTo>
                <a:lnTo>
                  <a:pt x="20667" y="31629"/>
                </a:lnTo>
                <a:cubicBezTo>
                  <a:pt x="15800" y="31629"/>
                  <a:pt x="12117" y="32257"/>
                  <a:pt x="9619" y="33513"/>
                </a:cubicBezTo>
                <a:cubicBezTo>
                  <a:pt x="7889" y="34372"/>
                  <a:pt x="6446" y="35893"/>
                  <a:pt x="5292" y="38074"/>
                </a:cubicBezTo>
                <a:cubicBezTo>
                  <a:pt x="4140" y="40255"/>
                  <a:pt x="3564" y="43395"/>
                  <a:pt x="3564" y="47493"/>
                </a:cubicBezTo>
                <a:lnTo>
                  <a:pt x="0" y="47493"/>
                </a:lnTo>
                <a:lnTo>
                  <a:pt x="0" y="992"/>
                </a:lnTo>
                <a:lnTo>
                  <a:pt x="3564" y="992"/>
                </a:lnTo>
                <a:cubicBezTo>
                  <a:pt x="3564" y="5619"/>
                  <a:pt x="4269" y="9056"/>
                  <a:pt x="5678" y="11303"/>
                </a:cubicBezTo>
                <a:cubicBezTo>
                  <a:pt x="6703" y="12956"/>
                  <a:pt x="8338" y="14112"/>
                  <a:pt x="10582" y="14773"/>
                </a:cubicBezTo>
                <a:cubicBezTo>
                  <a:pt x="11672" y="15104"/>
                  <a:pt x="14780" y="15269"/>
                  <a:pt x="19905" y="15269"/>
                </a:cubicBezTo>
                <a:lnTo>
                  <a:pt x="54029" y="15269"/>
                </a:lnTo>
                <a:cubicBezTo>
                  <a:pt x="64283" y="15269"/>
                  <a:pt x="70386" y="15054"/>
                  <a:pt x="72339" y="14625"/>
                </a:cubicBezTo>
                <a:cubicBezTo>
                  <a:pt x="74294" y="14195"/>
                  <a:pt x="75720" y="13402"/>
                  <a:pt x="76617" y="12245"/>
                </a:cubicBezTo>
                <a:cubicBezTo>
                  <a:pt x="77514" y="11088"/>
                  <a:pt x="77963" y="9651"/>
                  <a:pt x="77963" y="7932"/>
                </a:cubicBezTo>
                <a:cubicBezTo>
                  <a:pt x="77963" y="5883"/>
                  <a:pt x="77482" y="3569"/>
                  <a:pt x="76521" y="992"/>
                </a:cubicBezTo>
                <a:lnTo>
                  <a:pt x="79983" y="0"/>
                </a:lnTo>
                <a:lnTo>
                  <a:pt x="90748" y="27465"/>
                </a:lnTo>
                <a:lnTo>
                  <a:pt x="90748" y="316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o">
            <a:extLst xmlns:a="http://schemas.openxmlformats.org/drawingml/2006/main">
              <a:ext uri="{FF2B5EF4-FFF2-40B4-BE49-F238E27FC236}">
                <a16:creationId xmlns:a16="http://schemas.microsoft.com/office/drawing/2014/main" id="{5920032B-92C1-4455-9AC8-1F2F23A8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407" y="1916802"/>
            <a:ext cx="93446" cy="87649"/>
          </a:xfrm>
          <a:custGeom xmlns:a="http://schemas.openxmlformats.org/drawingml/2006/main">
            <a:pathLst>
              <a:path w="93446" h="87649">
                <a:moveTo>
                  <a:pt x="93446" y="43924"/>
                </a:moveTo>
                <a:cubicBezTo>
                  <a:pt x="93446" y="57673"/>
                  <a:pt x="88377" y="68711"/>
                  <a:pt x="78240" y="77040"/>
                </a:cubicBezTo>
                <a:cubicBezTo>
                  <a:pt x="69580" y="84113"/>
                  <a:pt x="59635" y="87649"/>
                  <a:pt x="48406" y="87649"/>
                </a:cubicBezTo>
                <a:cubicBezTo>
                  <a:pt x="40514" y="87649"/>
                  <a:pt x="32526" y="85699"/>
                  <a:pt x="24442" y="81799"/>
                </a:cubicBezTo>
                <a:cubicBezTo>
                  <a:pt x="16360" y="77899"/>
                  <a:pt x="10266" y="72529"/>
                  <a:pt x="6159" y="65687"/>
                </a:cubicBezTo>
                <a:cubicBezTo>
                  <a:pt x="2053" y="58846"/>
                  <a:pt x="0" y="51228"/>
                  <a:pt x="0" y="42833"/>
                </a:cubicBezTo>
                <a:cubicBezTo>
                  <a:pt x="0" y="29150"/>
                  <a:pt x="5293" y="18277"/>
                  <a:pt x="15880" y="10213"/>
                </a:cubicBezTo>
                <a:cubicBezTo>
                  <a:pt x="24797" y="3404"/>
                  <a:pt x="34805" y="0"/>
                  <a:pt x="45904" y="0"/>
                </a:cubicBezTo>
                <a:cubicBezTo>
                  <a:pt x="53988" y="0"/>
                  <a:pt x="62024" y="2066"/>
                  <a:pt x="70012" y="6197"/>
                </a:cubicBezTo>
                <a:cubicBezTo>
                  <a:pt x="78000" y="10328"/>
                  <a:pt x="83902" y="15765"/>
                  <a:pt x="87720" y="22507"/>
                </a:cubicBezTo>
                <a:cubicBezTo>
                  <a:pt x="91537" y="29249"/>
                  <a:pt x="93446" y="36388"/>
                  <a:pt x="93446" y="43924"/>
                </a:cubicBezTo>
                <a:moveTo>
                  <a:pt x="87088" y="40850"/>
                </a:moveTo>
                <a:cubicBezTo>
                  <a:pt x="87088" y="37347"/>
                  <a:pt x="86077" y="33827"/>
                  <a:pt x="84056" y="30291"/>
                </a:cubicBezTo>
                <a:cubicBezTo>
                  <a:pt x="82035" y="26754"/>
                  <a:pt x="78491" y="23895"/>
                  <a:pt x="73423" y="21714"/>
                </a:cubicBezTo>
                <a:cubicBezTo>
                  <a:pt x="68355" y="19533"/>
                  <a:pt x="61845" y="18442"/>
                  <a:pt x="53891" y="18442"/>
                </a:cubicBezTo>
                <a:cubicBezTo>
                  <a:pt x="41062" y="18442"/>
                  <a:pt x="29997" y="21070"/>
                  <a:pt x="20694" y="26324"/>
                </a:cubicBezTo>
                <a:cubicBezTo>
                  <a:pt x="11394" y="31579"/>
                  <a:pt x="6744" y="38503"/>
                  <a:pt x="6744" y="47097"/>
                </a:cubicBezTo>
                <a:cubicBezTo>
                  <a:pt x="6744" y="53508"/>
                  <a:pt x="9309" y="58796"/>
                  <a:pt x="14441" y="62961"/>
                </a:cubicBezTo>
                <a:cubicBezTo>
                  <a:pt x="19573" y="67125"/>
                  <a:pt x="28393" y="69207"/>
                  <a:pt x="40901" y="69207"/>
                </a:cubicBezTo>
                <a:cubicBezTo>
                  <a:pt x="56553" y="69207"/>
                  <a:pt x="68870" y="65737"/>
                  <a:pt x="77851" y="58796"/>
                </a:cubicBezTo>
                <a:cubicBezTo>
                  <a:pt x="84009" y="54103"/>
                  <a:pt x="87088" y="48121"/>
                  <a:pt x="87088" y="40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u">
            <a:extLst xmlns:a="http://schemas.openxmlformats.org/drawingml/2006/main">
              <a:ext uri="{FF2B5EF4-FFF2-40B4-BE49-F238E27FC236}">
                <a16:creationId xmlns:a16="http://schemas.microsoft.com/office/drawing/2014/main" id="{49575D2B-06FF-4ECE-83C5-331243DF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407" y="2011689"/>
            <a:ext cx="90941" cy="101034"/>
          </a:xfrm>
          <a:custGeom xmlns:a="http://schemas.openxmlformats.org/drawingml/2006/main">
            <a:pathLst>
              <a:path w="90941" h="101034">
                <a:moveTo>
                  <a:pt x="90941" y="85765"/>
                </a:moveTo>
                <a:lnTo>
                  <a:pt x="37475" y="85765"/>
                </a:lnTo>
                <a:cubicBezTo>
                  <a:pt x="27263" y="85765"/>
                  <a:pt x="21017" y="86013"/>
                  <a:pt x="18737" y="86509"/>
                </a:cubicBezTo>
                <a:cubicBezTo>
                  <a:pt x="16457" y="87005"/>
                  <a:pt x="14868" y="87798"/>
                  <a:pt x="13969" y="88889"/>
                </a:cubicBezTo>
                <a:cubicBezTo>
                  <a:pt x="13070" y="89979"/>
                  <a:pt x="12620" y="91252"/>
                  <a:pt x="12620" y="92706"/>
                </a:cubicBezTo>
                <a:cubicBezTo>
                  <a:pt x="12620" y="94755"/>
                  <a:pt x="13166" y="97068"/>
                  <a:pt x="14258" y="99646"/>
                </a:cubicBezTo>
                <a:lnTo>
                  <a:pt x="10886" y="101034"/>
                </a:lnTo>
                <a:lnTo>
                  <a:pt x="0" y="73867"/>
                </a:lnTo>
                <a:lnTo>
                  <a:pt x="0" y="69405"/>
                </a:lnTo>
                <a:lnTo>
                  <a:pt x="18689" y="69405"/>
                </a:lnTo>
                <a:cubicBezTo>
                  <a:pt x="10468" y="61606"/>
                  <a:pt x="5298" y="55657"/>
                  <a:pt x="3179" y="51558"/>
                </a:cubicBezTo>
                <a:cubicBezTo>
                  <a:pt x="1060" y="47460"/>
                  <a:pt x="0" y="43131"/>
                  <a:pt x="0" y="38570"/>
                </a:cubicBezTo>
                <a:cubicBezTo>
                  <a:pt x="0" y="33480"/>
                  <a:pt x="1429" y="29068"/>
                  <a:pt x="4287" y="25333"/>
                </a:cubicBezTo>
                <a:cubicBezTo>
                  <a:pt x="7145" y="21598"/>
                  <a:pt x="10822" y="19004"/>
                  <a:pt x="15317" y="17550"/>
                </a:cubicBezTo>
                <a:cubicBezTo>
                  <a:pt x="19813" y="16095"/>
                  <a:pt x="26171" y="15368"/>
                  <a:pt x="34392" y="15368"/>
                </a:cubicBezTo>
                <a:lnTo>
                  <a:pt x="73793" y="15368"/>
                </a:lnTo>
                <a:cubicBezTo>
                  <a:pt x="77968" y="15368"/>
                  <a:pt x="80858" y="14906"/>
                  <a:pt x="82463" y="13980"/>
                </a:cubicBezTo>
                <a:cubicBezTo>
                  <a:pt x="84069" y="13055"/>
                  <a:pt x="85305" y="11683"/>
                  <a:pt x="86172" y="9865"/>
                </a:cubicBezTo>
                <a:cubicBezTo>
                  <a:pt x="87039" y="8048"/>
                  <a:pt x="87441" y="4759"/>
                  <a:pt x="87377" y="0"/>
                </a:cubicBezTo>
                <a:lnTo>
                  <a:pt x="90941" y="0"/>
                </a:lnTo>
                <a:lnTo>
                  <a:pt x="90941" y="31827"/>
                </a:lnTo>
                <a:lnTo>
                  <a:pt x="32032" y="31827"/>
                </a:lnTo>
                <a:cubicBezTo>
                  <a:pt x="23831" y="31827"/>
                  <a:pt x="18449" y="33298"/>
                  <a:pt x="15886" y="36240"/>
                </a:cubicBezTo>
                <a:cubicBezTo>
                  <a:pt x="13323" y="39181"/>
                  <a:pt x="12042" y="42734"/>
                  <a:pt x="12042" y="46898"/>
                </a:cubicBezTo>
                <a:cubicBezTo>
                  <a:pt x="12042" y="49741"/>
                  <a:pt x="12907" y="52963"/>
                  <a:pt x="14637" y="56565"/>
                </a:cubicBezTo>
                <a:cubicBezTo>
                  <a:pt x="16367" y="60168"/>
                  <a:pt x="19666" y="64448"/>
                  <a:pt x="24533" y="69405"/>
                </a:cubicBezTo>
                <a:lnTo>
                  <a:pt x="74404" y="69405"/>
                </a:lnTo>
                <a:cubicBezTo>
                  <a:pt x="79402" y="69405"/>
                  <a:pt x="82781" y="68464"/>
                  <a:pt x="84541" y="66580"/>
                </a:cubicBezTo>
                <a:cubicBezTo>
                  <a:pt x="86303" y="64696"/>
                  <a:pt x="87248" y="60779"/>
                  <a:pt x="87377" y="54830"/>
                </a:cubicBezTo>
                <a:lnTo>
                  <a:pt x="90941" y="54830"/>
                </a:lnTo>
                <a:lnTo>
                  <a:pt x="90941" y="857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p">
            <a:extLst xmlns:a="http://schemas.openxmlformats.org/drawingml/2006/main">
              <a:ext uri="{FF2B5EF4-FFF2-40B4-BE49-F238E27FC236}">
                <a16:creationId xmlns:a16="http://schemas.microsoft.com/office/drawing/2014/main" id="{B28E9E45-A074-4FC9-B7B5-EA3429E2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4909" y="2112327"/>
            <a:ext cx="132943" cy="95284"/>
          </a:xfrm>
          <a:custGeom xmlns:a="http://schemas.openxmlformats.org/drawingml/2006/main">
            <a:pathLst>
              <a:path w="132943" h="95284">
                <a:moveTo>
                  <a:pt x="121759" y="496"/>
                </a:moveTo>
                <a:lnTo>
                  <a:pt x="132751" y="28456"/>
                </a:lnTo>
                <a:lnTo>
                  <a:pt x="132751" y="32224"/>
                </a:lnTo>
                <a:lnTo>
                  <a:pt x="112135" y="32224"/>
                </a:lnTo>
                <a:cubicBezTo>
                  <a:pt x="119906" y="36917"/>
                  <a:pt x="125317" y="41627"/>
                  <a:pt x="128368" y="46353"/>
                </a:cubicBezTo>
                <a:cubicBezTo>
                  <a:pt x="131418" y="51079"/>
                  <a:pt x="132943" y="56053"/>
                  <a:pt x="132943" y="61275"/>
                </a:cubicBezTo>
                <a:cubicBezTo>
                  <a:pt x="132943" y="70397"/>
                  <a:pt x="129479" y="77998"/>
                  <a:pt x="122551" y="84080"/>
                </a:cubicBezTo>
                <a:cubicBezTo>
                  <a:pt x="114082" y="91549"/>
                  <a:pt x="103046" y="95284"/>
                  <a:pt x="89445" y="95284"/>
                </a:cubicBezTo>
                <a:cubicBezTo>
                  <a:pt x="74240" y="95284"/>
                  <a:pt x="61665" y="90789"/>
                  <a:pt x="51720" y="81799"/>
                </a:cubicBezTo>
                <a:cubicBezTo>
                  <a:pt x="43572" y="74396"/>
                  <a:pt x="39498" y="65076"/>
                  <a:pt x="39498" y="53839"/>
                </a:cubicBezTo>
                <a:cubicBezTo>
                  <a:pt x="39498" y="48947"/>
                  <a:pt x="40172" y="44717"/>
                  <a:pt x="41521" y="41148"/>
                </a:cubicBezTo>
                <a:cubicBezTo>
                  <a:pt x="42484" y="38503"/>
                  <a:pt x="44411" y="35529"/>
                  <a:pt x="47301" y="32224"/>
                </a:cubicBezTo>
                <a:lnTo>
                  <a:pt x="20423" y="32224"/>
                </a:lnTo>
                <a:cubicBezTo>
                  <a:pt x="14386" y="32224"/>
                  <a:pt x="10549" y="32604"/>
                  <a:pt x="8911" y="33364"/>
                </a:cubicBezTo>
                <a:cubicBezTo>
                  <a:pt x="7273" y="34124"/>
                  <a:pt x="5973" y="35446"/>
                  <a:pt x="5009" y="37330"/>
                </a:cubicBezTo>
                <a:cubicBezTo>
                  <a:pt x="4046" y="39214"/>
                  <a:pt x="3564" y="42635"/>
                  <a:pt x="3564" y="47592"/>
                </a:cubicBezTo>
                <a:lnTo>
                  <a:pt x="0" y="47592"/>
                </a:lnTo>
                <a:lnTo>
                  <a:pt x="0" y="0"/>
                </a:lnTo>
                <a:lnTo>
                  <a:pt x="3564" y="0"/>
                </a:lnTo>
                <a:lnTo>
                  <a:pt x="3564" y="2479"/>
                </a:lnTo>
                <a:cubicBezTo>
                  <a:pt x="3500" y="6114"/>
                  <a:pt x="4176" y="9221"/>
                  <a:pt x="5590" y="11799"/>
                </a:cubicBezTo>
                <a:cubicBezTo>
                  <a:pt x="6297" y="13055"/>
                  <a:pt x="7438" y="14030"/>
                  <a:pt x="9013" y="14724"/>
                </a:cubicBezTo>
                <a:cubicBezTo>
                  <a:pt x="10587" y="15418"/>
                  <a:pt x="14587" y="15765"/>
                  <a:pt x="21013" y="15765"/>
                </a:cubicBezTo>
                <a:lnTo>
                  <a:pt x="104503" y="15765"/>
                </a:lnTo>
                <a:cubicBezTo>
                  <a:pt x="110223" y="15765"/>
                  <a:pt x="113854" y="15501"/>
                  <a:pt x="115395" y="14972"/>
                </a:cubicBezTo>
                <a:cubicBezTo>
                  <a:pt x="116939" y="14443"/>
                  <a:pt x="118096" y="13600"/>
                  <a:pt x="118866" y="12443"/>
                </a:cubicBezTo>
                <a:cubicBezTo>
                  <a:pt x="119639" y="11287"/>
                  <a:pt x="120025" y="9717"/>
                  <a:pt x="120025" y="7734"/>
                </a:cubicBezTo>
                <a:cubicBezTo>
                  <a:pt x="120025" y="6147"/>
                  <a:pt x="119576" y="4131"/>
                  <a:pt x="118677" y="1686"/>
                </a:cubicBezTo>
                <a:lnTo>
                  <a:pt x="121759" y="496"/>
                </a:lnTo>
                <a:moveTo>
                  <a:pt x="106276" y="32224"/>
                </a:moveTo>
                <a:lnTo>
                  <a:pt x="73372" y="32224"/>
                </a:lnTo>
                <a:cubicBezTo>
                  <a:pt x="66251" y="32224"/>
                  <a:pt x="61569" y="32521"/>
                  <a:pt x="59325" y="33116"/>
                </a:cubicBezTo>
                <a:cubicBezTo>
                  <a:pt x="55604" y="34042"/>
                  <a:pt x="52332" y="36306"/>
                  <a:pt x="49511" y="39908"/>
                </a:cubicBezTo>
                <a:cubicBezTo>
                  <a:pt x="46689" y="43511"/>
                  <a:pt x="45278" y="48055"/>
                  <a:pt x="45278" y="53541"/>
                </a:cubicBezTo>
                <a:cubicBezTo>
                  <a:pt x="45278" y="60151"/>
                  <a:pt x="47780" y="65506"/>
                  <a:pt x="52783" y="69604"/>
                </a:cubicBezTo>
                <a:cubicBezTo>
                  <a:pt x="59324" y="74958"/>
                  <a:pt x="68528" y="77635"/>
                  <a:pt x="80395" y="77635"/>
                </a:cubicBezTo>
                <a:cubicBezTo>
                  <a:pt x="93864" y="77635"/>
                  <a:pt x="104222" y="74594"/>
                  <a:pt x="111470" y="68513"/>
                </a:cubicBezTo>
                <a:cubicBezTo>
                  <a:pt x="116473" y="64283"/>
                  <a:pt x="118975" y="59259"/>
                  <a:pt x="118975" y="53442"/>
                </a:cubicBezTo>
                <a:cubicBezTo>
                  <a:pt x="118975" y="50269"/>
                  <a:pt x="118205" y="47130"/>
                  <a:pt x="116666" y="44023"/>
                </a:cubicBezTo>
                <a:cubicBezTo>
                  <a:pt x="115512" y="41643"/>
                  <a:pt x="112049" y="37710"/>
                  <a:pt x="106276" y="32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(">
            <a:extLst xmlns:a="http://schemas.openxmlformats.org/drawingml/2006/main">
              <a:ext uri="{FF2B5EF4-FFF2-40B4-BE49-F238E27FC236}">
                <a16:creationId xmlns:a16="http://schemas.microsoft.com/office/drawing/2014/main" id="{6FF3349D-D82E-412C-8A89-F7DBF5E1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4909" y="2323952"/>
            <a:ext cx="179185" cy="54731"/>
          </a:xfrm>
          <a:custGeom xmlns:a="http://schemas.openxmlformats.org/drawingml/2006/main">
            <a:pathLst>
              <a:path w="179185" h="54731">
                <a:moveTo>
                  <a:pt x="3564" y="54731"/>
                </a:moveTo>
                <a:lnTo>
                  <a:pt x="0" y="54731"/>
                </a:lnTo>
                <a:cubicBezTo>
                  <a:pt x="4881" y="44750"/>
                  <a:pt x="10597" y="36421"/>
                  <a:pt x="17148" y="29745"/>
                </a:cubicBezTo>
                <a:cubicBezTo>
                  <a:pt x="26460" y="20227"/>
                  <a:pt x="37443" y="12890"/>
                  <a:pt x="50095" y="7734"/>
                </a:cubicBezTo>
                <a:cubicBezTo>
                  <a:pt x="62747" y="2578"/>
                  <a:pt x="75881" y="0"/>
                  <a:pt x="89496" y="0"/>
                </a:cubicBezTo>
                <a:cubicBezTo>
                  <a:pt x="109405" y="0"/>
                  <a:pt x="127565" y="5057"/>
                  <a:pt x="143974" y="15170"/>
                </a:cubicBezTo>
                <a:cubicBezTo>
                  <a:pt x="160383" y="25283"/>
                  <a:pt x="172120" y="38470"/>
                  <a:pt x="179185" y="54731"/>
                </a:cubicBezTo>
                <a:lnTo>
                  <a:pt x="175139" y="54731"/>
                </a:lnTo>
                <a:cubicBezTo>
                  <a:pt x="170771" y="46601"/>
                  <a:pt x="164799" y="39925"/>
                  <a:pt x="157220" y="34703"/>
                </a:cubicBezTo>
                <a:cubicBezTo>
                  <a:pt x="149642" y="29481"/>
                  <a:pt x="140040" y="25581"/>
                  <a:pt x="128416" y="23003"/>
                </a:cubicBezTo>
                <a:cubicBezTo>
                  <a:pt x="116791" y="20425"/>
                  <a:pt x="104653" y="19136"/>
                  <a:pt x="92001" y="19136"/>
                </a:cubicBezTo>
                <a:cubicBezTo>
                  <a:pt x="78257" y="19136"/>
                  <a:pt x="65765" y="20227"/>
                  <a:pt x="54526" y="22408"/>
                </a:cubicBezTo>
                <a:cubicBezTo>
                  <a:pt x="45663" y="24127"/>
                  <a:pt x="38550" y="26209"/>
                  <a:pt x="33188" y="28655"/>
                </a:cubicBezTo>
                <a:cubicBezTo>
                  <a:pt x="27825" y="31100"/>
                  <a:pt x="22671" y="34389"/>
                  <a:pt x="17726" y="38520"/>
                </a:cubicBezTo>
                <a:cubicBezTo>
                  <a:pt x="12781" y="42651"/>
                  <a:pt x="8060" y="48055"/>
                  <a:pt x="3564" y="54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P">
            <a:extLst xmlns:a="http://schemas.openxmlformats.org/drawingml/2006/main">
              <a:ext uri="{FF2B5EF4-FFF2-40B4-BE49-F238E27FC236}">
                <a16:creationId xmlns:a16="http://schemas.microsoft.com/office/drawing/2014/main" id="{E3DB2440-592E-490A-AC9A-3CFCC8E6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7104" y="2387236"/>
            <a:ext cx="130631" cy="112734"/>
          </a:xfrm>
          <a:custGeom xmlns:a="http://schemas.openxmlformats.org/drawingml/2006/main">
            <a:pathLst>
              <a:path w="130631" h="112734">
                <a:moveTo>
                  <a:pt x="59150" y="49674"/>
                </a:moveTo>
                <a:lnTo>
                  <a:pt x="22928" y="49674"/>
                </a:lnTo>
                <a:cubicBezTo>
                  <a:pt x="15827" y="49674"/>
                  <a:pt x="11357" y="50121"/>
                  <a:pt x="9516" y="51013"/>
                </a:cubicBezTo>
                <a:cubicBezTo>
                  <a:pt x="7678" y="51905"/>
                  <a:pt x="6210" y="53492"/>
                  <a:pt x="5112" y="55772"/>
                </a:cubicBezTo>
                <a:cubicBezTo>
                  <a:pt x="4016" y="58053"/>
                  <a:pt x="3468" y="62234"/>
                  <a:pt x="3468" y="68315"/>
                </a:cubicBezTo>
                <a:lnTo>
                  <a:pt x="0" y="68315"/>
                </a:lnTo>
                <a:lnTo>
                  <a:pt x="0" y="0"/>
                </a:lnTo>
                <a:lnTo>
                  <a:pt x="3468" y="0"/>
                </a:lnTo>
                <a:cubicBezTo>
                  <a:pt x="3468" y="6213"/>
                  <a:pt x="4033" y="10427"/>
                  <a:pt x="5163" y="12642"/>
                </a:cubicBezTo>
                <a:cubicBezTo>
                  <a:pt x="6293" y="14856"/>
                  <a:pt x="7761" y="16409"/>
                  <a:pt x="9567" y="17302"/>
                </a:cubicBezTo>
                <a:cubicBezTo>
                  <a:pt x="11374" y="18194"/>
                  <a:pt x="15827" y="18640"/>
                  <a:pt x="22928" y="18640"/>
                </a:cubicBezTo>
                <a:lnTo>
                  <a:pt x="107703" y="18640"/>
                </a:lnTo>
                <a:cubicBezTo>
                  <a:pt x="114804" y="18640"/>
                  <a:pt x="119274" y="18194"/>
                  <a:pt x="121112" y="17302"/>
                </a:cubicBezTo>
                <a:cubicBezTo>
                  <a:pt x="122953" y="16409"/>
                  <a:pt x="124421" y="14840"/>
                  <a:pt x="125517" y="12592"/>
                </a:cubicBezTo>
                <a:cubicBezTo>
                  <a:pt x="126614" y="10345"/>
                  <a:pt x="127163" y="6147"/>
                  <a:pt x="127163" y="0"/>
                </a:cubicBezTo>
                <a:lnTo>
                  <a:pt x="130631" y="0"/>
                </a:lnTo>
                <a:lnTo>
                  <a:pt x="130631" y="58598"/>
                </a:lnTo>
                <a:cubicBezTo>
                  <a:pt x="130631" y="77899"/>
                  <a:pt x="127292" y="91747"/>
                  <a:pt x="120612" y="100142"/>
                </a:cubicBezTo>
                <a:cubicBezTo>
                  <a:pt x="113933" y="108537"/>
                  <a:pt x="105584" y="112734"/>
                  <a:pt x="95565" y="112734"/>
                </a:cubicBezTo>
                <a:cubicBezTo>
                  <a:pt x="87088" y="112734"/>
                  <a:pt x="79830" y="110024"/>
                  <a:pt x="73793" y="104604"/>
                </a:cubicBezTo>
                <a:cubicBezTo>
                  <a:pt x="67756" y="99184"/>
                  <a:pt x="63646" y="91714"/>
                  <a:pt x="61462" y="82196"/>
                </a:cubicBezTo>
                <a:cubicBezTo>
                  <a:pt x="59921" y="75784"/>
                  <a:pt x="59150" y="64944"/>
                  <a:pt x="59150" y="49674"/>
                </a:cubicBezTo>
                <a:moveTo>
                  <a:pt x="123117" y="49674"/>
                </a:moveTo>
                <a:lnTo>
                  <a:pt x="66664" y="49674"/>
                </a:lnTo>
                <a:cubicBezTo>
                  <a:pt x="66536" y="51856"/>
                  <a:pt x="66472" y="53508"/>
                  <a:pt x="66472" y="54632"/>
                </a:cubicBezTo>
                <a:cubicBezTo>
                  <a:pt x="66472" y="62696"/>
                  <a:pt x="68800" y="68910"/>
                  <a:pt x="73456" y="73272"/>
                </a:cubicBezTo>
                <a:cubicBezTo>
                  <a:pt x="78112" y="77635"/>
                  <a:pt x="85321" y="79816"/>
                  <a:pt x="95083" y="79816"/>
                </a:cubicBezTo>
                <a:cubicBezTo>
                  <a:pt x="104781" y="79816"/>
                  <a:pt x="111878" y="77635"/>
                  <a:pt x="116374" y="73272"/>
                </a:cubicBezTo>
                <a:cubicBezTo>
                  <a:pt x="120869" y="68910"/>
                  <a:pt x="123117" y="62399"/>
                  <a:pt x="123117" y="53740"/>
                </a:cubicBezTo>
                <a:lnTo>
                  <a:pt x="123117" y="49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a">
            <a:extLst xmlns:a="http://schemas.openxmlformats.org/drawingml/2006/main">
              <a:ext uri="{FF2B5EF4-FFF2-40B4-BE49-F238E27FC236}">
                <a16:creationId xmlns:a16="http://schemas.microsoft.com/office/drawing/2014/main" id="{4795D392-8DEB-4165-92AB-1AC47D48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756" y="2515799"/>
            <a:ext cx="94216" cy="89037"/>
          </a:xfrm>
          <a:custGeom xmlns:a="http://schemas.openxmlformats.org/drawingml/2006/main">
            <a:pathLst>
              <a:path w="94216" h="89037">
                <a:moveTo>
                  <a:pt x="14643" y="48881"/>
                </a:moveTo>
                <a:cubicBezTo>
                  <a:pt x="4881" y="37578"/>
                  <a:pt x="0" y="27432"/>
                  <a:pt x="0" y="18442"/>
                </a:cubicBezTo>
                <a:cubicBezTo>
                  <a:pt x="0" y="13154"/>
                  <a:pt x="1691" y="8758"/>
                  <a:pt x="5073" y="5255"/>
                </a:cubicBezTo>
                <a:cubicBezTo>
                  <a:pt x="8456" y="1752"/>
                  <a:pt x="12693" y="0"/>
                  <a:pt x="17783" y="0"/>
                </a:cubicBezTo>
                <a:cubicBezTo>
                  <a:pt x="24679" y="0"/>
                  <a:pt x="30882" y="3041"/>
                  <a:pt x="36391" y="9122"/>
                </a:cubicBezTo>
                <a:cubicBezTo>
                  <a:pt x="41900" y="15203"/>
                  <a:pt x="49230" y="28456"/>
                  <a:pt x="58380" y="48881"/>
                </a:cubicBezTo>
                <a:lnTo>
                  <a:pt x="67435" y="48881"/>
                </a:lnTo>
                <a:cubicBezTo>
                  <a:pt x="74243" y="48881"/>
                  <a:pt x="78530" y="48501"/>
                  <a:pt x="80296" y="47741"/>
                </a:cubicBezTo>
                <a:cubicBezTo>
                  <a:pt x="82062" y="46981"/>
                  <a:pt x="83603" y="45543"/>
                  <a:pt x="84920" y="43428"/>
                </a:cubicBezTo>
                <a:cubicBezTo>
                  <a:pt x="86237" y="41313"/>
                  <a:pt x="86895" y="38933"/>
                  <a:pt x="86895" y="36289"/>
                </a:cubicBezTo>
                <a:cubicBezTo>
                  <a:pt x="86895" y="31993"/>
                  <a:pt x="85964" y="28456"/>
                  <a:pt x="84101" y="25680"/>
                </a:cubicBezTo>
                <a:cubicBezTo>
                  <a:pt x="82945" y="23961"/>
                  <a:pt x="81596" y="23102"/>
                  <a:pt x="80055" y="23102"/>
                </a:cubicBezTo>
                <a:cubicBezTo>
                  <a:pt x="78706" y="23102"/>
                  <a:pt x="77037" y="24028"/>
                  <a:pt x="75046" y="25878"/>
                </a:cubicBezTo>
                <a:cubicBezTo>
                  <a:pt x="72284" y="28390"/>
                  <a:pt x="69619" y="29646"/>
                  <a:pt x="67050" y="29646"/>
                </a:cubicBezTo>
                <a:cubicBezTo>
                  <a:pt x="63903" y="29646"/>
                  <a:pt x="61221" y="28440"/>
                  <a:pt x="59006" y="26027"/>
                </a:cubicBezTo>
                <a:cubicBezTo>
                  <a:pt x="56790" y="23614"/>
                  <a:pt x="55682" y="20458"/>
                  <a:pt x="55682" y="16558"/>
                </a:cubicBezTo>
                <a:cubicBezTo>
                  <a:pt x="55682" y="12394"/>
                  <a:pt x="56902" y="8907"/>
                  <a:pt x="59343" y="6098"/>
                </a:cubicBezTo>
                <a:cubicBezTo>
                  <a:pt x="61783" y="3288"/>
                  <a:pt x="64641" y="1884"/>
                  <a:pt x="67917" y="1884"/>
                </a:cubicBezTo>
                <a:cubicBezTo>
                  <a:pt x="72541" y="1884"/>
                  <a:pt x="76956" y="3768"/>
                  <a:pt x="81163" y="7535"/>
                </a:cubicBezTo>
                <a:cubicBezTo>
                  <a:pt x="85370" y="11303"/>
                  <a:pt x="88597" y="16558"/>
                  <a:pt x="90845" y="23300"/>
                </a:cubicBezTo>
                <a:cubicBezTo>
                  <a:pt x="93093" y="30043"/>
                  <a:pt x="94216" y="37049"/>
                  <a:pt x="94216" y="44320"/>
                </a:cubicBezTo>
                <a:cubicBezTo>
                  <a:pt x="94216" y="53112"/>
                  <a:pt x="92397" y="60069"/>
                  <a:pt x="88758" y="65192"/>
                </a:cubicBezTo>
                <a:cubicBezTo>
                  <a:pt x="85122" y="70314"/>
                  <a:pt x="81179" y="73636"/>
                  <a:pt x="76930" y="75156"/>
                </a:cubicBezTo>
                <a:cubicBezTo>
                  <a:pt x="74227" y="76082"/>
                  <a:pt x="68015" y="76544"/>
                  <a:pt x="58295" y="76544"/>
                </a:cubicBezTo>
                <a:lnTo>
                  <a:pt x="23244" y="76544"/>
                </a:lnTo>
                <a:cubicBezTo>
                  <a:pt x="19124" y="76544"/>
                  <a:pt x="16532" y="76710"/>
                  <a:pt x="15468" y="77040"/>
                </a:cubicBezTo>
                <a:cubicBezTo>
                  <a:pt x="14406" y="77371"/>
                  <a:pt x="13617" y="77866"/>
                  <a:pt x="13102" y="78527"/>
                </a:cubicBezTo>
                <a:cubicBezTo>
                  <a:pt x="12588" y="79188"/>
                  <a:pt x="12331" y="79948"/>
                  <a:pt x="12331" y="80808"/>
                </a:cubicBezTo>
                <a:cubicBezTo>
                  <a:pt x="12331" y="82526"/>
                  <a:pt x="13519" y="84278"/>
                  <a:pt x="15895" y="86063"/>
                </a:cubicBezTo>
                <a:lnTo>
                  <a:pt x="13583" y="89037"/>
                </a:lnTo>
                <a:cubicBezTo>
                  <a:pt x="8831" y="85732"/>
                  <a:pt x="5379" y="82312"/>
                  <a:pt x="3227" y="78775"/>
                </a:cubicBezTo>
                <a:cubicBezTo>
                  <a:pt x="1076" y="75239"/>
                  <a:pt x="0" y="71223"/>
                  <a:pt x="0" y="66728"/>
                </a:cubicBezTo>
                <a:cubicBezTo>
                  <a:pt x="0" y="61440"/>
                  <a:pt x="1212" y="57309"/>
                  <a:pt x="3637" y="54335"/>
                </a:cubicBezTo>
                <a:cubicBezTo>
                  <a:pt x="6061" y="51360"/>
                  <a:pt x="9730" y="49542"/>
                  <a:pt x="14643" y="48881"/>
                </a:cubicBezTo>
                <a:moveTo>
                  <a:pt x="21772" y="48881"/>
                </a:moveTo>
                <a:lnTo>
                  <a:pt x="51907" y="48881"/>
                </a:lnTo>
                <a:cubicBezTo>
                  <a:pt x="47325" y="40883"/>
                  <a:pt x="42420" y="34934"/>
                  <a:pt x="37192" y="31034"/>
                </a:cubicBezTo>
                <a:cubicBezTo>
                  <a:pt x="33708" y="28456"/>
                  <a:pt x="30190" y="27167"/>
                  <a:pt x="26640" y="27167"/>
                </a:cubicBezTo>
                <a:cubicBezTo>
                  <a:pt x="23672" y="27167"/>
                  <a:pt x="21057" y="28258"/>
                  <a:pt x="18798" y="30439"/>
                </a:cubicBezTo>
                <a:cubicBezTo>
                  <a:pt x="17055" y="32092"/>
                  <a:pt x="16184" y="34405"/>
                  <a:pt x="16184" y="37380"/>
                </a:cubicBezTo>
                <a:cubicBezTo>
                  <a:pt x="16184" y="40685"/>
                  <a:pt x="18047" y="44519"/>
                  <a:pt x="21772" y="488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t">
            <a:extLst xmlns:a="http://schemas.openxmlformats.org/drawingml/2006/main">
              <a:ext uri="{FF2B5EF4-FFF2-40B4-BE49-F238E27FC236}">
                <a16:creationId xmlns:a16="http://schemas.microsoft.com/office/drawing/2014/main" id="{B87FFC7F-53EC-4DF7-8B55-06FAC15C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756" y="2611975"/>
            <a:ext cx="124659" cy="61870"/>
          </a:xfrm>
          <a:custGeom xmlns:a="http://schemas.openxmlformats.org/drawingml/2006/main">
            <a:pathLst>
              <a:path w="124659" h="61870">
                <a:moveTo>
                  <a:pt x="124659" y="39859"/>
                </a:moveTo>
                <a:lnTo>
                  <a:pt x="91519" y="39859"/>
                </a:lnTo>
                <a:lnTo>
                  <a:pt x="91519" y="61870"/>
                </a:lnTo>
                <a:lnTo>
                  <a:pt x="82078" y="61870"/>
                </a:lnTo>
                <a:lnTo>
                  <a:pt x="82078" y="39859"/>
                </a:lnTo>
                <a:lnTo>
                  <a:pt x="26342" y="39859"/>
                </a:lnTo>
                <a:cubicBezTo>
                  <a:pt x="21126" y="39859"/>
                  <a:pt x="17761" y="40106"/>
                  <a:pt x="16248" y="40602"/>
                </a:cubicBezTo>
                <a:cubicBezTo>
                  <a:pt x="14734" y="41098"/>
                  <a:pt x="13510" y="41974"/>
                  <a:pt x="12575" y="43230"/>
                </a:cubicBezTo>
                <a:cubicBezTo>
                  <a:pt x="11642" y="44486"/>
                  <a:pt x="11175" y="45642"/>
                  <a:pt x="11175" y="46700"/>
                </a:cubicBezTo>
                <a:cubicBezTo>
                  <a:pt x="11175" y="50996"/>
                  <a:pt x="14386" y="55062"/>
                  <a:pt x="20809" y="58895"/>
                </a:cubicBezTo>
                <a:lnTo>
                  <a:pt x="18668" y="61870"/>
                </a:lnTo>
                <a:cubicBezTo>
                  <a:pt x="6223" y="56516"/>
                  <a:pt x="0" y="47824"/>
                  <a:pt x="0" y="35793"/>
                </a:cubicBezTo>
                <a:cubicBezTo>
                  <a:pt x="0" y="29910"/>
                  <a:pt x="1595" y="24936"/>
                  <a:pt x="4784" y="20871"/>
                </a:cubicBezTo>
                <a:cubicBezTo>
                  <a:pt x="7975" y="16806"/>
                  <a:pt x="11536" y="14212"/>
                  <a:pt x="15468" y="13088"/>
                </a:cubicBezTo>
                <a:cubicBezTo>
                  <a:pt x="17660" y="12427"/>
                  <a:pt x="23589" y="12096"/>
                  <a:pt x="33257" y="12096"/>
                </a:cubicBezTo>
                <a:lnTo>
                  <a:pt x="82078" y="12096"/>
                </a:lnTo>
                <a:lnTo>
                  <a:pt x="82078" y="0"/>
                </a:lnTo>
                <a:lnTo>
                  <a:pt x="85459" y="0"/>
                </a:lnTo>
                <a:cubicBezTo>
                  <a:pt x="91187" y="8329"/>
                  <a:pt x="97205" y="15418"/>
                  <a:pt x="103513" y="21268"/>
                </a:cubicBezTo>
                <a:cubicBezTo>
                  <a:pt x="109821" y="27118"/>
                  <a:pt x="116869" y="32224"/>
                  <a:pt x="124659" y="36587"/>
                </a:cubicBezTo>
                <a:lnTo>
                  <a:pt x="124659" y="398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c">
            <a:extLst xmlns:a="http://schemas.openxmlformats.org/drawingml/2006/main">
              <a:ext uri="{FF2B5EF4-FFF2-40B4-BE49-F238E27FC236}">
                <a16:creationId xmlns:a16="http://schemas.microsoft.com/office/drawing/2014/main" id="{17539156-706D-4D17-A572-2A7BF69D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407" y="2682850"/>
            <a:ext cx="95565" cy="77833"/>
          </a:xfrm>
          <a:custGeom xmlns:a="http://schemas.openxmlformats.org/drawingml/2006/main">
            <a:pathLst>
              <a:path w="95565" h="77833">
                <a:moveTo>
                  <a:pt x="25990" y="74760"/>
                </a:moveTo>
                <a:lnTo>
                  <a:pt x="23681" y="77833"/>
                </a:lnTo>
                <a:cubicBezTo>
                  <a:pt x="15691" y="73471"/>
                  <a:pt x="9746" y="68034"/>
                  <a:pt x="5846" y="61523"/>
                </a:cubicBezTo>
                <a:cubicBezTo>
                  <a:pt x="1949" y="55012"/>
                  <a:pt x="0" y="48088"/>
                  <a:pt x="0" y="40751"/>
                </a:cubicBezTo>
                <a:cubicBezTo>
                  <a:pt x="0" y="28390"/>
                  <a:pt x="4532" y="18508"/>
                  <a:pt x="13595" y="11105"/>
                </a:cubicBezTo>
                <a:cubicBezTo>
                  <a:pt x="22661" y="3702"/>
                  <a:pt x="33558" y="0"/>
                  <a:pt x="46286" y="0"/>
                </a:cubicBezTo>
                <a:cubicBezTo>
                  <a:pt x="58567" y="0"/>
                  <a:pt x="69368" y="3371"/>
                  <a:pt x="78688" y="10113"/>
                </a:cubicBezTo>
                <a:cubicBezTo>
                  <a:pt x="89940" y="18244"/>
                  <a:pt x="95565" y="29448"/>
                  <a:pt x="95565" y="43725"/>
                </a:cubicBezTo>
                <a:cubicBezTo>
                  <a:pt x="95565" y="53310"/>
                  <a:pt x="93214" y="60928"/>
                  <a:pt x="88512" y="66580"/>
                </a:cubicBezTo>
                <a:cubicBezTo>
                  <a:pt x="83811" y="72231"/>
                  <a:pt x="78563" y="75057"/>
                  <a:pt x="72767" y="75057"/>
                </a:cubicBezTo>
                <a:cubicBezTo>
                  <a:pt x="69096" y="75057"/>
                  <a:pt x="66166" y="73917"/>
                  <a:pt x="63976" y="71636"/>
                </a:cubicBezTo>
                <a:cubicBezTo>
                  <a:pt x="61786" y="69356"/>
                  <a:pt x="60692" y="66365"/>
                  <a:pt x="60692" y="62663"/>
                </a:cubicBezTo>
                <a:cubicBezTo>
                  <a:pt x="60692" y="58763"/>
                  <a:pt x="61948" y="55541"/>
                  <a:pt x="64461" y="52996"/>
                </a:cubicBezTo>
                <a:cubicBezTo>
                  <a:pt x="66975" y="50451"/>
                  <a:pt x="71455" y="48881"/>
                  <a:pt x="77900" y="48286"/>
                </a:cubicBezTo>
                <a:cubicBezTo>
                  <a:pt x="81960" y="47890"/>
                  <a:pt x="84796" y="46931"/>
                  <a:pt x="86407" y="45411"/>
                </a:cubicBezTo>
                <a:cubicBezTo>
                  <a:pt x="88017" y="43891"/>
                  <a:pt x="88822" y="42106"/>
                  <a:pt x="88822" y="40057"/>
                </a:cubicBezTo>
                <a:cubicBezTo>
                  <a:pt x="88822" y="36884"/>
                  <a:pt x="87184" y="34174"/>
                  <a:pt x="83909" y="31927"/>
                </a:cubicBezTo>
                <a:cubicBezTo>
                  <a:pt x="78963" y="28489"/>
                  <a:pt x="71385" y="26771"/>
                  <a:pt x="61173" y="26771"/>
                </a:cubicBezTo>
                <a:cubicBezTo>
                  <a:pt x="52696" y="26771"/>
                  <a:pt x="44587" y="28159"/>
                  <a:pt x="36848" y="30935"/>
                </a:cubicBezTo>
                <a:cubicBezTo>
                  <a:pt x="29109" y="33711"/>
                  <a:pt x="23345" y="37512"/>
                  <a:pt x="19556" y="42337"/>
                </a:cubicBezTo>
                <a:cubicBezTo>
                  <a:pt x="16795" y="45973"/>
                  <a:pt x="15414" y="50269"/>
                  <a:pt x="15414" y="55227"/>
                </a:cubicBezTo>
                <a:cubicBezTo>
                  <a:pt x="15414" y="58466"/>
                  <a:pt x="16150" y="61539"/>
                  <a:pt x="17623" y="64448"/>
                </a:cubicBezTo>
                <a:cubicBezTo>
                  <a:pt x="19099" y="67356"/>
                  <a:pt x="21887" y="70794"/>
                  <a:pt x="25990" y="747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h">
            <a:extLst xmlns:a="http://schemas.openxmlformats.org/drawingml/2006/main">
              <a:ext uri="{FF2B5EF4-FFF2-40B4-BE49-F238E27FC236}">
                <a16:creationId xmlns:a16="http://schemas.microsoft.com/office/drawing/2014/main" id="{37B25C2E-74B2-4DA7-B0DE-CA0E209B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7104" y="2772053"/>
            <a:ext cx="130631" cy="100142"/>
          </a:xfrm>
          <a:custGeom xmlns:a="http://schemas.openxmlformats.org/drawingml/2006/main">
            <a:pathLst>
              <a:path w="130631" h="100142">
                <a:moveTo>
                  <a:pt x="130631" y="37776"/>
                </a:moveTo>
                <a:lnTo>
                  <a:pt x="78514" y="37776"/>
                </a:lnTo>
                <a:cubicBezTo>
                  <a:pt x="83752" y="42866"/>
                  <a:pt x="87454" y="47526"/>
                  <a:pt x="89619" y="51757"/>
                </a:cubicBezTo>
                <a:cubicBezTo>
                  <a:pt x="91785" y="55987"/>
                  <a:pt x="92868" y="60383"/>
                  <a:pt x="92868" y="64944"/>
                </a:cubicBezTo>
                <a:cubicBezTo>
                  <a:pt x="92868" y="70760"/>
                  <a:pt x="91262" y="75735"/>
                  <a:pt x="88051" y="79866"/>
                </a:cubicBezTo>
                <a:cubicBezTo>
                  <a:pt x="84840" y="83997"/>
                  <a:pt x="81067" y="86740"/>
                  <a:pt x="76731" y="88095"/>
                </a:cubicBezTo>
                <a:cubicBezTo>
                  <a:pt x="72396" y="89450"/>
                  <a:pt x="65091" y="90128"/>
                  <a:pt x="54815" y="90128"/>
                </a:cubicBezTo>
                <a:lnTo>
                  <a:pt x="19653" y="90128"/>
                </a:lnTo>
                <a:cubicBezTo>
                  <a:pt x="12738" y="90128"/>
                  <a:pt x="8425" y="90789"/>
                  <a:pt x="6713" y="92111"/>
                </a:cubicBezTo>
                <a:cubicBezTo>
                  <a:pt x="5001" y="93433"/>
                  <a:pt x="3920" y="96110"/>
                  <a:pt x="3468" y="100142"/>
                </a:cubicBezTo>
                <a:lnTo>
                  <a:pt x="0" y="100142"/>
                </a:lnTo>
                <a:lnTo>
                  <a:pt x="0" y="53145"/>
                </a:lnTo>
                <a:lnTo>
                  <a:pt x="3468" y="53145"/>
                </a:lnTo>
                <a:cubicBezTo>
                  <a:pt x="3920" y="56450"/>
                  <a:pt x="5212" y="58929"/>
                  <a:pt x="7346" y="60581"/>
                </a:cubicBezTo>
                <a:cubicBezTo>
                  <a:pt x="9025" y="61771"/>
                  <a:pt x="13128" y="62366"/>
                  <a:pt x="19653" y="62366"/>
                </a:cubicBezTo>
                <a:lnTo>
                  <a:pt x="59761" y="62366"/>
                </a:lnTo>
                <a:cubicBezTo>
                  <a:pt x="67199" y="62366"/>
                  <a:pt x="71864" y="62068"/>
                  <a:pt x="73754" y="61473"/>
                </a:cubicBezTo>
                <a:cubicBezTo>
                  <a:pt x="75647" y="60878"/>
                  <a:pt x="77122" y="59870"/>
                  <a:pt x="78180" y="58449"/>
                </a:cubicBezTo>
                <a:cubicBezTo>
                  <a:pt x="79237" y="57028"/>
                  <a:pt x="79766" y="55425"/>
                  <a:pt x="79766" y="53640"/>
                </a:cubicBezTo>
                <a:cubicBezTo>
                  <a:pt x="79766" y="50996"/>
                  <a:pt x="78883" y="48419"/>
                  <a:pt x="77117" y="45907"/>
                </a:cubicBezTo>
                <a:cubicBezTo>
                  <a:pt x="75351" y="43395"/>
                  <a:pt x="72252" y="40685"/>
                  <a:pt x="67820" y="37776"/>
                </a:cubicBezTo>
                <a:lnTo>
                  <a:pt x="19653" y="37776"/>
                </a:lnTo>
                <a:cubicBezTo>
                  <a:pt x="13192" y="37776"/>
                  <a:pt x="9154" y="38272"/>
                  <a:pt x="7538" y="39264"/>
                </a:cubicBezTo>
                <a:cubicBezTo>
                  <a:pt x="5343" y="40520"/>
                  <a:pt x="3986" y="43097"/>
                  <a:pt x="3468" y="46997"/>
                </a:cubicBezTo>
                <a:lnTo>
                  <a:pt x="0" y="46997"/>
                </a:lnTo>
                <a:lnTo>
                  <a:pt x="0" y="0"/>
                </a:lnTo>
                <a:lnTo>
                  <a:pt x="3468" y="0"/>
                </a:lnTo>
                <a:cubicBezTo>
                  <a:pt x="3855" y="3900"/>
                  <a:pt x="5083" y="6676"/>
                  <a:pt x="7150" y="8329"/>
                </a:cubicBezTo>
                <a:cubicBezTo>
                  <a:pt x="8571" y="9452"/>
                  <a:pt x="12738" y="10014"/>
                  <a:pt x="19653" y="10014"/>
                </a:cubicBezTo>
                <a:lnTo>
                  <a:pt x="110979" y="10014"/>
                </a:lnTo>
                <a:cubicBezTo>
                  <a:pt x="117869" y="10014"/>
                  <a:pt x="122159" y="9370"/>
                  <a:pt x="123849" y="8081"/>
                </a:cubicBezTo>
                <a:cubicBezTo>
                  <a:pt x="125539" y="6792"/>
                  <a:pt x="126643" y="4098"/>
                  <a:pt x="127163" y="0"/>
                </a:cubicBezTo>
                <a:lnTo>
                  <a:pt x="130631" y="0"/>
                </a:lnTo>
                <a:lnTo>
                  <a:pt x="130631" y="377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G">
            <a:extLst xmlns:a="http://schemas.openxmlformats.org/drawingml/2006/main">
              <a:ext uri="{FF2B5EF4-FFF2-40B4-BE49-F238E27FC236}">
                <a16:creationId xmlns:a16="http://schemas.microsoft.com/office/drawing/2014/main" id="{E6A0F3CF-653D-4F72-ABA3-6B58E0A5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214" y="2935250"/>
            <a:ext cx="136412" cy="147635"/>
          </a:xfrm>
          <a:custGeom xmlns:a="http://schemas.openxmlformats.org/drawingml/2006/main">
            <a:pathLst>
              <a:path w="136412" h="147635">
                <a:moveTo>
                  <a:pt x="136412" y="131870"/>
                </a:moveTo>
                <a:lnTo>
                  <a:pt x="90363" y="131870"/>
                </a:lnTo>
                <a:lnTo>
                  <a:pt x="90363" y="128202"/>
                </a:lnTo>
                <a:cubicBezTo>
                  <a:pt x="102889" y="123773"/>
                  <a:pt x="112410" y="117130"/>
                  <a:pt x="118927" y="108272"/>
                </a:cubicBezTo>
                <a:cubicBezTo>
                  <a:pt x="125445" y="99415"/>
                  <a:pt x="128705" y="89731"/>
                  <a:pt x="128705" y="79221"/>
                </a:cubicBezTo>
                <a:cubicBezTo>
                  <a:pt x="128705" y="69174"/>
                  <a:pt x="125970" y="60812"/>
                  <a:pt x="120501" y="54136"/>
                </a:cubicBezTo>
                <a:cubicBezTo>
                  <a:pt x="115032" y="47460"/>
                  <a:pt x="107403" y="42734"/>
                  <a:pt x="97615" y="39958"/>
                </a:cubicBezTo>
                <a:cubicBezTo>
                  <a:pt x="87827" y="37181"/>
                  <a:pt x="77784" y="35793"/>
                  <a:pt x="67486" y="35793"/>
                </a:cubicBezTo>
                <a:cubicBezTo>
                  <a:pt x="55011" y="35793"/>
                  <a:pt x="44072" y="37314"/>
                  <a:pt x="34669" y="40354"/>
                </a:cubicBezTo>
                <a:cubicBezTo>
                  <a:pt x="25266" y="43395"/>
                  <a:pt x="18357" y="48303"/>
                  <a:pt x="13942" y="55078"/>
                </a:cubicBezTo>
                <a:cubicBezTo>
                  <a:pt x="9528" y="61853"/>
                  <a:pt x="7322" y="69901"/>
                  <a:pt x="7322" y="79221"/>
                </a:cubicBezTo>
                <a:cubicBezTo>
                  <a:pt x="7322" y="82460"/>
                  <a:pt x="7658" y="85782"/>
                  <a:pt x="8330" y="89186"/>
                </a:cubicBezTo>
                <a:cubicBezTo>
                  <a:pt x="9004" y="92590"/>
                  <a:pt x="9983" y="96077"/>
                  <a:pt x="11265" y="99646"/>
                </a:cubicBezTo>
                <a:lnTo>
                  <a:pt x="38342" y="99646"/>
                </a:lnTo>
                <a:cubicBezTo>
                  <a:pt x="43512" y="99646"/>
                  <a:pt x="46855" y="99283"/>
                  <a:pt x="48373" y="98556"/>
                </a:cubicBezTo>
                <a:cubicBezTo>
                  <a:pt x="49892" y="97829"/>
                  <a:pt x="51265" y="96325"/>
                  <a:pt x="52491" y="94044"/>
                </a:cubicBezTo>
                <a:cubicBezTo>
                  <a:pt x="53719" y="91764"/>
                  <a:pt x="54333" y="89004"/>
                  <a:pt x="54333" y="85765"/>
                </a:cubicBezTo>
                <a:lnTo>
                  <a:pt x="54333" y="82295"/>
                </a:lnTo>
                <a:lnTo>
                  <a:pt x="57801" y="82295"/>
                </a:lnTo>
                <a:lnTo>
                  <a:pt x="57801" y="147635"/>
                </a:lnTo>
                <a:lnTo>
                  <a:pt x="54333" y="147635"/>
                </a:lnTo>
                <a:cubicBezTo>
                  <a:pt x="54010" y="142678"/>
                  <a:pt x="53348" y="139224"/>
                  <a:pt x="52346" y="137274"/>
                </a:cubicBezTo>
                <a:cubicBezTo>
                  <a:pt x="51345" y="135324"/>
                  <a:pt x="49681" y="133820"/>
                  <a:pt x="47355" y="132763"/>
                </a:cubicBezTo>
                <a:cubicBezTo>
                  <a:pt x="46127" y="132168"/>
                  <a:pt x="43122" y="131870"/>
                  <a:pt x="38342" y="131870"/>
                </a:cubicBezTo>
                <a:lnTo>
                  <a:pt x="11265" y="131870"/>
                </a:lnTo>
                <a:cubicBezTo>
                  <a:pt x="7542" y="123277"/>
                  <a:pt x="4735" y="114337"/>
                  <a:pt x="2842" y="105050"/>
                </a:cubicBezTo>
                <a:cubicBezTo>
                  <a:pt x="947" y="95763"/>
                  <a:pt x="0" y="86129"/>
                  <a:pt x="0" y="76148"/>
                </a:cubicBezTo>
                <a:cubicBezTo>
                  <a:pt x="0" y="63390"/>
                  <a:pt x="1681" y="52798"/>
                  <a:pt x="5043" y="44370"/>
                </a:cubicBezTo>
                <a:cubicBezTo>
                  <a:pt x="8406" y="35942"/>
                  <a:pt x="12826" y="28506"/>
                  <a:pt x="18301" y="22061"/>
                </a:cubicBezTo>
                <a:cubicBezTo>
                  <a:pt x="23776" y="15616"/>
                  <a:pt x="29939" y="10576"/>
                  <a:pt x="36791" y="6941"/>
                </a:cubicBezTo>
                <a:cubicBezTo>
                  <a:pt x="45630" y="2314"/>
                  <a:pt x="55526" y="0"/>
                  <a:pt x="66478" y="0"/>
                </a:cubicBezTo>
                <a:cubicBezTo>
                  <a:pt x="86074" y="0"/>
                  <a:pt x="102629" y="7106"/>
                  <a:pt x="116142" y="21317"/>
                </a:cubicBezTo>
                <a:cubicBezTo>
                  <a:pt x="129655" y="35529"/>
                  <a:pt x="136412" y="53409"/>
                  <a:pt x="136412" y="74958"/>
                </a:cubicBezTo>
                <a:cubicBezTo>
                  <a:pt x="136412" y="81634"/>
                  <a:pt x="135893" y="87649"/>
                  <a:pt x="134855" y="93003"/>
                </a:cubicBezTo>
                <a:cubicBezTo>
                  <a:pt x="134335" y="95912"/>
                  <a:pt x="132859" y="100621"/>
                  <a:pt x="130427" y="107132"/>
                </a:cubicBezTo>
                <a:cubicBezTo>
                  <a:pt x="127994" y="113643"/>
                  <a:pt x="126778" y="117493"/>
                  <a:pt x="126778" y="118683"/>
                </a:cubicBezTo>
                <a:cubicBezTo>
                  <a:pt x="126778" y="120534"/>
                  <a:pt x="127449" y="122253"/>
                  <a:pt x="128792" y="123839"/>
                </a:cubicBezTo>
                <a:cubicBezTo>
                  <a:pt x="130137" y="125426"/>
                  <a:pt x="132677" y="126880"/>
                  <a:pt x="136412" y="128202"/>
                </a:cubicBezTo>
                <a:lnTo>
                  <a:pt x="136412" y="1318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r">
            <a:extLst xmlns:a="http://schemas.openxmlformats.org/drawingml/2006/main">
              <a:ext uri="{FF2B5EF4-FFF2-40B4-BE49-F238E27FC236}">
                <a16:creationId xmlns:a16="http://schemas.microsoft.com/office/drawing/2014/main" id="{7524C750-381B-4813-8D2C-C39EA36A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7104" y="3091361"/>
            <a:ext cx="92868" cy="79618"/>
          </a:xfrm>
          <a:custGeom xmlns:a="http://schemas.openxmlformats.org/drawingml/2006/main">
            <a:pathLst>
              <a:path w="92868" h="79618">
                <a:moveTo>
                  <a:pt x="90170" y="37876"/>
                </a:moveTo>
                <a:lnTo>
                  <a:pt x="69747" y="37876"/>
                </a:lnTo>
                <a:cubicBezTo>
                  <a:pt x="79060" y="44023"/>
                  <a:pt x="85241" y="49410"/>
                  <a:pt x="88292" y="54037"/>
                </a:cubicBezTo>
                <a:cubicBezTo>
                  <a:pt x="91342" y="58664"/>
                  <a:pt x="92868" y="63126"/>
                  <a:pt x="92868" y="67422"/>
                </a:cubicBezTo>
                <a:cubicBezTo>
                  <a:pt x="92868" y="71124"/>
                  <a:pt x="91756" y="74082"/>
                  <a:pt x="89532" y="76296"/>
                </a:cubicBezTo>
                <a:cubicBezTo>
                  <a:pt x="87308" y="78511"/>
                  <a:pt x="84166" y="79618"/>
                  <a:pt x="80106" y="79618"/>
                </a:cubicBezTo>
                <a:cubicBezTo>
                  <a:pt x="75787" y="79618"/>
                  <a:pt x="72435" y="78544"/>
                  <a:pt x="70048" y="76396"/>
                </a:cubicBezTo>
                <a:cubicBezTo>
                  <a:pt x="67664" y="74247"/>
                  <a:pt x="66472" y="71653"/>
                  <a:pt x="66472" y="68612"/>
                </a:cubicBezTo>
                <a:cubicBezTo>
                  <a:pt x="66472" y="65109"/>
                  <a:pt x="67564" y="62068"/>
                  <a:pt x="69747" y="59490"/>
                </a:cubicBezTo>
                <a:cubicBezTo>
                  <a:pt x="71931" y="56912"/>
                  <a:pt x="73151" y="55392"/>
                  <a:pt x="73408" y="54929"/>
                </a:cubicBezTo>
                <a:cubicBezTo>
                  <a:pt x="73793" y="54268"/>
                  <a:pt x="73986" y="53508"/>
                  <a:pt x="73986" y="52649"/>
                </a:cubicBezTo>
                <a:cubicBezTo>
                  <a:pt x="73986" y="50732"/>
                  <a:pt x="73279" y="48914"/>
                  <a:pt x="71867" y="47196"/>
                </a:cubicBezTo>
                <a:cubicBezTo>
                  <a:pt x="69683" y="44486"/>
                  <a:pt x="66568" y="42436"/>
                  <a:pt x="62522" y="41048"/>
                </a:cubicBezTo>
                <a:cubicBezTo>
                  <a:pt x="56292" y="38933"/>
                  <a:pt x="49420" y="37876"/>
                  <a:pt x="41906" y="37876"/>
                </a:cubicBezTo>
                <a:lnTo>
                  <a:pt x="21194" y="37876"/>
                </a:lnTo>
                <a:lnTo>
                  <a:pt x="15799" y="37975"/>
                </a:lnTo>
                <a:cubicBezTo>
                  <a:pt x="12138" y="37975"/>
                  <a:pt x="9794" y="38206"/>
                  <a:pt x="8767" y="38669"/>
                </a:cubicBezTo>
                <a:cubicBezTo>
                  <a:pt x="7033" y="39462"/>
                  <a:pt x="5764" y="40635"/>
                  <a:pt x="4961" y="42189"/>
                </a:cubicBezTo>
                <a:cubicBezTo>
                  <a:pt x="4158" y="43742"/>
                  <a:pt x="3661" y="46369"/>
                  <a:pt x="3468" y="50071"/>
                </a:cubicBezTo>
                <a:lnTo>
                  <a:pt x="0" y="50071"/>
                </a:lnTo>
                <a:lnTo>
                  <a:pt x="0" y="0"/>
                </a:lnTo>
                <a:lnTo>
                  <a:pt x="3468" y="0"/>
                </a:lnTo>
                <a:cubicBezTo>
                  <a:pt x="3789" y="4032"/>
                  <a:pt x="4865" y="6759"/>
                  <a:pt x="6695" y="8180"/>
                </a:cubicBezTo>
                <a:cubicBezTo>
                  <a:pt x="8526" y="9601"/>
                  <a:pt x="13359" y="10312"/>
                  <a:pt x="21194" y="10312"/>
                </a:cubicBezTo>
                <a:lnTo>
                  <a:pt x="71096" y="10312"/>
                </a:lnTo>
                <a:cubicBezTo>
                  <a:pt x="76266" y="10312"/>
                  <a:pt x="79561" y="10047"/>
                  <a:pt x="80982" y="9518"/>
                </a:cubicBezTo>
                <a:cubicBezTo>
                  <a:pt x="82793" y="8857"/>
                  <a:pt x="84117" y="7899"/>
                  <a:pt x="84956" y="6643"/>
                </a:cubicBezTo>
                <a:cubicBezTo>
                  <a:pt x="85797" y="5387"/>
                  <a:pt x="86379" y="3173"/>
                  <a:pt x="86702" y="0"/>
                </a:cubicBezTo>
                <a:lnTo>
                  <a:pt x="90170" y="0"/>
                </a:lnTo>
                <a:lnTo>
                  <a:pt x="90170" y="378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Text o">
            <a:extLst xmlns:a="http://schemas.openxmlformats.org/drawingml/2006/main">
              <a:ext uri="{FF2B5EF4-FFF2-40B4-BE49-F238E27FC236}">
                <a16:creationId xmlns:a16="http://schemas.microsoft.com/office/drawing/2014/main" id="{00BD7E16-CCE6-474F-992F-9F7E38BF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407" y="3181259"/>
            <a:ext cx="95565" cy="86955"/>
          </a:xfrm>
          <a:custGeom xmlns:a="http://schemas.openxmlformats.org/drawingml/2006/main">
            <a:pathLst>
              <a:path w="95565" h="86955">
                <a:moveTo>
                  <a:pt x="95565" y="43230"/>
                </a:moveTo>
                <a:cubicBezTo>
                  <a:pt x="95565" y="51294"/>
                  <a:pt x="93540" y="58796"/>
                  <a:pt x="89490" y="65737"/>
                </a:cubicBezTo>
                <a:cubicBezTo>
                  <a:pt x="85440" y="72677"/>
                  <a:pt x="79686" y="77949"/>
                  <a:pt x="72228" y="81551"/>
                </a:cubicBezTo>
                <a:cubicBezTo>
                  <a:pt x="64770" y="85154"/>
                  <a:pt x="56605" y="86955"/>
                  <a:pt x="47734" y="86955"/>
                </a:cubicBezTo>
                <a:cubicBezTo>
                  <a:pt x="34942" y="86955"/>
                  <a:pt x="24237" y="83617"/>
                  <a:pt x="15621" y="76941"/>
                </a:cubicBezTo>
                <a:cubicBezTo>
                  <a:pt x="5207" y="68877"/>
                  <a:pt x="0" y="57739"/>
                  <a:pt x="0" y="43527"/>
                </a:cubicBezTo>
                <a:cubicBezTo>
                  <a:pt x="0" y="29580"/>
                  <a:pt x="4758" y="18839"/>
                  <a:pt x="14273" y="11303"/>
                </a:cubicBezTo>
                <a:cubicBezTo>
                  <a:pt x="23788" y="3768"/>
                  <a:pt x="34813" y="0"/>
                  <a:pt x="47349" y="0"/>
                </a:cubicBezTo>
                <a:cubicBezTo>
                  <a:pt x="60270" y="0"/>
                  <a:pt x="71536" y="3850"/>
                  <a:pt x="81148" y="11551"/>
                </a:cubicBezTo>
                <a:cubicBezTo>
                  <a:pt x="90759" y="19252"/>
                  <a:pt x="95565" y="29811"/>
                  <a:pt x="95565" y="43230"/>
                </a:cubicBezTo>
                <a:moveTo>
                  <a:pt x="88822" y="43626"/>
                </a:moveTo>
                <a:cubicBezTo>
                  <a:pt x="88822" y="40255"/>
                  <a:pt x="87583" y="37363"/>
                  <a:pt x="85107" y="34951"/>
                </a:cubicBezTo>
                <a:cubicBezTo>
                  <a:pt x="82632" y="32538"/>
                  <a:pt x="77746" y="30952"/>
                  <a:pt x="70449" y="30191"/>
                </a:cubicBezTo>
                <a:cubicBezTo>
                  <a:pt x="63151" y="29431"/>
                  <a:pt x="53008" y="29051"/>
                  <a:pt x="40019" y="29051"/>
                </a:cubicBezTo>
                <a:cubicBezTo>
                  <a:pt x="33139" y="29051"/>
                  <a:pt x="26708" y="29514"/>
                  <a:pt x="20727" y="30439"/>
                </a:cubicBezTo>
                <a:cubicBezTo>
                  <a:pt x="16163" y="31166"/>
                  <a:pt x="12691" y="32720"/>
                  <a:pt x="10311" y="35099"/>
                </a:cubicBezTo>
                <a:cubicBezTo>
                  <a:pt x="7933" y="37479"/>
                  <a:pt x="6744" y="40189"/>
                  <a:pt x="6744" y="43230"/>
                </a:cubicBezTo>
                <a:cubicBezTo>
                  <a:pt x="6744" y="46204"/>
                  <a:pt x="7547" y="48683"/>
                  <a:pt x="9155" y="50666"/>
                </a:cubicBezTo>
                <a:cubicBezTo>
                  <a:pt x="11341" y="53244"/>
                  <a:pt x="14395" y="54962"/>
                  <a:pt x="18319" y="55822"/>
                </a:cubicBezTo>
                <a:cubicBezTo>
                  <a:pt x="24426" y="57144"/>
                  <a:pt x="36771" y="57805"/>
                  <a:pt x="55354" y="57805"/>
                </a:cubicBezTo>
                <a:cubicBezTo>
                  <a:pt x="66284" y="57805"/>
                  <a:pt x="73790" y="57177"/>
                  <a:pt x="77872" y="55921"/>
                </a:cubicBezTo>
                <a:cubicBezTo>
                  <a:pt x="81957" y="54665"/>
                  <a:pt x="84931" y="52814"/>
                  <a:pt x="86796" y="50369"/>
                </a:cubicBezTo>
                <a:cubicBezTo>
                  <a:pt x="88146" y="48650"/>
                  <a:pt x="88822" y="46402"/>
                  <a:pt x="88822" y="436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u">
            <a:extLst xmlns:a="http://schemas.openxmlformats.org/drawingml/2006/main">
              <a:ext uri="{FF2B5EF4-FFF2-40B4-BE49-F238E27FC236}">
                <a16:creationId xmlns:a16="http://schemas.microsoft.com/office/drawing/2014/main" id="{A4A6176D-3B50-44B3-AA45-522BAD71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407" y="3281698"/>
            <a:ext cx="92868" cy="100142"/>
          </a:xfrm>
          <a:custGeom xmlns:a="http://schemas.openxmlformats.org/drawingml/2006/main">
            <a:pathLst>
              <a:path w="92868" h="100142">
                <a:moveTo>
                  <a:pt x="92868" y="90128"/>
                </a:moveTo>
                <a:lnTo>
                  <a:pt x="22350" y="90128"/>
                </a:lnTo>
                <a:cubicBezTo>
                  <a:pt x="15436" y="90128"/>
                  <a:pt x="11123" y="90789"/>
                  <a:pt x="9411" y="92111"/>
                </a:cubicBezTo>
                <a:cubicBezTo>
                  <a:pt x="7699" y="93433"/>
                  <a:pt x="6617" y="96110"/>
                  <a:pt x="6165" y="100142"/>
                </a:cubicBezTo>
                <a:lnTo>
                  <a:pt x="2697" y="100142"/>
                </a:lnTo>
                <a:lnTo>
                  <a:pt x="2697" y="62366"/>
                </a:lnTo>
                <a:lnTo>
                  <a:pt x="14739" y="62366"/>
                </a:lnTo>
                <a:cubicBezTo>
                  <a:pt x="9601" y="57937"/>
                  <a:pt x="5860" y="53508"/>
                  <a:pt x="3516" y="49080"/>
                </a:cubicBezTo>
                <a:cubicBezTo>
                  <a:pt x="1172" y="44651"/>
                  <a:pt x="0" y="39693"/>
                  <a:pt x="0" y="34207"/>
                </a:cubicBezTo>
                <a:cubicBezTo>
                  <a:pt x="0" y="28985"/>
                  <a:pt x="1557" y="24341"/>
                  <a:pt x="4672" y="20276"/>
                </a:cubicBezTo>
                <a:cubicBezTo>
                  <a:pt x="7787" y="16211"/>
                  <a:pt x="11432" y="13484"/>
                  <a:pt x="15606" y="12096"/>
                </a:cubicBezTo>
                <a:cubicBezTo>
                  <a:pt x="19781" y="10708"/>
                  <a:pt x="27070" y="10014"/>
                  <a:pt x="37475" y="10014"/>
                </a:cubicBezTo>
                <a:lnTo>
                  <a:pt x="73215" y="10014"/>
                </a:lnTo>
                <a:cubicBezTo>
                  <a:pt x="80105" y="10014"/>
                  <a:pt x="84395" y="9370"/>
                  <a:pt x="86085" y="8081"/>
                </a:cubicBezTo>
                <a:cubicBezTo>
                  <a:pt x="87775" y="6792"/>
                  <a:pt x="88880" y="4098"/>
                  <a:pt x="89400" y="0"/>
                </a:cubicBezTo>
                <a:lnTo>
                  <a:pt x="92868" y="0"/>
                </a:lnTo>
                <a:lnTo>
                  <a:pt x="92868" y="37776"/>
                </a:lnTo>
                <a:lnTo>
                  <a:pt x="31234" y="37776"/>
                </a:lnTo>
                <a:cubicBezTo>
                  <a:pt x="24803" y="37776"/>
                  <a:pt x="20656" y="38090"/>
                  <a:pt x="18792" y="38718"/>
                </a:cubicBezTo>
                <a:cubicBezTo>
                  <a:pt x="16927" y="39346"/>
                  <a:pt x="15512" y="40338"/>
                  <a:pt x="14547" y="41693"/>
                </a:cubicBezTo>
                <a:cubicBezTo>
                  <a:pt x="13583" y="43048"/>
                  <a:pt x="13102" y="44618"/>
                  <a:pt x="13102" y="46402"/>
                </a:cubicBezTo>
                <a:cubicBezTo>
                  <a:pt x="13102" y="48782"/>
                  <a:pt x="13712" y="50930"/>
                  <a:pt x="14932" y="52847"/>
                </a:cubicBezTo>
                <a:cubicBezTo>
                  <a:pt x="16602" y="55491"/>
                  <a:pt x="19974" y="58664"/>
                  <a:pt x="25047" y="62366"/>
                </a:cubicBezTo>
                <a:lnTo>
                  <a:pt x="73215" y="62366"/>
                </a:lnTo>
                <a:cubicBezTo>
                  <a:pt x="80105" y="62366"/>
                  <a:pt x="84395" y="61721"/>
                  <a:pt x="86085" y="60432"/>
                </a:cubicBezTo>
                <a:cubicBezTo>
                  <a:pt x="87775" y="59143"/>
                  <a:pt x="88880" y="56450"/>
                  <a:pt x="89400" y="52352"/>
                </a:cubicBezTo>
                <a:lnTo>
                  <a:pt x="92868" y="52352"/>
                </a:lnTo>
                <a:lnTo>
                  <a:pt x="92868" y="901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p">
            <a:extLst xmlns:a="http://schemas.openxmlformats.org/drawingml/2006/main">
              <a:ext uri="{FF2B5EF4-FFF2-40B4-BE49-F238E27FC236}">
                <a16:creationId xmlns:a16="http://schemas.microsoft.com/office/drawing/2014/main" id="{43CD8F97-FF42-4E7C-AB53-5AA54AF4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4909" y="3392383"/>
            <a:ext cx="135063" cy="100241"/>
          </a:xfrm>
          <a:custGeom xmlns:a="http://schemas.openxmlformats.org/drawingml/2006/main">
            <a:pathLst>
              <a:path w="135063" h="100241">
                <a:moveTo>
                  <a:pt x="51347" y="38867"/>
                </a:moveTo>
                <a:lnTo>
                  <a:pt x="17918" y="38867"/>
                </a:lnTo>
                <a:cubicBezTo>
                  <a:pt x="13232" y="38867"/>
                  <a:pt x="10043" y="39247"/>
                  <a:pt x="8351" y="40007"/>
                </a:cubicBezTo>
                <a:cubicBezTo>
                  <a:pt x="6657" y="40767"/>
                  <a:pt x="5420" y="41941"/>
                  <a:pt x="4639" y="43527"/>
                </a:cubicBezTo>
                <a:cubicBezTo>
                  <a:pt x="3858" y="45114"/>
                  <a:pt x="3468" y="48220"/>
                  <a:pt x="3468" y="52847"/>
                </a:cubicBezTo>
                <a:lnTo>
                  <a:pt x="0" y="52847"/>
                </a:lnTo>
                <a:lnTo>
                  <a:pt x="0" y="0"/>
                </a:lnTo>
                <a:lnTo>
                  <a:pt x="3468" y="0"/>
                </a:lnTo>
                <a:cubicBezTo>
                  <a:pt x="3599" y="4098"/>
                  <a:pt x="4738" y="7139"/>
                  <a:pt x="6885" y="9122"/>
                </a:cubicBezTo>
                <a:cubicBezTo>
                  <a:pt x="8380" y="10444"/>
                  <a:pt x="12251" y="11105"/>
                  <a:pt x="18496" y="11105"/>
                </a:cubicBezTo>
                <a:lnTo>
                  <a:pt x="113484" y="11105"/>
                </a:lnTo>
                <a:cubicBezTo>
                  <a:pt x="119922" y="11105"/>
                  <a:pt x="124035" y="10345"/>
                  <a:pt x="125824" y="8824"/>
                </a:cubicBezTo>
                <a:cubicBezTo>
                  <a:pt x="127612" y="7304"/>
                  <a:pt x="128636" y="4363"/>
                  <a:pt x="128897" y="0"/>
                </a:cubicBezTo>
                <a:lnTo>
                  <a:pt x="132365" y="0"/>
                </a:lnTo>
                <a:lnTo>
                  <a:pt x="132365" y="38867"/>
                </a:lnTo>
                <a:lnTo>
                  <a:pt x="120516" y="38867"/>
                </a:lnTo>
                <a:cubicBezTo>
                  <a:pt x="125140" y="42106"/>
                  <a:pt x="128480" y="45411"/>
                  <a:pt x="130535" y="48782"/>
                </a:cubicBezTo>
                <a:cubicBezTo>
                  <a:pt x="133554" y="53607"/>
                  <a:pt x="135063" y="58862"/>
                  <a:pt x="135063" y="64547"/>
                </a:cubicBezTo>
                <a:cubicBezTo>
                  <a:pt x="135063" y="71355"/>
                  <a:pt x="132974" y="77552"/>
                  <a:pt x="128795" y="83138"/>
                </a:cubicBezTo>
                <a:cubicBezTo>
                  <a:pt x="124616" y="88723"/>
                  <a:pt x="118846" y="92970"/>
                  <a:pt x="111485" y="95879"/>
                </a:cubicBezTo>
                <a:cubicBezTo>
                  <a:pt x="104123" y="98787"/>
                  <a:pt x="96199" y="100241"/>
                  <a:pt x="87714" y="100241"/>
                </a:cubicBezTo>
                <a:cubicBezTo>
                  <a:pt x="78586" y="100241"/>
                  <a:pt x="70245" y="98738"/>
                  <a:pt x="62691" y="95730"/>
                </a:cubicBezTo>
                <a:cubicBezTo>
                  <a:pt x="55136" y="92722"/>
                  <a:pt x="49382" y="88360"/>
                  <a:pt x="45428" y="82642"/>
                </a:cubicBezTo>
                <a:cubicBezTo>
                  <a:pt x="41475" y="76924"/>
                  <a:pt x="39498" y="70562"/>
                  <a:pt x="39498" y="63556"/>
                </a:cubicBezTo>
                <a:cubicBezTo>
                  <a:pt x="39498" y="58466"/>
                  <a:pt x="40589" y="53707"/>
                  <a:pt x="42773" y="49278"/>
                </a:cubicBezTo>
                <a:cubicBezTo>
                  <a:pt x="44443" y="45973"/>
                  <a:pt x="47301" y="42503"/>
                  <a:pt x="51347" y="38867"/>
                </a:cubicBezTo>
                <a:moveTo>
                  <a:pt x="61092" y="38867"/>
                </a:moveTo>
                <a:cubicBezTo>
                  <a:pt x="53247" y="44552"/>
                  <a:pt x="49324" y="50633"/>
                  <a:pt x="49324" y="57111"/>
                </a:cubicBezTo>
                <a:cubicBezTo>
                  <a:pt x="49324" y="60680"/>
                  <a:pt x="51156" y="63622"/>
                  <a:pt x="54821" y="65935"/>
                </a:cubicBezTo>
                <a:cubicBezTo>
                  <a:pt x="60224" y="69372"/>
                  <a:pt x="70514" y="71091"/>
                  <a:pt x="85691" y="71091"/>
                </a:cubicBezTo>
                <a:cubicBezTo>
                  <a:pt x="101253" y="71091"/>
                  <a:pt x="111896" y="69207"/>
                  <a:pt x="117620" y="65439"/>
                </a:cubicBezTo>
                <a:cubicBezTo>
                  <a:pt x="121413" y="62928"/>
                  <a:pt x="123310" y="59556"/>
                  <a:pt x="123310" y="55326"/>
                </a:cubicBezTo>
                <a:cubicBezTo>
                  <a:pt x="123310" y="48650"/>
                  <a:pt x="118616" y="43164"/>
                  <a:pt x="109227" y="38867"/>
                </a:cubicBezTo>
                <a:lnTo>
                  <a:pt x="61092" y="388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)">
            <a:extLst xmlns:a="http://schemas.openxmlformats.org/drawingml/2006/main">
              <a:ext uri="{FF2B5EF4-FFF2-40B4-BE49-F238E27FC236}">
                <a16:creationId xmlns:a16="http://schemas.microsoft.com/office/drawing/2014/main" id="{46FB3120-F0A9-4C8D-A89A-C8AB179C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4909" y="3507534"/>
            <a:ext cx="179185" cy="54731"/>
          </a:xfrm>
          <a:custGeom xmlns:a="http://schemas.openxmlformats.org/drawingml/2006/main">
            <a:pathLst>
              <a:path w="179185" h="54731">
                <a:moveTo>
                  <a:pt x="175139" y="0"/>
                </a:moveTo>
                <a:lnTo>
                  <a:pt x="179185" y="0"/>
                </a:lnTo>
                <a:cubicBezTo>
                  <a:pt x="174368" y="10047"/>
                  <a:pt x="168684" y="18409"/>
                  <a:pt x="162133" y="25085"/>
                </a:cubicBezTo>
                <a:cubicBezTo>
                  <a:pt x="152757" y="34537"/>
                  <a:pt x="141758" y="41842"/>
                  <a:pt x="129138" y="46997"/>
                </a:cubicBezTo>
                <a:cubicBezTo>
                  <a:pt x="116518" y="52153"/>
                  <a:pt x="103368" y="54731"/>
                  <a:pt x="89689" y="54731"/>
                </a:cubicBezTo>
                <a:cubicBezTo>
                  <a:pt x="69779" y="54731"/>
                  <a:pt x="51620" y="49691"/>
                  <a:pt x="35211" y="39611"/>
                </a:cubicBezTo>
                <a:cubicBezTo>
                  <a:pt x="18802" y="29530"/>
                  <a:pt x="7065" y="16327"/>
                  <a:pt x="0" y="0"/>
                </a:cubicBezTo>
                <a:lnTo>
                  <a:pt x="3564" y="0"/>
                </a:lnTo>
                <a:cubicBezTo>
                  <a:pt x="7996" y="8130"/>
                  <a:pt x="13985" y="14823"/>
                  <a:pt x="21531" y="20078"/>
                </a:cubicBezTo>
                <a:cubicBezTo>
                  <a:pt x="29077" y="25333"/>
                  <a:pt x="38679" y="29233"/>
                  <a:pt x="50335" y="31778"/>
                </a:cubicBezTo>
                <a:cubicBezTo>
                  <a:pt x="61992" y="34323"/>
                  <a:pt x="74146" y="35595"/>
                  <a:pt x="86799" y="35595"/>
                </a:cubicBezTo>
                <a:cubicBezTo>
                  <a:pt x="100478" y="35595"/>
                  <a:pt x="112970" y="34504"/>
                  <a:pt x="124273" y="32323"/>
                </a:cubicBezTo>
                <a:cubicBezTo>
                  <a:pt x="133136" y="30671"/>
                  <a:pt x="140233" y="28605"/>
                  <a:pt x="145563" y="26126"/>
                </a:cubicBezTo>
                <a:cubicBezTo>
                  <a:pt x="150894" y="23647"/>
                  <a:pt x="156032" y="20359"/>
                  <a:pt x="160977" y="16261"/>
                </a:cubicBezTo>
                <a:cubicBezTo>
                  <a:pt x="165922" y="12162"/>
                  <a:pt x="170643" y="6742"/>
                  <a:pt x="17513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Output">
            <a:extLst xmlns:a="http://schemas.openxmlformats.org/drawingml/2006/main">
              <a:ext uri="{FF2B5EF4-FFF2-40B4-BE49-F238E27FC236}">
                <a16:creationId xmlns:a16="http://schemas.microsoft.com/office/drawing/2014/main" id="{B4EFF91A-85F6-422A-9AC9-B6680AE0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745" y="3964455"/>
            <a:ext cx="590626" cy="197292"/>
          </a:xfrm>
          <a:custGeom xmlns:a="http://schemas.openxmlformats.org/drawingml/2006/main">
            <a:pathLst>
              <a:path w="590626" h="197292">
                <a:moveTo>
                  <a:pt x="71148" y="0"/>
                </a:moveTo>
                <a:cubicBezTo>
                  <a:pt x="89645" y="0"/>
                  <a:pt x="105672" y="7219"/>
                  <a:pt x="119229" y="21657"/>
                </a:cubicBezTo>
                <a:cubicBezTo>
                  <a:pt x="132786" y="36094"/>
                  <a:pt x="139564" y="54114"/>
                  <a:pt x="139564" y="75715"/>
                </a:cubicBezTo>
                <a:cubicBezTo>
                  <a:pt x="139564" y="97965"/>
                  <a:pt x="132733" y="116436"/>
                  <a:pt x="119071" y="131126"/>
                </a:cubicBezTo>
                <a:cubicBezTo>
                  <a:pt x="105409" y="145816"/>
                  <a:pt x="88874" y="153161"/>
                  <a:pt x="69467" y="153161"/>
                </a:cubicBezTo>
                <a:cubicBezTo>
                  <a:pt x="49849" y="153161"/>
                  <a:pt x="33367" y="145996"/>
                  <a:pt x="20020" y="131666"/>
                </a:cubicBezTo>
                <a:cubicBezTo>
                  <a:pt x="6673" y="117337"/>
                  <a:pt x="0" y="98795"/>
                  <a:pt x="0" y="76040"/>
                </a:cubicBezTo>
                <a:cubicBezTo>
                  <a:pt x="0" y="52782"/>
                  <a:pt x="7707" y="33808"/>
                  <a:pt x="23121" y="19118"/>
                </a:cubicBezTo>
                <a:cubicBezTo>
                  <a:pt x="36503" y="6373"/>
                  <a:pt x="52512" y="0"/>
                  <a:pt x="71148" y="0"/>
                </a:cubicBezTo>
                <a:moveTo>
                  <a:pt x="69152" y="8004"/>
                </a:moveTo>
                <a:cubicBezTo>
                  <a:pt x="56400" y="8004"/>
                  <a:pt x="46171" y="12864"/>
                  <a:pt x="38464" y="22583"/>
                </a:cubicBezTo>
                <a:cubicBezTo>
                  <a:pt x="28866" y="34679"/>
                  <a:pt x="24066" y="52391"/>
                  <a:pt x="24066" y="75718"/>
                </a:cubicBezTo>
                <a:cubicBezTo>
                  <a:pt x="24066" y="99620"/>
                  <a:pt x="29041" y="118015"/>
                  <a:pt x="38990" y="130902"/>
                </a:cubicBezTo>
                <a:cubicBezTo>
                  <a:pt x="46627" y="140694"/>
                  <a:pt x="56716" y="145589"/>
                  <a:pt x="69257" y="145589"/>
                </a:cubicBezTo>
                <a:cubicBezTo>
                  <a:pt x="82639" y="145589"/>
                  <a:pt x="93691" y="140226"/>
                  <a:pt x="102414" y="129500"/>
                </a:cubicBezTo>
                <a:cubicBezTo>
                  <a:pt x="111137" y="118771"/>
                  <a:pt x="115498" y="101851"/>
                  <a:pt x="115498" y="78740"/>
                </a:cubicBezTo>
                <a:cubicBezTo>
                  <a:pt x="115498" y="53687"/>
                  <a:pt x="110699" y="35004"/>
                  <a:pt x="101100" y="22691"/>
                </a:cubicBezTo>
                <a:cubicBezTo>
                  <a:pt x="93393" y="12900"/>
                  <a:pt x="82744" y="8004"/>
                  <a:pt x="69152" y="8004"/>
                </a:cubicBezTo>
                <a:close/>
                <a:moveTo>
                  <a:pt x="238237" y="50837"/>
                </a:moveTo>
                <a:lnTo>
                  <a:pt x="238237" y="110868"/>
                </a:lnTo>
                <a:cubicBezTo>
                  <a:pt x="238237" y="122334"/>
                  <a:pt x="238499" y="129347"/>
                  <a:pt x="239025" y="131906"/>
                </a:cubicBezTo>
                <a:cubicBezTo>
                  <a:pt x="239550" y="134466"/>
                  <a:pt x="240391" y="136251"/>
                  <a:pt x="241547" y="137261"/>
                </a:cubicBezTo>
                <a:cubicBezTo>
                  <a:pt x="242703" y="138270"/>
                  <a:pt x="244052" y="138775"/>
                  <a:pt x="245593" y="138775"/>
                </a:cubicBezTo>
                <a:cubicBezTo>
                  <a:pt x="247765" y="138775"/>
                  <a:pt x="250217" y="138162"/>
                  <a:pt x="252950" y="136936"/>
                </a:cubicBezTo>
                <a:lnTo>
                  <a:pt x="254421" y="140722"/>
                </a:lnTo>
                <a:lnTo>
                  <a:pt x="225625" y="152944"/>
                </a:lnTo>
                <a:lnTo>
                  <a:pt x="220896" y="152944"/>
                </a:lnTo>
                <a:lnTo>
                  <a:pt x="220896" y="131960"/>
                </a:lnTo>
                <a:cubicBezTo>
                  <a:pt x="212629" y="141191"/>
                  <a:pt x="206323" y="146995"/>
                  <a:pt x="201979" y="149375"/>
                </a:cubicBezTo>
                <a:cubicBezTo>
                  <a:pt x="197635" y="151755"/>
                  <a:pt x="193046" y="152944"/>
                  <a:pt x="188212" y="152944"/>
                </a:cubicBezTo>
                <a:cubicBezTo>
                  <a:pt x="182817" y="152944"/>
                  <a:pt x="178140" y="151340"/>
                  <a:pt x="174182" y="148131"/>
                </a:cubicBezTo>
                <a:cubicBezTo>
                  <a:pt x="170223" y="144922"/>
                  <a:pt x="167473" y="140794"/>
                  <a:pt x="165932" y="135746"/>
                </a:cubicBezTo>
                <a:cubicBezTo>
                  <a:pt x="164391" y="130699"/>
                  <a:pt x="163620" y="123560"/>
                  <a:pt x="163620" y="114330"/>
                </a:cubicBezTo>
                <a:lnTo>
                  <a:pt x="163620" y="70090"/>
                </a:lnTo>
                <a:cubicBezTo>
                  <a:pt x="163620" y="65403"/>
                  <a:pt x="163130" y="62158"/>
                  <a:pt x="162149" y="60356"/>
                </a:cubicBezTo>
                <a:cubicBezTo>
                  <a:pt x="161168" y="58553"/>
                  <a:pt x="159714" y="57165"/>
                  <a:pt x="157787" y="56191"/>
                </a:cubicBezTo>
                <a:cubicBezTo>
                  <a:pt x="155861" y="55218"/>
                  <a:pt x="152375" y="54767"/>
                  <a:pt x="147330" y="54839"/>
                </a:cubicBezTo>
                <a:lnTo>
                  <a:pt x="147330" y="50837"/>
                </a:lnTo>
                <a:lnTo>
                  <a:pt x="181066" y="50837"/>
                </a:lnTo>
                <a:lnTo>
                  <a:pt x="181066" y="116980"/>
                </a:lnTo>
                <a:cubicBezTo>
                  <a:pt x="181066" y="126187"/>
                  <a:pt x="182624" y="132230"/>
                  <a:pt x="185742" y="135107"/>
                </a:cubicBezTo>
                <a:cubicBezTo>
                  <a:pt x="188860" y="137985"/>
                  <a:pt x="192626" y="139424"/>
                  <a:pt x="197040" y="139424"/>
                </a:cubicBezTo>
                <a:cubicBezTo>
                  <a:pt x="200052" y="139424"/>
                  <a:pt x="203468" y="138453"/>
                  <a:pt x="207286" y="136510"/>
                </a:cubicBezTo>
                <a:cubicBezTo>
                  <a:pt x="211105" y="134568"/>
                  <a:pt x="215641" y="130864"/>
                  <a:pt x="220896" y="125400"/>
                </a:cubicBezTo>
                <a:lnTo>
                  <a:pt x="220896" y="69404"/>
                </a:lnTo>
                <a:cubicBezTo>
                  <a:pt x="220896" y="63793"/>
                  <a:pt x="219898" y="60000"/>
                  <a:pt x="217901" y="58023"/>
                </a:cubicBezTo>
                <a:cubicBezTo>
                  <a:pt x="215904" y="56045"/>
                  <a:pt x="211753" y="54984"/>
                  <a:pt x="205447" y="54839"/>
                </a:cubicBezTo>
                <a:lnTo>
                  <a:pt x="205447" y="50837"/>
                </a:lnTo>
                <a:lnTo>
                  <a:pt x="238237" y="50837"/>
                </a:lnTo>
                <a:close/>
                <a:moveTo>
                  <a:pt x="289417" y="18172"/>
                </a:moveTo>
                <a:lnTo>
                  <a:pt x="289417" y="50837"/>
                </a:lnTo>
                <a:lnTo>
                  <a:pt x="311907" y="50837"/>
                </a:lnTo>
                <a:lnTo>
                  <a:pt x="311907" y="58409"/>
                </a:lnTo>
                <a:lnTo>
                  <a:pt x="289417" y="58409"/>
                </a:lnTo>
                <a:lnTo>
                  <a:pt x="289417" y="122570"/>
                </a:lnTo>
                <a:cubicBezTo>
                  <a:pt x="289417" y="128981"/>
                  <a:pt x="290310" y="133304"/>
                  <a:pt x="292097" y="135537"/>
                </a:cubicBezTo>
                <a:cubicBezTo>
                  <a:pt x="293883" y="137768"/>
                  <a:pt x="296178" y="138883"/>
                  <a:pt x="298980" y="138883"/>
                </a:cubicBezTo>
                <a:cubicBezTo>
                  <a:pt x="301293" y="138883"/>
                  <a:pt x="303535" y="138144"/>
                  <a:pt x="305706" y="136666"/>
                </a:cubicBezTo>
                <a:cubicBezTo>
                  <a:pt x="307878" y="135187"/>
                  <a:pt x="309560" y="133006"/>
                  <a:pt x="310751" y="130122"/>
                </a:cubicBezTo>
                <a:lnTo>
                  <a:pt x="314850" y="130122"/>
                </a:lnTo>
                <a:cubicBezTo>
                  <a:pt x="312397" y="137209"/>
                  <a:pt x="308929" y="142568"/>
                  <a:pt x="304445" y="146201"/>
                </a:cubicBezTo>
                <a:cubicBezTo>
                  <a:pt x="299961" y="149831"/>
                  <a:pt x="295337" y="151646"/>
                  <a:pt x="290573" y="151646"/>
                </a:cubicBezTo>
                <a:cubicBezTo>
                  <a:pt x="287350" y="151646"/>
                  <a:pt x="284197" y="150726"/>
                  <a:pt x="281115" y="148885"/>
                </a:cubicBezTo>
                <a:cubicBezTo>
                  <a:pt x="278032" y="147044"/>
                  <a:pt x="275755" y="144410"/>
                  <a:pt x="274283" y="140982"/>
                </a:cubicBezTo>
                <a:cubicBezTo>
                  <a:pt x="272812" y="137552"/>
                  <a:pt x="272076" y="132264"/>
                  <a:pt x="272076" y="125116"/>
                </a:cubicBezTo>
                <a:lnTo>
                  <a:pt x="272076" y="58409"/>
                </a:lnTo>
                <a:lnTo>
                  <a:pt x="256838" y="58409"/>
                </a:lnTo>
                <a:lnTo>
                  <a:pt x="256838" y="54839"/>
                </a:lnTo>
                <a:cubicBezTo>
                  <a:pt x="260691" y="53248"/>
                  <a:pt x="264632" y="50554"/>
                  <a:pt x="268661" y="46757"/>
                </a:cubicBezTo>
                <a:cubicBezTo>
                  <a:pt x="272690" y="42960"/>
                  <a:pt x="276280" y="38458"/>
                  <a:pt x="279433" y="33250"/>
                </a:cubicBezTo>
                <a:cubicBezTo>
                  <a:pt x="281044" y="30503"/>
                  <a:pt x="283286" y="25477"/>
                  <a:pt x="286159" y="18172"/>
                </a:cubicBezTo>
                <a:lnTo>
                  <a:pt x="289417" y="18172"/>
                </a:lnTo>
                <a:close/>
                <a:moveTo>
                  <a:pt x="315071" y="60582"/>
                </a:moveTo>
                <a:lnTo>
                  <a:pt x="344707" y="48241"/>
                </a:lnTo>
                <a:lnTo>
                  <a:pt x="348701" y="48241"/>
                </a:lnTo>
                <a:lnTo>
                  <a:pt x="348701" y="71388"/>
                </a:lnTo>
                <a:cubicBezTo>
                  <a:pt x="353675" y="62663"/>
                  <a:pt x="358667" y="56588"/>
                  <a:pt x="363676" y="53163"/>
                </a:cubicBezTo>
                <a:cubicBezTo>
                  <a:pt x="368686" y="49738"/>
                  <a:pt x="373958" y="48025"/>
                  <a:pt x="379493" y="48025"/>
                </a:cubicBezTo>
                <a:cubicBezTo>
                  <a:pt x="389162" y="48025"/>
                  <a:pt x="397219" y="51914"/>
                  <a:pt x="403665" y="59693"/>
                </a:cubicBezTo>
                <a:cubicBezTo>
                  <a:pt x="411582" y="69203"/>
                  <a:pt x="415540" y="81593"/>
                  <a:pt x="415540" y="96865"/>
                </a:cubicBezTo>
                <a:cubicBezTo>
                  <a:pt x="415540" y="113936"/>
                  <a:pt x="410776" y="128055"/>
                  <a:pt x="401247" y="139221"/>
                </a:cubicBezTo>
                <a:cubicBezTo>
                  <a:pt x="393400" y="148370"/>
                  <a:pt x="383522" y="152944"/>
                  <a:pt x="371611" y="152944"/>
                </a:cubicBezTo>
                <a:cubicBezTo>
                  <a:pt x="366426" y="152944"/>
                  <a:pt x="361942" y="152187"/>
                  <a:pt x="358159" y="150673"/>
                </a:cubicBezTo>
                <a:cubicBezTo>
                  <a:pt x="355356" y="149591"/>
                  <a:pt x="352204" y="147428"/>
                  <a:pt x="348701" y="144183"/>
                </a:cubicBezTo>
                <a:lnTo>
                  <a:pt x="348701" y="174361"/>
                </a:lnTo>
                <a:cubicBezTo>
                  <a:pt x="348701" y="181139"/>
                  <a:pt x="349103" y="185448"/>
                  <a:pt x="349909" y="187287"/>
                </a:cubicBezTo>
                <a:cubicBezTo>
                  <a:pt x="350715" y="189125"/>
                  <a:pt x="352116" y="190586"/>
                  <a:pt x="354113" y="191667"/>
                </a:cubicBezTo>
                <a:cubicBezTo>
                  <a:pt x="356110" y="192749"/>
                  <a:pt x="359735" y="193290"/>
                  <a:pt x="364990" y="193290"/>
                </a:cubicBezTo>
                <a:lnTo>
                  <a:pt x="364990" y="197292"/>
                </a:lnTo>
                <a:lnTo>
                  <a:pt x="314545" y="197292"/>
                </a:lnTo>
                <a:lnTo>
                  <a:pt x="314545" y="193290"/>
                </a:lnTo>
                <a:lnTo>
                  <a:pt x="317172" y="193290"/>
                </a:lnTo>
                <a:cubicBezTo>
                  <a:pt x="321026" y="193362"/>
                  <a:pt x="324319" y="192603"/>
                  <a:pt x="327051" y="191015"/>
                </a:cubicBezTo>
                <a:cubicBezTo>
                  <a:pt x="328382" y="190222"/>
                  <a:pt x="329416" y="188941"/>
                  <a:pt x="330152" y="187172"/>
                </a:cubicBezTo>
                <a:cubicBezTo>
                  <a:pt x="330887" y="185405"/>
                  <a:pt x="331255" y="180914"/>
                  <a:pt x="331255" y="173698"/>
                </a:cubicBezTo>
                <a:lnTo>
                  <a:pt x="331255" y="79957"/>
                </a:lnTo>
                <a:cubicBezTo>
                  <a:pt x="331255" y="73535"/>
                  <a:pt x="330975" y="69458"/>
                  <a:pt x="330414" y="67728"/>
                </a:cubicBezTo>
                <a:cubicBezTo>
                  <a:pt x="329854" y="65995"/>
                  <a:pt x="328960" y="64696"/>
                  <a:pt x="327734" y="63830"/>
                </a:cubicBezTo>
                <a:cubicBezTo>
                  <a:pt x="326508" y="62963"/>
                  <a:pt x="324844" y="62529"/>
                  <a:pt x="322742" y="62529"/>
                </a:cubicBezTo>
                <a:cubicBezTo>
                  <a:pt x="321061" y="62529"/>
                  <a:pt x="318924" y="63034"/>
                  <a:pt x="316332" y="64043"/>
                </a:cubicBezTo>
                <a:lnTo>
                  <a:pt x="315071" y="60582"/>
                </a:lnTo>
                <a:moveTo>
                  <a:pt x="348701" y="77966"/>
                </a:moveTo>
                <a:lnTo>
                  <a:pt x="348701" y="114911"/>
                </a:lnTo>
                <a:cubicBezTo>
                  <a:pt x="348701" y="122906"/>
                  <a:pt x="349016" y="128163"/>
                  <a:pt x="349646" y="130683"/>
                </a:cubicBezTo>
                <a:cubicBezTo>
                  <a:pt x="350627" y="134861"/>
                  <a:pt x="353027" y="138534"/>
                  <a:pt x="356845" y="141702"/>
                </a:cubicBezTo>
                <a:cubicBezTo>
                  <a:pt x="360664" y="144870"/>
                  <a:pt x="365480" y="146454"/>
                  <a:pt x="371296" y="146454"/>
                </a:cubicBezTo>
                <a:cubicBezTo>
                  <a:pt x="378302" y="146454"/>
                  <a:pt x="383977" y="143646"/>
                  <a:pt x="388321" y="138028"/>
                </a:cubicBezTo>
                <a:cubicBezTo>
                  <a:pt x="393996" y="130684"/>
                  <a:pt x="396833" y="120350"/>
                  <a:pt x="396833" y="107025"/>
                </a:cubicBezTo>
                <a:cubicBezTo>
                  <a:pt x="396833" y="91902"/>
                  <a:pt x="393611" y="80273"/>
                  <a:pt x="387165" y="72135"/>
                </a:cubicBezTo>
                <a:cubicBezTo>
                  <a:pt x="382681" y="66518"/>
                  <a:pt x="377356" y="63709"/>
                  <a:pt x="371191" y="63709"/>
                </a:cubicBezTo>
                <a:cubicBezTo>
                  <a:pt x="367828" y="63709"/>
                  <a:pt x="364500" y="64573"/>
                  <a:pt x="361207" y="66301"/>
                </a:cubicBezTo>
                <a:cubicBezTo>
                  <a:pt x="358684" y="67597"/>
                  <a:pt x="354516" y="71485"/>
                  <a:pt x="348701" y="77966"/>
                </a:cubicBezTo>
                <a:close/>
                <a:moveTo>
                  <a:pt x="514012" y="50837"/>
                </a:moveTo>
                <a:lnTo>
                  <a:pt x="514012" y="110868"/>
                </a:lnTo>
                <a:cubicBezTo>
                  <a:pt x="514012" y="122334"/>
                  <a:pt x="514275" y="129347"/>
                  <a:pt x="514801" y="131906"/>
                </a:cubicBezTo>
                <a:cubicBezTo>
                  <a:pt x="515326" y="134466"/>
                  <a:pt x="516167" y="136251"/>
                  <a:pt x="517323" y="137261"/>
                </a:cubicBezTo>
                <a:cubicBezTo>
                  <a:pt x="518479" y="138270"/>
                  <a:pt x="519828" y="138775"/>
                  <a:pt x="521369" y="138775"/>
                </a:cubicBezTo>
                <a:cubicBezTo>
                  <a:pt x="523541" y="138775"/>
                  <a:pt x="525993" y="138162"/>
                  <a:pt x="528726" y="136936"/>
                </a:cubicBezTo>
                <a:lnTo>
                  <a:pt x="530197" y="140722"/>
                </a:lnTo>
                <a:lnTo>
                  <a:pt x="501401" y="152944"/>
                </a:lnTo>
                <a:lnTo>
                  <a:pt x="496672" y="152944"/>
                </a:lnTo>
                <a:lnTo>
                  <a:pt x="496672" y="131960"/>
                </a:lnTo>
                <a:cubicBezTo>
                  <a:pt x="488405" y="141191"/>
                  <a:pt x="482099" y="146995"/>
                  <a:pt x="477755" y="149375"/>
                </a:cubicBezTo>
                <a:cubicBezTo>
                  <a:pt x="473411" y="151755"/>
                  <a:pt x="468822" y="152944"/>
                  <a:pt x="463988" y="152944"/>
                </a:cubicBezTo>
                <a:cubicBezTo>
                  <a:pt x="458593" y="152944"/>
                  <a:pt x="453916" y="151340"/>
                  <a:pt x="449958" y="148131"/>
                </a:cubicBezTo>
                <a:cubicBezTo>
                  <a:pt x="445999" y="144922"/>
                  <a:pt x="443249" y="140794"/>
                  <a:pt x="441708" y="135746"/>
                </a:cubicBezTo>
                <a:cubicBezTo>
                  <a:pt x="440167" y="130699"/>
                  <a:pt x="439396" y="123560"/>
                  <a:pt x="439396" y="114330"/>
                </a:cubicBezTo>
                <a:lnTo>
                  <a:pt x="439396" y="70090"/>
                </a:lnTo>
                <a:cubicBezTo>
                  <a:pt x="439396" y="65403"/>
                  <a:pt x="438905" y="62158"/>
                  <a:pt x="437925" y="60356"/>
                </a:cubicBezTo>
                <a:cubicBezTo>
                  <a:pt x="436944" y="58553"/>
                  <a:pt x="435490" y="57165"/>
                  <a:pt x="433563" y="56191"/>
                </a:cubicBezTo>
                <a:cubicBezTo>
                  <a:pt x="431636" y="55218"/>
                  <a:pt x="428151" y="54767"/>
                  <a:pt x="423106" y="54839"/>
                </a:cubicBezTo>
                <a:lnTo>
                  <a:pt x="423106" y="50837"/>
                </a:lnTo>
                <a:lnTo>
                  <a:pt x="456841" y="50837"/>
                </a:lnTo>
                <a:lnTo>
                  <a:pt x="456841" y="116980"/>
                </a:lnTo>
                <a:cubicBezTo>
                  <a:pt x="456841" y="126187"/>
                  <a:pt x="458400" y="132230"/>
                  <a:pt x="461518" y="135107"/>
                </a:cubicBezTo>
                <a:cubicBezTo>
                  <a:pt x="464636" y="137985"/>
                  <a:pt x="468402" y="139424"/>
                  <a:pt x="472816" y="139424"/>
                </a:cubicBezTo>
                <a:cubicBezTo>
                  <a:pt x="475828" y="139424"/>
                  <a:pt x="479244" y="138453"/>
                  <a:pt x="483062" y="136510"/>
                </a:cubicBezTo>
                <a:cubicBezTo>
                  <a:pt x="486881" y="134568"/>
                  <a:pt x="491417" y="130864"/>
                  <a:pt x="496672" y="125400"/>
                </a:cubicBezTo>
                <a:lnTo>
                  <a:pt x="496672" y="69404"/>
                </a:lnTo>
                <a:cubicBezTo>
                  <a:pt x="496672" y="63793"/>
                  <a:pt x="495674" y="60000"/>
                  <a:pt x="493677" y="58023"/>
                </a:cubicBezTo>
                <a:cubicBezTo>
                  <a:pt x="491680" y="56045"/>
                  <a:pt x="487529" y="54984"/>
                  <a:pt x="481223" y="54839"/>
                </a:cubicBezTo>
                <a:lnTo>
                  <a:pt x="481223" y="50837"/>
                </a:lnTo>
                <a:lnTo>
                  <a:pt x="514012" y="50837"/>
                </a:lnTo>
                <a:close/>
                <a:moveTo>
                  <a:pt x="565193" y="18172"/>
                </a:moveTo>
                <a:lnTo>
                  <a:pt x="565193" y="50837"/>
                </a:lnTo>
                <a:lnTo>
                  <a:pt x="587683" y="50837"/>
                </a:lnTo>
                <a:lnTo>
                  <a:pt x="587683" y="58409"/>
                </a:lnTo>
                <a:lnTo>
                  <a:pt x="565193" y="58409"/>
                </a:lnTo>
                <a:lnTo>
                  <a:pt x="565193" y="122570"/>
                </a:lnTo>
                <a:cubicBezTo>
                  <a:pt x="565193" y="128981"/>
                  <a:pt x="566087" y="133304"/>
                  <a:pt x="567873" y="135537"/>
                </a:cubicBezTo>
                <a:cubicBezTo>
                  <a:pt x="569660" y="137768"/>
                  <a:pt x="571954" y="138883"/>
                  <a:pt x="574757" y="138883"/>
                </a:cubicBezTo>
                <a:cubicBezTo>
                  <a:pt x="577069" y="138883"/>
                  <a:pt x="579311" y="138144"/>
                  <a:pt x="581483" y="136666"/>
                </a:cubicBezTo>
                <a:cubicBezTo>
                  <a:pt x="583655" y="135187"/>
                  <a:pt x="585336" y="133006"/>
                  <a:pt x="586527" y="130122"/>
                </a:cubicBezTo>
                <a:lnTo>
                  <a:pt x="590626" y="130122"/>
                </a:lnTo>
                <a:cubicBezTo>
                  <a:pt x="588174" y="137209"/>
                  <a:pt x="584706" y="142568"/>
                  <a:pt x="580222" y="146201"/>
                </a:cubicBezTo>
                <a:cubicBezTo>
                  <a:pt x="575738" y="149831"/>
                  <a:pt x="571114" y="151646"/>
                  <a:pt x="566349" y="151646"/>
                </a:cubicBezTo>
                <a:cubicBezTo>
                  <a:pt x="563127" y="151646"/>
                  <a:pt x="559974" y="150726"/>
                  <a:pt x="556891" y="148885"/>
                </a:cubicBezTo>
                <a:cubicBezTo>
                  <a:pt x="553808" y="147044"/>
                  <a:pt x="551531" y="144410"/>
                  <a:pt x="550060" y="140982"/>
                </a:cubicBezTo>
                <a:cubicBezTo>
                  <a:pt x="548589" y="137552"/>
                  <a:pt x="547853" y="132264"/>
                  <a:pt x="547853" y="125116"/>
                </a:cubicBezTo>
                <a:lnTo>
                  <a:pt x="547853" y="58409"/>
                </a:lnTo>
                <a:lnTo>
                  <a:pt x="532614" y="58409"/>
                </a:lnTo>
                <a:lnTo>
                  <a:pt x="532614" y="54839"/>
                </a:lnTo>
                <a:cubicBezTo>
                  <a:pt x="536468" y="53248"/>
                  <a:pt x="540409" y="50554"/>
                  <a:pt x="544437" y="46757"/>
                </a:cubicBezTo>
                <a:cubicBezTo>
                  <a:pt x="548466" y="42960"/>
                  <a:pt x="552057" y="38458"/>
                  <a:pt x="555210" y="33250"/>
                </a:cubicBezTo>
                <a:cubicBezTo>
                  <a:pt x="556821" y="30503"/>
                  <a:pt x="559063" y="25477"/>
                  <a:pt x="561936" y="18172"/>
                </a:cubicBezTo>
                <a:lnTo>
                  <a:pt x="565193" y="181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65DED-98B6-4A25-BF23-312757A8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089" y="3156763"/>
            <a:ext cx="1168592" cy="218174"/>
          </a:xfrm>
          <a:custGeom xmlns:a="http://schemas.openxmlformats.org/drawingml/2006/main">
            <a:pathLst>
              <a:path w="1168592" h="218174" fill="none">
                <a:moveTo>
                  <a:pt x="0" y="0"/>
                </a:moveTo>
                <a:lnTo>
                  <a:pt x="1168592" y="0"/>
                </a:lnTo>
                <a:lnTo>
                  <a:pt x="1168592" y="218174"/>
                </a:lnTo>
                <a:lnTo>
                  <a:pt x="0" y="2181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7F7F7F"/>
            </a:solidFill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CCC67-90C7-4627-AE86-B6D170B7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2431" y="2118720"/>
            <a:ext cx="563370" cy="10"/>
          </a:xfrm>
          <a:custGeom xmlns:a="http://schemas.openxmlformats.org/drawingml/2006/main">
            <a:pathLst>
              <a:path w="563370" h="1" fill="none">
                <a:moveTo>
                  <a:pt x="0" y="0"/>
                </a:moveTo>
                <a:lnTo>
                  <a:pt x="563370" y="1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70C0"/>
            </a:solidFill>
            <a:custDash>
              <a:ds d="400000" sp="300000"/>
            </a:custDash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567AA-1D53-439B-98A5-EB01CAB6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894" y="2010635"/>
            <a:ext cx="10" cy="79675"/>
          </a:xfrm>
          <a:custGeom xmlns:a="http://schemas.openxmlformats.org/drawingml/2006/main">
            <a:pathLst>
              <a:path w="1" h="79675" fill="none">
                <a:moveTo>
                  <a:pt x="0" y="79675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70C0"/>
            </a:solidFill>
            <a:custDash>
              <a:ds d="400000" sp="300000"/>
            </a:custDash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45D57-378B-4076-8E9F-7A2CF3DE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012" y="1042844"/>
            <a:ext cx="1229997" cy="10"/>
          </a:xfrm>
          <a:custGeom xmlns:a="http://schemas.openxmlformats.org/drawingml/2006/main">
            <a:pathLst>
              <a:path w="1229997" h="1" fill="none">
                <a:moveTo>
                  <a:pt x="0" y="0"/>
                </a:moveTo>
                <a:lnTo>
                  <a:pt x="1229997" y="1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70C0"/>
            </a:solidFill>
            <a:custDash>
              <a:ds d="400000" sp="300000"/>
            </a:custDash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28B16B-90A4-40F9-8867-FD5DC93E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561" y="2708084"/>
            <a:ext cx="112552" cy="103653"/>
          </a:xfrm>
          <a:custGeom xmlns:a="http://schemas.openxmlformats.org/drawingml/2006/main">
            <a:pathLst>
              <a:path w="112552" h="103653">
                <a:moveTo>
                  <a:pt x="0" y="0"/>
                </a:moveTo>
                <a:lnTo>
                  <a:pt x="112552" y="0"/>
                </a:lnTo>
                <a:lnTo>
                  <a:pt x="112552" y="103653"/>
                </a:lnTo>
                <a:lnTo>
                  <a:pt x="0" y="103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EA4DAB-7770-4A31-B677-9F562AFD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396" y="2703966"/>
            <a:ext cx="112554" cy="107772"/>
          </a:xfrm>
          <a:custGeom xmlns:a="http://schemas.openxmlformats.org/drawingml/2006/main">
            <a:pathLst>
              <a:path w="112554" h="107772">
                <a:moveTo>
                  <a:pt x="0" y="0"/>
                </a:moveTo>
                <a:lnTo>
                  <a:pt x="112554" y="0"/>
                </a:lnTo>
                <a:lnTo>
                  <a:pt x="112554" y="107772"/>
                </a:lnTo>
                <a:lnTo>
                  <a:pt x="0" y="1077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5D49C4-F05C-465F-9438-3F658250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727" y="2705819"/>
            <a:ext cx="112554" cy="105920"/>
          </a:xfrm>
          <a:custGeom xmlns:a="http://schemas.openxmlformats.org/drawingml/2006/main">
            <a:pathLst>
              <a:path w="112554" h="105920">
                <a:moveTo>
                  <a:pt x="0" y="0"/>
                </a:moveTo>
                <a:lnTo>
                  <a:pt x="112554" y="0"/>
                </a:lnTo>
                <a:lnTo>
                  <a:pt x="112554" y="105920"/>
                </a:lnTo>
                <a:lnTo>
                  <a:pt x="0" y="105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D65C7-3E46-4BF3-8555-5694707B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660" y="2703966"/>
            <a:ext cx="112554" cy="109328"/>
          </a:xfrm>
          <a:custGeom xmlns:a="http://schemas.openxmlformats.org/drawingml/2006/main">
            <a:pathLst>
              <a:path w="112554" h="109328">
                <a:moveTo>
                  <a:pt x="0" y="0"/>
                </a:moveTo>
                <a:lnTo>
                  <a:pt x="112554" y="0"/>
                </a:lnTo>
                <a:lnTo>
                  <a:pt x="112554" y="109328"/>
                </a:lnTo>
                <a:lnTo>
                  <a:pt x="0" y="1093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C3BAB8-A924-4337-99A2-144D18BE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136" y="2703966"/>
            <a:ext cx="112554" cy="109328"/>
          </a:xfrm>
          <a:custGeom xmlns:a="http://schemas.openxmlformats.org/drawingml/2006/main">
            <a:pathLst>
              <a:path w="112554" h="109328">
                <a:moveTo>
                  <a:pt x="0" y="0"/>
                </a:moveTo>
                <a:lnTo>
                  <a:pt x="112554" y="0"/>
                </a:lnTo>
                <a:lnTo>
                  <a:pt x="112554" y="109328"/>
                </a:lnTo>
                <a:lnTo>
                  <a:pt x="0" y="1093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916D0-E705-4E72-A034-66B5A275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307" y="2705408"/>
            <a:ext cx="112554" cy="106330"/>
          </a:xfrm>
          <a:custGeom xmlns:a="http://schemas.openxmlformats.org/drawingml/2006/main">
            <a:pathLst>
              <a:path w="112554" h="106330">
                <a:moveTo>
                  <a:pt x="0" y="0"/>
                </a:moveTo>
                <a:lnTo>
                  <a:pt x="112554" y="0"/>
                </a:lnTo>
                <a:lnTo>
                  <a:pt x="112554" y="106330"/>
                </a:lnTo>
                <a:lnTo>
                  <a:pt x="0" y="1063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FD1B0-864A-4C29-AB5B-884859C1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0834" y="2708084"/>
            <a:ext cx="112554" cy="103653"/>
          </a:xfrm>
          <a:custGeom xmlns:a="http://schemas.openxmlformats.org/drawingml/2006/main">
            <a:pathLst>
              <a:path w="112554" h="103653">
                <a:moveTo>
                  <a:pt x="0" y="0"/>
                </a:moveTo>
                <a:lnTo>
                  <a:pt x="112554" y="0"/>
                </a:lnTo>
                <a:lnTo>
                  <a:pt x="112554" y="103653"/>
                </a:lnTo>
                <a:lnTo>
                  <a:pt x="0" y="103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D871C-D0F1-46CE-8C69-714C8E6B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72" y="2703966"/>
            <a:ext cx="112554" cy="109328"/>
          </a:xfrm>
          <a:custGeom xmlns:a="http://schemas.openxmlformats.org/drawingml/2006/main">
            <a:pathLst>
              <a:path w="112554" h="109328">
                <a:moveTo>
                  <a:pt x="0" y="0"/>
                </a:moveTo>
                <a:lnTo>
                  <a:pt x="112554" y="0"/>
                </a:lnTo>
                <a:lnTo>
                  <a:pt x="112554" y="109328"/>
                </a:lnTo>
                <a:lnTo>
                  <a:pt x="0" y="1093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70DC10-2150-41DD-80AD-F6B8104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1763" y="2705819"/>
            <a:ext cx="112554" cy="105920"/>
          </a:xfrm>
          <a:custGeom xmlns:a="http://schemas.openxmlformats.org/drawingml/2006/main">
            <a:pathLst>
              <a:path w="112554" h="105920">
                <a:moveTo>
                  <a:pt x="0" y="0"/>
                </a:moveTo>
                <a:lnTo>
                  <a:pt x="112554" y="0"/>
                </a:lnTo>
                <a:lnTo>
                  <a:pt x="112554" y="105920"/>
                </a:lnTo>
                <a:lnTo>
                  <a:pt x="0" y="105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A75FA-49FC-4E1A-A846-49E8EFFC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4933" y="2703966"/>
            <a:ext cx="112554" cy="107772"/>
          </a:xfrm>
          <a:custGeom xmlns:a="http://schemas.openxmlformats.org/drawingml/2006/main">
            <a:pathLst>
              <a:path w="112554" h="107772">
                <a:moveTo>
                  <a:pt x="0" y="0"/>
                </a:moveTo>
                <a:lnTo>
                  <a:pt x="112554" y="0"/>
                </a:lnTo>
                <a:lnTo>
                  <a:pt x="112554" y="107772"/>
                </a:lnTo>
                <a:lnTo>
                  <a:pt x="0" y="1077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E01F7-EB19-4F46-BD52-A5C05BA1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412" y="2703966"/>
            <a:ext cx="112552" cy="107772"/>
          </a:xfrm>
          <a:custGeom xmlns:a="http://schemas.openxmlformats.org/drawingml/2006/main">
            <a:pathLst>
              <a:path w="112552" h="107772">
                <a:moveTo>
                  <a:pt x="0" y="0"/>
                </a:moveTo>
                <a:lnTo>
                  <a:pt x="112552" y="0"/>
                </a:lnTo>
                <a:lnTo>
                  <a:pt x="112552" y="107772"/>
                </a:lnTo>
                <a:lnTo>
                  <a:pt x="0" y="1077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C0192-9317-4A6E-9EAF-A5001E9C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2062" y="2700259"/>
            <a:ext cx="112554" cy="111480"/>
          </a:xfrm>
          <a:custGeom xmlns:a="http://schemas.openxmlformats.org/drawingml/2006/main">
            <a:pathLst>
              <a:path w="112554" h="111480">
                <a:moveTo>
                  <a:pt x="0" y="0"/>
                </a:moveTo>
                <a:lnTo>
                  <a:pt x="112554" y="0"/>
                </a:lnTo>
                <a:lnTo>
                  <a:pt x="112554" y="111480"/>
                </a:lnTo>
                <a:lnTo>
                  <a:pt x="0" y="1114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B2835-5463-4075-95D5-5155D21E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587" y="2700261"/>
            <a:ext cx="112554" cy="111478"/>
          </a:xfrm>
          <a:custGeom xmlns:a="http://schemas.openxmlformats.org/drawingml/2006/main">
            <a:pathLst>
              <a:path w="112554" h="111478">
                <a:moveTo>
                  <a:pt x="0" y="0"/>
                </a:moveTo>
                <a:lnTo>
                  <a:pt x="112554" y="0"/>
                </a:lnTo>
                <a:lnTo>
                  <a:pt x="112554" y="111478"/>
                </a:lnTo>
                <a:lnTo>
                  <a:pt x="0" y="1114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A64DF-E809-431A-8781-68D05140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6427" y="2700261"/>
            <a:ext cx="112552" cy="113035"/>
          </a:xfrm>
          <a:custGeom xmlns:a="http://schemas.openxmlformats.org/drawingml/2006/main">
            <a:pathLst>
              <a:path w="112552" h="113035">
                <a:moveTo>
                  <a:pt x="0" y="0"/>
                </a:moveTo>
                <a:lnTo>
                  <a:pt x="112552" y="0"/>
                </a:lnTo>
                <a:lnTo>
                  <a:pt x="112552" y="113035"/>
                </a:lnTo>
                <a:lnTo>
                  <a:pt x="0" y="1130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8CA10-EDB8-467A-A0EE-1E29BF08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8756" y="2700259"/>
            <a:ext cx="112554" cy="111480"/>
          </a:xfrm>
          <a:custGeom xmlns:a="http://schemas.openxmlformats.org/drawingml/2006/main">
            <a:pathLst>
              <a:path w="112554" h="111480">
                <a:moveTo>
                  <a:pt x="0" y="0"/>
                </a:moveTo>
                <a:lnTo>
                  <a:pt x="112554" y="0"/>
                </a:lnTo>
                <a:lnTo>
                  <a:pt x="112554" y="111480"/>
                </a:lnTo>
                <a:lnTo>
                  <a:pt x="0" y="1114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A15C9A-07B0-472A-88E9-A4B136C4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5688" y="2700261"/>
            <a:ext cx="112552" cy="111478"/>
          </a:xfrm>
          <a:custGeom xmlns:a="http://schemas.openxmlformats.org/drawingml/2006/main">
            <a:pathLst>
              <a:path w="112552" h="111478">
                <a:moveTo>
                  <a:pt x="0" y="0"/>
                </a:moveTo>
                <a:lnTo>
                  <a:pt x="112552" y="0"/>
                </a:lnTo>
                <a:lnTo>
                  <a:pt x="112552" y="111478"/>
                </a:lnTo>
                <a:lnTo>
                  <a:pt x="0" y="1114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605F3-A01F-42CF-AC5F-856D3DC5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0165" y="2700261"/>
            <a:ext cx="112554" cy="111478"/>
          </a:xfrm>
          <a:custGeom xmlns:a="http://schemas.openxmlformats.org/drawingml/2006/main">
            <a:pathLst>
              <a:path w="112554" h="111478">
                <a:moveTo>
                  <a:pt x="0" y="0"/>
                </a:moveTo>
                <a:lnTo>
                  <a:pt x="112554" y="0"/>
                </a:lnTo>
                <a:lnTo>
                  <a:pt x="112554" y="111478"/>
                </a:lnTo>
                <a:lnTo>
                  <a:pt x="0" y="1114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c4470e3f041a3"/>
          <a:stretch xmlns:a="http://schemas.openxmlformats.org/drawingml/2006/main"/>
        </p:blipFill>
        <p:spPr>
          <a:xfrm xmlns:a="http://schemas.openxmlformats.org/drawingml/2006/main">
            <a:off x="9944109" y="477492"/>
            <a:ext cx="2569868" cy="185099"/>
          </a:xfrm>
          <a:prstGeom xmlns:a="http://schemas.openxmlformats.org/drawingml/2006/main" prst="rect">
            <a:avLst/>
          </a:prstGeom>
        </p:spPr>
      </p:pic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3FD92-8A8A-4E3D-BE13-E65B7C75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362" y="480606"/>
            <a:ext cx="2564313" cy="182382"/>
          </a:xfrm>
          <a:custGeom xmlns:a="http://schemas.openxmlformats.org/drawingml/2006/main">
            <a:pathLst>
              <a:path w="2564313" h="182382" fill="none">
                <a:moveTo>
                  <a:pt x="0" y="0"/>
                </a:moveTo>
                <a:lnTo>
                  <a:pt x="2564313" y="0"/>
                </a:lnTo>
                <a:lnTo>
                  <a:pt x="2564313" y="182382"/>
                </a:lnTo>
                <a:lnTo>
                  <a:pt x="0" y="18238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A6A6A6"/>
            </a:solidFill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2DCEC-72C0-42B3-8D85-DD635B43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7040" y="437865"/>
            <a:ext cx="10" cy="269123"/>
          </a:xfrm>
          <a:custGeom xmlns:a="http://schemas.openxmlformats.org/drawingml/2006/main">
            <a:pathLst>
              <a:path w="1" h="269123" fill="none">
                <a:moveTo>
                  <a:pt x="0" y="0"/>
                </a:moveTo>
                <a:lnTo>
                  <a:pt x="1" y="269123"/>
                </a:lnTo>
              </a:path>
            </a:pathLst>
          </a:custGeom>
          <a:noFill xmlns:a="http://schemas.openxmlformats.org/drawingml/2006/main"/>
          <a:ln xmlns:a="http://schemas.openxmlformats.org/drawingml/2006/main" w="27294" cap="flat">
            <a:solidFill>
              <a:srgbClr val="0000FF"/>
            </a:solidFill>
            <a:miter/>
          </a:ln>
        </p:spPr>
      </p:sp>
      <p:sp>
        <p:nvSpPr>
          <p:cNvPr id="249" name="Text Low-relevancepairsofcodecommits">
            <a:extLst xmlns:a="http://schemas.openxmlformats.org/drawingml/2006/main">
              <a:ext uri="{FF2B5EF4-FFF2-40B4-BE49-F238E27FC236}">
                <a16:creationId xmlns:a16="http://schemas.microsoft.com/office/drawing/2014/main" id="{DF6517A2-93C4-4D10-8B77-13B164A6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585" y="525098"/>
            <a:ext cx="2150946" cy="134124"/>
          </a:xfrm>
          <a:custGeom xmlns:a="http://schemas.openxmlformats.org/drawingml/2006/main">
            <a:pathLst>
              <a:path w="2150946" h="134124">
                <a:moveTo>
                  <a:pt x="79381" y="75427"/>
                </a:moveTo>
                <a:lnTo>
                  <a:pt x="81693" y="75934"/>
                </a:lnTo>
                <a:lnTo>
                  <a:pt x="73566" y="102540"/>
                </a:lnTo>
                <a:lnTo>
                  <a:pt x="0" y="102540"/>
                </a:lnTo>
                <a:lnTo>
                  <a:pt x="0" y="99872"/>
                </a:lnTo>
                <a:lnTo>
                  <a:pt x="3573" y="99872"/>
                </a:lnTo>
                <a:cubicBezTo>
                  <a:pt x="7590" y="99872"/>
                  <a:pt x="10463" y="98526"/>
                  <a:pt x="12191" y="95834"/>
                </a:cubicBezTo>
                <a:cubicBezTo>
                  <a:pt x="13172" y="94295"/>
                  <a:pt x="13662" y="90738"/>
                  <a:pt x="13662" y="85161"/>
                </a:cubicBezTo>
                <a:lnTo>
                  <a:pt x="13662" y="22066"/>
                </a:lnTo>
                <a:cubicBezTo>
                  <a:pt x="13662" y="15960"/>
                  <a:pt x="13008" y="12138"/>
                  <a:pt x="11700" y="10600"/>
                </a:cubicBezTo>
                <a:cubicBezTo>
                  <a:pt x="9879" y="8485"/>
                  <a:pt x="7170" y="7427"/>
                  <a:pt x="3573" y="7427"/>
                </a:cubicBezTo>
                <a:lnTo>
                  <a:pt x="0" y="7427"/>
                </a:lnTo>
                <a:lnTo>
                  <a:pt x="0" y="4759"/>
                </a:lnTo>
                <a:lnTo>
                  <a:pt x="43018" y="4759"/>
                </a:lnTo>
                <a:lnTo>
                  <a:pt x="43018" y="7427"/>
                </a:lnTo>
                <a:cubicBezTo>
                  <a:pt x="37974" y="7379"/>
                  <a:pt x="34436" y="7861"/>
                  <a:pt x="32404" y="8872"/>
                </a:cubicBezTo>
                <a:cubicBezTo>
                  <a:pt x="30372" y="9881"/>
                  <a:pt x="28982" y="11156"/>
                  <a:pt x="28235" y="12696"/>
                </a:cubicBezTo>
                <a:cubicBezTo>
                  <a:pt x="27488" y="14236"/>
                  <a:pt x="27114" y="17916"/>
                  <a:pt x="27114" y="23738"/>
                </a:cubicBezTo>
                <a:lnTo>
                  <a:pt x="27114" y="85224"/>
                </a:lnTo>
                <a:cubicBezTo>
                  <a:pt x="27114" y="89218"/>
                  <a:pt x="27488" y="91960"/>
                  <a:pt x="28235" y="93452"/>
                </a:cubicBezTo>
                <a:cubicBezTo>
                  <a:pt x="28796" y="94461"/>
                  <a:pt x="29660" y="95207"/>
                  <a:pt x="30827" y="95689"/>
                </a:cubicBezTo>
                <a:cubicBezTo>
                  <a:pt x="31995" y="96170"/>
                  <a:pt x="35638" y="96410"/>
                  <a:pt x="41757" y="96410"/>
                </a:cubicBezTo>
                <a:lnTo>
                  <a:pt x="48693" y="96410"/>
                </a:lnTo>
                <a:cubicBezTo>
                  <a:pt x="55980" y="96410"/>
                  <a:pt x="61094" y="95854"/>
                  <a:pt x="64037" y="94741"/>
                </a:cubicBezTo>
                <a:cubicBezTo>
                  <a:pt x="66980" y="93627"/>
                  <a:pt x="69665" y="91655"/>
                  <a:pt x="72094" y="88823"/>
                </a:cubicBezTo>
                <a:cubicBezTo>
                  <a:pt x="74523" y="85991"/>
                  <a:pt x="76952" y="81526"/>
                  <a:pt x="79381" y="75427"/>
                </a:cubicBezTo>
                <a:close/>
                <a:moveTo>
                  <a:pt x="120441" y="34613"/>
                </a:moveTo>
                <a:cubicBezTo>
                  <a:pt x="130156" y="34613"/>
                  <a:pt x="137956" y="38407"/>
                  <a:pt x="143841" y="45995"/>
                </a:cubicBezTo>
                <a:cubicBezTo>
                  <a:pt x="148839" y="52477"/>
                  <a:pt x="151338" y="59921"/>
                  <a:pt x="151338" y="68326"/>
                </a:cubicBezTo>
                <a:cubicBezTo>
                  <a:pt x="151338" y="74233"/>
                  <a:pt x="149960" y="80212"/>
                  <a:pt x="147204" y="86263"/>
                </a:cubicBezTo>
                <a:cubicBezTo>
                  <a:pt x="144449" y="92313"/>
                  <a:pt x="140654" y="96875"/>
                  <a:pt x="135819" y="99948"/>
                </a:cubicBezTo>
                <a:cubicBezTo>
                  <a:pt x="130985" y="103022"/>
                  <a:pt x="125602" y="104559"/>
                  <a:pt x="119670" y="104559"/>
                </a:cubicBezTo>
                <a:cubicBezTo>
                  <a:pt x="110001" y="104559"/>
                  <a:pt x="102318" y="100597"/>
                  <a:pt x="96619" y="92672"/>
                </a:cubicBezTo>
                <a:cubicBezTo>
                  <a:pt x="91808" y="85997"/>
                  <a:pt x="89403" y="78506"/>
                  <a:pt x="89403" y="70199"/>
                </a:cubicBezTo>
                <a:cubicBezTo>
                  <a:pt x="89403" y="64147"/>
                  <a:pt x="90863" y="58132"/>
                  <a:pt x="93782" y="52153"/>
                </a:cubicBezTo>
                <a:cubicBezTo>
                  <a:pt x="96701" y="46174"/>
                  <a:pt x="100543" y="41756"/>
                  <a:pt x="105307" y="38899"/>
                </a:cubicBezTo>
                <a:cubicBezTo>
                  <a:pt x="110071" y="36041"/>
                  <a:pt x="115116" y="34613"/>
                  <a:pt x="120441" y="34613"/>
                </a:cubicBezTo>
                <a:moveTo>
                  <a:pt x="118269" y="39372"/>
                </a:moveTo>
                <a:cubicBezTo>
                  <a:pt x="115793" y="39372"/>
                  <a:pt x="113306" y="40128"/>
                  <a:pt x="110807" y="41641"/>
                </a:cubicBezTo>
                <a:cubicBezTo>
                  <a:pt x="108308" y="43154"/>
                  <a:pt x="106288" y="45807"/>
                  <a:pt x="104747" y="49600"/>
                </a:cubicBezTo>
                <a:cubicBezTo>
                  <a:pt x="103205" y="53393"/>
                  <a:pt x="102435" y="58267"/>
                  <a:pt x="102435" y="64220"/>
                </a:cubicBezTo>
                <a:cubicBezTo>
                  <a:pt x="102435" y="73823"/>
                  <a:pt x="104291" y="82106"/>
                  <a:pt x="108005" y="89069"/>
                </a:cubicBezTo>
                <a:cubicBezTo>
                  <a:pt x="111718" y="96030"/>
                  <a:pt x="116611" y="99511"/>
                  <a:pt x="122683" y="99511"/>
                </a:cubicBezTo>
                <a:cubicBezTo>
                  <a:pt x="127213" y="99511"/>
                  <a:pt x="130950" y="97591"/>
                  <a:pt x="133893" y="93749"/>
                </a:cubicBezTo>
                <a:cubicBezTo>
                  <a:pt x="136835" y="89908"/>
                  <a:pt x="138307" y="83306"/>
                  <a:pt x="138307" y="73944"/>
                </a:cubicBezTo>
                <a:cubicBezTo>
                  <a:pt x="138307" y="62228"/>
                  <a:pt x="135854" y="53008"/>
                  <a:pt x="130950" y="46285"/>
                </a:cubicBezTo>
                <a:cubicBezTo>
                  <a:pt x="127634" y="41676"/>
                  <a:pt x="123407" y="39372"/>
                  <a:pt x="118269" y="39372"/>
                </a:cubicBezTo>
                <a:close/>
                <a:moveTo>
                  <a:pt x="157224" y="36487"/>
                </a:moveTo>
                <a:lnTo>
                  <a:pt x="184128" y="36487"/>
                </a:lnTo>
                <a:lnTo>
                  <a:pt x="184128" y="39155"/>
                </a:lnTo>
                <a:cubicBezTo>
                  <a:pt x="181652" y="39348"/>
                  <a:pt x="180029" y="39804"/>
                  <a:pt x="179258" y="40526"/>
                </a:cubicBezTo>
                <a:cubicBezTo>
                  <a:pt x="178488" y="41247"/>
                  <a:pt x="178102" y="42280"/>
                  <a:pt x="178102" y="43626"/>
                </a:cubicBezTo>
                <a:cubicBezTo>
                  <a:pt x="178102" y="45117"/>
                  <a:pt x="178499" y="46919"/>
                  <a:pt x="179294" y="49034"/>
                </a:cubicBezTo>
                <a:lnTo>
                  <a:pt x="193026" y="87036"/>
                </a:lnTo>
                <a:lnTo>
                  <a:pt x="206828" y="56101"/>
                </a:lnTo>
                <a:lnTo>
                  <a:pt x="203185" y="46366"/>
                </a:lnTo>
                <a:cubicBezTo>
                  <a:pt x="202064" y="43482"/>
                  <a:pt x="200593" y="41487"/>
                  <a:pt x="198771" y="40381"/>
                </a:cubicBezTo>
                <a:cubicBezTo>
                  <a:pt x="197743" y="39708"/>
                  <a:pt x="195828" y="39300"/>
                  <a:pt x="193026" y="39155"/>
                </a:cubicBezTo>
                <a:lnTo>
                  <a:pt x="193026" y="36487"/>
                </a:lnTo>
                <a:lnTo>
                  <a:pt x="223573" y="36487"/>
                </a:lnTo>
                <a:lnTo>
                  <a:pt x="223573" y="39155"/>
                </a:lnTo>
                <a:cubicBezTo>
                  <a:pt x="220210" y="39300"/>
                  <a:pt x="217828" y="39925"/>
                  <a:pt x="216427" y="41030"/>
                </a:cubicBezTo>
                <a:cubicBezTo>
                  <a:pt x="215492" y="41800"/>
                  <a:pt x="215025" y="43025"/>
                  <a:pt x="215025" y="44708"/>
                </a:cubicBezTo>
                <a:cubicBezTo>
                  <a:pt x="215025" y="45669"/>
                  <a:pt x="215212" y="46655"/>
                  <a:pt x="215586" y="47664"/>
                </a:cubicBezTo>
                <a:lnTo>
                  <a:pt x="230159" y="85594"/>
                </a:lnTo>
                <a:lnTo>
                  <a:pt x="243681" y="49034"/>
                </a:lnTo>
                <a:cubicBezTo>
                  <a:pt x="244615" y="46439"/>
                  <a:pt x="245082" y="44371"/>
                  <a:pt x="245082" y="42833"/>
                </a:cubicBezTo>
                <a:cubicBezTo>
                  <a:pt x="245082" y="41920"/>
                  <a:pt x="244627" y="41102"/>
                  <a:pt x="243716" y="40381"/>
                </a:cubicBezTo>
                <a:cubicBezTo>
                  <a:pt x="242805" y="39660"/>
                  <a:pt x="241019" y="39252"/>
                  <a:pt x="238356" y="39155"/>
                </a:cubicBezTo>
                <a:lnTo>
                  <a:pt x="238356" y="36487"/>
                </a:lnTo>
                <a:lnTo>
                  <a:pt x="258604" y="36487"/>
                </a:lnTo>
                <a:lnTo>
                  <a:pt x="258604" y="39155"/>
                </a:lnTo>
                <a:cubicBezTo>
                  <a:pt x="254541" y="39780"/>
                  <a:pt x="251551" y="42617"/>
                  <a:pt x="249636" y="47664"/>
                </a:cubicBezTo>
                <a:lnTo>
                  <a:pt x="228197" y="104559"/>
                </a:lnTo>
                <a:lnTo>
                  <a:pt x="225325" y="104559"/>
                </a:lnTo>
                <a:lnTo>
                  <a:pt x="209280" y="62375"/>
                </a:lnTo>
                <a:lnTo>
                  <a:pt x="190574" y="104559"/>
                </a:lnTo>
                <a:lnTo>
                  <a:pt x="187981" y="104559"/>
                </a:lnTo>
                <a:lnTo>
                  <a:pt x="167383" y="49034"/>
                </a:lnTo>
                <a:cubicBezTo>
                  <a:pt x="166028" y="45525"/>
                  <a:pt x="164697" y="43158"/>
                  <a:pt x="163389" y="41932"/>
                </a:cubicBezTo>
                <a:cubicBezTo>
                  <a:pt x="162082" y="40706"/>
                  <a:pt x="160026" y="39780"/>
                  <a:pt x="157224" y="39155"/>
                </a:cubicBezTo>
                <a:lnTo>
                  <a:pt x="157224" y="36487"/>
                </a:lnTo>
                <a:close/>
                <a:moveTo>
                  <a:pt x="265257" y="63889"/>
                </a:moveTo>
                <a:lnTo>
                  <a:pt x="301479" y="63889"/>
                </a:lnTo>
                <a:lnTo>
                  <a:pt x="301479" y="74778"/>
                </a:lnTo>
                <a:lnTo>
                  <a:pt x="265257" y="74778"/>
                </a:lnTo>
                <a:lnTo>
                  <a:pt x="265257" y="63889"/>
                </a:lnTo>
                <a:close/>
                <a:moveTo>
                  <a:pt x="329784" y="34613"/>
                </a:moveTo>
                <a:lnTo>
                  <a:pt x="329784" y="49467"/>
                </a:lnTo>
                <a:cubicBezTo>
                  <a:pt x="335155" y="39564"/>
                  <a:pt x="340667" y="34613"/>
                  <a:pt x="346319" y="34613"/>
                </a:cubicBezTo>
                <a:cubicBezTo>
                  <a:pt x="348888" y="34613"/>
                  <a:pt x="351013" y="35418"/>
                  <a:pt x="352694" y="37028"/>
                </a:cubicBezTo>
                <a:cubicBezTo>
                  <a:pt x="354376" y="38639"/>
                  <a:pt x="355217" y="40502"/>
                  <a:pt x="355217" y="42617"/>
                </a:cubicBezTo>
                <a:cubicBezTo>
                  <a:pt x="355217" y="44492"/>
                  <a:pt x="354609" y="46078"/>
                  <a:pt x="353395" y="47376"/>
                </a:cubicBezTo>
                <a:cubicBezTo>
                  <a:pt x="352181" y="48674"/>
                  <a:pt x="350733" y="49323"/>
                  <a:pt x="349051" y="49323"/>
                </a:cubicBezTo>
                <a:cubicBezTo>
                  <a:pt x="347416" y="49323"/>
                  <a:pt x="345583" y="48494"/>
                  <a:pt x="343551" y="46835"/>
                </a:cubicBezTo>
                <a:cubicBezTo>
                  <a:pt x="341519" y="45177"/>
                  <a:pt x="340013" y="44347"/>
                  <a:pt x="339032" y="44347"/>
                </a:cubicBezTo>
                <a:cubicBezTo>
                  <a:pt x="338191" y="44347"/>
                  <a:pt x="337281" y="44827"/>
                  <a:pt x="336300" y="45785"/>
                </a:cubicBezTo>
                <a:cubicBezTo>
                  <a:pt x="334198" y="47752"/>
                  <a:pt x="332026" y="50988"/>
                  <a:pt x="329784" y="55495"/>
                </a:cubicBezTo>
                <a:lnTo>
                  <a:pt x="329784" y="87070"/>
                </a:lnTo>
                <a:cubicBezTo>
                  <a:pt x="329784" y="90713"/>
                  <a:pt x="330228" y="93470"/>
                  <a:pt x="331115" y="95340"/>
                </a:cubicBezTo>
                <a:cubicBezTo>
                  <a:pt x="331722" y="96635"/>
                  <a:pt x="332797" y="97714"/>
                  <a:pt x="334338" y="98578"/>
                </a:cubicBezTo>
                <a:cubicBezTo>
                  <a:pt x="335879" y="99441"/>
                  <a:pt x="338098" y="99872"/>
                  <a:pt x="340994" y="99872"/>
                </a:cubicBezTo>
                <a:lnTo>
                  <a:pt x="340994" y="102540"/>
                </a:lnTo>
                <a:lnTo>
                  <a:pt x="308135" y="102540"/>
                </a:lnTo>
                <a:lnTo>
                  <a:pt x="308135" y="99872"/>
                </a:lnTo>
                <a:cubicBezTo>
                  <a:pt x="311404" y="99872"/>
                  <a:pt x="313833" y="99344"/>
                  <a:pt x="315421" y="98290"/>
                </a:cubicBezTo>
                <a:cubicBezTo>
                  <a:pt x="316589" y="97522"/>
                  <a:pt x="317406" y="96299"/>
                  <a:pt x="317873" y="94619"/>
                </a:cubicBezTo>
                <a:cubicBezTo>
                  <a:pt x="318107" y="93803"/>
                  <a:pt x="318224" y="91477"/>
                  <a:pt x="318224" y="87640"/>
                </a:cubicBezTo>
                <a:lnTo>
                  <a:pt x="318224" y="62098"/>
                </a:lnTo>
                <a:cubicBezTo>
                  <a:pt x="318224" y="54422"/>
                  <a:pt x="318072" y="49854"/>
                  <a:pt x="317768" y="48392"/>
                </a:cubicBezTo>
                <a:cubicBezTo>
                  <a:pt x="317465" y="46929"/>
                  <a:pt x="316904" y="45862"/>
                  <a:pt x="316087" y="45190"/>
                </a:cubicBezTo>
                <a:cubicBezTo>
                  <a:pt x="315269" y="44519"/>
                  <a:pt x="314253" y="44183"/>
                  <a:pt x="313039" y="44183"/>
                </a:cubicBezTo>
                <a:cubicBezTo>
                  <a:pt x="311591" y="44183"/>
                  <a:pt x="309956" y="44543"/>
                  <a:pt x="308135" y="45262"/>
                </a:cubicBezTo>
                <a:lnTo>
                  <a:pt x="307434" y="42671"/>
                </a:lnTo>
                <a:lnTo>
                  <a:pt x="326841" y="34613"/>
                </a:lnTo>
                <a:lnTo>
                  <a:pt x="329784" y="34613"/>
                </a:lnTo>
                <a:close/>
                <a:moveTo>
                  <a:pt x="368875" y="61437"/>
                </a:moveTo>
                <a:cubicBezTo>
                  <a:pt x="368829" y="71222"/>
                  <a:pt x="371141" y="78896"/>
                  <a:pt x="375811" y="84461"/>
                </a:cubicBezTo>
                <a:cubicBezTo>
                  <a:pt x="380482" y="90024"/>
                  <a:pt x="385971" y="92805"/>
                  <a:pt x="392276" y="92805"/>
                </a:cubicBezTo>
                <a:cubicBezTo>
                  <a:pt x="396480" y="92805"/>
                  <a:pt x="400135" y="91615"/>
                  <a:pt x="403241" y="89236"/>
                </a:cubicBezTo>
                <a:cubicBezTo>
                  <a:pt x="406347" y="86856"/>
                  <a:pt x="408951" y="82782"/>
                  <a:pt x="411053" y="77013"/>
                </a:cubicBezTo>
                <a:lnTo>
                  <a:pt x="413225" y="78455"/>
                </a:lnTo>
                <a:cubicBezTo>
                  <a:pt x="412244" y="85041"/>
                  <a:pt x="409395" y="91038"/>
                  <a:pt x="404677" y="96447"/>
                </a:cubicBezTo>
                <a:cubicBezTo>
                  <a:pt x="399960" y="101855"/>
                  <a:pt x="394051" y="104559"/>
                  <a:pt x="386951" y="104559"/>
                </a:cubicBezTo>
                <a:cubicBezTo>
                  <a:pt x="379245" y="104559"/>
                  <a:pt x="372647" y="101477"/>
                  <a:pt x="367159" y="95313"/>
                </a:cubicBezTo>
                <a:cubicBezTo>
                  <a:pt x="361671" y="89148"/>
                  <a:pt x="358926" y="80860"/>
                  <a:pt x="358926" y="70449"/>
                </a:cubicBezTo>
                <a:cubicBezTo>
                  <a:pt x="358926" y="59176"/>
                  <a:pt x="361741" y="50385"/>
                  <a:pt x="367369" y="44077"/>
                </a:cubicBezTo>
                <a:cubicBezTo>
                  <a:pt x="372997" y="37767"/>
                  <a:pt x="380062" y="34613"/>
                  <a:pt x="388563" y="34613"/>
                </a:cubicBezTo>
                <a:cubicBezTo>
                  <a:pt x="395756" y="34613"/>
                  <a:pt x="401665" y="37046"/>
                  <a:pt x="406289" y="41914"/>
                </a:cubicBezTo>
                <a:cubicBezTo>
                  <a:pt x="410913" y="46780"/>
                  <a:pt x="413225" y="53287"/>
                  <a:pt x="413225" y="61437"/>
                </a:cubicBezTo>
                <a:lnTo>
                  <a:pt x="368875" y="61437"/>
                </a:lnTo>
                <a:moveTo>
                  <a:pt x="368875" y="57255"/>
                </a:moveTo>
                <a:lnTo>
                  <a:pt x="398582" y="57255"/>
                </a:lnTo>
                <a:cubicBezTo>
                  <a:pt x="398348" y="53025"/>
                  <a:pt x="397858" y="50044"/>
                  <a:pt x="397110" y="48313"/>
                </a:cubicBezTo>
                <a:cubicBezTo>
                  <a:pt x="395943" y="45621"/>
                  <a:pt x="394203" y="43506"/>
                  <a:pt x="391891" y="41968"/>
                </a:cubicBezTo>
                <a:cubicBezTo>
                  <a:pt x="389579" y="40429"/>
                  <a:pt x="387162" y="39660"/>
                  <a:pt x="384639" y="39660"/>
                </a:cubicBezTo>
                <a:cubicBezTo>
                  <a:pt x="380763" y="39660"/>
                  <a:pt x="377294" y="41211"/>
                  <a:pt x="374235" y="44311"/>
                </a:cubicBezTo>
                <a:cubicBezTo>
                  <a:pt x="371176" y="47412"/>
                  <a:pt x="369389" y="51727"/>
                  <a:pt x="368875" y="57255"/>
                </a:cubicBezTo>
                <a:close/>
                <a:moveTo>
                  <a:pt x="442932" y="0"/>
                </a:moveTo>
                <a:lnTo>
                  <a:pt x="442932" y="87550"/>
                </a:lnTo>
                <a:cubicBezTo>
                  <a:pt x="442932" y="91681"/>
                  <a:pt x="443224" y="94420"/>
                  <a:pt x="443808" y="95766"/>
                </a:cubicBezTo>
                <a:cubicBezTo>
                  <a:pt x="444391" y="97111"/>
                  <a:pt x="445291" y="98131"/>
                  <a:pt x="446505" y="98828"/>
                </a:cubicBezTo>
                <a:cubicBezTo>
                  <a:pt x="447719" y="99524"/>
                  <a:pt x="449985" y="99872"/>
                  <a:pt x="453301" y="99872"/>
                </a:cubicBezTo>
                <a:lnTo>
                  <a:pt x="453301" y="102540"/>
                </a:lnTo>
                <a:lnTo>
                  <a:pt x="421843" y="102540"/>
                </a:lnTo>
                <a:lnTo>
                  <a:pt x="421843" y="99872"/>
                </a:lnTo>
                <a:cubicBezTo>
                  <a:pt x="424786" y="99872"/>
                  <a:pt x="426794" y="99560"/>
                  <a:pt x="427868" y="98937"/>
                </a:cubicBezTo>
                <a:cubicBezTo>
                  <a:pt x="428943" y="98312"/>
                  <a:pt x="429783" y="97279"/>
                  <a:pt x="430391" y="95838"/>
                </a:cubicBezTo>
                <a:cubicBezTo>
                  <a:pt x="430998" y="94396"/>
                  <a:pt x="431301" y="91633"/>
                  <a:pt x="431301" y="87550"/>
                </a:cubicBezTo>
                <a:lnTo>
                  <a:pt x="431301" y="27598"/>
                </a:lnTo>
                <a:cubicBezTo>
                  <a:pt x="431301" y="20152"/>
                  <a:pt x="431138" y="15577"/>
                  <a:pt x="430811" y="13872"/>
                </a:cubicBezTo>
                <a:cubicBezTo>
                  <a:pt x="430484" y="12165"/>
                  <a:pt x="429959" y="11000"/>
                  <a:pt x="429235" y="10377"/>
                </a:cubicBezTo>
                <a:cubicBezTo>
                  <a:pt x="428511" y="9752"/>
                  <a:pt x="427588" y="9440"/>
                  <a:pt x="426467" y="9440"/>
                </a:cubicBezTo>
                <a:cubicBezTo>
                  <a:pt x="425253" y="9440"/>
                  <a:pt x="423711" y="9824"/>
                  <a:pt x="421843" y="10593"/>
                </a:cubicBezTo>
                <a:lnTo>
                  <a:pt x="420652" y="8070"/>
                </a:lnTo>
                <a:lnTo>
                  <a:pt x="439779" y="0"/>
                </a:lnTo>
                <a:lnTo>
                  <a:pt x="442932" y="0"/>
                </a:lnTo>
                <a:close/>
                <a:moveTo>
                  <a:pt x="472015" y="61437"/>
                </a:moveTo>
                <a:cubicBezTo>
                  <a:pt x="471968" y="71222"/>
                  <a:pt x="474280" y="78896"/>
                  <a:pt x="478951" y="84461"/>
                </a:cubicBezTo>
                <a:cubicBezTo>
                  <a:pt x="483622" y="90024"/>
                  <a:pt x="489110" y="92805"/>
                  <a:pt x="495416" y="92805"/>
                </a:cubicBezTo>
                <a:cubicBezTo>
                  <a:pt x="499619" y="92805"/>
                  <a:pt x="503274" y="91615"/>
                  <a:pt x="506380" y="89236"/>
                </a:cubicBezTo>
                <a:cubicBezTo>
                  <a:pt x="509486" y="86856"/>
                  <a:pt x="512090" y="82782"/>
                  <a:pt x="514192" y="77013"/>
                </a:cubicBezTo>
                <a:lnTo>
                  <a:pt x="516364" y="78455"/>
                </a:lnTo>
                <a:cubicBezTo>
                  <a:pt x="515383" y="85041"/>
                  <a:pt x="512534" y="91038"/>
                  <a:pt x="507817" y="96447"/>
                </a:cubicBezTo>
                <a:cubicBezTo>
                  <a:pt x="503099" y="101855"/>
                  <a:pt x="497191" y="104559"/>
                  <a:pt x="490091" y="104559"/>
                </a:cubicBezTo>
                <a:cubicBezTo>
                  <a:pt x="482384" y="104559"/>
                  <a:pt x="475786" y="101477"/>
                  <a:pt x="470298" y="95313"/>
                </a:cubicBezTo>
                <a:cubicBezTo>
                  <a:pt x="464810" y="89148"/>
                  <a:pt x="462066" y="80860"/>
                  <a:pt x="462066" y="70449"/>
                </a:cubicBezTo>
                <a:cubicBezTo>
                  <a:pt x="462066" y="59176"/>
                  <a:pt x="464880" y="50385"/>
                  <a:pt x="470508" y="44077"/>
                </a:cubicBezTo>
                <a:cubicBezTo>
                  <a:pt x="476137" y="37767"/>
                  <a:pt x="483201" y="34613"/>
                  <a:pt x="491702" y="34613"/>
                </a:cubicBezTo>
                <a:cubicBezTo>
                  <a:pt x="498895" y="34613"/>
                  <a:pt x="504804" y="37046"/>
                  <a:pt x="509428" y="41914"/>
                </a:cubicBezTo>
                <a:cubicBezTo>
                  <a:pt x="514052" y="46780"/>
                  <a:pt x="516364" y="53287"/>
                  <a:pt x="516364" y="61437"/>
                </a:cubicBezTo>
                <a:lnTo>
                  <a:pt x="472015" y="61437"/>
                </a:lnTo>
                <a:moveTo>
                  <a:pt x="472015" y="57255"/>
                </a:moveTo>
                <a:lnTo>
                  <a:pt x="501721" y="57255"/>
                </a:lnTo>
                <a:cubicBezTo>
                  <a:pt x="501488" y="53025"/>
                  <a:pt x="500997" y="50044"/>
                  <a:pt x="500250" y="48313"/>
                </a:cubicBezTo>
                <a:cubicBezTo>
                  <a:pt x="499082" y="45621"/>
                  <a:pt x="497342" y="43506"/>
                  <a:pt x="495030" y="41968"/>
                </a:cubicBezTo>
                <a:cubicBezTo>
                  <a:pt x="492718" y="40429"/>
                  <a:pt x="490301" y="39660"/>
                  <a:pt x="487779" y="39660"/>
                </a:cubicBezTo>
                <a:cubicBezTo>
                  <a:pt x="483902" y="39660"/>
                  <a:pt x="480434" y="41211"/>
                  <a:pt x="477375" y="44311"/>
                </a:cubicBezTo>
                <a:cubicBezTo>
                  <a:pt x="474315" y="47412"/>
                  <a:pt x="472529" y="51727"/>
                  <a:pt x="472015" y="57255"/>
                </a:cubicBezTo>
                <a:close/>
                <a:moveTo>
                  <a:pt x="520708" y="36487"/>
                </a:moveTo>
                <a:lnTo>
                  <a:pt x="550905" y="36487"/>
                </a:lnTo>
                <a:lnTo>
                  <a:pt x="550905" y="39155"/>
                </a:lnTo>
                <a:lnTo>
                  <a:pt x="548943" y="39155"/>
                </a:lnTo>
                <a:cubicBezTo>
                  <a:pt x="547121" y="39155"/>
                  <a:pt x="545732" y="39612"/>
                  <a:pt x="544774" y="40526"/>
                </a:cubicBezTo>
                <a:cubicBezTo>
                  <a:pt x="543817" y="41439"/>
                  <a:pt x="543338" y="42665"/>
                  <a:pt x="543338" y="44203"/>
                </a:cubicBezTo>
                <a:cubicBezTo>
                  <a:pt x="543338" y="45886"/>
                  <a:pt x="543828" y="47881"/>
                  <a:pt x="544809" y="50188"/>
                </a:cubicBezTo>
                <a:lnTo>
                  <a:pt x="559733" y="86676"/>
                </a:lnTo>
                <a:lnTo>
                  <a:pt x="574726" y="48818"/>
                </a:lnTo>
                <a:cubicBezTo>
                  <a:pt x="575800" y="46126"/>
                  <a:pt x="576337" y="44083"/>
                  <a:pt x="576337" y="42689"/>
                </a:cubicBezTo>
                <a:cubicBezTo>
                  <a:pt x="576337" y="42016"/>
                  <a:pt x="576151" y="41463"/>
                  <a:pt x="575777" y="41030"/>
                </a:cubicBezTo>
                <a:cubicBezTo>
                  <a:pt x="575263" y="40309"/>
                  <a:pt x="574609" y="39816"/>
                  <a:pt x="573815" y="39552"/>
                </a:cubicBezTo>
                <a:cubicBezTo>
                  <a:pt x="573021" y="39288"/>
                  <a:pt x="571410" y="39155"/>
                  <a:pt x="568981" y="39155"/>
                </a:cubicBezTo>
                <a:lnTo>
                  <a:pt x="568981" y="36487"/>
                </a:lnTo>
                <a:lnTo>
                  <a:pt x="589929" y="36487"/>
                </a:lnTo>
                <a:lnTo>
                  <a:pt x="589929" y="39155"/>
                </a:lnTo>
                <a:cubicBezTo>
                  <a:pt x="587501" y="39348"/>
                  <a:pt x="585819" y="39853"/>
                  <a:pt x="584885" y="40670"/>
                </a:cubicBezTo>
                <a:cubicBezTo>
                  <a:pt x="583250" y="42112"/>
                  <a:pt x="581779" y="44516"/>
                  <a:pt x="580471" y="47881"/>
                </a:cubicBezTo>
                <a:lnTo>
                  <a:pt x="557701" y="104559"/>
                </a:lnTo>
                <a:lnTo>
                  <a:pt x="554828" y="104559"/>
                </a:lnTo>
                <a:lnTo>
                  <a:pt x="531918" y="48818"/>
                </a:lnTo>
                <a:cubicBezTo>
                  <a:pt x="530890" y="46222"/>
                  <a:pt x="529909" y="44359"/>
                  <a:pt x="528975" y="43230"/>
                </a:cubicBezTo>
                <a:cubicBezTo>
                  <a:pt x="528041" y="42100"/>
                  <a:pt x="526850" y="41151"/>
                  <a:pt x="525402" y="40381"/>
                </a:cubicBezTo>
                <a:cubicBezTo>
                  <a:pt x="524608" y="39949"/>
                  <a:pt x="523043" y="39540"/>
                  <a:pt x="520708" y="39155"/>
                </a:cubicBezTo>
                <a:lnTo>
                  <a:pt x="520708" y="36487"/>
                </a:lnTo>
                <a:close/>
                <a:moveTo>
                  <a:pt x="632108" y="93021"/>
                </a:moveTo>
                <a:cubicBezTo>
                  <a:pt x="625522" y="98261"/>
                  <a:pt x="621388" y="101290"/>
                  <a:pt x="619707" y="102107"/>
                </a:cubicBezTo>
                <a:cubicBezTo>
                  <a:pt x="617185" y="103357"/>
                  <a:pt x="614499" y="103982"/>
                  <a:pt x="611650" y="103982"/>
                </a:cubicBezTo>
                <a:cubicBezTo>
                  <a:pt x="607212" y="103982"/>
                  <a:pt x="603557" y="102420"/>
                  <a:pt x="600685" y="99295"/>
                </a:cubicBezTo>
                <a:cubicBezTo>
                  <a:pt x="597812" y="96170"/>
                  <a:pt x="596376" y="92060"/>
                  <a:pt x="596376" y="86964"/>
                </a:cubicBezTo>
                <a:cubicBezTo>
                  <a:pt x="596376" y="83743"/>
                  <a:pt x="597077" y="80955"/>
                  <a:pt x="598478" y="78599"/>
                </a:cubicBezTo>
                <a:cubicBezTo>
                  <a:pt x="600393" y="75330"/>
                  <a:pt x="603721" y="72254"/>
                  <a:pt x="608462" y="69369"/>
                </a:cubicBezTo>
                <a:cubicBezTo>
                  <a:pt x="613203" y="66485"/>
                  <a:pt x="621085" y="62976"/>
                  <a:pt x="632108" y="58841"/>
                </a:cubicBezTo>
                <a:lnTo>
                  <a:pt x="632108" y="56245"/>
                </a:lnTo>
                <a:cubicBezTo>
                  <a:pt x="632108" y="49659"/>
                  <a:pt x="631092" y="45141"/>
                  <a:pt x="629060" y="42689"/>
                </a:cubicBezTo>
                <a:cubicBezTo>
                  <a:pt x="627028" y="40237"/>
                  <a:pt x="624074" y="39011"/>
                  <a:pt x="620197" y="39011"/>
                </a:cubicBezTo>
                <a:cubicBezTo>
                  <a:pt x="617255" y="39011"/>
                  <a:pt x="614919" y="39826"/>
                  <a:pt x="613191" y="41454"/>
                </a:cubicBezTo>
                <a:cubicBezTo>
                  <a:pt x="611416" y="43082"/>
                  <a:pt x="610529" y="44951"/>
                  <a:pt x="610529" y="47058"/>
                </a:cubicBezTo>
                <a:lnTo>
                  <a:pt x="610669" y="51225"/>
                </a:lnTo>
                <a:cubicBezTo>
                  <a:pt x="610669" y="53427"/>
                  <a:pt x="610120" y="55127"/>
                  <a:pt x="609022" y="56324"/>
                </a:cubicBezTo>
                <a:cubicBezTo>
                  <a:pt x="607925" y="57522"/>
                  <a:pt x="606488" y="58120"/>
                  <a:pt x="604713" y="58120"/>
                </a:cubicBezTo>
                <a:cubicBezTo>
                  <a:pt x="602985" y="58120"/>
                  <a:pt x="601572" y="57498"/>
                  <a:pt x="600475" y="56252"/>
                </a:cubicBezTo>
                <a:cubicBezTo>
                  <a:pt x="599377" y="55005"/>
                  <a:pt x="598828" y="53303"/>
                  <a:pt x="598828" y="51146"/>
                </a:cubicBezTo>
                <a:cubicBezTo>
                  <a:pt x="598828" y="47025"/>
                  <a:pt x="600883" y="43239"/>
                  <a:pt x="604994" y="39789"/>
                </a:cubicBezTo>
                <a:cubicBezTo>
                  <a:pt x="609104" y="36338"/>
                  <a:pt x="614872" y="34613"/>
                  <a:pt x="622299" y="34613"/>
                </a:cubicBezTo>
                <a:cubicBezTo>
                  <a:pt x="627997" y="34613"/>
                  <a:pt x="632668" y="35597"/>
                  <a:pt x="636312" y="37565"/>
                </a:cubicBezTo>
                <a:cubicBezTo>
                  <a:pt x="639067" y="39053"/>
                  <a:pt x="641099" y="41383"/>
                  <a:pt x="642407" y="44552"/>
                </a:cubicBezTo>
                <a:cubicBezTo>
                  <a:pt x="643248" y="46617"/>
                  <a:pt x="643668" y="50842"/>
                  <a:pt x="643668" y="57228"/>
                </a:cubicBezTo>
                <a:lnTo>
                  <a:pt x="643668" y="79627"/>
                </a:lnTo>
                <a:cubicBezTo>
                  <a:pt x="643668" y="85917"/>
                  <a:pt x="643785" y="89770"/>
                  <a:pt x="644018" y="91187"/>
                </a:cubicBezTo>
                <a:cubicBezTo>
                  <a:pt x="644252" y="92604"/>
                  <a:pt x="644637" y="93552"/>
                  <a:pt x="645174" y="94033"/>
                </a:cubicBezTo>
                <a:cubicBezTo>
                  <a:pt x="645712" y="94512"/>
                  <a:pt x="646330" y="94752"/>
                  <a:pt x="647031" y="94752"/>
                </a:cubicBezTo>
                <a:cubicBezTo>
                  <a:pt x="647778" y="94752"/>
                  <a:pt x="648432" y="94584"/>
                  <a:pt x="648993" y="94247"/>
                </a:cubicBezTo>
                <a:cubicBezTo>
                  <a:pt x="649974" y="93622"/>
                  <a:pt x="651865" y="91868"/>
                  <a:pt x="654668" y="88983"/>
                </a:cubicBezTo>
                <a:lnTo>
                  <a:pt x="654668" y="93021"/>
                </a:lnTo>
                <a:cubicBezTo>
                  <a:pt x="649437" y="100232"/>
                  <a:pt x="644439" y="103838"/>
                  <a:pt x="639675" y="103838"/>
                </a:cubicBezTo>
                <a:cubicBezTo>
                  <a:pt x="637386" y="103838"/>
                  <a:pt x="635564" y="103021"/>
                  <a:pt x="634210" y="101386"/>
                </a:cubicBezTo>
                <a:cubicBezTo>
                  <a:pt x="632855" y="99752"/>
                  <a:pt x="632155" y="96963"/>
                  <a:pt x="632108" y="93021"/>
                </a:cubicBezTo>
                <a:moveTo>
                  <a:pt x="632108" y="88294"/>
                </a:moveTo>
                <a:lnTo>
                  <a:pt x="632108" y="63240"/>
                </a:lnTo>
                <a:cubicBezTo>
                  <a:pt x="625055" y="66111"/>
                  <a:pt x="620501" y="68145"/>
                  <a:pt x="618446" y="69342"/>
                </a:cubicBezTo>
                <a:cubicBezTo>
                  <a:pt x="614756" y="71449"/>
                  <a:pt x="612117" y="73650"/>
                  <a:pt x="610529" y="75947"/>
                </a:cubicBezTo>
                <a:cubicBezTo>
                  <a:pt x="608940" y="78244"/>
                  <a:pt x="608146" y="80757"/>
                  <a:pt x="608146" y="83485"/>
                </a:cubicBezTo>
                <a:cubicBezTo>
                  <a:pt x="608146" y="86931"/>
                  <a:pt x="609151" y="89791"/>
                  <a:pt x="611159" y="92064"/>
                </a:cubicBezTo>
                <a:cubicBezTo>
                  <a:pt x="613168" y="94337"/>
                  <a:pt x="615480" y="95473"/>
                  <a:pt x="618095" y="95473"/>
                </a:cubicBezTo>
                <a:cubicBezTo>
                  <a:pt x="621645" y="95473"/>
                  <a:pt x="626316" y="93080"/>
                  <a:pt x="632108" y="88294"/>
                </a:cubicBezTo>
                <a:close/>
                <a:moveTo>
                  <a:pt x="677227" y="48602"/>
                </a:moveTo>
                <a:cubicBezTo>
                  <a:pt x="684747" y="39276"/>
                  <a:pt x="691917" y="34613"/>
                  <a:pt x="698737" y="34613"/>
                </a:cubicBezTo>
                <a:cubicBezTo>
                  <a:pt x="702240" y="34613"/>
                  <a:pt x="705252" y="35512"/>
                  <a:pt x="707775" y="37312"/>
                </a:cubicBezTo>
                <a:cubicBezTo>
                  <a:pt x="710297" y="39110"/>
                  <a:pt x="712305" y="42072"/>
                  <a:pt x="713800" y="46197"/>
                </a:cubicBezTo>
                <a:cubicBezTo>
                  <a:pt x="714828" y="49074"/>
                  <a:pt x="715341" y="53487"/>
                  <a:pt x="715341" y="59436"/>
                </a:cubicBezTo>
                <a:lnTo>
                  <a:pt x="715341" y="87568"/>
                </a:lnTo>
                <a:cubicBezTo>
                  <a:pt x="715341" y="91741"/>
                  <a:pt x="715668" y="94572"/>
                  <a:pt x="716322" y="96059"/>
                </a:cubicBezTo>
                <a:cubicBezTo>
                  <a:pt x="716836" y="97258"/>
                  <a:pt x="717665" y="98193"/>
                  <a:pt x="718809" y="98864"/>
                </a:cubicBezTo>
                <a:cubicBezTo>
                  <a:pt x="719954" y="99536"/>
                  <a:pt x="722067" y="99872"/>
                  <a:pt x="725150" y="99872"/>
                </a:cubicBezTo>
                <a:lnTo>
                  <a:pt x="725150" y="102540"/>
                </a:lnTo>
                <a:lnTo>
                  <a:pt x="693412" y="102540"/>
                </a:lnTo>
                <a:lnTo>
                  <a:pt x="693412" y="99872"/>
                </a:lnTo>
                <a:lnTo>
                  <a:pt x="694743" y="99872"/>
                </a:lnTo>
                <a:cubicBezTo>
                  <a:pt x="697732" y="99872"/>
                  <a:pt x="699822" y="99405"/>
                  <a:pt x="701014" y="98472"/>
                </a:cubicBezTo>
                <a:cubicBezTo>
                  <a:pt x="702205" y="97539"/>
                  <a:pt x="703034" y="96165"/>
                  <a:pt x="703501" y="94349"/>
                </a:cubicBezTo>
                <a:cubicBezTo>
                  <a:pt x="703688" y="93630"/>
                  <a:pt x="703781" y="91382"/>
                  <a:pt x="703781" y="87604"/>
                </a:cubicBezTo>
                <a:lnTo>
                  <a:pt x="703781" y="60700"/>
                </a:lnTo>
                <a:cubicBezTo>
                  <a:pt x="703781" y="54723"/>
                  <a:pt x="703022" y="50383"/>
                  <a:pt x="701504" y="47680"/>
                </a:cubicBezTo>
                <a:cubicBezTo>
                  <a:pt x="699986" y="44978"/>
                  <a:pt x="697429" y="43626"/>
                  <a:pt x="693832" y="43626"/>
                </a:cubicBezTo>
                <a:cubicBezTo>
                  <a:pt x="688274" y="43626"/>
                  <a:pt x="682739" y="46735"/>
                  <a:pt x="677227" y="52953"/>
                </a:cubicBezTo>
                <a:lnTo>
                  <a:pt x="677227" y="87604"/>
                </a:lnTo>
                <a:cubicBezTo>
                  <a:pt x="677227" y="92052"/>
                  <a:pt x="677484" y="94802"/>
                  <a:pt x="677998" y="95854"/>
                </a:cubicBezTo>
                <a:cubicBezTo>
                  <a:pt x="678652" y="97240"/>
                  <a:pt x="679551" y="98257"/>
                  <a:pt x="680695" y="98903"/>
                </a:cubicBezTo>
                <a:cubicBezTo>
                  <a:pt x="681840" y="99549"/>
                  <a:pt x="684164" y="99872"/>
                  <a:pt x="687667" y="99872"/>
                </a:cubicBezTo>
                <a:lnTo>
                  <a:pt x="687667" y="102540"/>
                </a:lnTo>
                <a:lnTo>
                  <a:pt x="655928" y="102540"/>
                </a:lnTo>
                <a:lnTo>
                  <a:pt x="655928" y="99872"/>
                </a:lnTo>
                <a:lnTo>
                  <a:pt x="657330" y="99872"/>
                </a:lnTo>
                <a:cubicBezTo>
                  <a:pt x="660599" y="99872"/>
                  <a:pt x="662806" y="99021"/>
                  <a:pt x="663951" y="97319"/>
                </a:cubicBezTo>
                <a:cubicBezTo>
                  <a:pt x="665095" y="95615"/>
                  <a:pt x="665667" y="92365"/>
                  <a:pt x="665667" y="87568"/>
                </a:cubicBezTo>
                <a:lnTo>
                  <a:pt x="665667" y="63105"/>
                </a:lnTo>
                <a:cubicBezTo>
                  <a:pt x="665667" y="55191"/>
                  <a:pt x="665492" y="50371"/>
                  <a:pt x="665142" y="48645"/>
                </a:cubicBezTo>
                <a:cubicBezTo>
                  <a:pt x="664791" y="46917"/>
                  <a:pt x="664254" y="45741"/>
                  <a:pt x="663530" y="45118"/>
                </a:cubicBezTo>
                <a:cubicBezTo>
                  <a:pt x="662806" y="44495"/>
                  <a:pt x="661837" y="44183"/>
                  <a:pt x="660623" y="44183"/>
                </a:cubicBezTo>
                <a:cubicBezTo>
                  <a:pt x="659315" y="44183"/>
                  <a:pt x="657750" y="44543"/>
                  <a:pt x="655928" y="45262"/>
                </a:cubicBezTo>
                <a:lnTo>
                  <a:pt x="654877" y="42671"/>
                </a:lnTo>
                <a:lnTo>
                  <a:pt x="674215" y="34613"/>
                </a:lnTo>
                <a:lnTo>
                  <a:pt x="677227" y="34613"/>
                </a:lnTo>
                <a:lnTo>
                  <a:pt x="677227" y="48602"/>
                </a:lnTo>
                <a:close/>
                <a:moveTo>
                  <a:pt x="784773" y="77446"/>
                </a:moveTo>
                <a:cubicBezTo>
                  <a:pt x="783045" y="86147"/>
                  <a:pt x="779659" y="92841"/>
                  <a:pt x="774614" y="97528"/>
                </a:cubicBezTo>
                <a:cubicBezTo>
                  <a:pt x="769570" y="102215"/>
                  <a:pt x="763988" y="104559"/>
                  <a:pt x="757869" y="104559"/>
                </a:cubicBezTo>
                <a:cubicBezTo>
                  <a:pt x="750583" y="104559"/>
                  <a:pt x="744230" y="101414"/>
                  <a:pt x="738812" y="95124"/>
                </a:cubicBezTo>
                <a:cubicBezTo>
                  <a:pt x="733394" y="88832"/>
                  <a:pt x="730685" y="80332"/>
                  <a:pt x="730685" y="69622"/>
                </a:cubicBezTo>
                <a:cubicBezTo>
                  <a:pt x="730685" y="59249"/>
                  <a:pt x="733686" y="50821"/>
                  <a:pt x="739688" y="44338"/>
                </a:cubicBezTo>
                <a:cubicBezTo>
                  <a:pt x="745690" y="37855"/>
                  <a:pt x="752895" y="34613"/>
                  <a:pt x="761302" y="34613"/>
                </a:cubicBezTo>
                <a:cubicBezTo>
                  <a:pt x="767608" y="34613"/>
                  <a:pt x="772792" y="36326"/>
                  <a:pt x="776856" y="39753"/>
                </a:cubicBezTo>
                <a:cubicBezTo>
                  <a:pt x="780920" y="43178"/>
                  <a:pt x="782951" y="46735"/>
                  <a:pt x="782951" y="50425"/>
                </a:cubicBezTo>
                <a:cubicBezTo>
                  <a:pt x="782951" y="52246"/>
                  <a:pt x="782379" y="53719"/>
                  <a:pt x="781235" y="54846"/>
                </a:cubicBezTo>
                <a:cubicBezTo>
                  <a:pt x="780091" y="55971"/>
                  <a:pt x="778491" y="56534"/>
                  <a:pt x="776436" y="56534"/>
                </a:cubicBezTo>
                <a:cubicBezTo>
                  <a:pt x="773680" y="56534"/>
                  <a:pt x="771601" y="55620"/>
                  <a:pt x="770200" y="53794"/>
                </a:cubicBezTo>
                <a:cubicBezTo>
                  <a:pt x="769406" y="52784"/>
                  <a:pt x="768881" y="50861"/>
                  <a:pt x="768624" y="48025"/>
                </a:cubicBezTo>
                <a:cubicBezTo>
                  <a:pt x="768367" y="45189"/>
                  <a:pt x="767421" y="43025"/>
                  <a:pt x="765786" y="41535"/>
                </a:cubicBezTo>
                <a:cubicBezTo>
                  <a:pt x="764151" y="40093"/>
                  <a:pt x="761886" y="39372"/>
                  <a:pt x="758990" y="39372"/>
                </a:cubicBezTo>
                <a:cubicBezTo>
                  <a:pt x="754319" y="39372"/>
                  <a:pt x="750559" y="41151"/>
                  <a:pt x="747710" y="44708"/>
                </a:cubicBezTo>
                <a:cubicBezTo>
                  <a:pt x="743927" y="49419"/>
                  <a:pt x="742035" y="55645"/>
                  <a:pt x="742035" y="63384"/>
                </a:cubicBezTo>
                <a:cubicBezTo>
                  <a:pt x="742035" y="71268"/>
                  <a:pt x="743915" y="78227"/>
                  <a:pt x="747675" y="84260"/>
                </a:cubicBezTo>
                <a:cubicBezTo>
                  <a:pt x="751435" y="90293"/>
                  <a:pt x="756515" y="93310"/>
                  <a:pt x="762914" y="93310"/>
                </a:cubicBezTo>
                <a:cubicBezTo>
                  <a:pt x="767491" y="93310"/>
                  <a:pt x="771601" y="91699"/>
                  <a:pt x="775245" y="88478"/>
                </a:cubicBezTo>
                <a:cubicBezTo>
                  <a:pt x="777814" y="86267"/>
                  <a:pt x="780312" y="82253"/>
                  <a:pt x="782741" y="76436"/>
                </a:cubicBezTo>
                <a:lnTo>
                  <a:pt x="784773" y="77446"/>
                </a:lnTo>
                <a:close/>
                <a:moveTo>
                  <a:pt x="803831" y="61437"/>
                </a:moveTo>
                <a:cubicBezTo>
                  <a:pt x="803784" y="71222"/>
                  <a:pt x="806096" y="78896"/>
                  <a:pt x="810767" y="84461"/>
                </a:cubicBezTo>
                <a:cubicBezTo>
                  <a:pt x="815438" y="90024"/>
                  <a:pt x="820926" y="92805"/>
                  <a:pt x="827231" y="92805"/>
                </a:cubicBezTo>
                <a:cubicBezTo>
                  <a:pt x="831435" y="92805"/>
                  <a:pt x="835090" y="91615"/>
                  <a:pt x="838196" y="89236"/>
                </a:cubicBezTo>
                <a:cubicBezTo>
                  <a:pt x="841302" y="86856"/>
                  <a:pt x="843906" y="82782"/>
                  <a:pt x="846008" y="77013"/>
                </a:cubicBezTo>
                <a:lnTo>
                  <a:pt x="848180" y="78455"/>
                </a:lnTo>
                <a:cubicBezTo>
                  <a:pt x="847199" y="85041"/>
                  <a:pt x="844350" y="91038"/>
                  <a:pt x="839632" y="96447"/>
                </a:cubicBezTo>
                <a:cubicBezTo>
                  <a:pt x="834915" y="101855"/>
                  <a:pt x="829006" y="104559"/>
                  <a:pt x="821907" y="104559"/>
                </a:cubicBezTo>
                <a:cubicBezTo>
                  <a:pt x="814200" y="104559"/>
                  <a:pt x="807602" y="101477"/>
                  <a:pt x="802114" y="95313"/>
                </a:cubicBezTo>
                <a:cubicBezTo>
                  <a:pt x="796626" y="89148"/>
                  <a:pt x="793882" y="80860"/>
                  <a:pt x="793882" y="70449"/>
                </a:cubicBezTo>
                <a:cubicBezTo>
                  <a:pt x="793882" y="59176"/>
                  <a:pt x="796696" y="50385"/>
                  <a:pt x="802324" y="44077"/>
                </a:cubicBezTo>
                <a:cubicBezTo>
                  <a:pt x="807953" y="37767"/>
                  <a:pt x="815017" y="34613"/>
                  <a:pt x="823518" y="34613"/>
                </a:cubicBezTo>
                <a:cubicBezTo>
                  <a:pt x="830711" y="34613"/>
                  <a:pt x="836620" y="37046"/>
                  <a:pt x="841244" y="41914"/>
                </a:cubicBezTo>
                <a:cubicBezTo>
                  <a:pt x="845868" y="46780"/>
                  <a:pt x="848180" y="53287"/>
                  <a:pt x="848180" y="61437"/>
                </a:cubicBezTo>
                <a:lnTo>
                  <a:pt x="803831" y="61437"/>
                </a:lnTo>
                <a:moveTo>
                  <a:pt x="803831" y="57255"/>
                </a:moveTo>
                <a:lnTo>
                  <a:pt x="833537" y="57255"/>
                </a:lnTo>
                <a:cubicBezTo>
                  <a:pt x="833303" y="53025"/>
                  <a:pt x="832813" y="50044"/>
                  <a:pt x="832066" y="48313"/>
                </a:cubicBezTo>
                <a:cubicBezTo>
                  <a:pt x="830898" y="45621"/>
                  <a:pt x="829158" y="43506"/>
                  <a:pt x="826846" y="41968"/>
                </a:cubicBezTo>
                <a:cubicBezTo>
                  <a:pt x="824534" y="40429"/>
                  <a:pt x="822117" y="39660"/>
                  <a:pt x="819595" y="39660"/>
                </a:cubicBezTo>
                <a:cubicBezTo>
                  <a:pt x="815718" y="39660"/>
                  <a:pt x="812250" y="41211"/>
                  <a:pt x="809190" y="44311"/>
                </a:cubicBezTo>
                <a:cubicBezTo>
                  <a:pt x="806131" y="47412"/>
                  <a:pt x="804344" y="51727"/>
                  <a:pt x="803831" y="57255"/>
                </a:cubicBezTo>
                <a:close/>
                <a:moveTo>
                  <a:pt x="887064" y="42984"/>
                </a:moveTo>
                <a:lnTo>
                  <a:pt x="906822" y="34757"/>
                </a:lnTo>
                <a:lnTo>
                  <a:pt x="909484" y="34757"/>
                </a:lnTo>
                <a:lnTo>
                  <a:pt x="909484" y="50188"/>
                </a:lnTo>
                <a:cubicBezTo>
                  <a:pt x="912801" y="44371"/>
                  <a:pt x="916129" y="40321"/>
                  <a:pt x="919468" y="38038"/>
                </a:cubicBezTo>
                <a:cubicBezTo>
                  <a:pt x="922808" y="35754"/>
                  <a:pt x="926323" y="34613"/>
                  <a:pt x="930013" y="34613"/>
                </a:cubicBezTo>
                <a:cubicBezTo>
                  <a:pt x="936458" y="34613"/>
                  <a:pt x="941830" y="37206"/>
                  <a:pt x="946127" y="42391"/>
                </a:cubicBezTo>
                <a:cubicBezTo>
                  <a:pt x="951405" y="48731"/>
                  <a:pt x="954044" y="56991"/>
                  <a:pt x="954044" y="67172"/>
                </a:cubicBezTo>
                <a:cubicBezTo>
                  <a:pt x="954044" y="78554"/>
                  <a:pt x="950868" y="87966"/>
                  <a:pt x="944515" y="95410"/>
                </a:cubicBezTo>
                <a:cubicBezTo>
                  <a:pt x="939284" y="101509"/>
                  <a:pt x="932698" y="104559"/>
                  <a:pt x="924758" y="104559"/>
                </a:cubicBezTo>
                <a:cubicBezTo>
                  <a:pt x="921301" y="104559"/>
                  <a:pt x="918312" y="104054"/>
                  <a:pt x="915790" y="103045"/>
                </a:cubicBezTo>
                <a:cubicBezTo>
                  <a:pt x="913922" y="102323"/>
                  <a:pt x="911820" y="100881"/>
                  <a:pt x="909484" y="98718"/>
                </a:cubicBezTo>
                <a:lnTo>
                  <a:pt x="909484" y="118837"/>
                </a:lnTo>
                <a:cubicBezTo>
                  <a:pt x="909484" y="123355"/>
                  <a:pt x="909753" y="126228"/>
                  <a:pt x="910290" y="127454"/>
                </a:cubicBezTo>
                <a:cubicBezTo>
                  <a:pt x="910827" y="128679"/>
                  <a:pt x="911761" y="129653"/>
                  <a:pt x="913092" y="130374"/>
                </a:cubicBezTo>
                <a:cubicBezTo>
                  <a:pt x="914424" y="131095"/>
                  <a:pt x="916841" y="131456"/>
                  <a:pt x="920344" y="131456"/>
                </a:cubicBezTo>
                <a:lnTo>
                  <a:pt x="920344" y="134124"/>
                </a:lnTo>
                <a:lnTo>
                  <a:pt x="886714" y="134124"/>
                </a:lnTo>
                <a:lnTo>
                  <a:pt x="886714" y="131456"/>
                </a:lnTo>
                <a:lnTo>
                  <a:pt x="888466" y="131456"/>
                </a:lnTo>
                <a:cubicBezTo>
                  <a:pt x="891034" y="131504"/>
                  <a:pt x="893230" y="130998"/>
                  <a:pt x="895051" y="129939"/>
                </a:cubicBezTo>
                <a:cubicBezTo>
                  <a:pt x="895939" y="129410"/>
                  <a:pt x="896628" y="128556"/>
                  <a:pt x="897118" y="127377"/>
                </a:cubicBezTo>
                <a:cubicBezTo>
                  <a:pt x="897609" y="126199"/>
                  <a:pt x="897854" y="123205"/>
                  <a:pt x="897854" y="118395"/>
                </a:cubicBezTo>
                <a:lnTo>
                  <a:pt x="897854" y="55901"/>
                </a:lnTo>
                <a:cubicBezTo>
                  <a:pt x="897854" y="51619"/>
                  <a:pt x="897667" y="48902"/>
                  <a:pt x="897293" y="47748"/>
                </a:cubicBezTo>
                <a:cubicBezTo>
                  <a:pt x="896920" y="46593"/>
                  <a:pt x="896324" y="45726"/>
                  <a:pt x="895507" y="45150"/>
                </a:cubicBezTo>
                <a:cubicBezTo>
                  <a:pt x="894689" y="44571"/>
                  <a:pt x="893580" y="44282"/>
                  <a:pt x="892179" y="44282"/>
                </a:cubicBezTo>
                <a:cubicBezTo>
                  <a:pt x="891058" y="44282"/>
                  <a:pt x="889633" y="44619"/>
                  <a:pt x="887905" y="45292"/>
                </a:cubicBezTo>
                <a:lnTo>
                  <a:pt x="887064" y="42984"/>
                </a:lnTo>
                <a:moveTo>
                  <a:pt x="909484" y="54573"/>
                </a:moveTo>
                <a:lnTo>
                  <a:pt x="909484" y="79203"/>
                </a:lnTo>
                <a:cubicBezTo>
                  <a:pt x="909484" y="84533"/>
                  <a:pt x="909694" y="88038"/>
                  <a:pt x="910115" y="89718"/>
                </a:cubicBezTo>
                <a:cubicBezTo>
                  <a:pt x="910769" y="92503"/>
                  <a:pt x="912368" y="94952"/>
                  <a:pt x="914914" y="97064"/>
                </a:cubicBezTo>
                <a:cubicBezTo>
                  <a:pt x="917460" y="99176"/>
                  <a:pt x="920671" y="100232"/>
                  <a:pt x="924548" y="100232"/>
                </a:cubicBezTo>
                <a:cubicBezTo>
                  <a:pt x="929219" y="100232"/>
                  <a:pt x="933002" y="98360"/>
                  <a:pt x="935898" y="94614"/>
                </a:cubicBezTo>
                <a:cubicBezTo>
                  <a:pt x="939681" y="89719"/>
                  <a:pt x="941573" y="82829"/>
                  <a:pt x="941573" y="73946"/>
                </a:cubicBezTo>
                <a:cubicBezTo>
                  <a:pt x="941573" y="63864"/>
                  <a:pt x="939424" y="56111"/>
                  <a:pt x="935127" y="50686"/>
                </a:cubicBezTo>
                <a:cubicBezTo>
                  <a:pt x="932138" y="46941"/>
                  <a:pt x="928588" y="45068"/>
                  <a:pt x="924478" y="45068"/>
                </a:cubicBezTo>
                <a:cubicBezTo>
                  <a:pt x="922236" y="45068"/>
                  <a:pt x="920017" y="45645"/>
                  <a:pt x="917822" y="46797"/>
                </a:cubicBezTo>
                <a:cubicBezTo>
                  <a:pt x="916140" y="47661"/>
                  <a:pt x="913361" y="50253"/>
                  <a:pt x="909484" y="54573"/>
                </a:cubicBezTo>
                <a:close/>
                <a:moveTo>
                  <a:pt x="999795" y="93021"/>
                </a:moveTo>
                <a:cubicBezTo>
                  <a:pt x="993210" y="98261"/>
                  <a:pt x="989076" y="101290"/>
                  <a:pt x="987394" y="102107"/>
                </a:cubicBezTo>
                <a:cubicBezTo>
                  <a:pt x="984872" y="103357"/>
                  <a:pt x="982186" y="103982"/>
                  <a:pt x="979337" y="103982"/>
                </a:cubicBezTo>
                <a:cubicBezTo>
                  <a:pt x="974900" y="103982"/>
                  <a:pt x="971245" y="102420"/>
                  <a:pt x="968372" y="99295"/>
                </a:cubicBezTo>
                <a:cubicBezTo>
                  <a:pt x="965500" y="96170"/>
                  <a:pt x="964064" y="92060"/>
                  <a:pt x="964064" y="86964"/>
                </a:cubicBezTo>
                <a:cubicBezTo>
                  <a:pt x="964064" y="83743"/>
                  <a:pt x="964764" y="80955"/>
                  <a:pt x="966166" y="78599"/>
                </a:cubicBezTo>
                <a:cubicBezTo>
                  <a:pt x="968081" y="75330"/>
                  <a:pt x="971409" y="72254"/>
                  <a:pt x="976149" y="69369"/>
                </a:cubicBezTo>
                <a:cubicBezTo>
                  <a:pt x="980890" y="66485"/>
                  <a:pt x="988772" y="62976"/>
                  <a:pt x="999795" y="58841"/>
                </a:cubicBezTo>
                <a:lnTo>
                  <a:pt x="999795" y="56245"/>
                </a:lnTo>
                <a:cubicBezTo>
                  <a:pt x="999795" y="49659"/>
                  <a:pt x="998780" y="45141"/>
                  <a:pt x="996748" y="42689"/>
                </a:cubicBezTo>
                <a:cubicBezTo>
                  <a:pt x="994716" y="40237"/>
                  <a:pt x="991762" y="39011"/>
                  <a:pt x="987885" y="39011"/>
                </a:cubicBezTo>
                <a:cubicBezTo>
                  <a:pt x="984942" y="39011"/>
                  <a:pt x="982607" y="39826"/>
                  <a:pt x="980879" y="41454"/>
                </a:cubicBezTo>
                <a:cubicBezTo>
                  <a:pt x="979104" y="43082"/>
                  <a:pt x="978216" y="44951"/>
                  <a:pt x="978216" y="47058"/>
                </a:cubicBezTo>
                <a:lnTo>
                  <a:pt x="978356" y="51225"/>
                </a:lnTo>
                <a:cubicBezTo>
                  <a:pt x="978356" y="53427"/>
                  <a:pt x="977808" y="55127"/>
                  <a:pt x="976710" y="56324"/>
                </a:cubicBezTo>
                <a:cubicBezTo>
                  <a:pt x="975612" y="57522"/>
                  <a:pt x="974176" y="58120"/>
                  <a:pt x="972401" y="58120"/>
                </a:cubicBezTo>
                <a:cubicBezTo>
                  <a:pt x="970673" y="58120"/>
                  <a:pt x="969260" y="57498"/>
                  <a:pt x="968162" y="56252"/>
                </a:cubicBezTo>
                <a:cubicBezTo>
                  <a:pt x="967065" y="55005"/>
                  <a:pt x="966516" y="53303"/>
                  <a:pt x="966516" y="51146"/>
                </a:cubicBezTo>
                <a:cubicBezTo>
                  <a:pt x="966516" y="47025"/>
                  <a:pt x="968571" y="43239"/>
                  <a:pt x="972681" y="39789"/>
                </a:cubicBezTo>
                <a:cubicBezTo>
                  <a:pt x="976792" y="36338"/>
                  <a:pt x="982560" y="34613"/>
                  <a:pt x="989987" y="34613"/>
                </a:cubicBezTo>
                <a:cubicBezTo>
                  <a:pt x="995685" y="34613"/>
                  <a:pt x="1000356" y="35597"/>
                  <a:pt x="1003999" y="37565"/>
                </a:cubicBezTo>
                <a:cubicBezTo>
                  <a:pt x="1006755" y="39053"/>
                  <a:pt x="1008787" y="41383"/>
                  <a:pt x="1010095" y="44552"/>
                </a:cubicBezTo>
                <a:cubicBezTo>
                  <a:pt x="1010935" y="46617"/>
                  <a:pt x="1011356" y="50842"/>
                  <a:pt x="1011356" y="57228"/>
                </a:cubicBezTo>
                <a:lnTo>
                  <a:pt x="1011356" y="79627"/>
                </a:lnTo>
                <a:cubicBezTo>
                  <a:pt x="1011356" y="85917"/>
                  <a:pt x="1011473" y="89770"/>
                  <a:pt x="1011706" y="91187"/>
                </a:cubicBezTo>
                <a:cubicBezTo>
                  <a:pt x="1011940" y="92604"/>
                  <a:pt x="1012325" y="93552"/>
                  <a:pt x="1012862" y="94033"/>
                </a:cubicBezTo>
                <a:cubicBezTo>
                  <a:pt x="1013399" y="94512"/>
                  <a:pt x="1014018" y="94752"/>
                  <a:pt x="1014719" y="94752"/>
                </a:cubicBezTo>
                <a:cubicBezTo>
                  <a:pt x="1015466" y="94752"/>
                  <a:pt x="1016120" y="94584"/>
                  <a:pt x="1016681" y="94247"/>
                </a:cubicBezTo>
                <a:cubicBezTo>
                  <a:pt x="1017661" y="93622"/>
                  <a:pt x="1019553" y="91868"/>
                  <a:pt x="1022356" y="88983"/>
                </a:cubicBezTo>
                <a:lnTo>
                  <a:pt x="1022356" y="93021"/>
                </a:lnTo>
                <a:cubicBezTo>
                  <a:pt x="1017124" y="100232"/>
                  <a:pt x="1012126" y="103838"/>
                  <a:pt x="1007362" y="103838"/>
                </a:cubicBezTo>
                <a:cubicBezTo>
                  <a:pt x="1005074" y="103838"/>
                  <a:pt x="1003252" y="103021"/>
                  <a:pt x="1001897" y="101386"/>
                </a:cubicBezTo>
                <a:cubicBezTo>
                  <a:pt x="1000543" y="99752"/>
                  <a:pt x="999842" y="96963"/>
                  <a:pt x="999795" y="93021"/>
                </a:cubicBezTo>
                <a:moveTo>
                  <a:pt x="999795" y="88294"/>
                </a:moveTo>
                <a:lnTo>
                  <a:pt x="999795" y="63240"/>
                </a:lnTo>
                <a:cubicBezTo>
                  <a:pt x="992743" y="66111"/>
                  <a:pt x="988188" y="68145"/>
                  <a:pt x="986133" y="69342"/>
                </a:cubicBezTo>
                <a:cubicBezTo>
                  <a:pt x="982443" y="71449"/>
                  <a:pt x="979804" y="73650"/>
                  <a:pt x="978216" y="75947"/>
                </a:cubicBezTo>
                <a:cubicBezTo>
                  <a:pt x="976628" y="78244"/>
                  <a:pt x="975834" y="80757"/>
                  <a:pt x="975834" y="83485"/>
                </a:cubicBezTo>
                <a:cubicBezTo>
                  <a:pt x="975834" y="86931"/>
                  <a:pt x="976838" y="89791"/>
                  <a:pt x="978847" y="92064"/>
                </a:cubicBezTo>
                <a:cubicBezTo>
                  <a:pt x="980855" y="94337"/>
                  <a:pt x="983167" y="95473"/>
                  <a:pt x="985783" y="95473"/>
                </a:cubicBezTo>
                <a:cubicBezTo>
                  <a:pt x="989333" y="95473"/>
                  <a:pt x="994004" y="93080"/>
                  <a:pt x="999795" y="88294"/>
                </a:cubicBezTo>
                <a:close/>
                <a:moveTo>
                  <a:pt x="1042533" y="0"/>
                </a:moveTo>
                <a:cubicBezTo>
                  <a:pt x="1044494" y="0"/>
                  <a:pt x="1046164" y="713"/>
                  <a:pt x="1047542" y="2138"/>
                </a:cubicBezTo>
                <a:cubicBezTo>
                  <a:pt x="1048920" y="3563"/>
                  <a:pt x="1049609" y="5290"/>
                  <a:pt x="1049609" y="7319"/>
                </a:cubicBezTo>
                <a:cubicBezTo>
                  <a:pt x="1049609" y="9349"/>
                  <a:pt x="1048920" y="11088"/>
                  <a:pt x="1047542" y="12538"/>
                </a:cubicBezTo>
                <a:cubicBezTo>
                  <a:pt x="1046164" y="13986"/>
                  <a:pt x="1044494" y="14710"/>
                  <a:pt x="1042533" y="14710"/>
                </a:cubicBezTo>
                <a:cubicBezTo>
                  <a:pt x="1040571" y="14710"/>
                  <a:pt x="1038889" y="13986"/>
                  <a:pt x="1037488" y="12538"/>
                </a:cubicBezTo>
                <a:cubicBezTo>
                  <a:pt x="1036087" y="11088"/>
                  <a:pt x="1035386" y="9349"/>
                  <a:pt x="1035386" y="7319"/>
                </a:cubicBezTo>
                <a:cubicBezTo>
                  <a:pt x="1035386" y="5290"/>
                  <a:pt x="1036075" y="3563"/>
                  <a:pt x="1037453" y="2138"/>
                </a:cubicBezTo>
                <a:cubicBezTo>
                  <a:pt x="1038831" y="713"/>
                  <a:pt x="1040524" y="0"/>
                  <a:pt x="1042533" y="0"/>
                </a:cubicBezTo>
                <a:moveTo>
                  <a:pt x="1048348" y="34613"/>
                </a:moveTo>
                <a:lnTo>
                  <a:pt x="1048348" y="87568"/>
                </a:lnTo>
                <a:cubicBezTo>
                  <a:pt x="1048348" y="91693"/>
                  <a:pt x="1048640" y="94439"/>
                  <a:pt x="1049224" y="95807"/>
                </a:cubicBezTo>
                <a:cubicBezTo>
                  <a:pt x="1049807" y="97174"/>
                  <a:pt x="1050672" y="98193"/>
                  <a:pt x="1051816" y="98864"/>
                </a:cubicBezTo>
                <a:cubicBezTo>
                  <a:pt x="1052960" y="99536"/>
                  <a:pt x="1055050" y="99872"/>
                  <a:pt x="1058086" y="99872"/>
                </a:cubicBezTo>
                <a:lnTo>
                  <a:pt x="1058086" y="102540"/>
                </a:lnTo>
                <a:lnTo>
                  <a:pt x="1026909" y="102540"/>
                </a:lnTo>
                <a:lnTo>
                  <a:pt x="1026909" y="99872"/>
                </a:lnTo>
                <a:cubicBezTo>
                  <a:pt x="1030038" y="99872"/>
                  <a:pt x="1032140" y="99560"/>
                  <a:pt x="1033214" y="98937"/>
                </a:cubicBezTo>
                <a:cubicBezTo>
                  <a:pt x="1034289" y="98313"/>
                  <a:pt x="1035141" y="97282"/>
                  <a:pt x="1035772" y="95843"/>
                </a:cubicBezTo>
                <a:cubicBezTo>
                  <a:pt x="1036402" y="94403"/>
                  <a:pt x="1036717" y="91645"/>
                  <a:pt x="1036717" y="87568"/>
                </a:cubicBezTo>
                <a:lnTo>
                  <a:pt x="1036717" y="62170"/>
                </a:lnTo>
                <a:cubicBezTo>
                  <a:pt x="1036717" y="55022"/>
                  <a:pt x="1036507" y="50393"/>
                  <a:pt x="1036087" y="48284"/>
                </a:cubicBezTo>
                <a:cubicBezTo>
                  <a:pt x="1035760" y="46749"/>
                  <a:pt x="1035246" y="45681"/>
                  <a:pt x="1034545" y="45082"/>
                </a:cubicBezTo>
                <a:cubicBezTo>
                  <a:pt x="1033845" y="44483"/>
                  <a:pt x="1032887" y="44183"/>
                  <a:pt x="1031673" y="44183"/>
                </a:cubicBezTo>
                <a:cubicBezTo>
                  <a:pt x="1030365" y="44183"/>
                  <a:pt x="1028777" y="44543"/>
                  <a:pt x="1026909" y="45262"/>
                </a:cubicBezTo>
                <a:lnTo>
                  <a:pt x="1025928" y="42671"/>
                </a:lnTo>
                <a:lnTo>
                  <a:pt x="1045265" y="34613"/>
                </a:lnTo>
                <a:lnTo>
                  <a:pt x="1048348" y="34613"/>
                </a:lnTo>
                <a:close/>
                <a:moveTo>
                  <a:pt x="1085348" y="34613"/>
                </a:moveTo>
                <a:lnTo>
                  <a:pt x="1085348" y="49467"/>
                </a:lnTo>
                <a:cubicBezTo>
                  <a:pt x="1090720" y="39564"/>
                  <a:pt x="1096231" y="34613"/>
                  <a:pt x="1101883" y="34613"/>
                </a:cubicBezTo>
                <a:cubicBezTo>
                  <a:pt x="1104452" y="34613"/>
                  <a:pt x="1106577" y="35418"/>
                  <a:pt x="1108259" y="37028"/>
                </a:cubicBezTo>
                <a:cubicBezTo>
                  <a:pt x="1109940" y="38639"/>
                  <a:pt x="1110781" y="40502"/>
                  <a:pt x="1110781" y="42617"/>
                </a:cubicBezTo>
                <a:cubicBezTo>
                  <a:pt x="1110781" y="44492"/>
                  <a:pt x="1110174" y="46078"/>
                  <a:pt x="1108959" y="47376"/>
                </a:cubicBezTo>
                <a:cubicBezTo>
                  <a:pt x="1107745" y="48674"/>
                  <a:pt x="1106297" y="49323"/>
                  <a:pt x="1104616" y="49323"/>
                </a:cubicBezTo>
                <a:cubicBezTo>
                  <a:pt x="1102981" y="49323"/>
                  <a:pt x="1101147" y="48494"/>
                  <a:pt x="1099116" y="46835"/>
                </a:cubicBezTo>
                <a:cubicBezTo>
                  <a:pt x="1097084" y="45177"/>
                  <a:pt x="1095578" y="44347"/>
                  <a:pt x="1094597" y="44347"/>
                </a:cubicBezTo>
                <a:cubicBezTo>
                  <a:pt x="1093756" y="44347"/>
                  <a:pt x="1092845" y="44827"/>
                  <a:pt x="1091864" y="45785"/>
                </a:cubicBezTo>
                <a:cubicBezTo>
                  <a:pt x="1089762" y="47752"/>
                  <a:pt x="1087590" y="50988"/>
                  <a:pt x="1085348" y="55495"/>
                </a:cubicBezTo>
                <a:lnTo>
                  <a:pt x="1085348" y="87070"/>
                </a:lnTo>
                <a:cubicBezTo>
                  <a:pt x="1085348" y="90713"/>
                  <a:pt x="1085792" y="93470"/>
                  <a:pt x="1086680" y="95340"/>
                </a:cubicBezTo>
                <a:cubicBezTo>
                  <a:pt x="1087287" y="96635"/>
                  <a:pt x="1088361" y="97714"/>
                  <a:pt x="1089902" y="98578"/>
                </a:cubicBezTo>
                <a:cubicBezTo>
                  <a:pt x="1091444" y="99441"/>
                  <a:pt x="1093662" y="99872"/>
                  <a:pt x="1096558" y="99872"/>
                </a:cubicBezTo>
                <a:lnTo>
                  <a:pt x="1096558" y="102540"/>
                </a:lnTo>
                <a:lnTo>
                  <a:pt x="1063699" y="102540"/>
                </a:lnTo>
                <a:lnTo>
                  <a:pt x="1063699" y="99872"/>
                </a:lnTo>
                <a:cubicBezTo>
                  <a:pt x="1066969" y="99872"/>
                  <a:pt x="1069398" y="99344"/>
                  <a:pt x="1070986" y="98290"/>
                </a:cubicBezTo>
                <a:cubicBezTo>
                  <a:pt x="1072153" y="97522"/>
                  <a:pt x="1072971" y="96299"/>
                  <a:pt x="1073438" y="94619"/>
                </a:cubicBezTo>
                <a:cubicBezTo>
                  <a:pt x="1073671" y="93803"/>
                  <a:pt x="1073788" y="91477"/>
                  <a:pt x="1073788" y="87640"/>
                </a:cubicBezTo>
                <a:lnTo>
                  <a:pt x="1073788" y="62098"/>
                </a:lnTo>
                <a:cubicBezTo>
                  <a:pt x="1073788" y="54422"/>
                  <a:pt x="1073636" y="49854"/>
                  <a:pt x="1073333" y="48392"/>
                </a:cubicBezTo>
                <a:cubicBezTo>
                  <a:pt x="1073029" y="46929"/>
                  <a:pt x="1072469" y="45862"/>
                  <a:pt x="1071651" y="45190"/>
                </a:cubicBezTo>
                <a:cubicBezTo>
                  <a:pt x="1070834" y="44519"/>
                  <a:pt x="1069818" y="44183"/>
                  <a:pt x="1068603" y="44183"/>
                </a:cubicBezTo>
                <a:cubicBezTo>
                  <a:pt x="1067156" y="44183"/>
                  <a:pt x="1065521" y="44543"/>
                  <a:pt x="1063699" y="45262"/>
                </a:cubicBezTo>
                <a:lnTo>
                  <a:pt x="1062998" y="42671"/>
                </a:lnTo>
                <a:lnTo>
                  <a:pt x="1082406" y="34613"/>
                </a:lnTo>
                <a:lnTo>
                  <a:pt x="1085348" y="34613"/>
                </a:lnTo>
                <a:close/>
                <a:moveTo>
                  <a:pt x="1155127" y="34613"/>
                </a:moveTo>
                <a:lnTo>
                  <a:pt x="1155127" y="56967"/>
                </a:lnTo>
                <a:lnTo>
                  <a:pt x="1152814" y="56967"/>
                </a:lnTo>
                <a:cubicBezTo>
                  <a:pt x="1151040" y="49955"/>
                  <a:pt x="1148763" y="45186"/>
                  <a:pt x="1145983" y="42660"/>
                </a:cubicBezTo>
                <a:cubicBezTo>
                  <a:pt x="1143204" y="40131"/>
                  <a:pt x="1139666" y="38867"/>
                  <a:pt x="1135369" y="38867"/>
                </a:cubicBezTo>
                <a:cubicBezTo>
                  <a:pt x="1132099" y="38867"/>
                  <a:pt x="1129460" y="39756"/>
                  <a:pt x="1127452" y="41533"/>
                </a:cubicBezTo>
                <a:cubicBezTo>
                  <a:pt x="1125443" y="43309"/>
                  <a:pt x="1124439" y="45277"/>
                  <a:pt x="1124439" y="47439"/>
                </a:cubicBezTo>
                <a:cubicBezTo>
                  <a:pt x="1124439" y="50128"/>
                  <a:pt x="1125187" y="52433"/>
                  <a:pt x="1126681" y="54353"/>
                </a:cubicBezTo>
                <a:cubicBezTo>
                  <a:pt x="1128129" y="56322"/>
                  <a:pt x="1131072" y="58411"/>
                  <a:pt x="1135509" y="60619"/>
                </a:cubicBezTo>
                <a:lnTo>
                  <a:pt x="1145738" y="65735"/>
                </a:lnTo>
                <a:cubicBezTo>
                  <a:pt x="1155220" y="70488"/>
                  <a:pt x="1159961" y="76755"/>
                  <a:pt x="1159961" y="84535"/>
                </a:cubicBezTo>
                <a:cubicBezTo>
                  <a:pt x="1159961" y="90537"/>
                  <a:pt x="1157754" y="95375"/>
                  <a:pt x="1153340" y="99049"/>
                </a:cubicBezTo>
                <a:cubicBezTo>
                  <a:pt x="1148926" y="102722"/>
                  <a:pt x="1143987" y="104559"/>
                  <a:pt x="1138522" y="104559"/>
                </a:cubicBezTo>
                <a:cubicBezTo>
                  <a:pt x="1134598" y="104559"/>
                  <a:pt x="1130114" y="103838"/>
                  <a:pt x="1125070" y="102396"/>
                </a:cubicBezTo>
                <a:cubicBezTo>
                  <a:pt x="1123528" y="101915"/>
                  <a:pt x="1122267" y="101674"/>
                  <a:pt x="1121286" y="101674"/>
                </a:cubicBezTo>
                <a:cubicBezTo>
                  <a:pt x="1120212" y="101674"/>
                  <a:pt x="1119371" y="102299"/>
                  <a:pt x="1118764" y="103549"/>
                </a:cubicBezTo>
                <a:lnTo>
                  <a:pt x="1116452" y="103549"/>
                </a:lnTo>
                <a:lnTo>
                  <a:pt x="1116452" y="79897"/>
                </a:lnTo>
                <a:lnTo>
                  <a:pt x="1118764" y="79897"/>
                </a:lnTo>
                <a:cubicBezTo>
                  <a:pt x="1120072" y="86652"/>
                  <a:pt x="1122571" y="91741"/>
                  <a:pt x="1126261" y="95167"/>
                </a:cubicBezTo>
                <a:cubicBezTo>
                  <a:pt x="1129951" y="98592"/>
                  <a:pt x="1134084" y="100304"/>
                  <a:pt x="1138662" y="100304"/>
                </a:cubicBezTo>
                <a:cubicBezTo>
                  <a:pt x="1141885" y="100304"/>
                  <a:pt x="1144512" y="99332"/>
                  <a:pt x="1146544" y="97388"/>
                </a:cubicBezTo>
                <a:cubicBezTo>
                  <a:pt x="1148576" y="95443"/>
                  <a:pt x="1149592" y="93102"/>
                  <a:pt x="1149592" y="90365"/>
                </a:cubicBezTo>
                <a:cubicBezTo>
                  <a:pt x="1149592" y="87050"/>
                  <a:pt x="1148459" y="84265"/>
                  <a:pt x="1146194" y="82009"/>
                </a:cubicBezTo>
                <a:cubicBezTo>
                  <a:pt x="1143928" y="79752"/>
                  <a:pt x="1139409" y="76896"/>
                  <a:pt x="1132636" y="73439"/>
                </a:cubicBezTo>
                <a:cubicBezTo>
                  <a:pt x="1125864" y="69981"/>
                  <a:pt x="1121426" y="66859"/>
                  <a:pt x="1119325" y="64074"/>
                </a:cubicBezTo>
                <a:cubicBezTo>
                  <a:pt x="1117223" y="61337"/>
                  <a:pt x="1116172" y="57879"/>
                  <a:pt x="1116172" y="53701"/>
                </a:cubicBezTo>
                <a:cubicBezTo>
                  <a:pt x="1116172" y="48275"/>
                  <a:pt x="1117982" y="43737"/>
                  <a:pt x="1121602" y="40088"/>
                </a:cubicBezTo>
                <a:cubicBezTo>
                  <a:pt x="1125222" y="36438"/>
                  <a:pt x="1129904" y="34613"/>
                  <a:pt x="1135649" y="34613"/>
                </a:cubicBezTo>
                <a:cubicBezTo>
                  <a:pt x="1138171" y="34613"/>
                  <a:pt x="1141231" y="35165"/>
                  <a:pt x="1144827" y="36271"/>
                </a:cubicBezTo>
                <a:cubicBezTo>
                  <a:pt x="1147209" y="36992"/>
                  <a:pt x="1148798" y="37353"/>
                  <a:pt x="1149592" y="37353"/>
                </a:cubicBezTo>
                <a:cubicBezTo>
                  <a:pt x="1150339" y="37353"/>
                  <a:pt x="1150923" y="37184"/>
                  <a:pt x="1151343" y="36848"/>
                </a:cubicBezTo>
                <a:cubicBezTo>
                  <a:pt x="1151764" y="36511"/>
                  <a:pt x="1152254" y="35766"/>
                  <a:pt x="1152814" y="34613"/>
                </a:cubicBezTo>
                <a:lnTo>
                  <a:pt x="1155127" y="34613"/>
                </a:lnTo>
                <a:close/>
                <a:moveTo>
                  <a:pt x="1236952" y="34613"/>
                </a:moveTo>
                <a:cubicBezTo>
                  <a:pt x="1246668" y="34613"/>
                  <a:pt x="1254468" y="38407"/>
                  <a:pt x="1260353" y="45995"/>
                </a:cubicBezTo>
                <a:cubicBezTo>
                  <a:pt x="1265351" y="52477"/>
                  <a:pt x="1267850" y="59921"/>
                  <a:pt x="1267850" y="68326"/>
                </a:cubicBezTo>
                <a:cubicBezTo>
                  <a:pt x="1267850" y="74233"/>
                  <a:pt x="1266472" y="80212"/>
                  <a:pt x="1263716" y="86263"/>
                </a:cubicBezTo>
                <a:cubicBezTo>
                  <a:pt x="1260961" y="92313"/>
                  <a:pt x="1257165" y="96875"/>
                  <a:pt x="1252331" y="99948"/>
                </a:cubicBezTo>
                <a:cubicBezTo>
                  <a:pt x="1247497" y="103022"/>
                  <a:pt x="1242114" y="104559"/>
                  <a:pt x="1236182" y="104559"/>
                </a:cubicBezTo>
                <a:cubicBezTo>
                  <a:pt x="1226513" y="104559"/>
                  <a:pt x="1218830" y="100597"/>
                  <a:pt x="1213131" y="92672"/>
                </a:cubicBezTo>
                <a:cubicBezTo>
                  <a:pt x="1208320" y="85997"/>
                  <a:pt x="1205915" y="78506"/>
                  <a:pt x="1205915" y="70199"/>
                </a:cubicBezTo>
                <a:cubicBezTo>
                  <a:pt x="1205915" y="64147"/>
                  <a:pt x="1207374" y="58132"/>
                  <a:pt x="1210294" y="52153"/>
                </a:cubicBezTo>
                <a:cubicBezTo>
                  <a:pt x="1213213" y="46174"/>
                  <a:pt x="1217055" y="41756"/>
                  <a:pt x="1221819" y="38899"/>
                </a:cubicBezTo>
                <a:cubicBezTo>
                  <a:pt x="1226583" y="36041"/>
                  <a:pt x="1231628" y="34613"/>
                  <a:pt x="1236952" y="34613"/>
                </a:cubicBezTo>
                <a:moveTo>
                  <a:pt x="1234781" y="39372"/>
                </a:moveTo>
                <a:cubicBezTo>
                  <a:pt x="1232305" y="39372"/>
                  <a:pt x="1229818" y="40128"/>
                  <a:pt x="1227319" y="41641"/>
                </a:cubicBezTo>
                <a:cubicBezTo>
                  <a:pt x="1224820" y="43154"/>
                  <a:pt x="1222800" y="45807"/>
                  <a:pt x="1221258" y="49600"/>
                </a:cubicBezTo>
                <a:cubicBezTo>
                  <a:pt x="1219717" y="53393"/>
                  <a:pt x="1218946" y="58267"/>
                  <a:pt x="1218946" y="64220"/>
                </a:cubicBezTo>
                <a:cubicBezTo>
                  <a:pt x="1218946" y="73823"/>
                  <a:pt x="1220803" y="82106"/>
                  <a:pt x="1224516" y="89069"/>
                </a:cubicBezTo>
                <a:cubicBezTo>
                  <a:pt x="1228230" y="96030"/>
                  <a:pt x="1233122" y="99511"/>
                  <a:pt x="1239194" y="99511"/>
                </a:cubicBezTo>
                <a:cubicBezTo>
                  <a:pt x="1243725" y="99511"/>
                  <a:pt x="1247462" y="97591"/>
                  <a:pt x="1250404" y="93749"/>
                </a:cubicBezTo>
                <a:cubicBezTo>
                  <a:pt x="1253347" y="89908"/>
                  <a:pt x="1254818" y="83306"/>
                  <a:pt x="1254818" y="73944"/>
                </a:cubicBezTo>
                <a:cubicBezTo>
                  <a:pt x="1254818" y="62228"/>
                  <a:pt x="1252366" y="53008"/>
                  <a:pt x="1247462" y="46285"/>
                </a:cubicBezTo>
                <a:cubicBezTo>
                  <a:pt x="1244146" y="41676"/>
                  <a:pt x="1239918" y="39372"/>
                  <a:pt x="1234781" y="39372"/>
                </a:cubicBezTo>
                <a:close/>
                <a:moveTo>
                  <a:pt x="1302390" y="41535"/>
                </a:moveTo>
                <a:lnTo>
                  <a:pt x="1302390" y="84999"/>
                </a:lnTo>
                <a:cubicBezTo>
                  <a:pt x="1302390" y="91160"/>
                  <a:pt x="1303044" y="95058"/>
                  <a:pt x="1304352" y="96694"/>
                </a:cubicBezTo>
                <a:cubicBezTo>
                  <a:pt x="1306080" y="98813"/>
                  <a:pt x="1308392" y="99872"/>
                  <a:pt x="1311288" y="99872"/>
                </a:cubicBezTo>
                <a:lnTo>
                  <a:pt x="1317103" y="99872"/>
                </a:lnTo>
                <a:lnTo>
                  <a:pt x="1317103" y="102540"/>
                </a:lnTo>
                <a:lnTo>
                  <a:pt x="1278779" y="102540"/>
                </a:lnTo>
                <a:lnTo>
                  <a:pt x="1278779" y="99872"/>
                </a:lnTo>
                <a:lnTo>
                  <a:pt x="1281652" y="99872"/>
                </a:lnTo>
                <a:cubicBezTo>
                  <a:pt x="1283520" y="99872"/>
                  <a:pt x="1285225" y="99390"/>
                  <a:pt x="1286766" y="98427"/>
                </a:cubicBezTo>
                <a:cubicBezTo>
                  <a:pt x="1288308" y="97464"/>
                  <a:pt x="1289370" y="96165"/>
                  <a:pt x="1289954" y="94529"/>
                </a:cubicBezTo>
                <a:cubicBezTo>
                  <a:pt x="1290538" y="92893"/>
                  <a:pt x="1290830" y="89716"/>
                  <a:pt x="1290830" y="84999"/>
                </a:cubicBezTo>
                <a:lnTo>
                  <a:pt x="1290830" y="41535"/>
                </a:lnTo>
                <a:lnTo>
                  <a:pt x="1278359" y="41535"/>
                </a:lnTo>
                <a:lnTo>
                  <a:pt x="1278359" y="36487"/>
                </a:lnTo>
                <a:lnTo>
                  <a:pt x="1290830" y="36487"/>
                </a:lnTo>
                <a:lnTo>
                  <a:pt x="1290830" y="32143"/>
                </a:lnTo>
                <a:cubicBezTo>
                  <a:pt x="1290830" y="25531"/>
                  <a:pt x="1291858" y="19933"/>
                  <a:pt x="1293913" y="15348"/>
                </a:cubicBezTo>
                <a:cubicBezTo>
                  <a:pt x="1295968" y="10763"/>
                  <a:pt x="1299109" y="7059"/>
                  <a:pt x="1303336" y="4236"/>
                </a:cubicBezTo>
                <a:cubicBezTo>
                  <a:pt x="1307563" y="1412"/>
                  <a:pt x="1312316" y="0"/>
                  <a:pt x="1317594" y="0"/>
                </a:cubicBezTo>
                <a:cubicBezTo>
                  <a:pt x="1322498" y="0"/>
                  <a:pt x="1327006" y="1634"/>
                  <a:pt x="1331116" y="4903"/>
                </a:cubicBezTo>
                <a:cubicBezTo>
                  <a:pt x="1333825" y="7067"/>
                  <a:pt x="1335180" y="9494"/>
                  <a:pt x="1335180" y="12187"/>
                </a:cubicBezTo>
                <a:cubicBezTo>
                  <a:pt x="1335180" y="13629"/>
                  <a:pt x="1334572" y="14987"/>
                  <a:pt x="1333358" y="16261"/>
                </a:cubicBezTo>
                <a:cubicBezTo>
                  <a:pt x="1332144" y="17535"/>
                  <a:pt x="1330836" y="18172"/>
                  <a:pt x="1329434" y="18172"/>
                </a:cubicBezTo>
                <a:cubicBezTo>
                  <a:pt x="1328360" y="18172"/>
                  <a:pt x="1327227" y="17771"/>
                  <a:pt x="1326036" y="16968"/>
                </a:cubicBezTo>
                <a:cubicBezTo>
                  <a:pt x="1324845" y="16166"/>
                  <a:pt x="1323386" y="14441"/>
                  <a:pt x="1321658" y="11792"/>
                </a:cubicBezTo>
                <a:cubicBezTo>
                  <a:pt x="1319929" y="9144"/>
                  <a:pt x="1318341" y="7357"/>
                  <a:pt x="1316893" y="6434"/>
                </a:cubicBezTo>
                <a:cubicBezTo>
                  <a:pt x="1315445" y="5510"/>
                  <a:pt x="1313834" y="5048"/>
                  <a:pt x="1312059" y="5048"/>
                </a:cubicBezTo>
                <a:cubicBezTo>
                  <a:pt x="1309910" y="5048"/>
                  <a:pt x="1308089" y="5643"/>
                  <a:pt x="1306594" y="6832"/>
                </a:cubicBezTo>
                <a:cubicBezTo>
                  <a:pt x="1305099" y="8021"/>
                  <a:pt x="1304025" y="9864"/>
                  <a:pt x="1303371" y="12362"/>
                </a:cubicBezTo>
                <a:cubicBezTo>
                  <a:pt x="1302717" y="14861"/>
                  <a:pt x="1302390" y="21301"/>
                  <a:pt x="1302390" y="31683"/>
                </a:cubicBezTo>
                <a:lnTo>
                  <a:pt x="1302390" y="36487"/>
                </a:lnTo>
                <a:lnTo>
                  <a:pt x="1318925" y="36487"/>
                </a:lnTo>
                <a:lnTo>
                  <a:pt x="1318925" y="41535"/>
                </a:lnTo>
                <a:lnTo>
                  <a:pt x="1302390" y="41535"/>
                </a:lnTo>
                <a:close/>
                <a:moveTo>
                  <a:pt x="1414771" y="77446"/>
                </a:moveTo>
                <a:cubicBezTo>
                  <a:pt x="1413043" y="86147"/>
                  <a:pt x="1409657" y="92841"/>
                  <a:pt x="1404612" y="97528"/>
                </a:cubicBezTo>
                <a:cubicBezTo>
                  <a:pt x="1399568" y="102215"/>
                  <a:pt x="1393986" y="104559"/>
                  <a:pt x="1387867" y="104559"/>
                </a:cubicBezTo>
                <a:cubicBezTo>
                  <a:pt x="1380581" y="104559"/>
                  <a:pt x="1374228" y="101414"/>
                  <a:pt x="1368810" y="95124"/>
                </a:cubicBezTo>
                <a:cubicBezTo>
                  <a:pt x="1363392" y="88832"/>
                  <a:pt x="1360683" y="80332"/>
                  <a:pt x="1360683" y="69622"/>
                </a:cubicBezTo>
                <a:cubicBezTo>
                  <a:pt x="1360683" y="59249"/>
                  <a:pt x="1363684" y="50821"/>
                  <a:pt x="1369686" y="44338"/>
                </a:cubicBezTo>
                <a:cubicBezTo>
                  <a:pt x="1375688" y="37855"/>
                  <a:pt x="1382893" y="34613"/>
                  <a:pt x="1391300" y="34613"/>
                </a:cubicBezTo>
                <a:cubicBezTo>
                  <a:pt x="1397606" y="34613"/>
                  <a:pt x="1402791" y="36326"/>
                  <a:pt x="1406854" y="39753"/>
                </a:cubicBezTo>
                <a:cubicBezTo>
                  <a:pt x="1410918" y="43178"/>
                  <a:pt x="1412950" y="46735"/>
                  <a:pt x="1412950" y="50425"/>
                </a:cubicBezTo>
                <a:cubicBezTo>
                  <a:pt x="1412950" y="52246"/>
                  <a:pt x="1412377" y="53719"/>
                  <a:pt x="1411233" y="54846"/>
                </a:cubicBezTo>
                <a:cubicBezTo>
                  <a:pt x="1410089" y="55971"/>
                  <a:pt x="1408489" y="56534"/>
                  <a:pt x="1406434" y="56534"/>
                </a:cubicBezTo>
                <a:cubicBezTo>
                  <a:pt x="1403678" y="56534"/>
                  <a:pt x="1401600" y="55620"/>
                  <a:pt x="1400198" y="53794"/>
                </a:cubicBezTo>
                <a:cubicBezTo>
                  <a:pt x="1399404" y="52784"/>
                  <a:pt x="1398879" y="50861"/>
                  <a:pt x="1398622" y="48025"/>
                </a:cubicBezTo>
                <a:cubicBezTo>
                  <a:pt x="1398365" y="45189"/>
                  <a:pt x="1397419" y="43025"/>
                  <a:pt x="1395784" y="41535"/>
                </a:cubicBezTo>
                <a:cubicBezTo>
                  <a:pt x="1394150" y="40093"/>
                  <a:pt x="1391884" y="39372"/>
                  <a:pt x="1388988" y="39372"/>
                </a:cubicBezTo>
                <a:cubicBezTo>
                  <a:pt x="1384317" y="39372"/>
                  <a:pt x="1380557" y="41151"/>
                  <a:pt x="1377708" y="44708"/>
                </a:cubicBezTo>
                <a:cubicBezTo>
                  <a:pt x="1373925" y="49419"/>
                  <a:pt x="1372033" y="55645"/>
                  <a:pt x="1372033" y="63384"/>
                </a:cubicBezTo>
                <a:cubicBezTo>
                  <a:pt x="1372033" y="71268"/>
                  <a:pt x="1373913" y="78227"/>
                  <a:pt x="1377673" y="84260"/>
                </a:cubicBezTo>
                <a:cubicBezTo>
                  <a:pt x="1381433" y="90293"/>
                  <a:pt x="1386513" y="93310"/>
                  <a:pt x="1392912" y="93310"/>
                </a:cubicBezTo>
                <a:cubicBezTo>
                  <a:pt x="1397489" y="93310"/>
                  <a:pt x="1401600" y="91699"/>
                  <a:pt x="1405243" y="88478"/>
                </a:cubicBezTo>
                <a:cubicBezTo>
                  <a:pt x="1407812" y="86267"/>
                  <a:pt x="1410311" y="82253"/>
                  <a:pt x="1412739" y="76436"/>
                </a:cubicBezTo>
                <a:lnTo>
                  <a:pt x="1414771" y="77446"/>
                </a:lnTo>
                <a:close/>
                <a:moveTo>
                  <a:pt x="1454426" y="34613"/>
                </a:moveTo>
                <a:cubicBezTo>
                  <a:pt x="1464141" y="34613"/>
                  <a:pt x="1471941" y="38407"/>
                  <a:pt x="1477826" y="45995"/>
                </a:cubicBezTo>
                <a:cubicBezTo>
                  <a:pt x="1482824" y="52477"/>
                  <a:pt x="1485323" y="59921"/>
                  <a:pt x="1485323" y="68326"/>
                </a:cubicBezTo>
                <a:cubicBezTo>
                  <a:pt x="1485323" y="74233"/>
                  <a:pt x="1483945" y="80212"/>
                  <a:pt x="1481189" y="86263"/>
                </a:cubicBezTo>
                <a:cubicBezTo>
                  <a:pt x="1478434" y="92313"/>
                  <a:pt x="1474639" y="96875"/>
                  <a:pt x="1469804" y="99948"/>
                </a:cubicBezTo>
                <a:cubicBezTo>
                  <a:pt x="1464970" y="103022"/>
                  <a:pt x="1459587" y="104559"/>
                  <a:pt x="1453655" y="104559"/>
                </a:cubicBezTo>
                <a:cubicBezTo>
                  <a:pt x="1443986" y="104559"/>
                  <a:pt x="1436303" y="100597"/>
                  <a:pt x="1430604" y="92672"/>
                </a:cubicBezTo>
                <a:cubicBezTo>
                  <a:pt x="1425793" y="85997"/>
                  <a:pt x="1423388" y="78506"/>
                  <a:pt x="1423388" y="70199"/>
                </a:cubicBezTo>
                <a:cubicBezTo>
                  <a:pt x="1423388" y="64147"/>
                  <a:pt x="1424848" y="58132"/>
                  <a:pt x="1427767" y="52153"/>
                </a:cubicBezTo>
                <a:cubicBezTo>
                  <a:pt x="1430686" y="46174"/>
                  <a:pt x="1434528" y="41756"/>
                  <a:pt x="1439292" y="38899"/>
                </a:cubicBezTo>
                <a:cubicBezTo>
                  <a:pt x="1444056" y="36041"/>
                  <a:pt x="1449101" y="34613"/>
                  <a:pt x="1454426" y="34613"/>
                </a:cubicBezTo>
                <a:moveTo>
                  <a:pt x="1452254" y="39372"/>
                </a:moveTo>
                <a:cubicBezTo>
                  <a:pt x="1449778" y="39372"/>
                  <a:pt x="1447291" y="40128"/>
                  <a:pt x="1444792" y="41641"/>
                </a:cubicBezTo>
                <a:cubicBezTo>
                  <a:pt x="1442293" y="43154"/>
                  <a:pt x="1440273" y="45807"/>
                  <a:pt x="1438732" y="49600"/>
                </a:cubicBezTo>
                <a:cubicBezTo>
                  <a:pt x="1437190" y="53393"/>
                  <a:pt x="1436420" y="58267"/>
                  <a:pt x="1436420" y="64220"/>
                </a:cubicBezTo>
                <a:cubicBezTo>
                  <a:pt x="1436420" y="73823"/>
                  <a:pt x="1438276" y="82106"/>
                  <a:pt x="1441990" y="89069"/>
                </a:cubicBezTo>
                <a:cubicBezTo>
                  <a:pt x="1445703" y="96030"/>
                  <a:pt x="1450596" y="99511"/>
                  <a:pt x="1456668" y="99511"/>
                </a:cubicBezTo>
                <a:cubicBezTo>
                  <a:pt x="1461198" y="99511"/>
                  <a:pt x="1464935" y="97591"/>
                  <a:pt x="1467878" y="93749"/>
                </a:cubicBezTo>
                <a:cubicBezTo>
                  <a:pt x="1470820" y="89908"/>
                  <a:pt x="1472292" y="83306"/>
                  <a:pt x="1472292" y="73944"/>
                </a:cubicBezTo>
                <a:cubicBezTo>
                  <a:pt x="1472292" y="62228"/>
                  <a:pt x="1469839" y="53008"/>
                  <a:pt x="1464935" y="46285"/>
                </a:cubicBezTo>
                <a:cubicBezTo>
                  <a:pt x="1461619" y="41676"/>
                  <a:pt x="1457392" y="39372"/>
                  <a:pt x="1452254" y="39372"/>
                </a:cubicBezTo>
                <a:close/>
                <a:moveTo>
                  <a:pt x="1540113" y="95112"/>
                </a:moveTo>
                <a:cubicBezTo>
                  <a:pt x="1536984" y="98478"/>
                  <a:pt x="1533924" y="100893"/>
                  <a:pt x="1530935" y="102359"/>
                </a:cubicBezTo>
                <a:cubicBezTo>
                  <a:pt x="1527946" y="103826"/>
                  <a:pt x="1524723" y="104559"/>
                  <a:pt x="1521266" y="104559"/>
                </a:cubicBezTo>
                <a:cubicBezTo>
                  <a:pt x="1514260" y="104559"/>
                  <a:pt x="1508141" y="101549"/>
                  <a:pt x="1502910" y="95529"/>
                </a:cubicBezTo>
                <a:cubicBezTo>
                  <a:pt x="1497679" y="89508"/>
                  <a:pt x="1495063" y="81771"/>
                  <a:pt x="1495063" y="72319"/>
                </a:cubicBezTo>
                <a:cubicBezTo>
                  <a:pt x="1495063" y="62868"/>
                  <a:pt x="1497959" y="54221"/>
                  <a:pt x="1503751" y="46378"/>
                </a:cubicBezTo>
                <a:cubicBezTo>
                  <a:pt x="1509542" y="38534"/>
                  <a:pt x="1516992" y="34613"/>
                  <a:pt x="1526101" y="34613"/>
                </a:cubicBezTo>
                <a:cubicBezTo>
                  <a:pt x="1531752" y="34613"/>
                  <a:pt x="1536423" y="36463"/>
                  <a:pt x="1540113" y="40165"/>
                </a:cubicBezTo>
                <a:lnTo>
                  <a:pt x="1540113" y="27951"/>
                </a:lnTo>
                <a:cubicBezTo>
                  <a:pt x="1540113" y="20372"/>
                  <a:pt x="1539938" y="15714"/>
                  <a:pt x="1539588" y="13976"/>
                </a:cubicBezTo>
                <a:cubicBezTo>
                  <a:pt x="1539237" y="12238"/>
                  <a:pt x="1538688" y="11055"/>
                  <a:pt x="1537941" y="10429"/>
                </a:cubicBezTo>
                <a:cubicBezTo>
                  <a:pt x="1537194" y="9801"/>
                  <a:pt x="1536260" y="9487"/>
                  <a:pt x="1535139" y="9487"/>
                </a:cubicBezTo>
                <a:cubicBezTo>
                  <a:pt x="1533924" y="9487"/>
                  <a:pt x="1532313" y="9873"/>
                  <a:pt x="1530304" y="10645"/>
                </a:cubicBezTo>
                <a:lnTo>
                  <a:pt x="1529393" y="8110"/>
                </a:lnTo>
                <a:lnTo>
                  <a:pt x="1548521" y="0"/>
                </a:lnTo>
                <a:lnTo>
                  <a:pt x="1551673" y="0"/>
                </a:lnTo>
                <a:lnTo>
                  <a:pt x="1551673" y="76364"/>
                </a:lnTo>
                <a:cubicBezTo>
                  <a:pt x="1551673" y="84104"/>
                  <a:pt x="1551848" y="88827"/>
                  <a:pt x="1552199" y="90534"/>
                </a:cubicBezTo>
                <a:cubicBezTo>
                  <a:pt x="1552549" y="92240"/>
                  <a:pt x="1553110" y="93430"/>
                  <a:pt x="1553880" y="94103"/>
                </a:cubicBezTo>
                <a:cubicBezTo>
                  <a:pt x="1554651" y="94776"/>
                  <a:pt x="1555550" y="95112"/>
                  <a:pt x="1556578" y="95112"/>
                </a:cubicBezTo>
                <a:cubicBezTo>
                  <a:pt x="1557839" y="95112"/>
                  <a:pt x="1559520" y="94704"/>
                  <a:pt x="1561622" y="93887"/>
                </a:cubicBezTo>
                <a:lnTo>
                  <a:pt x="1562393" y="96410"/>
                </a:lnTo>
                <a:lnTo>
                  <a:pt x="1543336" y="104559"/>
                </a:lnTo>
                <a:lnTo>
                  <a:pt x="1540113" y="104559"/>
                </a:lnTo>
                <a:lnTo>
                  <a:pt x="1540113" y="95112"/>
                </a:lnTo>
                <a:moveTo>
                  <a:pt x="1540113" y="90081"/>
                </a:moveTo>
                <a:lnTo>
                  <a:pt x="1540113" y="56131"/>
                </a:lnTo>
                <a:cubicBezTo>
                  <a:pt x="1539833" y="52869"/>
                  <a:pt x="1538992" y="49896"/>
                  <a:pt x="1537591" y="47211"/>
                </a:cubicBezTo>
                <a:cubicBezTo>
                  <a:pt x="1536190" y="44525"/>
                  <a:pt x="1534333" y="42500"/>
                  <a:pt x="1532021" y="41134"/>
                </a:cubicBezTo>
                <a:cubicBezTo>
                  <a:pt x="1529709" y="39767"/>
                  <a:pt x="1527455" y="39083"/>
                  <a:pt x="1525260" y="39083"/>
                </a:cubicBezTo>
                <a:cubicBezTo>
                  <a:pt x="1521149" y="39083"/>
                  <a:pt x="1517483" y="40978"/>
                  <a:pt x="1514260" y="44767"/>
                </a:cubicBezTo>
                <a:cubicBezTo>
                  <a:pt x="1510010" y="49753"/>
                  <a:pt x="1507884" y="57041"/>
                  <a:pt x="1507884" y="66631"/>
                </a:cubicBezTo>
                <a:cubicBezTo>
                  <a:pt x="1507884" y="76318"/>
                  <a:pt x="1509939" y="83739"/>
                  <a:pt x="1514050" y="88895"/>
                </a:cubicBezTo>
                <a:cubicBezTo>
                  <a:pt x="1518160" y="94050"/>
                  <a:pt x="1522738" y="96627"/>
                  <a:pt x="1527782" y="96627"/>
                </a:cubicBezTo>
                <a:cubicBezTo>
                  <a:pt x="1532032" y="96627"/>
                  <a:pt x="1536143" y="94445"/>
                  <a:pt x="1540113" y="90081"/>
                </a:cubicBezTo>
                <a:close/>
                <a:moveTo>
                  <a:pt x="1577316" y="61437"/>
                </a:moveTo>
                <a:cubicBezTo>
                  <a:pt x="1577269" y="71222"/>
                  <a:pt x="1579581" y="78896"/>
                  <a:pt x="1584252" y="84461"/>
                </a:cubicBezTo>
                <a:cubicBezTo>
                  <a:pt x="1588923" y="90024"/>
                  <a:pt x="1594411" y="92805"/>
                  <a:pt x="1600717" y="92805"/>
                </a:cubicBezTo>
                <a:cubicBezTo>
                  <a:pt x="1604920" y="92805"/>
                  <a:pt x="1608575" y="91615"/>
                  <a:pt x="1611681" y="89236"/>
                </a:cubicBezTo>
                <a:cubicBezTo>
                  <a:pt x="1614788" y="86856"/>
                  <a:pt x="1617391" y="82782"/>
                  <a:pt x="1619493" y="77013"/>
                </a:cubicBezTo>
                <a:lnTo>
                  <a:pt x="1621665" y="78455"/>
                </a:lnTo>
                <a:cubicBezTo>
                  <a:pt x="1620684" y="85041"/>
                  <a:pt x="1617835" y="91038"/>
                  <a:pt x="1613118" y="96447"/>
                </a:cubicBezTo>
                <a:cubicBezTo>
                  <a:pt x="1608400" y="101855"/>
                  <a:pt x="1602492" y="104559"/>
                  <a:pt x="1595392" y="104559"/>
                </a:cubicBezTo>
                <a:cubicBezTo>
                  <a:pt x="1587685" y="104559"/>
                  <a:pt x="1581087" y="101477"/>
                  <a:pt x="1575599" y="95313"/>
                </a:cubicBezTo>
                <a:cubicBezTo>
                  <a:pt x="1570111" y="89148"/>
                  <a:pt x="1567367" y="80860"/>
                  <a:pt x="1567367" y="70449"/>
                </a:cubicBezTo>
                <a:cubicBezTo>
                  <a:pt x="1567367" y="59176"/>
                  <a:pt x="1570181" y="50385"/>
                  <a:pt x="1575809" y="44077"/>
                </a:cubicBezTo>
                <a:cubicBezTo>
                  <a:pt x="1581438" y="37767"/>
                  <a:pt x="1588502" y="34613"/>
                  <a:pt x="1597003" y="34613"/>
                </a:cubicBezTo>
                <a:cubicBezTo>
                  <a:pt x="1604196" y="34613"/>
                  <a:pt x="1610105" y="37046"/>
                  <a:pt x="1614729" y="41914"/>
                </a:cubicBezTo>
                <a:cubicBezTo>
                  <a:pt x="1619353" y="46780"/>
                  <a:pt x="1621665" y="53287"/>
                  <a:pt x="1621665" y="61437"/>
                </a:cubicBezTo>
                <a:lnTo>
                  <a:pt x="1577316" y="61437"/>
                </a:lnTo>
                <a:moveTo>
                  <a:pt x="1577316" y="57255"/>
                </a:moveTo>
                <a:lnTo>
                  <a:pt x="1607022" y="57255"/>
                </a:lnTo>
                <a:cubicBezTo>
                  <a:pt x="1606789" y="53025"/>
                  <a:pt x="1606298" y="50044"/>
                  <a:pt x="1605551" y="48313"/>
                </a:cubicBezTo>
                <a:cubicBezTo>
                  <a:pt x="1604383" y="45621"/>
                  <a:pt x="1602643" y="43506"/>
                  <a:pt x="1600331" y="41968"/>
                </a:cubicBezTo>
                <a:cubicBezTo>
                  <a:pt x="1598019" y="40429"/>
                  <a:pt x="1595602" y="39660"/>
                  <a:pt x="1593080" y="39660"/>
                </a:cubicBezTo>
                <a:cubicBezTo>
                  <a:pt x="1589203" y="39660"/>
                  <a:pt x="1585735" y="41211"/>
                  <a:pt x="1582676" y="44311"/>
                </a:cubicBezTo>
                <a:cubicBezTo>
                  <a:pt x="1579616" y="47412"/>
                  <a:pt x="1577830" y="51727"/>
                  <a:pt x="1577316" y="57255"/>
                </a:cubicBezTo>
                <a:close/>
                <a:moveTo>
                  <a:pt x="1719682" y="77446"/>
                </a:moveTo>
                <a:cubicBezTo>
                  <a:pt x="1717954" y="86147"/>
                  <a:pt x="1714568" y="92841"/>
                  <a:pt x="1709523" y="97528"/>
                </a:cubicBezTo>
                <a:cubicBezTo>
                  <a:pt x="1704479" y="102215"/>
                  <a:pt x="1698897" y="104559"/>
                  <a:pt x="1692778" y="104559"/>
                </a:cubicBezTo>
                <a:cubicBezTo>
                  <a:pt x="1685492" y="104559"/>
                  <a:pt x="1679139" y="101414"/>
                  <a:pt x="1673721" y="95124"/>
                </a:cubicBezTo>
                <a:cubicBezTo>
                  <a:pt x="1668303" y="88832"/>
                  <a:pt x="1665594" y="80332"/>
                  <a:pt x="1665594" y="69622"/>
                </a:cubicBezTo>
                <a:cubicBezTo>
                  <a:pt x="1665594" y="59249"/>
                  <a:pt x="1668595" y="50821"/>
                  <a:pt x="1674597" y="44338"/>
                </a:cubicBezTo>
                <a:cubicBezTo>
                  <a:pt x="1680599" y="37855"/>
                  <a:pt x="1687804" y="34613"/>
                  <a:pt x="1696211" y="34613"/>
                </a:cubicBezTo>
                <a:cubicBezTo>
                  <a:pt x="1702517" y="34613"/>
                  <a:pt x="1707702" y="36326"/>
                  <a:pt x="1711765" y="39753"/>
                </a:cubicBezTo>
                <a:cubicBezTo>
                  <a:pt x="1715829" y="43178"/>
                  <a:pt x="1717861" y="46735"/>
                  <a:pt x="1717861" y="50425"/>
                </a:cubicBezTo>
                <a:cubicBezTo>
                  <a:pt x="1717861" y="52246"/>
                  <a:pt x="1717288" y="53719"/>
                  <a:pt x="1716144" y="54846"/>
                </a:cubicBezTo>
                <a:cubicBezTo>
                  <a:pt x="1715000" y="55971"/>
                  <a:pt x="1713400" y="56534"/>
                  <a:pt x="1711345" y="56534"/>
                </a:cubicBezTo>
                <a:cubicBezTo>
                  <a:pt x="1708589" y="56534"/>
                  <a:pt x="1706510" y="55620"/>
                  <a:pt x="1705109" y="53794"/>
                </a:cubicBezTo>
                <a:cubicBezTo>
                  <a:pt x="1704315" y="52784"/>
                  <a:pt x="1703790" y="50861"/>
                  <a:pt x="1703533" y="48025"/>
                </a:cubicBezTo>
                <a:cubicBezTo>
                  <a:pt x="1703276" y="45189"/>
                  <a:pt x="1702330" y="43025"/>
                  <a:pt x="1700695" y="41535"/>
                </a:cubicBezTo>
                <a:cubicBezTo>
                  <a:pt x="1699061" y="40093"/>
                  <a:pt x="1696795" y="39372"/>
                  <a:pt x="1693899" y="39372"/>
                </a:cubicBezTo>
                <a:cubicBezTo>
                  <a:pt x="1689228" y="39372"/>
                  <a:pt x="1685468" y="41151"/>
                  <a:pt x="1682619" y="44708"/>
                </a:cubicBezTo>
                <a:cubicBezTo>
                  <a:pt x="1678836" y="49419"/>
                  <a:pt x="1676944" y="55645"/>
                  <a:pt x="1676944" y="63384"/>
                </a:cubicBezTo>
                <a:cubicBezTo>
                  <a:pt x="1676944" y="71268"/>
                  <a:pt x="1678824" y="78227"/>
                  <a:pt x="1682584" y="84260"/>
                </a:cubicBezTo>
                <a:cubicBezTo>
                  <a:pt x="1686344" y="90293"/>
                  <a:pt x="1691424" y="93310"/>
                  <a:pt x="1697823" y="93310"/>
                </a:cubicBezTo>
                <a:cubicBezTo>
                  <a:pt x="1702400" y="93310"/>
                  <a:pt x="1706510" y="91699"/>
                  <a:pt x="1710154" y="88478"/>
                </a:cubicBezTo>
                <a:cubicBezTo>
                  <a:pt x="1712723" y="86267"/>
                  <a:pt x="1715222" y="82253"/>
                  <a:pt x="1717650" y="76436"/>
                </a:cubicBezTo>
                <a:lnTo>
                  <a:pt x="1719682" y="77446"/>
                </a:lnTo>
                <a:close/>
                <a:moveTo>
                  <a:pt x="1759338" y="34613"/>
                </a:moveTo>
                <a:cubicBezTo>
                  <a:pt x="1769053" y="34613"/>
                  <a:pt x="1776854" y="38407"/>
                  <a:pt x="1782739" y="45995"/>
                </a:cubicBezTo>
                <a:cubicBezTo>
                  <a:pt x="1787737" y="52477"/>
                  <a:pt x="1790236" y="59921"/>
                  <a:pt x="1790236" y="68326"/>
                </a:cubicBezTo>
                <a:cubicBezTo>
                  <a:pt x="1790236" y="74233"/>
                  <a:pt x="1788858" y="80212"/>
                  <a:pt x="1786102" y="86263"/>
                </a:cubicBezTo>
                <a:cubicBezTo>
                  <a:pt x="1783346" y="92313"/>
                  <a:pt x="1779551" y="96875"/>
                  <a:pt x="1774717" y="99948"/>
                </a:cubicBezTo>
                <a:cubicBezTo>
                  <a:pt x="1769882" y="103022"/>
                  <a:pt x="1764499" y="104559"/>
                  <a:pt x="1758567" y="104559"/>
                </a:cubicBezTo>
                <a:cubicBezTo>
                  <a:pt x="1748899" y="104559"/>
                  <a:pt x="1741215" y="100597"/>
                  <a:pt x="1735517" y="92672"/>
                </a:cubicBezTo>
                <a:cubicBezTo>
                  <a:pt x="1730706" y="85997"/>
                  <a:pt x="1728300" y="78506"/>
                  <a:pt x="1728300" y="70199"/>
                </a:cubicBezTo>
                <a:cubicBezTo>
                  <a:pt x="1728300" y="64147"/>
                  <a:pt x="1729760" y="58132"/>
                  <a:pt x="1732679" y="52153"/>
                </a:cubicBezTo>
                <a:cubicBezTo>
                  <a:pt x="1735599" y="46174"/>
                  <a:pt x="1739440" y="41756"/>
                  <a:pt x="1744205" y="38899"/>
                </a:cubicBezTo>
                <a:cubicBezTo>
                  <a:pt x="1748969" y="36041"/>
                  <a:pt x="1754013" y="34613"/>
                  <a:pt x="1759338" y="34613"/>
                </a:cubicBezTo>
                <a:moveTo>
                  <a:pt x="1757166" y="39372"/>
                </a:moveTo>
                <a:cubicBezTo>
                  <a:pt x="1754691" y="39372"/>
                  <a:pt x="1752203" y="40128"/>
                  <a:pt x="1749704" y="41641"/>
                </a:cubicBezTo>
                <a:cubicBezTo>
                  <a:pt x="1747206" y="43154"/>
                  <a:pt x="1745185" y="45807"/>
                  <a:pt x="1743644" y="49600"/>
                </a:cubicBezTo>
                <a:cubicBezTo>
                  <a:pt x="1742103" y="53393"/>
                  <a:pt x="1741332" y="58267"/>
                  <a:pt x="1741332" y="64220"/>
                </a:cubicBezTo>
                <a:cubicBezTo>
                  <a:pt x="1741332" y="73823"/>
                  <a:pt x="1743189" y="82106"/>
                  <a:pt x="1746902" y="89069"/>
                </a:cubicBezTo>
                <a:cubicBezTo>
                  <a:pt x="1750615" y="96030"/>
                  <a:pt x="1755508" y="99511"/>
                  <a:pt x="1761580" y="99511"/>
                </a:cubicBezTo>
                <a:cubicBezTo>
                  <a:pt x="1766111" y="99511"/>
                  <a:pt x="1769847" y="97591"/>
                  <a:pt x="1772790" y="93749"/>
                </a:cubicBezTo>
                <a:cubicBezTo>
                  <a:pt x="1775733" y="89908"/>
                  <a:pt x="1777204" y="83306"/>
                  <a:pt x="1777204" y="73944"/>
                </a:cubicBezTo>
                <a:cubicBezTo>
                  <a:pt x="1777204" y="62228"/>
                  <a:pt x="1774752" y="53008"/>
                  <a:pt x="1769847" y="46285"/>
                </a:cubicBezTo>
                <a:cubicBezTo>
                  <a:pt x="1766531" y="41676"/>
                  <a:pt x="1762304" y="39372"/>
                  <a:pt x="1757166" y="39372"/>
                </a:cubicBezTo>
                <a:close/>
                <a:moveTo>
                  <a:pt x="1818750" y="48674"/>
                </a:moveTo>
                <a:cubicBezTo>
                  <a:pt x="1823421" y="43867"/>
                  <a:pt x="1826177" y="41102"/>
                  <a:pt x="1827018" y="40381"/>
                </a:cubicBezTo>
                <a:cubicBezTo>
                  <a:pt x="1829120" y="38555"/>
                  <a:pt x="1831385" y="37136"/>
                  <a:pt x="1833814" y="36127"/>
                </a:cubicBezTo>
                <a:cubicBezTo>
                  <a:pt x="1836243" y="35117"/>
                  <a:pt x="1838648" y="34613"/>
                  <a:pt x="1841030" y="34613"/>
                </a:cubicBezTo>
                <a:cubicBezTo>
                  <a:pt x="1845047" y="34613"/>
                  <a:pt x="1848503" y="35814"/>
                  <a:pt x="1851399" y="38218"/>
                </a:cubicBezTo>
                <a:cubicBezTo>
                  <a:pt x="1854295" y="40622"/>
                  <a:pt x="1856234" y="44107"/>
                  <a:pt x="1857215" y="48674"/>
                </a:cubicBezTo>
                <a:cubicBezTo>
                  <a:pt x="1862026" y="42905"/>
                  <a:pt x="1866089" y="39119"/>
                  <a:pt x="1869405" y="37317"/>
                </a:cubicBezTo>
                <a:cubicBezTo>
                  <a:pt x="1872722" y="35514"/>
                  <a:pt x="1876131" y="34613"/>
                  <a:pt x="1879635" y="34613"/>
                </a:cubicBezTo>
                <a:cubicBezTo>
                  <a:pt x="1883044" y="34613"/>
                  <a:pt x="1886069" y="35512"/>
                  <a:pt x="1888708" y="37312"/>
                </a:cubicBezTo>
                <a:cubicBezTo>
                  <a:pt x="1891347" y="39110"/>
                  <a:pt x="1893437" y="42048"/>
                  <a:pt x="1894978" y="46125"/>
                </a:cubicBezTo>
                <a:cubicBezTo>
                  <a:pt x="1896006" y="48908"/>
                  <a:pt x="1896520" y="53272"/>
                  <a:pt x="1896520" y="59220"/>
                </a:cubicBezTo>
                <a:lnTo>
                  <a:pt x="1896520" y="87568"/>
                </a:lnTo>
                <a:cubicBezTo>
                  <a:pt x="1896520" y="91693"/>
                  <a:pt x="1896823" y="94524"/>
                  <a:pt x="1897430" y="96059"/>
                </a:cubicBezTo>
                <a:cubicBezTo>
                  <a:pt x="1897897" y="97114"/>
                  <a:pt x="1898762" y="98013"/>
                  <a:pt x="1900023" y="98756"/>
                </a:cubicBezTo>
                <a:cubicBezTo>
                  <a:pt x="1901284" y="99500"/>
                  <a:pt x="1903339" y="99872"/>
                  <a:pt x="1906188" y="99872"/>
                </a:cubicBezTo>
                <a:lnTo>
                  <a:pt x="1906188" y="102540"/>
                </a:lnTo>
                <a:lnTo>
                  <a:pt x="1874520" y="102540"/>
                </a:lnTo>
                <a:lnTo>
                  <a:pt x="1874520" y="99872"/>
                </a:lnTo>
                <a:lnTo>
                  <a:pt x="1875851" y="99872"/>
                </a:lnTo>
                <a:cubicBezTo>
                  <a:pt x="1878607" y="99872"/>
                  <a:pt x="1880756" y="99322"/>
                  <a:pt x="1882297" y="98222"/>
                </a:cubicBezTo>
                <a:cubicBezTo>
                  <a:pt x="1883371" y="97456"/>
                  <a:pt x="1884142" y="96236"/>
                  <a:pt x="1884609" y="94563"/>
                </a:cubicBezTo>
                <a:cubicBezTo>
                  <a:pt x="1884796" y="93750"/>
                  <a:pt x="1884889" y="91430"/>
                  <a:pt x="1884889" y="87604"/>
                </a:cubicBezTo>
                <a:lnTo>
                  <a:pt x="1884889" y="59337"/>
                </a:lnTo>
                <a:cubicBezTo>
                  <a:pt x="1884889" y="53980"/>
                  <a:pt x="1884259" y="50202"/>
                  <a:pt x="1882998" y="48002"/>
                </a:cubicBezTo>
                <a:cubicBezTo>
                  <a:pt x="1881176" y="44941"/>
                  <a:pt x="1878257" y="43410"/>
                  <a:pt x="1874240" y="43410"/>
                </a:cubicBezTo>
                <a:cubicBezTo>
                  <a:pt x="1871764" y="43410"/>
                  <a:pt x="1869277" y="44044"/>
                  <a:pt x="1866778" y="45312"/>
                </a:cubicBezTo>
                <a:cubicBezTo>
                  <a:pt x="1864279" y="46578"/>
                  <a:pt x="1861255" y="48934"/>
                  <a:pt x="1857705" y="52379"/>
                </a:cubicBezTo>
                <a:lnTo>
                  <a:pt x="1857565" y="53167"/>
                </a:lnTo>
                <a:lnTo>
                  <a:pt x="1857705" y="56252"/>
                </a:lnTo>
                <a:lnTo>
                  <a:pt x="1857705" y="87604"/>
                </a:lnTo>
                <a:cubicBezTo>
                  <a:pt x="1857705" y="92100"/>
                  <a:pt x="1857950" y="94898"/>
                  <a:pt x="1858441" y="95998"/>
                </a:cubicBezTo>
                <a:cubicBezTo>
                  <a:pt x="1858931" y="97098"/>
                  <a:pt x="1859854" y="98019"/>
                  <a:pt x="1861208" y="98761"/>
                </a:cubicBezTo>
                <a:cubicBezTo>
                  <a:pt x="1862563" y="99501"/>
                  <a:pt x="1864875" y="99872"/>
                  <a:pt x="1868144" y="99872"/>
                </a:cubicBezTo>
                <a:lnTo>
                  <a:pt x="1868144" y="102540"/>
                </a:lnTo>
                <a:lnTo>
                  <a:pt x="1835705" y="102540"/>
                </a:lnTo>
                <a:lnTo>
                  <a:pt x="1835705" y="99872"/>
                </a:lnTo>
                <a:cubicBezTo>
                  <a:pt x="1839255" y="99872"/>
                  <a:pt x="1841696" y="99441"/>
                  <a:pt x="1843027" y="98581"/>
                </a:cubicBezTo>
                <a:cubicBezTo>
                  <a:pt x="1844358" y="97720"/>
                  <a:pt x="1845281" y="96428"/>
                  <a:pt x="1845794" y="94707"/>
                </a:cubicBezTo>
                <a:cubicBezTo>
                  <a:pt x="1846028" y="93893"/>
                  <a:pt x="1846145" y="91525"/>
                  <a:pt x="1846145" y="87604"/>
                </a:cubicBezTo>
                <a:lnTo>
                  <a:pt x="1846145" y="59337"/>
                </a:lnTo>
                <a:cubicBezTo>
                  <a:pt x="1846145" y="53980"/>
                  <a:pt x="1845374" y="50130"/>
                  <a:pt x="1843833" y="47786"/>
                </a:cubicBezTo>
                <a:cubicBezTo>
                  <a:pt x="1841777" y="44724"/>
                  <a:pt x="1838905" y="43194"/>
                  <a:pt x="1835215" y="43194"/>
                </a:cubicBezTo>
                <a:cubicBezTo>
                  <a:pt x="1832693" y="43194"/>
                  <a:pt x="1830194" y="43887"/>
                  <a:pt x="1827718" y="45274"/>
                </a:cubicBezTo>
                <a:cubicBezTo>
                  <a:pt x="1823841" y="47378"/>
                  <a:pt x="1820852" y="49746"/>
                  <a:pt x="1818750" y="52376"/>
                </a:cubicBezTo>
                <a:lnTo>
                  <a:pt x="1818750" y="87604"/>
                </a:lnTo>
                <a:cubicBezTo>
                  <a:pt x="1818750" y="91908"/>
                  <a:pt x="1819042" y="94706"/>
                  <a:pt x="1819626" y="95998"/>
                </a:cubicBezTo>
                <a:cubicBezTo>
                  <a:pt x="1820210" y="97289"/>
                  <a:pt x="1821074" y="98257"/>
                  <a:pt x="1822218" y="98903"/>
                </a:cubicBezTo>
                <a:cubicBezTo>
                  <a:pt x="1823363" y="99549"/>
                  <a:pt x="1825686" y="99872"/>
                  <a:pt x="1829190" y="99872"/>
                </a:cubicBezTo>
                <a:lnTo>
                  <a:pt x="1829190" y="102540"/>
                </a:lnTo>
                <a:lnTo>
                  <a:pt x="1797451" y="102540"/>
                </a:lnTo>
                <a:lnTo>
                  <a:pt x="1797451" y="99872"/>
                </a:lnTo>
                <a:cubicBezTo>
                  <a:pt x="1800394" y="99872"/>
                  <a:pt x="1802449" y="99548"/>
                  <a:pt x="1803617" y="98900"/>
                </a:cubicBezTo>
                <a:cubicBezTo>
                  <a:pt x="1804785" y="98253"/>
                  <a:pt x="1805672" y="97222"/>
                  <a:pt x="1806279" y="95807"/>
                </a:cubicBezTo>
                <a:cubicBezTo>
                  <a:pt x="1806886" y="94391"/>
                  <a:pt x="1807190" y="91645"/>
                  <a:pt x="1807190" y="87568"/>
                </a:cubicBezTo>
                <a:lnTo>
                  <a:pt x="1807190" y="62386"/>
                </a:lnTo>
                <a:cubicBezTo>
                  <a:pt x="1807190" y="55142"/>
                  <a:pt x="1806980" y="50465"/>
                  <a:pt x="1806559" y="48356"/>
                </a:cubicBezTo>
                <a:cubicBezTo>
                  <a:pt x="1806232" y="46773"/>
                  <a:pt x="1805719" y="45681"/>
                  <a:pt x="1805018" y="45082"/>
                </a:cubicBezTo>
                <a:cubicBezTo>
                  <a:pt x="1804317" y="44483"/>
                  <a:pt x="1803360" y="44183"/>
                  <a:pt x="1802145" y="44183"/>
                </a:cubicBezTo>
                <a:cubicBezTo>
                  <a:pt x="1800838" y="44183"/>
                  <a:pt x="1799273" y="44543"/>
                  <a:pt x="1797451" y="45262"/>
                </a:cubicBezTo>
                <a:lnTo>
                  <a:pt x="1796400" y="42671"/>
                </a:lnTo>
                <a:lnTo>
                  <a:pt x="1815738" y="34613"/>
                </a:lnTo>
                <a:lnTo>
                  <a:pt x="1818750" y="34613"/>
                </a:lnTo>
                <a:lnTo>
                  <a:pt x="1818750" y="48674"/>
                </a:lnTo>
                <a:close/>
                <a:moveTo>
                  <a:pt x="1930859" y="48674"/>
                </a:moveTo>
                <a:cubicBezTo>
                  <a:pt x="1935529" y="43867"/>
                  <a:pt x="1938285" y="41102"/>
                  <a:pt x="1939126" y="40381"/>
                </a:cubicBezTo>
                <a:cubicBezTo>
                  <a:pt x="1941228" y="38555"/>
                  <a:pt x="1943493" y="37136"/>
                  <a:pt x="1945922" y="36127"/>
                </a:cubicBezTo>
                <a:cubicBezTo>
                  <a:pt x="1948351" y="35117"/>
                  <a:pt x="1950756" y="34613"/>
                  <a:pt x="1953138" y="34613"/>
                </a:cubicBezTo>
                <a:cubicBezTo>
                  <a:pt x="1957155" y="34613"/>
                  <a:pt x="1960612" y="35814"/>
                  <a:pt x="1963508" y="38218"/>
                </a:cubicBezTo>
                <a:cubicBezTo>
                  <a:pt x="1966404" y="40622"/>
                  <a:pt x="1968342" y="44107"/>
                  <a:pt x="1969323" y="48674"/>
                </a:cubicBezTo>
                <a:cubicBezTo>
                  <a:pt x="1974134" y="42905"/>
                  <a:pt x="1978197" y="39119"/>
                  <a:pt x="1981514" y="37317"/>
                </a:cubicBezTo>
                <a:cubicBezTo>
                  <a:pt x="1984830" y="35514"/>
                  <a:pt x="1988240" y="34613"/>
                  <a:pt x="1991743" y="34613"/>
                </a:cubicBezTo>
                <a:cubicBezTo>
                  <a:pt x="1995153" y="34613"/>
                  <a:pt x="1998177" y="35512"/>
                  <a:pt x="2000816" y="37312"/>
                </a:cubicBezTo>
                <a:cubicBezTo>
                  <a:pt x="2003455" y="39110"/>
                  <a:pt x="2005545" y="42048"/>
                  <a:pt x="2007087" y="46125"/>
                </a:cubicBezTo>
                <a:cubicBezTo>
                  <a:pt x="2008114" y="48908"/>
                  <a:pt x="2008628" y="53272"/>
                  <a:pt x="2008628" y="59220"/>
                </a:cubicBezTo>
                <a:lnTo>
                  <a:pt x="2008628" y="87568"/>
                </a:lnTo>
                <a:cubicBezTo>
                  <a:pt x="2008628" y="91693"/>
                  <a:pt x="2008931" y="94524"/>
                  <a:pt x="2009539" y="96059"/>
                </a:cubicBezTo>
                <a:cubicBezTo>
                  <a:pt x="2010006" y="97114"/>
                  <a:pt x="2010870" y="98013"/>
                  <a:pt x="2012131" y="98756"/>
                </a:cubicBezTo>
                <a:cubicBezTo>
                  <a:pt x="2013392" y="99500"/>
                  <a:pt x="2015447" y="99872"/>
                  <a:pt x="2018296" y="99872"/>
                </a:cubicBezTo>
                <a:lnTo>
                  <a:pt x="2018296" y="102540"/>
                </a:lnTo>
                <a:lnTo>
                  <a:pt x="1986628" y="102540"/>
                </a:lnTo>
                <a:lnTo>
                  <a:pt x="1986628" y="99872"/>
                </a:lnTo>
                <a:lnTo>
                  <a:pt x="1987959" y="99872"/>
                </a:lnTo>
                <a:cubicBezTo>
                  <a:pt x="1990715" y="99872"/>
                  <a:pt x="1992864" y="99322"/>
                  <a:pt x="1994405" y="98222"/>
                </a:cubicBezTo>
                <a:cubicBezTo>
                  <a:pt x="1995480" y="97456"/>
                  <a:pt x="1996250" y="96236"/>
                  <a:pt x="1996717" y="94563"/>
                </a:cubicBezTo>
                <a:cubicBezTo>
                  <a:pt x="1996904" y="93750"/>
                  <a:pt x="1996998" y="91430"/>
                  <a:pt x="1996998" y="87604"/>
                </a:cubicBezTo>
                <a:lnTo>
                  <a:pt x="1996998" y="59337"/>
                </a:lnTo>
                <a:cubicBezTo>
                  <a:pt x="1996998" y="53980"/>
                  <a:pt x="1996367" y="50202"/>
                  <a:pt x="1995106" y="48002"/>
                </a:cubicBezTo>
                <a:cubicBezTo>
                  <a:pt x="1993284" y="44941"/>
                  <a:pt x="1990365" y="43410"/>
                  <a:pt x="1986348" y="43410"/>
                </a:cubicBezTo>
                <a:cubicBezTo>
                  <a:pt x="1983872" y="43410"/>
                  <a:pt x="1981385" y="44044"/>
                  <a:pt x="1978886" y="45312"/>
                </a:cubicBezTo>
                <a:cubicBezTo>
                  <a:pt x="1976387" y="46578"/>
                  <a:pt x="1973363" y="48934"/>
                  <a:pt x="1969813" y="52379"/>
                </a:cubicBezTo>
                <a:lnTo>
                  <a:pt x="1969673" y="53167"/>
                </a:lnTo>
                <a:lnTo>
                  <a:pt x="1969813" y="56252"/>
                </a:lnTo>
                <a:lnTo>
                  <a:pt x="1969813" y="87604"/>
                </a:lnTo>
                <a:cubicBezTo>
                  <a:pt x="1969813" y="92100"/>
                  <a:pt x="1970059" y="94898"/>
                  <a:pt x="1970549" y="95998"/>
                </a:cubicBezTo>
                <a:cubicBezTo>
                  <a:pt x="1971039" y="97098"/>
                  <a:pt x="1971962" y="98019"/>
                  <a:pt x="1973316" y="98761"/>
                </a:cubicBezTo>
                <a:cubicBezTo>
                  <a:pt x="1974671" y="99501"/>
                  <a:pt x="1976983" y="99872"/>
                  <a:pt x="1980253" y="99872"/>
                </a:cubicBezTo>
                <a:lnTo>
                  <a:pt x="1980253" y="102540"/>
                </a:lnTo>
                <a:lnTo>
                  <a:pt x="1947814" y="102540"/>
                </a:lnTo>
                <a:lnTo>
                  <a:pt x="1947814" y="99872"/>
                </a:lnTo>
                <a:cubicBezTo>
                  <a:pt x="1951364" y="99872"/>
                  <a:pt x="1953804" y="99441"/>
                  <a:pt x="1955135" y="98581"/>
                </a:cubicBezTo>
                <a:cubicBezTo>
                  <a:pt x="1956466" y="97720"/>
                  <a:pt x="1957389" y="96428"/>
                  <a:pt x="1957903" y="94707"/>
                </a:cubicBezTo>
                <a:cubicBezTo>
                  <a:pt x="1958136" y="93893"/>
                  <a:pt x="1958253" y="91525"/>
                  <a:pt x="1958253" y="87604"/>
                </a:cubicBezTo>
                <a:lnTo>
                  <a:pt x="1958253" y="59337"/>
                </a:lnTo>
                <a:cubicBezTo>
                  <a:pt x="1958253" y="53980"/>
                  <a:pt x="1957482" y="50130"/>
                  <a:pt x="1955941" y="47786"/>
                </a:cubicBezTo>
                <a:cubicBezTo>
                  <a:pt x="1953886" y="44724"/>
                  <a:pt x="1951013" y="43194"/>
                  <a:pt x="1947323" y="43194"/>
                </a:cubicBezTo>
                <a:cubicBezTo>
                  <a:pt x="1944801" y="43194"/>
                  <a:pt x="1942302" y="43887"/>
                  <a:pt x="1939827" y="45274"/>
                </a:cubicBezTo>
                <a:cubicBezTo>
                  <a:pt x="1935950" y="47378"/>
                  <a:pt x="1932960" y="49746"/>
                  <a:pt x="1930859" y="52376"/>
                </a:cubicBezTo>
                <a:lnTo>
                  <a:pt x="1930859" y="87604"/>
                </a:lnTo>
                <a:cubicBezTo>
                  <a:pt x="1930859" y="91908"/>
                  <a:pt x="1931151" y="94706"/>
                  <a:pt x="1931734" y="95998"/>
                </a:cubicBezTo>
                <a:cubicBezTo>
                  <a:pt x="1932318" y="97289"/>
                  <a:pt x="1933182" y="98257"/>
                  <a:pt x="1934327" y="98903"/>
                </a:cubicBezTo>
                <a:cubicBezTo>
                  <a:pt x="1935471" y="99549"/>
                  <a:pt x="1937795" y="99872"/>
                  <a:pt x="1941298" y="99872"/>
                </a:cubicBezTo>
                <a:lnTo>
                  <a:pt x="1941298" y="102540"/>
                </a:lnTo>
                <a:lnTo>
                  <a:pt x="1909560" y="102540"/>
                </a:lnTo>
                <a:lnTo>
                  <a:pt x="1909560" y="99872"/>
                </a:lnTo>
                <a:cubicBezTo>
                  <a:pt x="1912502" y="99872"/>
                  <a:pt x="1914557" y="99548"/>
                  <a:pt x="1915725" y="98900"/>
                </a:cubicBezTo>
                <a:cubicBezTo>
                  <a:pt x="1916893" y="98253"/>
                  <a:pt x="1917780" y="97222"/>
                  <a:pt x="1918387" y="95807"/>
                </a:cubicBezTo>
                <a:cubicBezTo>
                  <a:pt x="1918995" y="94391"/>
                  <a:pt x="1919298" y="91645"/>
                  <a:pt x="1919298" y="87568"/>
                </a:cubicBezTo>
                <a:lnTo>
                  <a:pt x="1919298" y="62386"/>
                </a:lnTo>
                <a:cubicBezTo>
                  <a:pt x="1919298" y="55142"/>
                  <a:pt x="1919088" y="50465"/>
                  <a:pt x="1918668" y="48356"/>
                </a:cubicBezTo>
                <a:cubicBezTo>
                  <a:pt x="1918341" y="46773"/>
                  <a:pt x="1917827" y="45681"/>
                  <a:pt x="1917126" y="45082"/>
                </a:cubicBezTo>
                <a:cubicBezTo>
                  <a:pt x="1916426" y="44483"/>
                  <a:pt x="1915468" y="44183"/>
                  <a:pt x="1914254" y="44183"/>
                </a:cubicBezTo>
                <a:cubicBezTo>
                  <a:pt x="1912946" y="44183"/>
                  <a:pt x="1911381" y="44543"/>
                  <a:pt x="1909560" y="45262"/>
                </a:cubicBezTo>
                <a:lnTo>
                  <a:pt x="1908509" y="42671"/>
                </a:lnTo>
                <a:lnTo>
                  <a:pt x="1927846" y="34613"/>
                </a:lnTo>
                <a:lnTo>
                  <a:pt x="1930859" y="34613"/>
                </a:lnTo>
                <a:lnTo>
                  <a:pt x="1930859" y="48674"/>
                </a:lnTo>
                <a:close/>
                <a:moveTo>
                  <a:pt x="2040233" y="0"/>
                </a:moveTo>
                <a:cubicBezTo>
                  <a:pt x="2042195" y="0"/>
                  <a:pt x="2043865" y="713"/>
                  <a:pt x="2045242" y="2138"/>
                </a:cubicBezTo>
                <a:cubicBezTo>
                  <a:pt x="2046620" y="3563"/>
                  <a:pt x="2047309" y="5290"/>
                  <a:pt x="2047309" y="7319"/>
                </a:cubicBezTo>
                <a:cubicBezTo>
                  <a:pt x="2047309" y="9349"/>
                  <a:pt x="2046620" y="11088"/>
                  <a:pt x="2045242" y="12538"/>
                </a:cubicBezTo>
                <a:cubicBezTo>
                  <a:pt x="2043865" y="13986"/>
                  <a:pt x="2042195" y="14710"/>
                  <a:pt x="2040233" y="14710"/>
                </a:cubicBezTo>
                <a:cubicBezTo>
                  <a:pt x="2038271" y="14710"/>
                  <a:pt x="2036590" y="13986"/>
                  <a:pt x="2035189" y="12538"/>
                </a:cubicBezTo>
                <a:cubicBezTo>
                  <a:pt x="2033787" y="11088"/>
                  <a:pt x="2033087" y="9349"/>
                  <a:pt x="2033087" y="7319"/>
                </a:cubicBezTo>
                <a:cubicBezTo>
                  <a:pt x="2033087" y="5290"/>
                  <a:pt x="2033776" y="3563"/>
                  <a:pt x="2035153" y="2138"/>
                </a:cubicBezTo>
                <a:cubicBezTo>
                  <a:pt x="2036531" y="713"/>
                  <a:pt x="2038225" y="0"/>
                  <a:pt x="2040233" y="0"/>
                </a:cubicBezTo>
                <a:moveTo>
                  <a:pt x="2046048" y="34613"/>
                </a:moveTo>
                <a:lnTo>
                  <a:pt x="2046048" y="87568"/>
                </a:lnTo>
                <a:cubicBezTo>
                  <a:pt x="2046048" y="91693"/>
                  <a:pt x="2046340" y="94439"/>
                  <a:pt x="2046924" y="95807"/>
                </a:cubicBezTo>
                <a:cubicBezTo>
                  <a:pt x="2047508" y="97174"/>
                  <a:pt x="2048372" y="98193"/>
                  <a:pt x="2049516" y="98864"/>
                </a:cubicBezTo>
                <a:cubicBezTo>
                  <a:pt x="2050661" y="99536"/>
                  <a:pt x="2052751" y="99872"/>
                  <a:pt x="2055787" y="99872"/>
                </a:cubicBezTo>
                <a:lnTo>
                  <a:pt x="2055787" y="102540"/>
                </a:lnTo>
                <a:lnTo>
                  <a:pt x="2024609" y="102540"/>
                </a:lnTo>
                <a:lnTo>
                  <a:pt x="2024609" y="99872"/>
                </a:lnTo>
                <a:cubicBezTo>
                  <a:pt x="2027739" y="99872"/>
                  <a:pt x="2029840" y="99560"/>
                  <a:pt x="2030915" y="98937"/>
                </a:cubicBezTo>
                <a:cubicBezTo>
                  <a:pt x="2031989" y="98313"/>
                  <a:pt x="2032841" y="97282"/>
                  <a:pt x="2033472" y="95843"/>
                </a:cubicBezTo>
                <a:cubicBezTo>
                  <a:pt x="2034103" y="94403"/>
                  <a:pt x="2034418" y="91645"/>
                  <a:pt x="2034418" y="87568"/>
                </a:cubicBezTo>
                <a:lnTo>
                  <a:pt x="2034418" y="62170"/>
                </a:lnTo>
                <a:cubicBezTo>
                  <a:pt x="2034418" y="55022"/>
                  <a:pt x="2034208" y="50393"/>
                  <a:pt x="2033787" y="48284"/>
                </a:cubicBezTo>
                <a:cubicBezTo>
                  <a:pt x="2033460" y="46749"/>
                  <a:pt x="2032947" y="45681"/>
                  <a:pt x="2032246" y="45082"/>
                </a:cubicBezTo>
                <a:cubicBezTo>
                  <a:pt x="2031545" y="44483"/>
                  <a:pt x="2030588" y="44183"/>
                  <a:pt x="2029373" y="44183"/>
                </a:cubicBezTo>
                <a:cubicBezTo>
                  <a:pt x="2028066" y="44183"/>
                  <a:pt x="2026477" y="44543"/>
                  <a:pt x="2024609" y="45262"/>
                </a:cubicBezTo>
                <a:lnTo>
                  <a:pt x="2023628" y="42671"/>
                </a:lnTo>
                <a:lnTo>
                  <a:pt x="2042965" y="34613"/>
                </a:lnTo>
                <a:lnTo>
                  <a:pt x="2046048" y="34613"/>
                </a:lnTo>
                <a:close/>
                <a:moveTo>
                  <a:pt x="2082908" y="14710"/>
                </a:moveTo>
                <a:lnTo>
                  <a:pt x="2082908" y="36487"/>
                </a:lnTo>
                <a:lnTo>
                  <a:pt x="2097901" y="36487"/>
                </a:lnTo>
                <a:lnTo>
                  <a:pt x="2097901" y="41535"/>
                </a:lnTo>
                <a:lnTo>
                  <a:pt x="2082908" y="41535"/>
                </a:lnTo>
                <a:lnTo>
                  <a:pt x="2082908" y="84310"/>
                </a:lnTo>
                <a:cubicBezTo>
                  <a:pt x="2082908" y="88584"/>
                  <a:pt x="2083504" y="91465"/>
                  <a:pt x="2084695" y="92954"/>
                </a:cubicBezTo>
                <a:cubicBezTo>
                  <a:pt x="2085886" y="94441"/>
                  <a:pt x="2087415" y="95185"/>
                  <a:pt x="2089284" y="95185"/>
                </a:cubicBezTo>
                <a:cubicBezTo>
                  <a:pt x="2090825" y="95185"/>
                  <a:pt x="2092320" y="94692"/>
                  <a:pt x="2093768" y="93706"/>
                </a:cubicBezTo>
                <a:cubicBezTo>
                  <a:pt x="2095216" y="92721"/>
                  <a:pt x="2096337" y="91267"/>
                  <a:pt x="2097131" y="89344"/>
                </a:cubicBezTo>
                <a:lnTo>
                  <a:pt x="2099863" y="89344"/>
                </a:lnTo>
                <a:cubicBezTo>
                  <a:pt x="2098228" y="94068"/>
                  <a:pt x="2095916" y="97642"/>
                  <a:pt x="2092927" y="100063"/>
                </a:cubicBezTo>
                <a:cubicBezTo>
                  <a:pt x="2089938" y="102483"/>
                  <a:pt x="2086855" y="103694"/>
                  <a:pt x="2083679" y="103694"/>
                </a:cubicBezTo>
                <a:cubicBezTo>
                  <a:pt x="2081530" y="103694"/>
                  <a:pt x="2079428" y="103080"/>
                  <a:pt x="2077373" y="101852"/>
                </a:cubicBezTo>
                <a:cubicBezTo>
                  <a:pt x="2075318" y="100625"/>
                  <a:pt x="2073800" y="98869"/>
                  <a:pt x="2072819" y="96584"/>
                </a:cubicBezTo>
                <a:cubicBezTo>
                  <a:pt x="2071838" y="94298"/>
                  <a:pt x="2071348" y="90772"/>
                  <a:pt x="2071348" y="86006"/>
                </a:cubicBezTo>
                <a:lnTo>
                  <a:pt x="2071348" y="41535"/>
                </a:lnTo>
                <a:lnTo>
                  <a:pt x="2061189" y="41535"/>
                </a:lnTo>
                <a:lnTo>
                  <a:pt x="2061189" y="39155"/>
                </a:lnTo>
                <a:cubicBezTo>
                  <a:pt x="2063758" y="38095"/>
                  <a:pt x="2066385" y="36299"/>
                  <a:pt x="2069071" y="33768"/>
                </a:cubicBezTo>
                <a:cubicBezTo>
                  <a:pt x="2071757" y="31236"/>
                  <a:pt x="2074150" y="28235"/>
                  <a:pt x="2076252" y="24763"/>
                </a:cubicBezTo>
                <a:cubicBezTo>
                  <a:pt x="2077326" y="22932"/>
                  <a:pt x="2078821" y="19581"/>
                  <a:pt x="2080736" y="14710"/>
                </a:cubicBezTo>
                <a:lnTo>
                  <a:pt x="2082908" y="14710"/>
                </a:lnTo>
                <a:close/>
                <a:moveTo>
                  <a:pt x="2146111" y="34613"/>
                </a:moveTo>
                <a:lnTo>
                  <a:pt x="2146111" y="56967"/>
                </a:lnTo>
                <a:lnTo>
                  <a:pt x="2143799" y="56967"/>
                </a:lnTo>
                <a:cubicBezTo>
                  <a:pt x="2142024" y="49955"/>
                  <a:pt x="2139747" y="45186"/>
                  <a:pt x="2136968" y="42660"/>
                </a:cubicBezTo>
                <a:cubicBezTo>
                  <a:pt x="2134189" y="40131"/>
                  <a:pt x="2130651" y="38867"/>
                  <a:pt x="2126354" y="38867"/>
                </a:cubicBezTo>
                <a:cubicBezTo>
                  <a:pt x="2123084" y="38867"/>
                  <a:pt x="2120445" y="39756"/>
                  <a:pt x="2118437" y="41533"/>
                </a:cubicBezTo>
                <a:cubicBezTo>
                  <a:pt x="2116428" y="43309"/>
                  <a:pt x="2115424" y="45277"/>
                  <a:pt x="2115424" y="47439"/>
                </a:cubicBezTo>
                <a:cubicBezTo>
                  <a:pt x="2115424" y="50128"/>
                  <a:pt x="2116171" y="52433"/>
                  <a:pt x="2117666" y="54353"/>
                </a:cubicBezTo>
                <a:cubicBezTo>
                  <a:pt x="2119114" y="56322"/>
                  <a:pt x="2122056" y="58411"/>
                  <a:pt x="2126494" y="60619"/>
                </a:cubicBezTo>
                <a:lnTo>
                  <a:pt x="2136723" y="65735"/>
                </a:lnTo>
                <a:cubicBezTo>
                  <a:pt x="2146205" y="70488"/>
                  <a:pt x="2150946" y="76755"/>
                  <a:pt x="2150946" y="84535"/>
                </a:cubicBezTo>
                <a:cubicBezTo>
                  <a:pt x="2150946" y="90537"/>
                  <a:pt x="2148739" y="95375"/>
                  <a:pt x="2144325" y="99049"/>
                </a:cubicBezTo>
                <a:cubicBezTo>
                  <a:pt x="2139911" y="102722"/>
                  <a:pt x="2134971" y="104559"/>
                  <a:pt x="2129506" y="104559"/>
                </a:cubicBezTo>
                <a:cubicBezTo>
                  <a:pt x="2125583" y="104559"/>
                  <a:pt x="2121099" y="103838"/>
                  <a:pt x="2116054" y="102396"/>
                </a:cubicBezTo>
                <a:cubicBezTo>
                  <a:pt x="2114513" y="101915"/>
                  <a:pt x="2113252" y="101674"/>
                  <a:pt x="2112271" y="101674"/>
                </a:cubicBezTo>
                <a:cubicBezTo>
                  <a:pt x="2111197" y="101674"/>
                  <a:pt x="2110356" y="102299"/>
                  <a:pt x="2109749" y="103549"/>
                </a:cubicBezTo>
                <a:lnTo>
                  <a:pt x="2107437" y="103549"/>
                </a:lnTo>
                <a:lnTo>
                  <a:pt x="2107437" y="79897"/>
                </a:lnTo>
                <a:lnTo>
                  <a:pt x="2109749" y="79897"/>
                </a:lnTo>
                <a:cubicBezTo>
                  <a:pt x="2111057" y="86652"/>
                  <a:pt x="2113556" y="91741"/>
                  <a:pt x="2117246" y="95167"/>
                </a:cubicBezTo>
                <a:cubicBezTo>
                  <a:pt x="2120935" y="98592"/>
                  <a:pt x="2125069" y="100304"/>
                  <a:pt x="2129647" y="100304"/>
                </a:cubicBezTo>
                <a:cubicBezTo>
                  <a:pt x="2132869" y="100304"/>
                  <a:pt x="2135497" y="99332"/>
                  <a:pt x="2137529" y="97388"/>
                </a:cubicBezTo>
                <a:cubicBezTo>
                  <a:pt x="2139560" y="95443"/>
                  <a:pt x="2140576" y="93102"/>
                  <a:pt x="2140576" y="90365"/>
                </a:cubicBezTo>
                <a:cubicBezTo>
                  <a:pt x="2140576" y="87050"/>
                  <a:pt x="2139444" y="84265"/>
                  <a:pt x="2137178" y="82009"/>
                </a:cubicBezTo>
                <a:cubicBezTo>
                  <a:pt x="2134913" y="79752"/>
                  <a:pt x="2130394" y="76896"/>
                  <a:pt x="2123621" y="73439"/>
                </a:cubicBezTo>
                <a:cubicBezTo>
                  <a:pt x="2116848" y="69981"/>
                  <a:pt x="2112411" y="66859"/>
                  <a:pt x="2110309" y="64074"/>
                </a:cubicBezTo>
                <a:cubicBezTo>
                  <a:pt x="2108207" y="61337"/>
                  <a:pt x="2107157" y="57879"/>
                  <a:pt x="2107157" y="53701"/>
                </a:cubicBezTo>
                <a:cubicBezTo>
                  <a:pt x="2107157" y="48275"/>
                  <a:pt x="2108966" y="43737"/>
                  <a:pt x="2112586" y="40088"/>
                </a:cubicBezTo>
                <a:cubicBezTo>
                  <a:pt x="2116206" y="36438"/>
                  <a:pt x="2120889" y="34613"/>
                  <a:pt x="2126634" y="34613"/>
                </a:cubicBezTo>
                <a:cubicBezTo>
                  <a:pt x="2129156" y="34613"/>
                  <a:pt x="2132216" y="35165"/>
                  <a:pt x="2135812" y="36271"/>
                </a:cubicBezTo>
                <a:cubicBezTo>
                  <a:pt x="2138194" y="36992"/>
                  <a:pt x="2139782" y="37353"/>
                  <a:pt x="2140576" y="37353"/>
                </a:cubicBezTo>
                <a:cubicBezTo>
                  <a:pt x="2141324" y="37353"/>
                  <a:pt x="2141907" y="37184"/>
                  <a:pt x="2142328" y="36848"/>
                </a:cubicBezTo>
                <a:cubicBezTo>
                  <a:pt x="2142748" y="36511"/>
                  <a:pt x="2143239" y="35766"/>
                  <a:pt x="2143799" y="34613"/>
                </a:cubicBezTo>
                <a:lnTo>
                  <a:pt x="2146111" y="34613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Vector-1">
            <a:extLst xmlns:a="http://schemas.openxmlformats.org/drawingml/2006/main">
              <a:ext uri="{FF2B5EF4-FFF2-40B4-BE49-F238E27FC236}">
                <a16:creationId xmlns:a16="http://schemas.microsoft.com/office/drawing/2014/main" id="{DEA3A813-A6CA-4A53-B7F9-47993EA1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899" y="2861032"/>
            <a:ext cx="367059" cy="76472"/>
          </a:xfrm>
          <a:custGeom xmlns:a="http://schemas.openxmlformats.org/drawingml/2006/main">
            <a:pathLst>
              <a:path w="367059" h="76472">
                <a:moveTo>
                  <a:pt x="75457" y="1514"/>
                </a:moveTo>
                <a:lnTo>
                  <a:pt x="75457" y="3515"/>
                </a:lnTo>
                <a:cubicBezTo>
                  <a:pt x="72935" y="3984"/>
                  <a:pt x="71026" y="4813"/>
                  <a:pt x="69730" y="6001"/>
                </a:cubicBezTo>
                <a:cubicBezTo>
                  <a:pt x="67873" y="7767"/>
                  <a:pt x="66227" y="10469"/>
                  <a:pt x="64790" y="14107"/>
                </a:cubicBezTo>
                <a:lnTo>
                  <a:pt x="39936" y="76472"/>
                </a:lnTo>
                <a:lnTo>
                  <a:pt x="37991" y="76472"/>
                </a:lnTo>
                <a:lnTo>
                  <a:pt x="11298" y="13297"/>
                </a:lnTo>
                <a:cubicBezTo>
                  <a:pt x="9931" y="10055"/>
                  <a:pt x="8968" y="8073"/>
                  <a:pt x="8407" y="7352"/>
                </a:cubicBezTo>
                <a:cubicBezTo>
                  <a:pt x="7532" y="6235"/>
                  <a:pt x="6455" y="5362"/>
                  <a:pt x="5176" y="4732"/>
                </a:cubicBezTo>
                <a:cubicBezTo>
                  <a:pt x="3897" y="4101"/>
                  <a:pt x="2172" y="3696"/>
                  <a:pt x="0" y="3515"/>
                </a:cubicBezTo>
                <a:lnTo>
                  <a:pt x="0" y="1514"/>
                </a:lnTo>
                <a:lnTo>
                  <a:pt x="29111" y="1514"/>
                </a:lnTo>
                <a:lnTo>
                  <a:pt x="29111" y="3515"/>
                </a:lnTo>
                <a:cubicBezTo>
                  <a:pt x="25818" y="3840"/>
                  <a:pt x="23681" y="4417"/>
                  <a:pt x="22700" y="5246"/>
                </a:cubicBezTo>
                <a:cubicBezTo>
                  <a:pt x="21719" y="6074"/>
                  <a:pt x="21229" y="7137"/>
                  <a:pt x="21229" y="8433"/>
                </a:cubicBezTo>
                <a:cubicBezTo>
                  <a:pt x="21229" y="10235"/>
                  <a:pt x="22035" y="13045"/>
                  <a:pt x="23646" y="16863"/>
                </a:cubicBezTo>
                <a:lnTo>
                  <a:pt x="41775" y="59827"/>
                </a:lnTo>
                <a:lnTo>
                  <a:pt x="58590" y="17404"/>
                </a:lnTo>
                <a:cubicBezTo>
                  <a:pt x="60236" y="13225"/>
                  <a:pt x="61059" y="10325"/>
                  <a:pt x="61059" y="8704"/>
                </a:cubicBezTo>
                <a:cubicBezTo>
                  <a:pt x="61059" y="7658"/>
                  <a:pt x="60551" y="6658"/>
                  <a:pt x="59536" y="5704"/>
                </a:cubicBezTo>
                <a:cubicBezTo>
                  <a:pt x="58520" y="4750"/>
                  <a:pt x="56803" y="4074"/>
                  <a:pt x="54386" y="3678"/>
                </a:cubicBezTo>
                <a:cubicBezTo>
                  <a:pt x="54211" y="3642"/>
                  <a:pt x="53913" y="3587"/>
                  <a:pt x="53493" y="3515"/>
                </a:cubicBezTo>
                <a:lnTo>
                  <a:pt x="53493" y="1514"/>
                </a:lnTo>
                <a:lnTo>
                  <a:pt x="75457" y="1514"/>
                </a:lnTo>
                <a:close/>
                <a:moveTo>
                  <a:pt x="88983" y="44023"/>
                </a:moveTo>
                <a:cubicBezTo>
                  <a:pt x="88948" y="51361"/>
                  <a:pt x="90682" y="57117"/>
                  <a:pt x="94185" y="61290"/>
                </a:cubicBezTo>
                <a:cubicBezTo>
                  <a:pt x="97688" y="65463"/>
                  <a:pt x="101805" y="67549"/>
                  <a:pt x="106534" y="67549"/>
                </a:cubicBezTo>
                <a:cubicBezTo>
                  <a:pt x="109687" y="67549"/>
                  <a:pt x="112428" y="66656"/>
                  <a:pt x="114757" y="64872"/>
                </a:cubicBezTo>
                <a:cubicBezTo>
                  <a:pt x="117087" y="63087"/>
                  <a:pt x="119040" y="60031"/>
                  <a:pt x="120616" y="55705"/>
                </a:cubicBezTo>
                <a:lnTo>
                  <a:pt x="122245" y="56786"/>
                </a:lnTo>
                <a:cubicBezTo>
                  <a:pt x="121510" y="61726"/>
                  <a:pt x="119373" y="66224"/>
                  <a:pt x="115835" y="70280"/>
                </a:cubicBezTo>
                <a:cubicBezTo>
                  <a:pt x="112296" y="74336"/>
                  <a:pt x="107865" y="76364"/>
                  <a:pt x="102540" y="76364"/>
                </a:cubicBezTo>
                <a:cubicBezTo>
                  <a:pt x="96760" y="76364"/>
                  <a:pt x="91812" y="74053"/>
                  <a:pt x="87696" y="69430"/>
                </a:cubicBezTo>
                <a:cubicBezTo>
                  <a:pt x="83580" y="64806"/>
                  <a:pt x="81522" y="58590"/>
                  <a:pt x="81522" y="50781"/>
                </a:cubicBezTo>
                <a:cubicBezTo>
                  <a:pt x="81522" y="42327"/>
                  <a:pt x="83632" y="35734"/>
                  <a:pt x="87853" y="31003"/>
                </a:cubicBezTo>
                <a:cubicBezTo>
                  <a:pt x="92075" y="26270"/>
                  <a:pt x="97373" y="23904"/>
                  <a:pt x="103749" y="23904"/>
                </a:cubicBezTo>
                <a:cubicBezTo>
                  <a:pt x="109144" y="23904"/>
                  <a:pt x="113575" y="25730"/>
                  <a:pt x="117043" y="29380"/>
                </a:cubicBezTo>
                <a:cubicBezTo>
                  <a:pt x="120511" y="33030"/>
                  <a:pt x="122245" y="37910"/>
                  <a:pt x="122245" y="44023"/>
                </a:cubicBezTo>
                <a:lnTo>
                  <a:pt x="88983" y="44023"/>
                </a:lnTo>
                <a:moveTo>
                  <a:pt x="88983" y="40886"/>
                </a:moveTo>
                <a:lnTo>
                  <a:pt x="111263" y="40886"/>
                </a:lnTo>
                <a:cubicBezTo>
                  <a:pt x="111088" y="37713"/>
                  <a:pt x="110720" y="35478"/>
                  <a:pt x="110160" y="34180"/>
                </a:cubicBezTo>
                <a:cubicBezTo>
                  <a:pt x="109284" y="32161"/>
                  <a:pt x="107979" y="30574"/>
                  <a:pt x="106245" y="29421"/>
                </a:cubicBezTo>
                <a:cubicBezTo>
                  <a:pt x="104511" y="28267"/>
                  <a:pt x="102698" y="27690"/>
                  <a:pt x="100806" y="27690"/>
                </a:cubicBezTo>
                <a:cubicBezTo>
                  <a:pt x="97899" y="27690"/>
                  <a:pt x="95298" y="28853"/>
                  <a:pt x="93003" y="31178"/>
                </a:cubicBezTo>
                <a:cubicBezTo>
                  <a:pt x="90708" y="33504"/>
                  <a:pt x="89369" y="36740"/>
                  <a:pt x="88983" y="40886"/>
                </a:cubicBezTo>
                <a:close/>
                <a:moveTo>
                  <a:pt x="168854" y="56029"/>
                </a:moveTo>
                <a:cubicBezTo>
                  <a:pt x="167558" y="62555"/>
                  <a:pt x="165018" y="67576"/>
                  <a:pt x="161235" y="71091"/>
                </a:cubicBezTo>
                <a:cubicBezTo>
                  <a:pt x="157452" y="74606"/>
                  <a:pt x="153265" y="76364"/>
                  <a:pt x="148676" y="76364"/>
                </a:cubicBezTo>
                <a:cubicBezTo>
                  <a:pt x="143211" y="76364"/>
                  <a:pt x="138447" y="74005"/>
                  <a:pt x="134384" y="69288"/>
                </a:cubicBezTo>
                <a:cubicBezTo>
                  <a:pt x="130320" y="64569"/>
                  <a:pt x="128288" y="58194"/>
                  <a:pt x="128288" y="50161"/>
                </a:cubicBezTo>
                <a:cubicBezTo>
                  <a:pt x="128288" y="42381"/>
                  <a:pt x="130539" y="36060"/>
                  <a:pt x="135040" y="31199"/>
                </a:cubicBezTo>
                <a:cubicBezTo>
                  <a:pt x="139542" y="26336"/>
                  <a:pt x="144945" y="23904"/>
                  <a:pt x="151251" y="23904"/>
                </a:cubicBezTo>
                <a:cubicBezTo>
                  <a:pt x="155980" y="23904"/>
                  <a:pt x="159869" y="25189"/>
                  <a:pt x="162916" y="27759"/>
                </a:cubicBezTo>
                <a:cubicBezTo>
                  <a:pt x="165964" y="30328"/>
                  <a:pt x="167488" y="32996"/>
                  <a:pt x="167488" y="35764"/>
                </a:cubicBezTo>
                <a:cubicBezTo>
                  <a:pt x="167488" y="37129"/>
                  <a:pt x="167059" y="38234"/>
                  <a:pt x="166201" y="39079"/>
                </a:cubicBezTo>
                <a:cubicBezTo>
                  <a:pt x="165342" y="39923"/>
                  <a:pt x="164143" y="40345"/>
                  <a:pt x="162601" y="40345"/>
                </a:cubicBezTo>
                <a:cubicBezTo>
                  <a:pt x="160534" y="40345"/>
                  <a:pt x="158975" y="39660"/>
                  <a:pt x="157925" y="38290"/>
                </a:cubicBezTo>
                <a:cubicBezTo>
                  <a:pt x="157329" y="37533"/>
                  <a:pt x="156935" y="36091"/>
                  <a:pt x="156742" y="33964"/>
                </a:cubicBezTo>
                <a:cubicBezTo>
                  <a:pt x="156550" y="31836"/>
                  <a:pt x="155840" y="30214"/>
                  <a:pt x="154614" y="29096"/>
                </a:cubicBezTo>
                <a:cubicBezTo>
                  <a:pt x="153388" y="28015"/>
                  <a:pt x="151689" y="27474"/>
                  <a:pt x="149517" y="27474"/>
                </a:cubicBezTo>
                <a:cubicBezTo>
                  <a:pt x="146014" y="27474"/>
                  <a:pt x="143194" y="28808"/>
                  <a:pt x="141057" y="31476"/>
                </a:cubicBezTo>
                <a:cubicBezTo>
                  <a:pt x="138219" y="35009"/>
                  <a:pt x="136801" y="39678"/>
                  <a:pt x="136801" y="45483"/>
                </a:cubicBezTo>
                <a:cubicBezTo>
                  <a:pt x="136801" y="51396"/>
                  <a:pt x="138211" y="56615"/>
                  <a:pt x="141031" y="61140"/>
                </a:cubicBezTo>
                <a:cubicBezTo>
                  <a:pt x="143851" y="65665"/>
                  <a:pt x="147660" y="67927"/>
                  <a:pt x="152460" y="67927"/>
                </a:cubicBezTo>
                <a:cubicBezTo>
                  <a:pt x="155893" y="67927"/>
                  <a:pt x="158975" y="66719"/>
                  <a:pt x="161708" y="64304"/>
                </a:cubicBezTo>
                <a:cubicBezTo>
                  <a:pt x="163635" y="62645"/>
                  <a:pt x="165509" y="59635"/>
                  <a:pt x="167330" y="55272"/>
                </a:cubicBezTo>
                <a:lnTo>
                  <a:pt x="168854" y="56029"/>
                </a:lnTo>
                <a:close/>
                <a:moveTo>
                  <a:pt x="189033" y="8978"/>
                </a:moveTo>
                <a:lnTo>
                  <a:pt x="189033" y="25310"/>
                </a:lnTo>
                <a:lnTo>
                  <a:pt x="200278" y="25310"/>
                </a:lnTo>
                <a:lnTo>
                  <a:pt x="200278" y="29096"/>
                </a:lnTo>
                <a:lnTo>
                  <a:pt x="189033" y="29096"/>
                </a:lnTo>
                <a:lnTo>
                  <a:pt x="189033" y="61177"/>
                </a:lnTo>
                <a:cubicBezTo>
                  <a:pt x="189033" y="64383"/>
                  <a:pt x="189480" y="66544"/>
                  <a:pt x="190373" y="67660"/>
                </a:cubicBezTo>
                <a:cubicBezTo>
                  <a:pt x="191266" y="68776"/>
                  <a:pt x="192414" y="69333"/>
                  <a:pt x="193815" y="69333"/>
                </a:cubicBezTo>
                <a:cubicBezTo>
                  <a:pt x="194971" y="69333"/>
                  <a:pt x="196092" y="68964"/>
                  <a:pt x="197178" y="68225"/>
                </a:cubicBezTo>
                <a:cubicBezTo>
                  <a:pt x="198264" y="67486"/>
                  <a:pt x="199105" y="66395"/>
                  <a:pt x="199700" y="64953"/>
                </a:cubicBezTo>
                <a:lnTo>
                  <a:pt x="201749" y="64953"/>
                </a:lnTo>
                <a:cubicBezTo>
                  <a:pt x="200523" y="68496"/>
                  <a:pt x="198789" y="71176"/>
                  <a:pt x="196547" y="72992"/>
                </a:cubicBezTo>
                <a:cubicBezTo>
                  <a:pt x="194305" y="74807"/>
                  <a:pt x="191993" y="75715"/>
                  <a:pt x="189611" y="75715"/>
                </a:cubicBezTo>
                <a:cubicBezTo>
                  <a:pt x="188000" y="75715"/>
                  <a:pt x="186423" y="75255"/>
                  <a:pt x="184882" y="74334"/>
                </a:cubicBezTo>
                <a:cubicBezTo>
                  <a:pt x="183340" y="73414"/>
                  <a:pt x="182202" y="72097"/>
                  <a:pt x="181466" y="70383"/>
                </a:cubicBezTo>
                <a:cubicBezTo>
                  <a:pt x="180731" y="68668"/>
                  <a:pt x="180363" y="66024"/>
                  <a:pt x="180363" y="62450"/>
                </a:cubicBezTo>
                <a:lnTo>
                  <a:pt x="180363" y="29096"/>
                </a:lnTo>
                <a:lnTo>
                  <a:pt x="172744" y="29096"/>
                </a:lnTo>
                <a:lnTo>
                  <a:pt x="172744" y="27311"/>
                </a:lnTo>
                <a:cubicBezTo>
                  <a:pt x="174670" y="26516"/>
                  <a:pt x="176641" y="25169"/>
                  <a:pt x="178655" y="23271"/>
                </a:cubicBezTo>
                <a:cubicBezTo>
                  <a:pt x="180669" y="21372"/>
                  <a:pt x="182465" y="19121"/>
                  <a:pt x="184041" y="16517"/>
                </a:cubicBezTo>
                <a:cubicBezTo>
                  <a:pt x="184847" y="15144"/>
                  <a:pt x="185968" y="12630"/>
                  <a:pt x="187404" y="8978"/>
                </a:cubicBezTo>
                <a:lnTo>
                  <a:pt x="189033" y="8978"/>
                </a:lnTo>
                <a:close/>
                <a:moveTo>
                  <a:pt x="227738" y="23904"/>
                </a:moveTo>
                <a:cubicBezTo>
                  <a:pt x="235024" y="23904"/>
                  <a:pt x="240874" y="26750"/>
                  <a:pt x="245288" y="32441"/>
                </a:cubicBezTo>
                <a:cubicBezTo>
                  <a:pt x="249037" y="37303"/>
                  <a:pt x="250911" y="42885"/>
                  <a:pt x="250911" y="49189"/>
                </a:cubicBezTo>
                <a:cubicBezTo>
                  <a:pt x="250911" y="53620"/>
                  <a:pt x="249877" y="58104"/>
                  <a:pt x="247811" y="62642"/>
                </a:cubicBezTo>
                <a:cubicBezTo>
                  <a:pt x="245744" y="67180"/>
                  <a:pt x="242897" y="70601"/>
                  <a:pt x="239272" y="72906"/>
                </a:cubicBezTo>
                <a:cubicBezTo>
                  <a:pt x="235646" y="75211"/>
                  <a:pt x="231609" y="76364"/>
                  <a:pt x="227160" y="76364"/>
                </a:cubicBezTo>
                <a:cubicBezTo>
                  <a:pt x="219908" y="76364"/>
                  <a:pt x="214146" y="73392"/>
                  <a:pt x="209872" y="67449"/>
                </a:cubicBezTo>
                <a:cubicBezTo>
                  <a:pt x="206264" y="62443"/>
                  <a:pt x="204459" y="56825"/>
                  <a:pt x="204459" y="50594"/>
                </a:cubicBezTo>
                <a:cubicBezTo>
                  <a:pt x="204459" y="46055"/>
                  <a:pt x="205554" y="41544"/>
                  <a:pt x="207744" y="37060"/>
                </a:cubicBezTo>
                <a:cubicBezTo>
                  <a:pt x="209933" y="32575"/>
                  <a:pt x="212814" y="29262"/>
                  <a:pt x="216388" y="27119"/>
                </a:cubicBezTo>
                <a:cubicBezTo>
                  <a:pt x="219961" y="24976"/>
                  <a:pt x="223744" y="23904"/>
                  <a:pt x="227738" y="23904"/>
                </a:cubicBezTo>
                <a:moveTo>
                  <a:pt x="226109" y="27474"/>
                </a:moveTo>
                <a:cubicBezTo>
                  <a:pt x="224252" y="27474"/>
                  <a:pt x="222387" y="28041"/>
                  <a:pt x="220512" y="29176"/>
                </a:cubicBezTo>
                <a:cubicBezTo>
                  <a:pt x="218638" y="30310"/>
                  <a:pt x="217123" y="32300"/>
                  <a:pt x="215967" y="35145"/>
                </a:cubicBezTo>
                <a:cubicBezTo>
                  <a:pt x="214811" y="37990"/>
                  <a:pt x="214233" y="41645"/>
                  <a:pt x="214233" y="46110"/>
                </a:cubicBezTo>
                <a:cubicBezTo>
                  <a:pt x="214233" y="53312"/>
                  <a:pt x="215626" y="59524"/>
                  <a:pt x="218411" y="64746"/>
                </a:cubicBezTo>
                <a:cubicBezTo>
                  <a:pt x="221196" y="69968"/>
                  <a:pt x="224865" y="72578"/>
                  <a:pt x="229419" y="72578"/>
                </a:cubicBezTo>
                <a:cubicBezTo>
                  <a:pt x="232817" y="72578"/>
                  <a:pt x="235620" y="71138"/>
                  <a:pt x="237827" y="68257"/>
                </a:cubicBezTo>
                <a:cubicBezTo>
                  <a:pt x="240034" y="65376"/>
                  <a:pt x="241137" y="60424"/>
                  <a:pt x="241137" y="53403"/>
                </a:cubicBezTo>
                <a:cubicBezTo>
                  <a:pt x="241137" y="44616"/>
                  <a:pt x="239298" y="37701"/>
                  <a:pt x="235620" y="32659"/>
                </a:cubicBezTo>
                <a:cubicBezTo>
                  <a:pt x="233132" y="29202"/>
                  <a:pt x="229962" y="27474"/>
                  <a:pt x="226109" y="27474"/>
                </a:cubicBezTo>
                <a:close/>
                <a:moveTo>
                  <a:pt x="272088" y="23904"/>
                </a:moveTo>
                <a:lnTo>
                  <a:pt x="272088" y="35045"/>
                </a:lnTo>
                <a:cubicBezTo>
                  <a:pt x="276117" y="27618"/>
                  <a:pt x="280250" y="23904"/>
                  <a:pt x="284489" y="23904"/>
                </a:cubicBezTo>
                <a:cubicBezTo>
                  <a:pt x="286416" y="23904"/>
                  <a:pt x="288010" y="24508"/>
                  <a:pt x="289271" y="25716"/>
                </a:cubicBezTo>
                <a:cubicBezTo>
                  <a:pt x="290532" y="26924"/>
                  <a:pt x="291163" y="28321"/>
                  <a:pt x="291163" y="29907"/>
                </a:cubicBezTo>
                <a:cubicBezTo>
                  <a:pt x="291163" y="31314"/>
                  <a:pt x="290707" y="32503"/>
                  <a:pt x="289797" y="33477"/>
                </a:cubicBezTo>
                <a:cubicBezTo>
                  <a:pt x="288886" y="34450"/>
                  <a:pt x="287800" y="34937"/>
                  <a:pt x="286539" y="34937"/>
                </a:cubicBezTo>
                <a:cubicBezTo>
                  <a:pt x="285313" y="34937"/>
                  <a:pt x="283938" y="34315"/>
                  <a:pt x="282414" y="33071"/>
                </a:cubicBezTo>
                <a:cubicBezTo>
                  <a:pt x="280890" y="31827"/>
                  <a:pt x="279760" y="31205"/>
                  <a:pt x="279024" y="31205"/>
                </a:cubicBezTo>
                <a:cubicBezTo>
                  <a:pt x="278394" y="31205"/>
                  <a:pt x="277711" y="31565"/>
                  <a:pt x="276975" y="32284"/>
                </a:cubicBezTo>
                <a:cubicBezTo>
                  <a:pt x="275399" y="33759"/>
                  <a:pt x="273770" y="36186"/>
                  <a:pt x="272088" y="39566"/>
                </a:cubicBezTo>
                <a:lnTo>
                  <a:pt x="272088" y="63247"/>
                </a:lnTo>
                <a:cubicBezTo>
                  <a:pt x="272088" y="65980"/>
                  <a:pt x="272421" y="68047"/>
                  <a:pt x="273087" y="69450"/>
                </a:cubicBezTo>
                <a:cubicBezTo>
                  <a:pt x="273542" y="70421"/>
                  <a:pt x="274348" y="71231"/>
                  <a:pt x="275504" y="71879"/>
                </a:cubicBezTo>
                <a:cubicBezTo>
                  <a:pt x="276660" y="72525"/>
                  <a:pt x="278324" y="72849"/>
                  <a:pt x="280496" y="72849"/>
                </a:cubicBezTo>
                <a:lnTo>
                  <a:pt x="280496" y="74850"/>
                </a:lnTo>
                <a:lnTo>
                  <a:pt x="255851" y="74850"/>
                </a:lnTo>
                <a:lnTo>
                  <a:pt x="255851" y="72849"/>
                </a:lnTo>
                <a:cubicBezTo>
                  <a:pt x="258303" y="72849"/>
                  <a:pt x="260125" y="72453"/>
                  <a:pt x="261316" y="71662"/>
                </a:cubicBezTo>
                <a:cubicBezTo>
                  <a:pt x="262192" y="71086"/>
                  <a:pt x="262805" y="70169"/>
                  <a:pt x="263155" y="68909"/>
                </a:cubicBezTo>
                <a:cubicBezTo>
                  <a:pt x="263330" y="68297"/>
                  <a:pt x="263418" y="66553"/>
                  <a:pt x="263418" y="63675"/>
                </a:cubicBezTo>
                <a:lnTo>
                  <a:pt x="263418" y="44518"/>
                </a:lnTo>
                <a:cubicBezTo>
                  <a:pt x="263418" y="38762"/>
                  <a:pt x="263304" y="35335"/>
                  <a:pt x="263076" y="34239"/>
                </a:cubicBezTo>
                <a:cubicBezTo>
                  <a:pt x="262849" y="33142"/>
                  <a:pt x="262428" y="32341"/>
                  <a:pt x="261815" y="31837"/>
                </a:cubicBezTo>
                <a:cubicBezTo>
                  <a:pt x="261202" y="31334"/>
                  <a:pt x="260440" y="31082"/>
                  <a:pt x="259530" y="31082"/>
                </a:cubicBezTo>
                <a:cubicBezTo>
                  <a:pt x="258444" y="31082"/>
                  <a:pt x="257217" y="31352"/>
                  <a:pt x="255851" y="31892"/>
                </a:cubicBezTo>
                <a:lnTo>
                  <a:pt x="255326" y="29948"/>
                </a:lnTo>
                <a:lnTo>
                  <a:pt x="269881" y="23904"/>
                </a:lnTo>
                <a:lnTo>
                  <a:pt x="272088" y="23904"/>
                </a:lnTo>
                <a:close/>
                <a:moveTo>
                  <a:pt x="294877" y="45862"/>
                </a:moveTo>
                <a:lnTo>
                  <a:pt x="322044" y="45862"/>
                </a:lnTo>
                <a:lnTo>
                  <a:pt x="322044" y="54028"/>
                </a:lnTo>
                <a:lnTo>
                  <a:pt x="294877" y="54028"/>
                </a:lnTo>
                <a:lnTo>
                  <a:pt x="294877" y="45862"/>
                </a:lnTo>
                <a:close/>
                <a:moveTo>
                  <a:pt x="338999" y="8707"/>
                </a:moveTo>
                <a:lnTo>
                  <a:pt x="356340" y="0"/>
                </a:lnTo>
                <a:lnTo>
                  <a:pt x="358074" y="0"/>
                </a:lnTo>
                <a:lnTo>
                  <a:pt x="358074" y="61924"/>
                </a:lnTo>
                <a:cubicBezTo>
                  <a:pt x="358074" y="66034"/>
                  <a:pt x="358240" y="68594"/>
                  <a:pt x="358573" y="69604"/>
                </a:cubicBezTo>
                <a:cubicBezTo>
                  <a:pt x="358906" y="70613"/>
                  <a:pt x="359598" y="71388"/>
                  <a:pt x="360648" y="71929"/>
                </a:cubicBezTo>
                <a:cubicBezTo>
                  <a:pt x="361699" y="72470"/>
                  <a:pt x="363836" y="72777"/>
                  <a:pt x="367059" y="72849"/>
                </a:cubicBezTo>
                <a:lnTo>
                  <a:pt x="367059" y="74850"/>
                </a:lnTo>
                <a:lnTo>
                  <a:pt x="340260" y="74850"/>
                </a:lnTo>
                <a:lnTo>
                  <a:pt x="340260" y="72849"/>
                </a:lnTo>
                <a:cubicBezTo>
                  <a:pt x="343623" y="72777"/>
                  <a:pt x="345795" y="72479"/>
                  <a:pt x="346776" y="71956"/>
                </a:cubicBezTo>
                <a:cubicBezTo>
                  <a:pt x="347757" y="71434"/>
                  <a:pt x="348440" y="70730"/>
                  <a:pt x="348825" y="69847"/>
                </a:cubicBezTo>
                <a:cubicBezTo>
                  <a:pt x="349211" y="68964"/>
                  <a:pt x="349403" y="66323"/>
                  <a:pt x="349403" y="61924"/>
                </a:cubicBezTo>
                <a:lnTo>
                  <a:pt x="349403" y="22336"/>
                </a:lnTo>
                <a:cubicBezTo>
                  <a:pt x="349403" y="17000"/>
                  <a:pt x="349228" y="13575"/>
                  <a:pt x="348878" y="12060"/>
                </a:cubicBezTo>
                <a:cubicBezTo>
                  <a:pt x="348633" y="10907"/>
                  <a:pt x="348186" y="10059"/>
                  <a:pt x="347538" y="9518"/>
                </a:cubicBezTo>
                <a:cubicBezTo>
                  <a:pt x="346890" y="8978"/>
                  <a:pt x="346111" y="8707"/>
                  <a:pt x="345200" y="8707"/>
                </a:cubicBezTo>
                <a:cubicBezTo>
                  <a:pt x="343904" y="8707"/>
                  <a:pt x="342099" y="9266"/>
                  <a:pt x="339787" y="10384"/>
                </a:cubicBezTo>
                <a:lnTo>
                  <a:pt x="338999" y="87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Vector-2">
            <a:extLst xmlns:a="http://schemas.openxmlformats.org/drawingml/2006/main">
              <a:ext uri="{FF2B5EF4-FFF2-40B4-BE49-F238E27FC236}">
                <a16:creationId xmlns:a16="http://schemas.microsoft.com/office/drawing/2014/main" id="{88CD2D8E-A1C9-419F-8A02-B9DC72AF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7207" y="2856601"/>
            <a:ext cx="375727" cy="76472"/>
          </a:xfrm>
          <a:custGeom xmlns:a="http://schemas.openxmlformats.org/drawingml/2006/main">
            <a:pathLst>
              <a:path w="375727" h="76472">
                <a:moveTo>
                  <a:pt x="75457" y="1514"/>
                </a:moveTo>
                <a:lnTo>
                  <a:pt x="75457" y="3515"/>
                </a:lnTo>
                <a:cubicBezTo>
                  <a:pt x="72935" y="3984"/>
                  <a:pt x="71026" y="4813"/>
                  <a:pt x="69730" y="6001"/>
                </a:cubicBezTo>
                <a:cubicBezTo>
                  <a:pt x="67873" y="7767"/>
                  <a:pt x="66227" y="10469"/>
                  <a:pt x="64790" y="14107"/>
                </a:cubicBezTo>
                <a:lnTo>
                  <a:pt x="39936" y="76472"/>
                </a:lnTo>
                <a:lnTo>
                  <a:pt x="37991" y="76472"/>
                </a:lnTo>
                <a:lnTo>
                  <a:pt x="11298" y="13297"/>
                </a:lnTo>
                <a:cubicBezTo>
                  <a:pt x="9931" y="10055"/>
                  <a:pt x="8968" y="8073"/>
                  <a:pt x="8407" y="7352"/>
                </a:cubicBezTo>
                <a:cubicBezTo>
                  <a:pt x="7532" y="6235"/>
                  <a:pt x="6455" y="5362"/>
                  <a:pt x="5176" y="4732"/>
                </a:cubicBezTo>
                <a:cubicBezTo>
                  <a:pt x="3897" y="4101"/>
                  <a:pt x="2172" y="3696"/>
                  <a:pt x="0" y="3515"/>
                </a:cubicBezTo>
                <a:lnTo>
                  <a:pt x="0" y="1514"/>
                </a:lnTo>
                <a:lnTo>
                  <a:pt x="29111" y="1514"/>
                </a:lnTo>
                <a:lnTo>
                  <a:pt x="29111" y="3515"/>
                </a:lnTo>
                <a:cubicBezTo>
                  <a:pt x="25818" y="3840"/>
                  <a:pt x="23681" y="4417"/>
                  <a:pt x="22700" y="5246"/>
                </a:cubicBezTo>
                <a:cubicBezTo>
                  <a:pt x="21719" y="6074"/>
                  <a:pt x="21229" y="7137"/>
                  <a:pt x="21229" y="8433"/>
                </a:cubicBezTo>
                <a:cubicBezTo>
                  <a:pt x="21229" y="10235"/>
                  <a:pt x="22035" y="13045"/>
                  <a:pt x="23646" y="16863"/>
                </a:cubicBezTo>
                <a:lnTo>
                  <a:pt x="41775" y="59827"/>
                </a:lnTo>
                <a:lnTo>
                  <a:pt x="58590" y="17404"/>
                </a:lnTo>
                <a:cubicBezTo>
                  <a:pt x="60236" y="13225"/>
                  <a:pt x="61059" y="10325"/>
                  <a:pt x="61059" y="8704"/>
                </a:cubicBezTo>
                <a:cubicBezTo>
                  <a:pt x="61059" y="7658"/>
                  <a:pt x="60551" y="6658"/>
                  <a:pt x="59536" y="5704"/>
                </a:cubicBezTo>
                <a:cubicBezTo>
                  <a:pt x="58520" y="4750"/>
                  <a:pt x="56803" y="4074"/>
                  <a:pt x="54386" y="3678"/>
                </a:cubicBezTo>
                <a:cubicBezTo>
                  <a:pt x="54211" y="3642"/>
                  <a:pt x="53913" y="3587"/>
                  <a:pt x="53493" y="3515"/>
                </a:cubicBezTo>
                <a:lnTo>
                  <a:pt x="53493" y="1514"/>
                </a:lnTo>
                <a:lnTo>
                  <a:pt x="75457" y="1514"/>
                </a:lnTo>
                <a:close/>
                <a:moveTo>
                  <a:pt x="88982" y="44023"/>
                </a:moveTo>
                <a:cubicBezTo>
                  <a:pt x="88947" y="51361"/>
                  <a:pt x="90681" y="57117"/>
                  <a:pt x="94184" y="61290"/>
                </a:cubicBezTo>
                <a:cubicBezTo>
                  <a:pt x="97688" y="65463"/>
                  <a:pt x="101804" y="67549"/>
                  <a:pt x="106533" y="67549"/>
                </a:cubicBezTo>
                <a:cubicBezTo>
                  <a:pt x="109686" y="67549"/>
                  <a:pt x="112427" y="66656"/>
                  <a:pt x="114757" y="64872"/>
                </a:cubicBezTo>
                <a:cubicBezTo>
                  <a:pt x="117086" y="63087"/>
                  <a:pt x="119039" y="60031"/>
                  <a:pt x="120616" y="55705"/>
                </a:cubicBezTo>
                <a:lnTo>
                  <a:pt x="122244" y="56786"/>
                </a:lnTo>
                <a:cubicBezTo>
                  <a:pt x="121509" y="61726"/>
                  <a:pt x="119372" y="66224"/>
                  <a:pt x="115834" y="70280"/>
                </a:cubicBezTo>
                <a:cubicBezTo>
                  <a:pt x="112296" y="74336"/>
                  <a:pt x="107864" y="76364"/>
                  <a:pt x="102539" y="76364"/>
                </a:cubicBezTo>
                <a:cubicBezTo>
                  <a:pt x="96759" y="76364"/>
                  <a:pt x="91811" y="74053"/>
                  <a:pt x="87695" y="69430"/>
                </a:cubicBezTo>
                <a:cubicBezTo>
                  <a:pt x="83579" y="64806"/>
                  <a:pt x="81521" y="58590"/>
                  <a:pt x="81521" y="50781"/>
                </a:cubicBezTo>
                <a:cubicBezTo>
                  <a:pt x="81521" y="42327"/>
                  <a:pt x="83631" y="35734"/>
                  <a:pt x="87853" y="31003"/>
                </a:cubicBezTo>
                <a:cubicBezTo>
                  <a:pt x="92074" y="26270"/>
                  <a:pt x="97372" y="23904"/>
                  <a:pt x="103748" y="23904"/>
                </a:cubicBezTo>
                <a:cubicBezTo>
                  <a:pt x="109143" y="23904"/>
                  <a:pt x="113574" y="25730"/>
                  <a:pt x="117042" y="29380"/>
                </a:cubicBezTo>
                <a:cubicBezTo>
                  <a:pt x="120510" y="33030"/>
                  <a:pt x="122244" y="37910"/>
                  <a:pt x="122244" y="44023"/>
                </a:cubicBezTo>
                <a:lnTo>
                  <a:pt x="88982" y="44023"/>
                </a:lnTo>
                <a:moveTo>
                  <a:pt x="88982" y="40886"/>
                </a:moveTo>
                <a:lnTo>
                  <a:pt x="111262" y="40886"/>
                </a:lnTo>
                <a:cubicBezTo>
                  <a:pt x="111087" y="37713"/>
                  <a:pt x="110719" y="35478"/>
                  <a:pt x="110159" y="34180"/>
                </a:cubicBezTo>
                <a:cubicBezTo>
                  <a:pt x="109283" y="32161"/>
                  <a:pt x="107978" y="30574"/>
                  <a:pt x="106244" y="29421"/>
                </a:cubicBezTo>
                <a:cubicBezTo>
                  <a:pt x="104510" y="28267"/>
                  <a:pt x="102697" y="27690"/>
                  <a:pt x="100805" y="27690"/>
                </a:cubicBezTo>
                <a:cubicBezTo>
                  <a:pt x="97898" y="27690"/>
                  <a:pt x="95297" y="28853"/>
                  <a:pt x="93002" y="31178"/>
                </a:cubicBezTo>
                <a:cubicBezTo>
                  <a:pt x="90708" y="33504"/>
                  <a:pt x="89368" y="36740"/>
                  <a:pt x="88982" y="40886"/>
                </a:cubicBezTo>
                <a:close/>
                <a:moveTo>
                  <a:pt x="168854" y="56029"/>
                </a:moveTo>
                <a:cubicBezTo>
                  <a:pt x="167558" y="62555"/>
                  <a:pt x="165018" y="67576"/>
                  <a:pt x="161235" y="71091"/>
                </a:cubicBezTo>
                <a:cubicBezTo>
                  <a:pt x="157451" y="74606"/>
                  <a:pt x="153265" y="76364"/>
                  <a:pt x="148676" y="76364"/>
                </a:cubicBezTo>
                <a:cubicBezTo>
                  <a:pt x="143211" y="76364"/>
                  <a:pt x="138447" y="74005"/>
                  <a:pt x="134383" y="69288"/>
                </a:cubicBezTo>
                <a:cubicBezTo>
                  <a:pt x="130320" y="64569"/>
                  <a:pt x="128288" y="58194"/>
                  <a:pt x="128288" y="50161"/>
                </a:cubicBezTo>
                <a:cubicBezTo>
                  <a:pt x="128288" y="42381"/>
                  <a:pt x="130539" y="36060"/>
                  <a:pt x="135040" y="31199"/>
                </a:cubicBezTo>
                <a:cubicBezTo>
                  <a:pt x="139542" y="26336"/>
                  <a:pt x="144945" y="23904"/>
                  <a:pt x="151251" y="23904"/>
                </a:cubicBezTo>
                <a:cubicBezTo>
                  <a:pt x="155980" y="23904"/>
                  <a:pt x="159868" y="25189"/>
                  <a:pt x="162916" y="27759"/>
                </a:cubicBezTo>
                <a:cubicBezTo>
                  <a:pt x="165964" y="30328"/>
                  <a:pt x="167488" y="32996"/>
                  <a:pt x="167488" y="35764"/>
                </a:cubicBezTo>
                <a:cubicBezTo>
                  <a:pt x="167488" y="37129"/>
                  <a:pt x="167059" y="38234"/>
                  <a:pt x="166200" y="39079"/>
                </a:cubicBezTo>
                <a:cubicBezTo>
                  <a:pt x="165342" y="39923"/>
                  <a:pt x="164142" y="40345"/>
                  <a:pt x="162601" y="40345"/>
                </a:cubicBezTo>
                <a:cubicBezTo>
                  <a:pt x="160534" y="40345"/>
                  <a:pt x="158975" y="39660"/>
                  <a:pt x="157924" y="38290"/>
                </a:cubicBezTo>
                <a:cubicBezTo>
                  <a:pt x="157329" y="37533"/>
                  <a:pt x="156935" y="36091"/>
                  <a:pt x="156742" y="33964"/>
                </a:cubicBezTo>
                <a:cubicBezTo>
                  <a:pt x="156549" y="31836"/>
                  <a:pt x="155840" y="30214"/>
                  <a:pt x="154614" y="29096"/>
                </a:cubicBezTo>
                <a:cubicBezTo>
                  <a:pt x="153388" y="28015"/>
                  <a:pt x="151689" y="27474"/>
                  <a:pt x="149517" y="27474"/>
                </a:cubicBezTo>
                <a:cubicBezTo>
                  <a:pt x="146014" y="27474"/>
                  <a:pt x="143194" y="28808"/>
                  <a:pt x="141057" y="31476"/>
                </a:cubicBezTo>
                <a:cubicBezTo>
                  <a:pt x="138219" y="35009"/>
                  <a:pt x="136800" y="39678"/>
                  <a:pt x="136800" y="45483"/>
                </a:cubicBezTo>
                <a:cubicBezTo>
                  <a:pt x="136800" y="51396"/>
                  <a:pt x="138210" y="56615"/>
                  <a:pt x="141030" y="61140"/>
                </a:cubicBezTo>
                <a:cubicBezTo>
                  <a:pt x="143850" y="65665"/>
                  <a:pt x="147660" y="67927"/>
                  <a:pt x="152459" y="67927"/>
                </a:cubicBezTo>
                <a:cubicBezTo>
                  <a:pt x="155892" y="67927"/>
                  <a:pt x="158975" y="66719"/>
                  <a:pt x="161708" y="64304"/>
                </a:cubicBezTo>
                <a:cubicBezTo>
                  <a:pt x="163634" y="62645"/>
                  <a:pt x="165509" y="59635"/>
                  <a:pt x="167330" y="55272"/>
                </a:cubicBezTo>
                <a:lnTo>
                  <a:pt x="168854" y="56029"/>
                </a:lnTo>
                <a:close/>
                <a:moveTo>
                  <a:pt x="189032" y="8978"/>
                </a:moveTo>
                <a:lnTo>
                  <a:pt x="189032" y="25310"/>
                </a:lnTo>
                <a:lnTo>
                  <a:pt x="200277" y="25310"/>
                </a:lnTo>
                <a:lnTo>
                  <a:pt x="200277" y="29096"/>
                </a:lnTo>
                <a:lnTo>
                  <a:pt x="189032" y="29096"/>
                </a:lnTo>
                <a:lnTo>
                  <a:pt x="189032" y="61177"/>
                </a:lnTo>
                <a:cubicBezTo>
                  <a:pt x="189032" y="64383"/>
                  <a:pt x="189479" y="66544"/>
                  <a:pt x="190372" y="67660"/>
                </a:cubicBezTo>
                <a:cubicBezTo>
                  <a:pt x="191266" y="68776"/>
                  <a:pt x="192413" y="69333"/>
                  <a:pt x="193814" y="69333"/>
                </a:cubicBezTo>
                <a:cubicBezTo>
                  <a:pt x="194970" y="69333"/>
                  <a:pt x="196091" y="68964"/>
                  <a:pt x="197177" y="68225"/>
                </a:cubicBezTo>
                <a:cubicBezTo>
                  <a:pt x="198263" y="67486"/>
                  <a:pt x="199104" y="66395"/>
                  <a:pt x="199699" y="64953"/>
                </a:cubicBezTo>
                <a:lnTo>
                  <a:pt x="201749" y="64953"/>
                </a:lnTo>
                <a:cubicBezTo>
                  <a:pt x="200523" y="68496"/>
                  <a:pt x="198789" y="71176"/>
                  <a:pt x="196547" y="72992"/>
                </a:cubicBezTo>
                <a:cubicBezTo>
                  <a:pt x="194305" y="74807"/>
                  <a:pt x="191993" y="75715"/>
                  <a:pt x="189610" y="75715"/>
                </a:cubicBezTo>
                <a:cubicBezTo>
                  <a:pt x="187999" y="75715"/>
                  <a:pt x="186423" y="75255"/>
                  <a:pt x="184881" y="74334"/>
                </a:cubicBezTo>
                <a:cubicBezTo>
                  <a:pt x="183340" y="73414"/>
                  <a:pt x="182201" y="72097"/>
                  <a:pt x="181466" y="70383"/>
                </a:cubicBezTo>
                <a:cubicBezTo>
                  <a:pt x="180730" y="68668"/>
                  <a:pt x="180362" y="66024"/>
                  <a:pt x="180362" y="62450"/>
                </a:cubicBezTo>
                <a:lnTo>
                  <a:pt x="180362" y="29096"/>
                </a:lnTo>
                <a:lnTo>
                  <a:pt x="172743" y="29096"/>
                </a:lnTo>
                <a:lnTo>
                  <a:pt x="172743" y="27311"/>
                </a:lnTo>
                <a:cubicBezTo>
                  <a:pt x="174670" y="26516"/>
                  <a:pt x="176640" y="25169"/>
                  <a:pt x="178654" y="23271"/>
                </a:cubicBezTo>
                <a:cubicBezTo>
                  <a:pt x="180669" y="21372"/>
                  <a:pt x="182464" y="19121"/>
                  <a:pt x="184041" y="16517"/>
                </a:cubicBezTo>
                <a:cubicBezTo>
                  <a:pt x="184846" y="15144"/>
                  <a:pt x="185967" y="12630"/>
                  <a:pt x="187404" y="8978"/>
                </a:cubicBezTo>
                <a:lnTo>
                  <a:pt x="189032" y="8978"/>
                </a:lnTo>
                <a:close/>
                <a:moveTo>
                  <a:pt x="227738" y="23904"/>
                </a:moveTo>
                <a:cubicBezTo>
                  <a:pt x="235024" y="23904"/>
                  <a:pt x="240874" y="26750"/>
                  <a:pt x="245288" y="32441"/>
                </a:cubicBezTo>
                <a:cubicBezTo>
                  <a:pt x="249037" y="37303"/>
                  <a:pt x="250911" y="42885"/>
                  <a:pt x="250911" y="49189"/>
                </a:cubicBezTo>
                <a:cubicBezTo>
                  <a:pt x="250911" y="53620"/>
                  <a:pt x="249877" y="58104"/>
                  <a:pt x="247811" y="62642"/>
                </a:cubicBezTo>
                <a:cubicBezTo>
                  <a:pt x="245744" y="67180"/>
                  <a:pt x="242897" y="70601"/>
                  <a:pt x="239272" y="72906"/>
                </a:cubicBezTo>
                <a:cubicBezTo>
                  <a:pt x="235646" y="75211"/>
                  <a:pt x="231609" y="76364"/>
                  <a:pt x="227160" y="76364"/>
                </a:cubicBezTo>
                <a:cubicBezTo>
                  <a:pt x="219908" y="76364"/>
                  <a:pt x="214146" y="73392"/>
                  <a:pt x="209872" y="67449"/>
                </a:cubicBezTo>
                <a:cubicBezTo>
                  <a:pt x="206264" y="62443"/>
                  <a:pt x="204459" y="56825"/>
                  <a:pt x="204459" y="50594"/>
                </a:cubicBezTo>
                <a:cubicBezTo>
                  <a:pt x="204459" y="46055"/>
                  <a:pt x="205554" y="41544"/>
                  <a:pt x="207744" y="37060"/>
                </a:cubicBezTo>
                <a:cubicBezTo>
                  <a:pt x="209933" y="32575"/>
                  <a:pt x="212814" y="29262"/>
                  <a:pt x="216388" y="27119"/>
                </a:cubicBezTo>
                <a:cubicBezTo>
                  <a:pt x="219961" y="24976"/>
                  <a:pt x="223744" y="23904"/>
                  <a:pt x="227738" y="23904"/>
                </a:cubicBezTo>
                <a:moveTo>
                  <a:pt x="226109" y="27474"/>
                </a:moveTo>
                <a:cubicBezTo>
                  <a:pt x="224252" y="27474"/>
                  <a:pt x="222387" y="28041"/>
                  <a:pt x="220512" y="29176"/>
                </a:cubicBezTo>
                <a:cubicBezTo>
                  <a:pt x="218638" y="30310"/>
                  <a:pt x="217123" y="32300"/>
                  <a:pt x="215967" y="35145"/>
                </a:cubicBezTo>
                <a:cubicBezTo>
                  <a:pt x="214811" y="37990"/>
                  <a:pt x="214233" y="41645"/>
                  <a:pt x="214233" y="46110"/>
                </a:cubicBezTo>
                <a:cubicBezTo>
                  <a:pt x="214233" y="53312"/>
                  <a:pt x="215626" y="59524"/>
                  <a:pt x="218411" y="64746"/>
                </a:cubicBezTo>
                <a:cubicBezTo>
                  <a:pt x="221196" y="69968"/>
                  <a:pt x="224865" y="72578"/>
                  <a:pt x="229419" y="72578"/>
                </a:cubicBezTo>
                <a:cubicBezTo>
                  <a:pt x="232817" y="72578"/>
                  <a:pt x="235620" y="71138"/>
                  <a:pt x="237827" y="68257"/>
                </a:cubicBezTo>
                <a:cubicBezTo>
                  <a:pt x="240034" y="65376"/>
                  <a:pt x="241137" y="60424"/>
                  <a:pt x="241137" y="53403"/>
                </a:cubicBezTo>
                <a:cubicBezTo>
                  <a:pt x="241137" y="44616"/>
                  <a:pt x="239298" y="37701"/>
                  <a:pt x="235620" y="32659"/>
                </a:cubicBezTo>
                <a:cubicBezTo>
                  <a:pt x="233132" y="29202"/>
                  <a:pt x="229962" y="27474"/>
                  <a:pt x="226109" y="27474"/>
                </a:cubicBezTo>
                <a:close/>
                <a:moveTo>
                  <a:pt x="272088" y="23904"/>
                </a:moveTo>
                <a:lnTo>
                  <a:pt x="272088" y="35045"/>
                </a:lnTo>
                <a:cubicBezTo>
                  <a:pt x="276116" y="27618"/>
                  <a:pt x="280250" y="23904"/>
                  <a:pt x="284489" y="23904"/>
                </a:cubicBezTo>
                <a:cubicBezTo>
                  <a:pt x="286415" y="23904"/>
                  <a:pt x="288009" y="24508"/>
                  <a:pt x="289270" y="25716"/>
                </a:cubicBezTo>
                <a:cubicBezTo>
                  <a:pt x="290532" y="26924"/>
                  <a:pt x="291162" y="28321"/>
                  <a:pt x="291162" y="29907"/>
                </a:cubicBezTo>
                <a:cubicBezTo>
                  <a:pt x="291162" y="31314"/>
                  <a:pt x="290707" y="32503"/>
                  <a:pt x="289796" y="33477"/>
                </a:cubicBezTo>
                <a:cubicBezTo>
                  <a:pt x="288885" y="34450"/>
                  <a:pt x="287799" y="34937"/>
                  <a:pt x="286538" y="34937"/>
                </a:cubicBezTo>
                <a:cubicBezTo>
                  <a:pt x="285312" y="34937"/>
                  <a:pt x="283937" y="34315"/>
                  <a:pt x="282413" y="33071"/>
                </a:cubicBezTo>
                <a:cubicBezTo>
                  <a:pt x="280889" y="31827"/>
                  <a:pt x="279759" y="31205"/>
                  <a:pt x="279024" y="31205"/>
                </a:cubicBezTo>
                <a:cubicBezTo>
                  <a:pt x="278393" y="31205"/>
                  <a:pt x="277710" y="31565"/>
                  <a:pt x="276975" y="32284"/>
                </a:cubicBezTo>
                <a:cubicBezTo>
                  <a:pt x="275398" y="33759"/>
                  <a:pt x="273769" y="36186"/>
                  <a:pt x="272088" y="39566"/>
                </a:cubicBezTo>
                <a:lnTo>
                  <a:pt x="272088" y="63247"/>
                </a:lnTo>
                <a:cubicBezTo>
                  <a:pt x="272088" y="65980"/>
                  <a:pt x="272420" y="68047"/>
                  <a:pt x="273086" y="69450"/>
                </a:cubicBezTo>
                <a:cubicBezTo>
                  <a:pt x="273541" y="70421"/>
                  <a:pt x="274347" y="71231"/>
                  <a:pt x="275503" y="71879"/>
                </a:cubicBezTo>
                <a:cubicBezTo>
                  <a:pt x="276659" y="72525"/>
                  <a:pt x="278323" y="72849"/>
                  <a:pt x="280495" y="72849"/>
                </a:cubicBezTo>
                <a:lnTo>
                  <a:pt x="280495" y="74850"/>
                </a:lnTo>
                <a:lnTo>
                  <a:pt x="255851" y="74850"/>
                </a:lnTo>
                <a:lnTo>
                  <a:pt x="255851" y="72849"/>
                </a:lnTo>
                <a:cubicBezTo>
                  <a:pt x="258303" y="72849"/>
                  <a:pt x="260124" y="72453"/>
                  <a:pt x="261316" y="71662"/>
                </a:cubicBezTo>
                <a:cubicBezTo>
                  <a:pt x="262191" y="71086"/>
                  <a:pt x="262804" y="70169"/>
                  <a:pt x="263155" y="68909"/>
                </a:cubicBezTo>
                <a:cubicBezTo>
                  <a:pt x="263330" y="68297"/>
                  <a:pt x="263417" y="66553"/>
                  <a:pt x="263417" y="63675"/>
                </a:cubicBezTo>
                <a:lnTo>
                  <a:pt x="263417" y="44518"/>
                </a:lnTo>
                <a:cubicBezTo>
                  <a:pt x="263417" y="38762"/>
                  <a:pt x="263304" y="35335"/>
                  <a:pt x="263076" y="34239"/>
                </a:cubicBezTo>
                <a:cubicBezTo>
                  <a:pt x="262848" y="33142"/>
                  <a:pt x="262428" y="32341"/>
                  <a:pt x="261815" y="31837"/>
                </a:cubicBezTo>
                <a:cubicBezTo>
                  <a:pt x="261202" y="31334"/>
                  <a:pt x="260440" y="31082"/>
                  <a:pt x="259529" y="31082"/>
                </a:cubicBezTo>
                <a:cubicBezTo>
                  <a:pt x="258443" y="31082"/>
                  <a:pt x="257217" y="31352"/>
                  <a:pt x="255851" y="31892"/>
                </a:cubicBezTo>
                <a:lnTo>
                  <a:pt x="255325" y="29948"/>
                </a:lnTo>
                <a:lnTo>
                  <a:pt x="269881" y="23904"/>
                </a:lnTo>
                <a:lnTo>
                  <a:pt x="272088" y="23904"/>
                </a:lnTo>
                <a:close/>
                <a:moveTo>
                  <a:pt x="294875" y="45862"/>
                </a:moveTo>
                <a:lnTo>
                  <a:pt x="322042" y="45862"/>
                </a:lnTo>
                <a:lnTo>
                  <a:pt x="322042" y="54028"/>
                </a:lnTo>
                <a:lnTo>
                  <a:pt x="294875" y="54028"/>
                </a:lnTo>
                <a:lnTo>
                  <a:pt x="294875" y="45862"/>
                </a:lnTo>
                <a:close/>
                <a:moveTo>
                  <a:pt x="375727" y="60680"/>
                </a:moveTo>
                <a:lnTo>
                  <a:pt x="370735" y="74850"/>
                </a:lnTo>
                <a:lnTo>
                  <a:pt x="328698" y="74850"/>
                </a:lnTo>
                <a:lnTo>
                  <a:pt x="328698" y="72845"/>
                </a:lnTo>
                <a:cubicBezTo>
                  <a:pt x="341064" y="61217"/>
                  <a:pt x="349769" y="51719"/>
                  <a:pt x="354813" y="44352"/>
                </a:cubicBezTo>
                <a:cubicBezTo>
                  <a:pt x="359858" y="36985"/>
                  <a:pt x="362380" y="30249"/>
                  <a:pt x="362380" y="24146"/>
                </a:cubicBezTo>
                <a:cubicBezTo>
                  <a:pt x="362380" y="19488"/>
                  <a:pt x="360996" y="15661"/>
                  <a:pt x="358229" y="12664"/>
                </a:cubicBezTo>
                <a:cubicBezTo>
                  <a:pt x="355462" y="9665"/>
                  <a:pt x="352151" y="8166"/>
                  <a:pt x="348298" y="8166"/>
                </a:cubicBezTo>
                <a:cubicBezTo>
                  <a:pt x="344795" y="8166"/>
                  <a:pt x="341650" y="9226"/>
                  <a:pt x="338866" y="11344"/>
                </a:cubicBezTo>
                <a:cubicBezTo>
                  <a:pt x="336081" y="13462"/>
                  <a:pt x="334022" y="16567"/>
                  <a:pt x="332691" y="20659"/>
                </a:cubicBezTo>
                <a:lnTo>
                  <a:pt x="330747" y="20659"/>
                </a:lnTo>
                <a:cubicBezTo>
                  <a:pt x="331623" y="14006"/>
                  <a:pt x="333874" y="8900"/>
                  <a:pt x="337499" y="5341"/>
                </a:cubicBezTo>
                <a:cubicBezTo>
                  <a:pt x="341125" y="1780"/>
                  <a:pt x="345653" y="0"/>
                  <a:pt x="351083" y="0"/>
                </a:cubicBezTo>
                <a:cubicBezTo>
                  <a:pt x="356863" y="0"/>
                  <a:pt x="361688" y="1911"/>
                  <a:pt x="365559" y="5733"/>
                </a:cubicBezTo>
                <a:cubicBezTo>
                  <a:pt x="369430" y="9555"/>
                  <a:pt x="371366" y="14061"/>
                  <a:pt x="371366" y="19253"/>
                </a:cubicBezTo>
                <a:cubicBezTo>
                  <a:pt x="371366" y="22967"/>
                  <a:pt x="370525" y="26681"/>
                  <a:pt x="368843" y="30394"/>
                </a:cubicBezTo>
                <a:cubicBezTo>
                  <a:pt x="366251" y="36235"/>
                  <a:pt x="362047" y="42418"/>
                  <a:pt x="356232" y="48944"/>
                </a:cubicBezTo>
                <a:cubicBezTo>
                  <a:pt x="347509" y="58751"/>
                  <a:pt x="342062" y="64664"/>
                  <a:pt x="339890" y="66683"/>
                </a:cubicBezTo>
                <a:lnTo>
                  <a:pt x="358492" y="66683"/>
                </a:lnTo>
                <a:cubicBezTo>
                  <a:pt x="362275" y="66683"/>
                  <a:pt x="364929" y="66538"/>
                  <a:pt x="366453" y="66247"/>
                </a:cubicBezTo>
                <a:cubicBezTo>
                  <a:pt x="367976" y="65955"/>
                  <a:pt x="369351" y="65364"/>
                  <a:pt x="370578" y="64473"/>
                </a:cubicBezTo>
                <a:cubicBezTo>
                  <a:pt x="371804" y="63581"/>
                  <a:pt x="372872" y="62317"/>
                  <a:pt x="373783" y="60680"/>
                </a:cubicBezTo>
                <a:lnTo>
                  <a:pt x="375727" y="60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Vector-3">
            <a:extLst xmlns:a="http://schemas.openxmlformats.org/drawingml/2006/main">
              <a:ext uri="{FF2B5EF4-FFF2-40B4-BE49-F238E27FC236}">
                <a16:creationId xmlns:a16="http://schemas.microsoft.com/office/drawing/2014/main" id="{5B9927E8-9BFF-4B13-8E70-43A7C2FC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5544" y="2861032"/>
            <a:ext cx="371261" cy="76472"/>
          </a:xfrm>
          <a:custGeom xmlns:a="http://schemas.openxmlformats.org/drawingml/2006/main">
            <a:pathLst>
              <a:path w="371261" h="76472">
                <a:moveTo>
                  <a:pt x="75457" y="1514"/>
                </a:moveTo>
                <a:lnTo>
                  <a:pt x="75457" y="3515"/>
                </a:lnTo>
                <a:cubicBezTo>
                  <a:pt x="72935" y="3984"/>
                  <a:pt x="71026" y="4813"/>
                  <a:pt x="69730" y="6001"/>
                </a:cubicBezTo>
                <a:cubicBezTo>
                  <a:pt x="67873" y="7767"/>
                  <a:pt x="66227" y="10469"/>
                  <a:pt x="64790" y="14107"/>
                </a:cubicBezTo>
                <a:lnTo>
                  <a:pt x="39936" y="76472"/>
                </a:lnTo>
                <a:lnTo>
                  <a:pt x="37991" y="76472"/>
                </a:lnTo>
                <a:lnTo>
                  <a:pt x="11298" y="13297"/>
                </a:lnTo>
                <a:cubicBezTo>
                  <a:pt x="9931" y="10055"/>
                  <a:pt x="8968" y="8073"/>
                  <a:pt x="8407" y="7352"/>
                </a:cubicBezTo>
                <a:cubicBezTo>
                  <a:pt x="7532" y="6235"/>
                  <a:pt x="6455" y="5362"/>
                  <a:pt x="5176" y="4732"/>
                </a:cubicBezTo>
                <a:cubicBezTo>
                  <a:pt x="3897" y="4101"/>
                  <a:pt x="2172" y="3696"/>
                  <a:pt x="0" y="3515"/>
                </a:cubicBezTo>
                <a:lnTo>
                  <a:pt x="0" y="1514"/>
                </a:lnTo>
                <a:lnTo>
                  <a:pt x="29111" y="1514"/>
                </a:lnTo>
                <a:lnTo>
                  <a:pt x="29111" y="3515"/>
                </a:lnTo>
                <a:cubicBezTo>
                  <a:pt x="25818" y="3840"/>
                  <a:pt x="23681" y="4417"/>
                  <a:pt x="22700" y="5246"/>
                </a:cubicBezTo>
                <a:cubicBezTo>
                  <a:pt x="21719" y="6074"/>
                  <a:pt x="21229" y="7137"/>
                  <a:pt x="21229" y="8433"/>
                </a:cubicBezTo>
                <a:cubicBezTo>
                  <a:pt x="21229" y="10235"/>
                  <a:pt x="22035" y="13045"/>
                  <a:pt x="23646" y="16863"/>
                </a:cubicBezTo>
                <a:lnTo>
                  <a:pt x="41775" y="59827"/>
                </a:lnTo>
                <a:lnTo>
                  <a:pt x="58590" y="17404"/>
                </a:lnTo>
                <a:cubicBezTo>
                  <a:pt x="60236" y="13225"/>
                  <a:pt x="61059" y="10325"/>
                  <a:pt x="61059" y="8704"/>
                </a:cubicBezTo>
                <a:cubicBezTo>
                  <a:pt x="61059" y="7658"/>
                  <a:pt x="60551" y="6658"/>
                  <a:pt x="59536" y="5704"/>
                </a:cubicBezTo>
                <a:cubicBezTo>
                  <a:pt x="58520" y="4750"/>
                  <a:pt x="56803" y="4074"/>
                  <a:pt x="54386" y="3678"/>
                </a:cubicBezTo>
                <a:cubicBezTo>
                  <a:pt x="54211" y="3642"/>
                  <a:pt x="53913" y="3587"/>
                  <a:pt x="53493" y="3515"/>
                </a:cubicBezTo>
                <a:lnTo>
                  <a:pt x="53493" y="1514"/>
                </a:lnTo>
                <a:lnTo>
                  <a:pt x="75457" y="1514"/>
                </a:lnTo>
                <a:close/>
                <a:moveTo>
                  <a:pt x="88983" y="44023"/>
                </a:moveTo>
                <a:cubicBezTo>
                  <a:pt x="88948" y="51361"/>
                  <a:pt x="90682" y="57117"/>
                  <a:pt x="94185" y="61290"/>
                </a:cubicBezTo>
                <a:cubicBezTo>
                  <a:pt x="97688" y="65463"/>
                  <a:pt x="101804" y="67549"/>
                  <a:pt x="106533" y="67549"/>
                </a:cubicBezTo>
                <a:cubicBezTo>
                  <a:pt x="109686" y="67549"/>
                  <a:pt x="112427" y="66656"/>
                  <a:pt x="114757" y="64872"/>
                </a:cubicBezTo>
                <a:cubicBezTo>
                  <a:pt x="117086" y="63087"/>
                  <a:pt x="119039" y="60031"/>
                  <a:pt x="120616" y="55705"/>
                </a:cubicBezTo>
                <a:lnTo>
                  <a:pt x="122245" y="56786"/>
                </a:lnTo>
                <a:cubicBezTo>
                  <a:pt x="121509" y="61726"/>
                  <a:pt x="119372" y="66224"/>
                  <a:pt x="115834" y="70280"/>
                </a:cubicBezTo>
                <a:cubicBezTo>
                  <a:pt x="112296" y="74336"/>
                  <a:pt x="107864" y="76364"/>
                  <a:pt x="102540" y="76364"/>
                </a:cubicBezTo>
                <a:cubicBezTo>
                  <a:pt x="96760" y="76364"/>
                  <a:pt x="91811" y="74053"/>
                  <a:pt x="87695" y="69430"/>
                </a:cubicBezTo>
                <a:cubicBezTo>
                  <a:pt x="83579" y="64806"/>
                  <a:pt x="81521" y="58590"/>
                  <a:pt x="81521" y="50781"/>
                </a:cubicBezTo>
                <a:cubicBezTo>
                  <a:pt x="81521" y="42327"/>
                  <a:pt x="83632" y="35734"/>
                  <a:pt x="87853" y="31003"/>
                </a:cubicBezTo>
                <a:cubicBezTo>
                  <a:pt x="92074" y="26270"/>
                  <a:pt x="97373" y="23904"/>
                  <a:pt x="103748" y="23904"/>
                </a:cubicBezTo>
                <a:cubicBezTo>
                  <a:pt x="109143" y="23904"/>
                  <a:pt x="113575" y="25730"/>
                  <a:pt x="117043" y="29380"/>
                </a:cubicBezTo>
                <a:cubicBezTo>
                  <a:pt x="120511" y="33030"/>
                  <a:pt x="122245" y="37910"/>
                  <a:pt x="122245" y="44023"/>
                </a:cubicBezTo>
                <a:lnTo>
                  <a:pt x="88983" y="44023"/>
                </a:lnTo>
                <a:moveTo>
                  <a:pt x="88983" y="40886"/>
                </a:moveTo>
                <a:lnTo>
                  <a:pt x="111262" y="40886"/>
                </a:lnTo>
                <a:cubicBezTo>
                  <a:pt x="111087" y="37713"/>
                  <a:pt x="110719" y="35478"/>
                  <a:pt x="110159" y="34180"/>
                </a:cubicBezTo>
                <a:cubicBezTo>
                  <a:pt x="109283" y="32161"/>
                  <a:pt x="107978" y="30574"/>
                  <a:pt x="106244" y="29421"/>
                </a:cubicBezTo>
                <a:cubicBezTo>
                  <a:pt x="104510" y="28267"/>
                  <a:pt x="102697" y="27690"/>
                  <a:pt x="100806" y="27690"/>
                </a:cubicBezTo>
                <a:cubicBezTo>
                  <a:pt x="97898" y="27690"/>
                  <a:pt x="95297" y="28853"/>
                  <a:pt x="93002" y="31178"/>
                </a:cubicBezTo>
                <a:cubicBezTo>
                  <a:pt x="90708" y="33504"/>
                  <a:pt x="89368" y="36740"/>
                  <a:pt x="88983" y="40886"/>
                </a:cubicBezTo>
                <a:close/>
                <a:moveTo>
                  <a:pt x="168853" y="56029"/>
                </a:moveTo>
                <a:cubicBezTo>
                  <a:pt x="167557" y="62555"/>
                  <a:pt x="165018" y="67576"/>
                  <a:pt x="161234" y="71091"/>
                </a:cubicBezTo>
                <a:cubicBezTo>
                  <a:pt x="157451" y="74606"/>
                  <a:pt x="153265" y="76364"/>
                  <a:pt x="148675" y="76364"/>
                </a:cubicBezTo>
                <a:cubicBezTo>
                  <a:pt x="143211" y="76364"/>
                  <a:pt x="138446" y="74005"/>
                  <a:pt x="134383" y="69288"/>
                </a:cubicBezTo>
                <a:cubicBezTo>
                  <a:pt x="130319" y="64569"/>
                  <a:pt x="128287" y="58194"/>
                  <a:pt x="128287" y="50161"/>
                </a:cubicBezTo>
                <a:cubicBezTo>
                  <a:pt x="128287" y="42381"/>
                  <a:pt x="130538" y="36060"/>
                  <a:pt x="135040" y="31199"/>
                </a:cubicBezTo>
                <a:cubicBezTo>
                  <a:pt x="139541" y="26336"/>
                  <a:pt x="144945" y="23904"/>
                  <a:pt x="151250" y="23904"/>
                </a:cubicBezTo>
                <a:cubicBezTo>
                  <a:pt x="155979" y="23904"/>
                  <a:pt x="159868" y="25189"/>
                  <a:pt x="162916" y="27759"/>
                </a:cubicBezTo>
                <a:cubicBezTo>
                  <a:pt x="165963" y="30328"/>
                  <a:pt x="167487" y="32996"/>
                  <a:pt x="167487" y="35764"/>
                </a:cubicBezTo>
                <a:cubicBezTo>
                  <a:pt x="167487" y="37129"/>
                  <a:pt x="167058" y="38234"/>
                  <a:pt x="166200" y="39079"/>
                </a:cubicBezTo>
                <a:cubicBezTo>
                  <a:pt x="165342" y="39923"/>
                  <a:pt x="164142" y="40345"/>
                  <a:pt x="162600" y="40345"/>
                </a:cubicBezTo>
                <a:cubicBezTo>
                  <a:pt x="160534" y="40345"/>
                  <a:pt x="158975" y="39660"/>
                  <a:pt x="157924" y="38290"/>
                </a:cubicBezTo>
                <a:cubicBezTo>
                  <a:pt x="157328" y="37533"/>
                  <a:pt x="156934" y="36091"/>
                  <a:pt x="156741" y="33964"/>
                </a:cubicBezTo>
                <a:cubicBezTo>
                  <a:pt x="156549" y="31836"/>
                  <a:pt x="155839" y="30214"/>
                  <a:pt x="154613" y="29096"/>
                </a:cubicBezTo>
                <a:cubicBezTo>
                  <a:pt x="153387" y="28015"/>
                  <a:pt x="151688" y="27474"/>
                  <a:pt x="149516" y="27474"/>
                </a:cubicBezTo>
                <a:cubicBezTo>
                  <a:pt x="146013" y="27474"/>
                  <a:pt x="143193" y="28808"/>
                  <a:pt x="141056" y="31476"/>
                </a:cubicBezTo>
                <a:cubicBezTo>
                  <a:pt x="138219" y="35009"/>
                  <a:pt x="136800" y="39678"/>
                  <a:pt x="136800" y="45483"/>
                </a:cubicBezTo>
                <a:cubicBezTo>
                  <a:pt x="136800" y="51396"/>
                  <a:pt x="138210" y="56615"/>
                  <a:pt x="141030" y="61140"/>
                </a:cubicBezTo>
                <a:cubicBezTo>
                  <a:pt x="143850" y="65665"/>
                  <a:pt x="147660" y="67927"/>
                  <a:pt x="152459" y="67927"/>
                </a:cubicBezTo>
                <a:cubicBezTo>
                  <a:pt x="155892" y="67927"/>
                  <a:pt x="158975" y="66719"/>
                  <a:pt x="161707" y="64304"/>
                </a:cubicBezTo>
                <a:cubicBezTo>
                  <a:pt x="163634" y="62645"/>
                  <a:pt x="165508" y="59635"/>
                  <a:pt x="167330" y="55272"/>
                </a:cubicBezTo>
                <a:lnTo>
                  <a:pt x="168853" y="56029"/>
                </a:lnTo>
                <a:close/>
                <a:moveTo>
                  <a:pt x="189032" y="8978"/>
                </a:moveTo>
                <a:lnTo>
                  <a:pt x="189032" y="25310"/>
                </a:lnTo>
                <a:lnTo>
                  <a:pt x="200277" y="25310"/>
                </a:lnTo>
                <a:lnTo>
                  <a:pt x="200277" y="29096"/>
                </a:lnTo>
                <a:lnTo>
                  <a:pt x="189032" y="29096"/>
                </a:lnTo>
                <a:lnTo>
                  <a:pt x="189032" y="61177"/>
                </a:lnTo>
                <a:cubicBezTo>
                  <a:pt x="189032" y="64383"/>
                  <a:pt x="189479" y="66544"/>
                  <a:pt x="190372" y="67660"/>
                </a:cubicBezTo>
                <a:cubicBezTo>
                  <a:pt x="191266" y="68776"/>
                  <a:pt x="192413" y="69333"/>
                  <a:pt x="193814" y="69333"/>
                </a:cubicBezTo>
                <a:cubicBezTo>
                  <a:pt x="194970" y="69333"/>
                  <a:pt x="196091" y="68964"/>
                  <a:pt x="197177" y="68225"/>
                </a:cubicBezTo>
                <a:cubicBezTo>
                  <a:pt x="198263" y="67486"/>
                  <a:pt x="199104" y="66395"/>
                  <a:pt x="199699" y="64953"/>
                </a:cubicBezTo>
                <a:lnTo>
                  <a:pt x="201749" y="64953"/>
                </a:lnTo>
                <a:cubicBezTo>
                  <a:pt x="200523" y="68496"/>
                  <a:pt x="198789" y="71176"/>
                  <a:pt x="196547" y="72992"/>
                </a:cubicBezTo>
                <a:cubicBezTo>
                  <a:pt x="194305" y="74807"/>
                  <a:pt x="191993" y="75715"/>
                  <a:pt x="189610" y="75715"/>
                </a:cubicBezTo>
                <a:cubicBezTo>
                  <a:pt x="187999" y="75715"/>
                  <a:pt x="186423" y="75255"/>
                  <a:pt x="184881" y="74334"/>
                </a:cubicBezTo>
                <a:cubicBezTo>
                  <a:pt x="183340" y="73414"/>
                  <a:pt x="182201" y="72097"/>
                  <a:pt x="181466" y="70383"/>
                </a:cubicBezTo>
                <a:cubicBezTo>
                  <a:pt x="180730" y="68668"/>
                  <a:pt x="180362" y="66024"/>
                  <a:pt x="180362" y="62450"/>
                </a:cubicBezTo>
                <a:lnTo>
                  <a:pt x="180362" y="29096"/>
                </a:lnTo>
                <a:lnTo>
                  <a:pt x="172743" y="29096"/>
                </a:lnTo>
                <a:lnTo>
                  <a:pt x="172743" y="27311"/>
                </a:lnTo>
                <a:cubicBezTo>
                  <a:pt x="174670" y="26516"/>
                  <a:pt x="176640" y="25169"/>
                  <a:pt x="178654" y="23271"/>
                </a:cubicBezTo>
                <a:cubicBezTo>
                  <a:pt x="180669" y="21372"/>
                  <a:pt x="182464" y="19121"/>
                  <a:pt x="184041" y="16517"/>
                </a:cubicBezTo>
                <a:cubicBezTo>
                  <a:pt x="184846" y="15144"/>
                  <a:pt x="185967" y="12630"/>
                  <a:pt x="187404" y="8978"/>
                </a:cubicBezTo>
                <a:lnTo>
                  <a:pt x="189032" y="8978"/>
                </a:lnTo>
                <a:close/>
                <a:moveTo>
                  <a:pt x="227738" y="23904"/>
                </a:moveTo>
                <a:cubicBezTo>
                  <a:pt x="235024" y="23904"/>
                  <a:pt x="240874" y="26750"/>
                  <a:pt x="245288" y="32441"/>
                </a:cubicBezTo>
                <a:cubicBezTo>
                  <a:pt x="249037" y="37303"/>
                  <a:pt x="250911" y="42885"/>
                  <a:pt x="250911" y="49189"/>
                </a:cubicBezTo>
                <a:cubicBezTo>
                  <a:pt x="250911" y="53620"/>
                  <a:pt x="249877" y="58104"/>
                  <a:pt x="247811" y="62642"/>
                </a:cubicBezTo>
                <a:cubicBezTo>
                  <a:pt x="245744" y="67180"/>
                  <a:pt x="242897" y="70601"/>
                  <a:pt x="239272" y="72906"/>
                </a:cubicBezTo>
                <a:cubicBezTo>
                  <a:pt x="235646" y="75211"/>
                  <a:pt x="231609" y="76364"/>
                  <a:pt x="227160" y="76364"/>
                </a:cubicBezTo>
                <a:cubicBezTo>
                  <a:pt x="219908" y="76364"/>
                  <a:pt x="214146" y="73392"/>
                  <a:pt x="209872" y="67449"/>
                </a:cubicBezTo>
                <a:cubicBezTo>
                  <a:pt x="206264" y="62443"/>
                  <a:pt x="204459" y="56825"/>
                  <a:pt x="204459" y="50594"/>
                </a:cubicBezTo>
                <a:cubicBezTo>
                  <a:pt x="204459" y="46055"/>
                  <a:pt x="205554" y="41544"/>
                  <a:pt x="207744" y="37060"/>
                </a:cubicBezTo>
                <a:cubicBezTo>
                  <a:pt x="209933" y="32575"/>
                  <a:pt x="212814" y="29262"/>
                  <a:pt x="216388" y="27119"/>
                </a:cubicBezTo>
                <a:cubicBezTo>
                  <a:pt x="219961" y="24976"/>
                  <a:pt x="223744" y="23904"/>
                  <a:pt x="227738" y="23904"/>
                </a:cubicBezTo>
                <a:moveTo>
                  <a:pt x="226109" y="27474"/>
                </a:moveTo>
                <a:cubicBezTo>
                  <a:pt x="224252" y="27474"/>
                  <a:pt x="222387" y="28041"/>
                  <a:pt x="220512" y="29176"/>
                </a:cubicBezTo>
                <a:cubicBezTo>
                  <a:pt x="218638" y="30310"/>
                  <a:pt x="217123" y="32300"/>
                  <a:pt x="215967" y="35145"/>
                </a:cubicBezTo>
                <a:cubicBezTo>
                  <a:pt x="214811" y="37990"/>
                  <a:pt x="214233" y="41645"/>
                  <a:pt x="214233" y="46110"/>
                </a:cubicBezTo>
                <a:cubicBezTo>
                  <a:pt x="214233" y="53312"/>
                  <a:pt x="215626" y="59524"/>
                  <a:pt x="218411" y="64746"/>
                </a:cubicBezTo>
                <a:cubicBezTo>
                  <a:pt x="221196" y="69968"/>
                  <a:pt x="224865" y="72578"/>
                  <a:pt x="229419" y="72578"/>
                </a:cubicBezTo>
                <a:cubicBezTo>
                  <a:pt x="232817" y="72578"/>
                  <a:pt x="235620" y="71138"/>
                  <a:pt x="237827" y="68257"/>
                </a:cubicBezTo>
                <a:cubicBezTo>
                  <a:pt x="240034" y="65376"/>
                  <a:pt x="241137" y="60424"/>
                  <a:pt x="241137" y="53403"/>
                </a:cubicBezTo>
                <a:cubicBezTo>
                  <a:pt x="241137" y="44616"/>
                  <a:pt x="239298" y="37701"/>
                  <a:pt x="235620" y="32659"/>
                </a:cubicBezTo>
                <a:cubicBezTo>
                  <a:pt x="233132" y="29202"/>
                  <a:pt x="229962" y="27474"/>
                  <a:pt x="226109" y="27474"/>
                </a:cubicBezTo>
                <a:close/>
                <a:moveTo>
                  <a:pt x="272088" y="23904"/>
                </a:moveTo>
                <a:lnTo>
                  <a:pt x="272088" y="35045"/>
                </a:lnTo>
                <a:cubicBezTo>
                  <a:pt x="276116" y="27618"/>
                  <a:pt x="280250" y="23904"/>
                  <a:pt x="284489" y="23904"/>
                </a:cubicBezTo>
                <a:cubicBezTo>
                  <a:pt x="286415" y="23904"/>
                  <a:pt x="288009" y="24508"/>
                  <a:pt x="289270" y="25716"/>
                </a:cubicBezTo>
                <a:cubicBezTo>
                  <a:pt x="290532" y="26924"/>
                  <a:pt x="291162" y="28321"/>
                  <a:pt x="291162" y="29907"/>
                </a:cubicBezTo>
                <a:cubicBezTo>
                  <a:pt x="291162" y="31314"/>
                  <a:pt x="290707" y="32503"/>
                  <a:pt x="289796" y="33477"/>
                </a:cubicBezTo>
                <a:cubicBezTo>
                  <a:pt x="288885" y="34450"/>
                  <a:pt x="287799" y="34937"/>
                  <a:pt x="286538" y="34937"/>
                </a:cubicBezTo>
                <a:cubicBezTo>
                  <a:pt x="285312" y="34937"/>
                  <a:pt x="283937" y="34315"/>
                  <a:pt x="282413" y="33071"/>
                </a:cubicBezTo>
                <a:cubicBezTo>
                  <a:pt x="280889" y="31827"/>
                  <a:pt x="279759" y="31205"/>
                  <a:pt x="279024" y="31205"/>
                </a:cubicBezTo>
                <a:cubicBezTo>
                  <a:pt x="278393" y="31205"/>
                  <a:pt x="277710" y="31565"/>
                  <a:pt x="276975" y="32284"/>
                </a:cubicBezTo>
                <a:cubicBezTo>
                  <a:pt x="275398" y="33759"/>
                  <a:pt x="273769" y="36186"/>
                  <a:pt x="272088" y="39566"/>
                </a:cubicBezTo>
                <a:lnTo>
                  <a:pt x="272088" y="63247"/>
                </a:lnTo>
                <a:cubicBezTo>
                  <a:pt x="272088" y="65980"/>
                  <a:pt x="272420" y="68047"/>
                  <a:pt x="273086" y="69450"/>
                </a:cubicBezTo>
                <a:cubicBezTo>
                  <a:pt x="273541" y="70421"/>
                  <a:pt x="274347" y="71231"/>
                  <a:pt x="275503" y="71879"/>
                </a:cubicBezTo>
                <a:cubicBezTo>
                  <a:pt x="276659" y="72525"/>
                  <a:pt x="278323" y="72849"/>
                  <a:pt x="280495" y="72849"/>
                </a:cubicBezTo>
                <a:lnTo>
                  <a:pt x="280495" y="74850"/>
                </a:lnTo>
                <a:lnTo>
                  <a:pt x="255851" y="74850"/>
                </a:lnTo>
                <a:lnTo>
                  <a:pt x="255851" y="72849"/>
                </a:lnTo>
                <a:cubicBezTo>
                  <a:pt x="258303" y="72849"/>
                  <a:pt x="260124" y="72453"/>
                  <a:pt x="261316" y="71662"/>
                </a:cubicBezTo>
                <a:cubicBezTo>
                  <a:pt x="262191" y="71086"/>
                  <a:pt x="262804" y="70169"/>
                  <a:pt x="263155" y="68909"/>
                </a:cubicBezTo>
                <a:cubicBezTo>
                  <a:pt x="263330" y="68297"/>
                  <a:pt x="263417" y="66553"/>
                  <a:pt x="263417" y="63675"/>
                </a:cubicBezTo>
                <a:lnTo>
                  <a:pt x="263417" y="44518"/>
                </a:lnTo>
                <a:cubicBezTo>
                  <a:pt x="263417" y="38762"/>
                  <a:pt x="263304" y="35335"/>
                  <a:pt x="263076" y="34239"/>
                </a:cubicBezTo>
                <a:cubicBezTo>
                  <a:pt x="262848" y="33142"/>
                  <a:pt x="262428" y="32341"/>
                  <a:pt x="261815" y="31837"/>
                </a:cubicBezTo>
                <a:cubicBezTo>
                  <a:pt x="261202" y="31334"/>
                  <a:pt x="260440" y="31082"/>
                  <a:pt x="259529" y="31082"/>
                </a:cubicBezTo>
                <a:cubicBezTo>
                  <a:pt x="258443" y="31082"/>
                  <a:pt x="257217" y="31352"/>
                  <a:pt x="255851" y="31892"/>
                </a:cubicBezTo>
                <a:lnTo>
                  <a:pt x="255325" y="29948"/>
                </a:lnTo>
                <a:lnTo>
                  <a:pt x="269881" y="23904"/>
                </a:lnTo>
                <a:lnTo>
                  <a:pt x="272088" y="23904"/>
                </a:lnTo>
                <a:close/>
                <a:moveTo>
                  <a:pt x="294875" y="45862"/>
                </a:moveTo>
                <a:lnTo>
                  <a:pt x="322042" y="45862"/>
                </a:lnTo>
                <a:lnTo>
                  <a:pt x="322042" y="54028"/>
                </a:lnTo>
                <a:lnTo>
                  <a:pt x="294875" y="54028"/>
                </a:lnTo>
                <a:lnTo>
                  <a:pt x="294875" y="45862"/>
                </a:lnTo>
                <a:close/>
                <a:moveTo>
                  <a:pt x="331851" y="15413"/>
                </a:moveTo>
                <a:cubicBezTo>
                  <a:pt x="333882" y="10474"/>
                  <a:pt x="336448" y="6670"/>
                  <a:pt x="339549" y="4002"/>
                </a:cubicBezTo>
                <a:cubicBezTo>
                  <a:pt x="342649" y="1334"/>
                  <a:pt x="346511" y="0"/>
                  <a:pt x="351135" y="0"/>
                </a:cubicBezTo>
                <a:cubicBezTo>
                  <a:pt x="356845" y="0"/>
                  <a:pt x="361224" y="1908"/>
                  <a:pt x="364272" y="5724"/>
                </a:cubicBezTo>
                <a:cubicBezTo>
                  <a:pt x="366584" y="8569"/>
                  <a:pt x="367740" y="11612"/>
                  <a:pt x="367740" y="14852"/>
                </a:cubicBezTo>
                <a:cubicBezTo>
                  <a:pt x="367740" y="20181"/>
                  <a:pt x="364482" y="25689"/>
                  <a:pt x="357966" y="31378"/>
                </a:cubicBezTo>
                <a:cubicBezTo>
                  <a:pt x="362345" y="33147"/>
                  <a:pt x="365656" y="35673"/>
                  <a:pt x="367898" y="38958"/>
                </a:cubicBezTo>
                <a:cubicBezTo>
                  <a:pt x="370140" y="42241"/>
                  <a:pt x="371261" y="46102"/>
                  <a:pt x="371261" y="50541"/>
                </a:cubicBezTo>
                <a:cubicBezTo>
                  <a:pt x="371261" y="56894"/>
                  <a:pt x="369299" y="62398"/>
                  <a:pt x="365375" y="67053"/>
                </a:cubicBezTo>
                <a:cubicBezTo>
                  <a:pt x="360261" y="73116"/>
                  <a:pt x="352852" y="76148"/>
                  <a:pt x="343148" y="76148"/>
                </a:cubicBezTo>
                <a:cubicBezTo>
                  <a:pt x="338349" y="76148"/>
                  <a:pt x="335082" y="75535"/>
                  <a:pt x="333348" y="74309"/>
                </a:cubicBezTo>
                <a:cubicBezTo>
                  <a:pt x="331614" y="73083"/>
                  <a:pt x="330747" y="71767"/>
                  <a:pt x="330747" y="70361"/>
                </a:cubicBezTo>
                <a:cubicBezTo>
                  <a:pt x="330747" y="69315"/>
                  <a:pt x="331159" y="68396"/>
                  <a:pt x="331982" y="67603"/>
                </a:cubicBezTo>
                <a:cubicBezTo>
                  <a:pt x="332805" y="66810"/>
                  <a:pt x="333795" y="66413"/>
                  <a:pt x="334951" y="66413"/>
                </a:cubicBezTo>
                <a:cubicBezTo>
                  <a:pt x="335827" y="66413"/>
                  <a:pt x="336720" y="66557"/>
                  <a:pt x="337631" y="66846"/>
                </a:cubicBezTo>
                <a:cubicBezTo>
                  <a:pt x="338226" y="67026"/>
                  <a:pt x="339575" y="67684"/>
                  <a:pt x="341677" y="68820"/>
                </a:cubicBezTo>
                <a:cubicBezTo>
                  <a:pt x="343779" y="69955"/>
                  <a:pt x="345232" y="70631"/>
                  <a:pt x="346038" y="70848"/>
                </a:cubicBezTo>
                <a:cubicBezTo>
                  <a:pt x="347334" y="71244"/>
                  <a:pt x="348718" y="71443"/>
                  <a:pt x="350189" y="71443"/>
                </a:cubicBezTo>
                <a:cubicBezTo>
                  <a:pt x="353763" y="71443"/>
                  <a:pt x="356872" y="70016"/>
                  <a:pt x="359516" y="67163"/>
                </a:cubicBezTo>
                <a:cubicBezTo>
                  <a:pt x="362161" y="64310"/>
                  <a:pt x="363484" y="60934"/>
                  <a:pt x="363484" y="57033"/>
                </a:cubicBezTo>
                <a:cubicBezTo>
                  <a:pt x="363484" y="54180"/>
                  <a:pt x="362871" y="51399"/>
                  <a:pt x="361645" y="48691"/>
                </a:cubicBezTo>
                <a:cubicBezTo>
                  <a:pt x="360734" y="46668"/>
                  <a:pt x="359735" y="45134"/>
                  <a:pt x="358649" y="44087"/>
                </a:cubicBezTo>
                <a:cubicBezTo>
                  <a:pt x="357143" y="42642"/>
                  <a:pt x="355076" y="41332"/>
                  <a:pt x="352449" y="40159"/>
                </a:cubicBezTo>
                <a:cubicBezTo>
                  <a:pt x="349822" y="38985"/>
                  <a:pt x="347142" y="38398"/>
                  <a:pt x="344409" y="38398"/>
                </a:cubicBezTo>
                <a:lnTo>
                  <a:pt x="342728" y="38398"/>
                </a:lnTo>
                <a:lnTo>
                  <a:pt x="342728" y="36776"/>
                </a:lnTo>
                <a:cubicBezTo>
                  <a:pt x="345495" y="36415"/>
                  <a:pt x="348271" y="35388"/>
                  <a:pt x="351056" y="33693"/>
                </a:cubicBezTo>
                <a:cubicBezTo>
                  <a:pt x="353841" y="31999"/>
                  <a:pt x="355864" y="29962"/>
                  <a:pt x="357126" y="27582"/>
                </a:cubicBezTo>
                <a:cubicBezTo>
                  <a:pt x="358387" y="25202"/>
                  <a:pt x="359017" y="22588"/>
                  <a:pt x="359017" y="19740"/>
                </a:cubicBezTo>
                <a:cubicBezTo>
                  <a:pt x="359017" y="16026"/>
                  <a:pt x="357887" y="13025"/>
                  <a:pt x="355628" y="10735"/>
                </a:cubicBezTo>
                <a:cubicBezTo>
                  <a:pt x="353368" y="8446"/>
                  <a:pt x="350557" y="7301"/>
                  <a:pt x="347194" y="7301"/>
                </a:cubicBezTo>
                <a:cubicBezTo>
                  <a:pt x="341764" y="7301"/>
                  <a:pt x="337228" y="10294"/>
                  <a:pt x="333585" y="16279"/>
                </a:cubicBezTo>
                <a:lnTo>
                  <a:pt x="331851" y="15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e6887874049c4"/>
          <a:stretch xmlns:a="http://schemas.openxmlformats.org/drawingml/2006/main"/>
        </p:blipFill>
        <p:spPr>
          <a:xfrm xmlns:a="http://schemas.openxmlformats.org/drawingml/2006/main">
            <a:off x="9760331" y="2169420"/>
            <a:ext cx="2717887" cy="110760"/>
          </a:xfrm>
          <a:prstGeom xmlns:a="http://schemas.openxmlformats.org/drawingml/2006/main" prst="rect">
            <a:avLst/>
          </a:prstGeom>
        </p:spPr>
      </p:pic>
      <p:sp>
        <p:nvSpPr>
          <p:cNvPr id="254" name="Text Rule-basedFeature">
            <a:extLst xmlns:a="http://schemas.openxmlformats.org/drawingml/2006/main">
              <a:ext uri="{FF2B5EF4-FFF2-40B4-BE49-F238E27FC236}">
                <a16:creationId xmlns:a16="http://schemas.microsoft.com/office/drawing/2014/main" id="{0E9E01E7-5E51-41C3-9F63-917DC720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257" y="2186028"/>
            <a:ext cx="971482" cy="91489"/>
          </a:xfrm>
          <a:custGeom xmlns:a="http://schemas.openxmlformats.org/drawingml/2006/main">
            <a:pathLst>
              <a:path w="971482" h="91489">
                <a:moveTo>
                  <a:pt x="82700" y="89722"/>
                </a:moveTo>
                <a:lnTo>
                  <a:pt x="60508" y="89722"/>
                </a:lnTo>
                <a:lnTo>
                  <a:pt x="32369" y="49593"/>
                </a:lnTo>
                <a:cubicBezTo>
                  <a:pt x="30284" y="49677"/>
                  <a:pt x="28588" y="49720"/>
                  <a:pt x="27281" y="49720"/>
                </a:cubicBezTo>
                <a:cubicBezTo>
                  <a:pt x="26749" y="49720"/>
                  <a:pt x="26177" y="49709"/>
                  <a:pt x="25564" y="49688"/>
                </a:cubicBezTo>
                <a:cubicBezTo>
                  <a:pt x="24951" y="49667"/>
                  <a:pt x="24318" y="49635"/>
                  <a:pt x="23664" y="49593"/>
                </a:cubicBezTo>
                <a:lnTo>
                  <a:pt x="23664" y="74536"/>
                </a:lnTo>
                <a:cubicBezTo>
                  <a:pt x="23664" y="79939"/>
                  <a:pt x="24236" y="83294"/>
                  <a:pt x="25380" y="84602"/>
                </a:cubicBezTo>
                <a:cubicBezTo>
                  <a:pt x="26933" y="86459"/>
                  <a:pt x="29263" y="87388"/>
                  <a:pt x="32369" y="87388"/>
                </a:cubicBezTo>
                <a:lnTo>
                  <a:pt x="35618" y="87388"/>
                </a:lnTo>
                <a:lnTo>
                  <a:pt x="35618" y="89722"/>
                </a:lnTo>
                <a:lnTo>
                  <a:pt x="0" y="89722"/>
                </a:lnTo>
                <a:lnTo>
                  <a:pt x="0" y="87388"/>
                </a:lnTo>
                <a:lnTo>
                  <a:pt x="3127" y="87388"/>
                </a:lnTo>
                <a:cubicBezTo>
                  <a:pt x="6641" y="87388"/>
                  <a:pt x="9155" y="86210"/>
                  <a:pt x="10667" y="83854"/>
                </a:cubicBezTo>
                <a:cubicBezTo>
                  <a:pt x="11525" y="82550"/>
                  <a:pt x="11954" y="79459"/>
                  <a:pt x="11954" y="74579"/>
                </a:cubicBezTo>
                <a:lnTo>
                  <a:pt x="11954" y="19307"/>
                </a:lnTo>
                <a:cubicBezTo>
                  <a:pt x="11954" y="13923"/>
                  <a:pt x="11382" y="10579"/>
                  <a:pt x="10238" y="9275"/>
                </a:cubicBezTo>
                <a:cubicBezTo>
                  <a:pt x="8644" y="7424"/>
                  <a:pt x="6274" y="6499"/>
                  <a:pt x="3127" y="6499"/>
                </a:cubicBezTo>
                <a:lnTo>
                  <a:pt x="0" y="6499"/>
                </a:lnTo>
                <a:lnTo>
                  <a:pt x="0" y="4164"/>
                </a:lnTo>
                <a:lnTo>
                  <a:pt x="30284" y="4164"/>
                </a:lnTo>
                <a:cubicBezTo>
                  <a:pt x="39112" y="4164"/>
                  <a:pt x="45621" y="4825"/>
                  <a:pt x="49810" y="6146"/>
                </a:cubicBezTo>
                <a:cubicBezTo>
                  <a:pt x="53999" y="7467"/>
                  <a:pt x="57555" y="9900"/>
                  <a:pt x="60477" y="13445"/>
                </a:cubicBezTo>
                <a:cubicBezTo>
                  <a:pt x="63399" y="16989"/>
                  <a:pt x="64860" y="21215"/>
                  <a:pt x="64860" y="26122"/>
                </a:cubicBezTo>
                <a:cubicBezTo>
                  <a:pt x="64860" y="31364"/>
                  <a:pt x="63195" y="35915"/>
                  <a:pt x="59864" y="39774"/>
                </a:cubicBezTo>
                <a:cubicBezTo>
                  <a:pt x="56533" y="43632"/>
                  <a:pt x="51373" y="46358"/>
                  <a:pt x="44385" y="47953"/>
                </a:cubicBezTo>
                <a:lnTo>
                  <a:pt x="61550" y="72576"/>
                </a:lnTo>
                <a:cubicBezTo>
                  <a:pt x="65473" y="78231"/>
                  <a:pt x="68845" y="81987"/>
                  <a:pt x="71665" y="83845"/>
                </a:cubicBezTo>
                <a:cubicBezTo>
                  <a:pt x="74485" y="85701"/>
                  <a:pt x="78163" y="86882"/>
                  <a:pt x="82700" y="87388"/>
                </a:cubicBezTo>
                <a:lnTo>
                  <a:pt x="82700" y="89722"/>
                </a:lnTo>
                <a:moveTo>
                  <a:pt x="23664" y="45745"/>
                </a:moveTo>
                <a:cubicBezTo>
                  <a:pt x="24440" y="45745"/>
                  <a:pt x="25114" y="45755"/>
                  <a:pt x="25687" y="45776"/>
                </a:cubicBezTo>
                <a:cubicBezTo>
                  <a:pt x="26259" y="45797"/>
                  <a:pt x="26729" y="45808"/>
                  <a:pt x="27097" y="45808"/>
                </a:cubicBezTo>
                <a:cubicBezTo>
                  <a:pt x="35025" y="45808"/>
                  <a:pt x="41003" y="44041"/>
                  <a:pt x="45028" y="40508"/>
                </a:cubicBezTo>
                <a:cubicBezTo>
                  <a:pt x="49054" y="36974"/>
                  <a:pt x="51067" y="32473"/>
                  <a:pt x="51067" y="27005"/>
                </a:cubicBezTo>
                <a:cubicBezTo>
                  <a:pt x="51067" y="21663"/>
                  <a:pt x="49442" y="17320"/>
                  <a:pt x="46193" y="13976"/>
                </a:cubicBezTo>
                <a:cubicBezTo>
                  <a:pt x="42944" y="10632"/>
                  <a:pt x="38642" y="8960"/>
                  <a:pt x="33288" y="8960"/>
                </a:cubicBezTo>
                <a:cubicBezTo>
                  <a:pt x="30918" y="8960"/>
                  <a:pt x="27710" y="9359"/>
                  <a:pt x="23664" y="10158"/>
                </a:cubicBezTo>
                <a:lnTo>
                  <a:pt x="23664" y="45745"/>
                </a:lnTo>
                <a:close/>
                <a:moveTo>
                  <a:pt x="133957" y="31927"/>
                </a:moveTo>
                <a:lnTo>
                  <a:pt x="133957" y="66945"/>
                </a:lnTo>
                <a:cubicBezTo>
                  <a:pt x="133957" y="73633"/>
                  <a:pt x="134111" y="77724"/>
                  <a:pt x="134417" y="79217"/>
                </a:cubicBezTo>
                <a:cubicBezTo>
                  <a:pt x="134724" y="80710"/>
                  <a:pt x="135214" y="81751"/>
                  <a:pt x="135888" y="82340"/>
                </a:cubicBezTo>
                <a:cubicBezTo>
                  <a:pt x="136563" y="82929"/>
                  <a:pt x="137349" y="83223"/>
                  <a:pt x="138249" y="83223"/>
                </a:cubicBezTo>
                <a:cubicBezTo>
                  <a:pt x="139516" y="83223"/>
                  <a:pt x="140946" y="82866"/>
                  <a:pt x="142540" y="82151"/>
                </a:cubicBezTo>
                <a:lnTo>
                  <a:pt x="143398" y="84359"/>
                </a:lnTo>
                <a:lnTo>
                  <a:pt x="126601" y="91489"/>
                </a:lnTo>
                <a:lnTo>
                  <a:pt x="123842" y="91489"/>
                </a:lnTo>
                <a:lnTo>
                  <a:pt x="123842" y="79248"/>
                </a:lnTo>
                <a:cubicBezTo>
                  <a:pt x="119019" y="84633"/>
                  <a:pt x="115341" y="88019"/>
                  <a:pt x="112807" y="89407"/>
                </a:cubicBezTo>
                <a:cubicBezTo>
                  <a:pt x="110273" y="90795"/>
                  <a:pt x="107596" y="91489"/>
                  <a:pt x="104776" y="91489"/>
                </a:cubicBezTo>
                <a:cubicBezTo>
                  <a:pt x="101629" y="91489"/>
                  <a:pt x="98901" y="90553"/>
                  <a:pt x="96592" y="88681"/>
                </a:cubicBezTo>
                <a:cubicBezTo>
                  <a:pt x="94283" y="86809"/>
                  <a:pt x="92679" y="84401"/>
                  <a:pt x="91780" y="81457"/>
                </a:cubicBezTo>
                <a:cubicBezTo>
                  <a:pt x="90881" y="78512"/>
                  <a:pt x="90431" y="74348"/>
                  <a:pt x="90431" y="68964"/>
                </a:cubicBezTo>
                <a:lnTo>
                  <a:pt x="90431" y="43158"/>
                </a:lnTo>
                <a:cubicBezTo>
                  <a:pt x="90431" y="40423"/>
                  <a:pt x="90145" y="38531"/>
                  <a:pt x="89573" y="37479"/>
                </a:cubicBezTo>
                <a:cubicBezTo>
                  <a:pt x="89001" y="36427"/>
                  <a:pt x="88152" y="35618"/>
                  <a:pt x="87029" y="35050"/>
                </a:cubicBezTo>
                <a:cubicBezTo>
                  <a:pt x="85905" y="34482"/>
                  <a:pt x="83871" y="34219"/>
                  <a:pt x="80929" y="34261"/>
                </a:cubicBezTo>
                <a:lnTo>
                  <a:pt x="80929" y="31927"/>
                </a:lnTo>
                <a:lnTo>
                  <a:pt x="100608" y="31927"/>
                </a:lnTo>
                <a:lnTo>
                  <a:pt x="100608" y="70510"/>
                </a:lnTo>
                <a:cubicBezTo>
                  <a:pt x="100608" y="75881"/>
                  <a:pt x="101517" y="79405"/>
                  <a:pt x="103336" y="81084"/>
                </a:cubicBezTo>
                <a:cubicBezTo>
                  <a:pt x="105154" y="82763"/>
                  <a:pt x="107351" y="83602"/>
                  <a:pt x="109926" y="83602"/>
                </a:cubicBezTo>
                <a:cubicBezTo>
                  <a:pt x="111683" y="83602"/>
                  <a:pt x="113676" y="83035"/>
                  <a:pt x="115903" y="81902"/>
                </a:cubicBezTo>
                <a:cubicBezTo>
                  <a:pt x="118130" y="80769"/>
                  <a:pt x="120777" y="78609"/>
                  <a:pt x="123842" y="75421"/>
                </a:cubicBezTo>
                <a:lnTo>
                  <a:pt x="123842" y="42757"/>
                </a:lnTo>
                <a:cubicBezTo>
                  <a:pt x="123842" y="39484"/>
                  <a:pt x="123260" y="37271"/>
                  <a:pt x="122095" y="36118"/>
                </a:cubicBezTo>
                <a:cubicBezTo>
                  <a:pt x="120930" y="34964"/>
                  <a:pt x="118508" y="34345"/>
                  <a:pt x="114830" y="34261"/>
                </a:cubicBezTo>
                <a:lnTo>
                  <a:pt x="114830" y="31927"/>
                </a:lnTo>
                <a:lnTo>
                  <a:pt x="133957" y="31927"/>
                </a:lnTo>
                <a:close/>
                <a:moveTo>
                  <a:pt x="166817" y="0"/>
                </a:moveTo>
                <a:lnTo>
                  <a:pt x="166817" y="76606"/>
                </a:lnTo>
                <a:cubicBezTo>
                  <a:pt x="166817" y="80221"/>
                  <a:pt x="167072" y="82617"/>
                  <a:pt x="167583" y="83795"/>
                </a:cubicBezTo>
                <a:cubicBezTo>
                  <a:pt x="168094" y="84972"/>
                  <a:pt x="168881" y="85865"/>
                  <a:pt x="169944" y="86475"/>
                </a:cubicBezTo>
                <a:cubicBezTo>
                  <a:pt x="171006" y="87083"/>
                  <a:pt x="172988" y="87388"/>
                  <a:pt x="175890" y="87388"/>
                </a:cubicBezTo>
                <a:lnTo>
                  <a:pt x="175890" y="89722"/>
                </a:lnTo>
                <a:lnTo>
                  <a:pt x="148364" y="89722"/>
                </a:lnTo>
                <a:lnTo>
                  <a:pt x="148364" y="87388"/>
                </a:lnTo>
                <a:cubicBezTo>
                  <a:pt x="150939" y="87388"/>
                  <a:pt x="152697" y="87115"/>
                  <a:pt x="153637" y="86569"/>
                </a:cubicBezTo>
                <a:cubicBezTo>
                  <a:pt x="154577" y="86023"/>
                  <a:pt x="155312" y="85119"/>
                  <a:pt x="155843" y="83858"/>
                </a:cubicBezTo>
                <a:cubicBezTo>
                  <a:pt x="156375" y="82596"/>
                  <a:pt x="156640" y="80179"/>
                  <a:pt x="156640" y="76606"/>
                </a:cubicBezTo>
                <a:lnTo>
                  <a:pt x="156640" y="24148"/>
                </a:lnTo>
                <a:cubicBezTo>
                  <a:pt x="156640" y="17633"/>
                  <a:pt x="156497" y="13630"/>
                  <a:pt x="156211" y="12138"/>
                </a:cubicBezTo>
                <a:cubicBezTo>
                  <a:pt x="155925" y="10645"/>
                  <a:pt x="155465" y="9625"/>
                  <a:pt x="154832" y="9080"/>
                </a:cubicBezTo>
                <a:cubicBezTo>
                  <a:pt x="154198" y="8533"/>
                  <a:pt x="153391" y="8260"/>
                  <a:pt x="152410" y="8260"/>
                </a:cubicBezTo>
                <a:cubicBezTo>
                  <a:pt x="151348" y="8260"/>
                  <a:pt x="149999" y="8596"/>
                  <a:pt x="148364" y="9269"/>
                </a:cubicBezTo>
                <a:lnTo>
                  <a:pt x="147322" y="7061"/>
                </a:lnTo>
                <a:lnTo>
                  <a:pt x="164058" y="0"/>
                </a:lnTo>
                <a:lnTo>
                  <a:pt x="166817" y="0"/>
                </a:lnTo>
                <a:close/>
                <a:moveTo>
                  <a:pt x="192816" y="53758"/>
                </a:moveTo>
                <a:cubicBezTo>
                  <a:pt x="192775" y="62319"/>
                  <a:pt x="194798" y="69034"/>
                  <a:pt x="198885" y="73903"/>
                </a:cubicBezTo>
                <a:cubicBezTo>
                  <a:pt x="202972" y="78771"/>
                  <a:pt x="207775" y="81204"/>
                  <a:pt x="213292" y="81204"/>
                </a:cubicBezTo>
                <a:cubicBezTo>
                  <a:pt x="216970" y="81204"/>
                  <a:pt x="220168" y="80163"/>
                  <a:pt x="222886" y="78081"/>
                </a:cubicBezTo>
                <a:cubicBezTo>
                  <a:pt x="225604" y="75999"/>
                  <a:pt x="227883" y="72434"/>
                  <a:pt x="229722" y="67386"/>
                </a:cubicBezTo>
                <a:lnTo>
                  <a:pt x="231622" y="68648"/>
                </a:lnTo>
                <a:cubicBezTo>
                  <a:pt x="230764" y="74411"/>
                  <a:pt x="228271" y="79659"/>
                  <a:pt x="224143" y="84391"/>
                </a:cubicBezTo>
                <a:cubicBezTo>
                  <a:pt x="220015" y="89123"/>
                  <a:pt x="214845" y="91489"/>
                  <a:pt x="208633" y="91489"/>
                </a:cubicBezTo>
                <a:cubicBezTo>
                  <a:pt x="201889" y="91489"/>
                  <a:pt x="196117" y="88792"/>
                  <a:pt x="191314" y="83399"/>
                </a:cubicBezTo>
                <a:cubicBezTo>
                  <a:pt x="186512" y="78004"/>
                  <a:pt x="184111" y="70752"/>
                  <a:pt x="184111" y="61643"/>
                </a:cubicBezTo>
                <a:cubicBezTo>
                  <a:pt x="184111" y="51779"/>
                  <a:pt x="186573" y="44087"/>
                  <a:pt x="191498" y="38567"/>
                </a:cubicBezTo>
                <a:cubicBezTo>
                  <a:pt x="196423" y="33046"/>
                  <a:pt x="202605" y="30286"/>
                  <a:pt x="210043" y="30286"/>
                </a:cubicBezTo>
                <a:cubicBezTo>
                  <a:pt x="216337" y="30286"/>
                  <a:pt x="221507" y="32415"/>
                  <a:pt x="225553" y="36674"/>
                </a:cubicBezTo>
                <a:cubicBezTo>
                  <a:pt x="229599" y="40932"/>
                  <a:pt x="231622" y="46627"/>
                  <a:pt x="231622" y="53758"/>
                </a:cubicBezTo>
                <a:lnTo>
                  <a:pt x="192816" y="53758"/>
                </a:lnTo>
                <a:moveTo>
                  <a:pt x="192816" y="50098"/>
                </a:moveTo>
                <a:lnTo>
                  <a:pt x="218809" y="50098"/>
                </a:lnTo>
                <a:cubicBezTo>
                  <a:pt x="218605" y="46396"/>
                  <a:pt x="218176" y="43789"/>
                  <a:pt x="217522" y="42274"/>
                </a:cubicBezTo>
                <a:cubicBezTo>
                  <a:pt x="216500" y="39919"/>
                  <a:pt x="214978" y="38068"/>
                  <a:pt x="212955" y="36722"/>
                </a:cubicBezTo>
                <a:cubicBezTo>
                  <a:pt x="210932" y="35376"/>
                  <a:pt x="208817" y="34703"/>
                  <a:pt x="206610" y="34703"/>
                </a:cubicBezTo>
                <a:cubicBezTo>
                  <a:pt x="203218" y="34703"/>
                  <a:pt x="200183" y="36059"/>
                  <a:pt x="197506" y="38772"/>
                </a:cubicBezTo>
                <a:cubicBezTo>
                  <a:pt x="194829" y="41486"/>
                  <a:pt x="193266" y="45261"/>
                  <a:pt x="192816" y="50098"/>
                </a:cubicBezTo>
                <a:close/>
                <a:moveTo>
                  <a:pt x="240594" y="55903"/>
                </a:moveTo>
                <a:lnTo>
                  <a:pt x="272289" y="55903"/>
                </a:lnTo>
                <a:lnTo>
                  <a:pt x="272289" y="65430"/>
                </a:lnTo>
                <a:lnTo>
                  <a:pt x="240594" y="65430"/>
                </a:lnTo>
                <a:lnTo>
                  <a:pt x="240594" y="55903"/>
                </a:lnTo>
                <a:close/>
                <a:moveTo>
                  <a:pt x="297414" y="41959"/>
                </a:moveTo>
                <a:cubicBezTo>
                  <a:pt x="302850" y="34177"/>
                  <a:pt x="308715" y="30286"/>
                  <a:pt x="315009" y="30286"/>
                </a:cubicBezTo>
                <a:cubicBezTo>
                  <a:pt x="320771" y="30286"/>
                  <a:pt x="325798" y="32818"/>
                  <a:pt x="330090" y="37881"/>
                </a:cubicBezTo>
                <a:cubicBezTo>
                  <a:pt x="334381" y="42945"/>
                  <a:pt x="336527" y="49867"/>
                  <a:pt x="336527" y="58650"/>
                </a:cubicBezTo>
                <a:cubicBezTo>
                  <a:pt x="336527" y="68903"/>
                  <a:pt x="333216" y="77160"/>
                  <a:pt x="326595" y="83421"/>
                </a:cubicBezTo>
                <a:cubicBezTo>
                  <a:pt x="320914" y="88800"/>
                  <a:pt x="314580" y="91489"/>
                  <a:pt x="307591" y="91489"/>
                </a:cubicBezTo>
                <a:cubicBezTo>
                  <a:pt x="304321" y="91489"/>
                  <a:pt x="301001" y="90879"/>
                  <a:pt x="297629" y="89659"/>
                </a:cubicBezTo>
                <a:cubicBezTo>
                  <a:pt x="294257" y="88439"/>
                  <a:pt x="290814" y="86610"/>
                  <a:pt x="287299" y="84170"/>
                </a:cubicBezTo>
                <a:lnTo>
                  <a:pt x="287299" y="24292"/>
                </a:lnTo>
                <a:cubicBezTo>
                  <a:pt x="287299" y="17730"/>
                  <a:pt x="287146" y="13692"/>
                  <a:pt x="286839" y="12178"/>
                </a:cubicBezTo>
                <a:cubicBezTo>
                  <a:pt x="286533" y="10663"/>
                  <a:pt x="286053" y="9633"/>
                  <a:pt x="285399" y="9086"/>
                </a:cubicBezTo>
                <a:cubicBezTo>
                  <a:pt x="284745" y="8539"/>
                  <a:pt x="283927" y="8266"/>
                  <a:pt x="282946" y="8266"/>
                </a:cubicBezTo>
                <a:cubicBezTo>
                  <a:pt x="281802" y="8266"/>
                  <a:pt x="280372" y="8602"/>
                  <a:pt x="278655" y="9275"/>
                </a:cubicBezTo>
                <a:lnTo>
                  <a:pt x="277797" y="7067"/>
                </a:lnTo>
                <a:lnTo>
                  <a:pt x="294656" y="0"/>
                </a:lnTo>
                <a:lnTo>
                  <a:pt x="297414" y="0"/>
                </a:lnTo>
                <a:lnTo>
                  <a:pt x="297414" y="41959"/>
                </a:lnTo>
                <a:moveTo>
                  <a:pt x="297414" y="45979"/>
                </a:moveTo>
                <a:lnTo>
                  <a:pt x="297414" y="80465"/>
                </a:lnTo>
                <a:cubicBezTo>
                  <a:pt x="299499" y="82562"/>
                  <a:pt x="301655" y="84145"/>
                  <a:pt x="303882" y="85215"/>
                </a:cubicBezTo>
                <a:cubicBezTo>
                  <a:pt x="306109" y="86285"/>
                  <a:pt x="308388" y="86820"/>
                  <a:pt x="310717" y="86820"/>
                </a:cubicBezTo>
                <a:cubicBezTo>
                  <a:pt x="314437" y="86820"/>
                  <a:pt x="317900" y="84723"/>
                  <a:pt x="321109" y="80528"/>
                </a:cubicBezTo>
                <a:cubicBezTo>
                  <a:pt x="324317" y="76332"/>
                  <a:pt x="325921" y="70228"/>
                  <a:pt x="325921" y="62214"/>
                </a:cubicBezTo>
                <a:cubicBezTo>
                  <a:pt x="325921" y="54831"/>
                  <a:pt x="324317" y="49157"/>
                  <a:pt x="321109" y="45192"/>
                </a:cubicBezTo>
                <a:cubicBezTo>
                  <a:pt x="317900" y="41228"/>
                  <a:pt x="314253" y="39246"/>
                  <a:pt x="310166" y="39246"/>
                </a:cubicBezTo>
                <a:cubicBezTo>
                  <a:pt x="308000" y="39246"/>
                  <a:pt x="305833" y="39812"/>
                  <a:pt x="303667" y="40945"/>
                </a:cubicBezTo>
                <a:cubicBezTo>
                  <a:pt x="302033" y="41784"/>
                  <a:pt x="299948" y="43462"/>
                  <a:pt x="297414" y="45979"/>
                </a:cubicBezTo>
                <a:close/>
                <a:moveTo>
                  <a:pt x="376620" y="81394"/>
                </a:moveTo>
                <a:cubicBezTo>
                  <a:pt x="370857" y="85979"/>
                  <a:pt x="367240" y="88629"/>
                  <a:pt x="365769" y="89344"/>
                </a:cubicBezTo>
                <a:cubicBezTo>
                  <a:pt x="363562" y="90437"/>
                  <a:pt x="361212" y="90984"/>
                  <a:pt x="358719" y="90984"/>
                </a:cubicBezTo>
                <a:cubicBezTo>
                  <a:pt x="354836" y="90984"/>
                  <a:pt x="351638" y="89617"/>
                  <a:pt x="349124" y="86883"/>
                </a:cubicBezTo>
                <a:cubicBezTo>
                  <a:pt x="346611" y="84149"/>
                  <a:pt x="345354" y="80552"/>
                  <a:pt x="345354" y="76094"/>
                </a:cubicBezTo>
                <a:cubicBezTo>
                  <a:pt x="345354" y="73275"/>
                  <a:pt x="345967" y="70836"/>
                  <a:pt x="347193" y="68774"/>
                </a:cubicBezTo>
                <a:cubicBezTo>
                  <a:pt x="348869" y="65914"/>
                  <a:pt x="351781" y="63222"/>
                  <a:pt x="355929" y="60698"/>
                </a:cubicBezTo>
                <a:cubicBezTo>
                  <a:pt x="360077" y="58174"/>
                  <a:pt x="366974" y="55104"/>
                  <a:pt x="376620" y="51486"/>
                </a:cubicBezTo>
                <a:lnTo>
                  <a:pt x="376620" y="49215"/>
                </a:lnTo>
                <a:cubicBezTo>
                  <a:pt x="376620" y="43452"/>
                  <a:pt x="375731" y="39498"/>
                  <a:pt x="373953" y="37353"/>
                </a:cubicBezTo>
                <a:cubicBezTo>
                  <a:pt x="372175" y="35207"/>
                  <a:pt x="369590" y="34135"/>
                  <a:pt x="366198" y="34135"/>
                </a:cubicBezTo>
                <a:cubicBezTo>
                  <a:pt x="363623" y="34135"/>
                  <a:pt x="361579" y="34847"/>
                  <a:pt x="360067" y="36272"/>
                </a:cubicBezTo>
                <a:cubicBezTo>
                  <a:pt x="358514" y="37697"/>
                  <a:pt x="357738" y="39332"/>
                  <a:pt x="357738" y="41176"/>
                </a:cubicBezTo>
                <a:lnTo>
                  <a:pt x="357860" y="44822"/>
                </a:lnTo>
                <a:cubicBezTo>
                  <a:pt x="357860" y="46749"/>
                  <a:pt x="357380" y="48236"/>
                  <a:pt x="356420" y="49284"/>
                </a:cubicBezTo>
                <a:cubicBezTo>
                  <a:pt x="355459" y="50331"/>
                  <a:pt x="354202" y="50855"/>
                  <a:pt x="352649" y="50855"/>
                </a:cubicBezTo>
                <a:cubicBezTo>
                  <a:pt x="351137" y="50855"/>
                  <a:pt x="349901" y="50310"/>
                  <a:pt x="348940" y="49221"/>
                </a:cubicBezTo>
                <a:cubicBezTo>
                  <a:pt x="347980" y="48130"/>
                  <a:pt x="347500" y="46640"/>
                  <a:pt x="347500" y="44753"/>
                </a:cubicBezTo>
                <a:cubicBezTo>
                  <a:pt x="347500" y="41147"/>
                  <a:pt x="349298" y="37835"/>
                  <a:pt x="352895" y="34815"/>
                </a:cubicBezTo>
                <a:cubicBezTo>
                  <a:pt x="356491" y="31796"/>
                  <a:pt x="361539" y="30286"/>
                  <a:pt x="368037" y="30286"/>
                </a:cubicBezTo>
                <a:cubicBezTo>
                  <a:pt x="373023" y="30286"/>
                  <a:pt x="377110" y="31147"/>
                  <a:pt x="380298" y="32869"/>
                </a:cubicBezTo>
                <a:cubicBezTo>
                  <a:pt x="382709" y="34172"/>
                  <a:pt x="384487" y="36210"/>
                  <a:pt x="385631" y="38983"/>
                </a:cubicBezTo>
                <a:cubicBezTo>
                  <a:pt x="386367" y="40790"/>
                  <a:pt x="386735" y="44487"/>
                  <a:pt x="386735" y="50074"/>
                </a:cubicBezTo>
                <a:lnTo>
                  <a:pt x="386735" y="69674"/>
                </a:lnTo>
                <a:cubicBezTo>
                  <a:pt x="386735" y="75177"/>
                  <a:pt x="386837" y="78549"/>
                  <a:pt x="387041" y="79789"/>
                </a:cubicBezTo>
                <a:cubicBezTo>
                  <a:pt x="387246" y="81028"/>
                  <a:pt x="387583" y="81858"/>
                  <a:pt x="388053" y="82279"/>
                </a:cubicBezTo>
                <a:cubicBezTo>
                  <a:pt x="388523" y="82698"/>
                  <a:pt x="389064" y="82908"/>
                  <a:pt x="389677" y="82908"/>
                </a:cubicBezTo>
                <a:cubicBezTo>
                  <a:pt x="390331" y="82908"/>
                  <a:pt x="390904" y="82761"/>
                  <a:pt x="391394" y="82466"/>
                </a:cubicBezTo>
                <a:cubicBezTo>
                  <a:pt x="392252" y="81919"/>
                  <a:pt x="393907" y="80384"/>
                  <a:pt x="396360" y="77860"/>
                </a:cubicBezTo>
                <a:lnTo>
                  <a:pt x="396360" y="81394"/>
                </a:lnTo>
                <a:cubicBezTo>
                  <a:pt x="391782" y="87703"/>
                  <a:pt x="387409" y="90858"/>
                  <a:pt x="383240" y="90858"/>
                </a:cubicBezTo>
                <a:cubicBezTo>
                  <a:pt x="381238" y="90858"/>
                  <a:pt x="379644" y="90143"/>
                  <a:pt x="378459" y="88713"/>
                </a:cubicBezTo>
                <a:cubicBezTo>
                  <a:pt x="377273" y="87283"/>
                  <a:pt x="376660" y="84843"/>
                  <a:pt x="376620" y="81394"/>
                </a:cubicBezTo>
                <a:moveTo>
                  <a:pt x="376620" y="77257"/>
                </a:moveTo>
                <a:lnTo>
                  <a:pt x="376620" y="55335"/>
                </a:lnTo>
                <a:cubicBezTo>
                  <a:pt x="370448" y="57847"/>
                  <a:pt x="366463" y="59627"/>
                  <a:pt x="364665" y="60675"/>
                </a:cubicBezTo>
                <a:cubicBezTo>
                  <a:pt x="361436" y="62517"/>
                  <a:pt x="359127" y="64444"/>
                  <a:pt x="357738" y="66454"/>
                </a:cubicBezTo>
                <a:cubicBezTo>
                  <a:pt x="356348" y="68464"/>
                  <a:pt x="355653" y="70662"/>
                  <a:pt x="355653" y="73049"/>
                </a:cubicBezTo>
                <a:cubicBezTo>
                  <a:pt x="355653" y="76065"/>
                  <a:pt x="356532" y="78567"/>
                  <a:pt x="358289" y="80556"/>
                </a:cubicBezTo>
                <a:cubicBezTo>
                  <a:pt x="360047" y="82545"/>
                  <a:pt x="362070" y="83539"/>
                  <a:pt x="364359" y="83539"/>
                </a:cubicBezTo>
                <a:cubicBezTo>
                  <a:pt x="367465" y="83539"/>
                  <a:pt x="371552" y="81445"/>
                  <a:pt x="376620" y="77257"/>
                </a:cubicBezTo>
                <a:close/>
                <a:moveTo>
                  <a:pt x="437142" y="30286"/>
                </a:moveTo>
                <a:lnTo>
                  <a:pt x="437142" y="49846"/>
                </a:lnTo>
                <a:lnTo>
                  <a:pt x="435119" y="49846"/>
                </a:lnTo>
                <a:cubicBezTo>
                  <a:pt x="433566" y="43711"/>
                  <a:pt x="431573" y="39538"/>
                  <a:pt x="429142" y="37327"/>
                </a:cubicBezTo>
                <a:cubicBezTo>
                  <a:pt x="426710" y="35115"/>
                  <a:pt x="423614" y="34009"/>
                  <a:pt x="419854" y="34009"/>
                </a:cubicBezTo>
                <a:cubicBezTo>
                  <a:pt x="416993" y="34009"/>
                  <a:pt x="414684" y="34786"/>
                  <a:pt x="412926" y="36341"/>
                </a:cubicBezTo>
                <a:cubicBezTo>
                  <a:pt x="411169" y="37895"/>
                  <a:pt x="410290" y="39618"/>
                  <a:pt x="410290" y="41509"/>
                </a:cubicBezTo>
                <a:cubicBezTo>
                  <a:pt x="410290" y="43862"/>
                  <a:pt x="410944" y="45879"/>
                  <a:pt x="412252" y="47559"/>
                </a:cubicBezTo>
                <a:cubicBezTo>
                  <a:pt x="413519" y="49282"/>
                  <a:pt x="416094" y="51110"/>
                  <a:pt x="419976" y="53042"/>
                </a:cubicBezTo>
                <a:lnTo>
                  <a:pt x="428927" y="57518"/>
                </a:lnTo>
                <a:cubicBezTo>
                  <a:pt x="437224" y="61677"/>
                  <a:pt x="441372" y="67160"/>
                  <a:pt x="441372" y="73968"/>
                </a:cubicBezTo>
                <a:cubicBezTo>
                  <a:pt x="441372" y="79219"/>
                  <a:pt x="439441" y="83453"/>
                  <a:pt x="435579" y="86668"/>
                </a:cubicBezTo>
                <a:cubicBezTo>
                  <a:pt x="431716" y="89882"/>
                  <a:pt x="427394" y="91489"/>
                  <a:pt x="422613" y="91489"/>
                </a:cubicBezTo>
                <a:cubicBezTo>
                  <a:pt x="419180" y="91489"/>
                  <a:pt x="415256" y="90858"/>
                  <a:pt x="410842" y="89596"/>
                </a:cubicBezTo>
                <a:cubicBezTo>
                  <a:pt x="409493" y="89175"/>
                  <a:pt x="408390" y="88965"/>
                  <a:pt x="407532" y="88965"/>
                </a:cubicBezTo>
                <a:cubicBezTo>
                  <a:pt x="406592" y="88965"/>
                  <a:pt x="405856" y="89512"/>
                  <a:pt x="405325" y="90606"/>
                </a:cubicBezTo>
                <a:lnTo>
                  <a:pt x="403302" y="90606"/>
                </a:lnTo>
                <a:lnTo>
                  <a:pt x="403302" y="69910"/>
                </a:lnTo>
                <a:lnTo>
                  <a:pt x="405325" y="69910"/>
                </a:lnTo>
                <a:cubicBezTo>
                  <a:pt x="406469" y="75820"/>
                  <a:pt x="408656" y="80274"/>
                  <a:pt x="411884" y="83271"/>
                </a:cubicBezTo>
                <a:cubicBezTo>
                  <a:pt x="415113" y="86268"/>
                  <a:pt x="418730" y="87766"/>
                  <a:pt x="422735" y="87766"/>
                </a:cubicBezTo>
                <a:cubicBezTo>
                  <a:pt x="425555" y="87766"/>
                  <a:pt x="427854" y="86916"/>
                  <a:pt x="429632" y="85215"/>
                </a:cubicBezTo>
                <a:cubicBezTo>
                  <a:pt x="431410" y="83513"/>
                  <a:pt x="432299" y="81464"/>
                  <a:pt x="432299" y="79069"/>
                </a:cubicBezTo>
                <a:cubicBezTo>
                  <a:pt x="432299" y="76169"/>
                  <a:pt x="431308" y="73732"/>
                  <a:pt x="429325" y="71758"/>
                </a:cubicBezTo>
                <a:cubicBezTo>
                  <a:pt x="427343" y="69783"/>
                  <a:pt x="423389" y="67284"/>
                  <a:pt x="417463" y="64259"/>
                </a:cubicBezTo>
                <a:cubicBezTo>
                  <a:pt x="411537" y="61233"/>
                  <a:pt x="407654" y="58502"/>
                  <a:pt x="405815" y="56065"/>
                </a:cubicBezTo>
                <a:cubicBezTo>
                  <a:pt x="403976" y="53670"/>
                  <a:pt x="403056" y="50644"/>
                  <a:pt x="403056" y="46989"/>
                </a:cubicBezTo>
                <a:cubicBezTo>
                  <a:pt x="403056" y="42241"/>
                  <a:pt x="404640" y="38270"/>
                  <a:pt x="407808" y="35077"/>
                </a:cubicBezTo>
                <a:cubicBezTo>
                  <a:pt x="410975" y="31883"/>
                  <a:pt x="415072" y="30286"/>
                  <a:pt x="420099" y="30286"/>
                </a:cubicBezTo>
                <a:cubicBezTo>
                  <a:pt x="422306" y="30286"/>
                  <a:pt x="424983" y="30770"/>
                  <a:pt x="428130" y="31737"/>
                </a:cubicBezTo>
                <a:cubicBezTo>
                  <a:pt x="430214" y="32368"/>
                  <a:pt x="431604" y="32684"/>
                  <a:pt x="432299" y="32684"/>
                </a:cubicBezTo>
                <a:cubicBezTo>
                  <a:pt x="432953" y="32684"/>
                  <a:pt x="433463" y="32536"/>
                  <a:pt x="433831" y="32242"/>
                </a:cubicBezTo>
                <a:cubicBezTo>
                  <a:pt x="434199" y="31948"/>
                  <a:pt x="434628" y="31296"/>
                  <a:pt x="435119" y="30286"/>
                </a:cubicBezTo>
                <a:lnTo>
                  <a:pt x="437142" y="30286"/>
                </a:lnTo>
                <a:close/>
                <a:moveTo>
                  <a:pt x="459620" y="53758"/>
                </a:moveTo>
                <a:cubicBezTo>
                  <a:pt x="459579" y="62319"/>
                  <a:pt x="461602" y="69034"/>
                  <a:pt x="465689" y="73903"/>
                </a:cubicBezTo>
                <a:cubicBezTo>
                  <a:pt x="469776" y="78771"/>
                  <a:pt x="474578" y="81204"/>
                  <a:pt x="480096" y="81204"/>
                </a:cubicBezTo>
                <a:cubicBezTo>
                  <a:pt x="483774" y="81204"/>
                  <a:pt x="486972" y="80163"/>
                  <a:pt x="489690" y="78081"/>
                </a:cubicBezTo>
                <a:cubicBezTo>
                  <a:pt x="492408" y="75999"/>
                  <a:pt x="494686" y="72434"/>
                  <a:pt x="496525" y="67386"/>
                </a:cubicBezTo>
                <a:lnTo>
                  <a:pt x="498426" y="68648"/>
                </a:lnTo>
                <a:cubicBezTo>
                  <a:pt x="497568" y="74411"/>
                  <a:pt x="495074" y="79659"/>
                  <a:pt x="490947" y="84391"/>
                </a:cubicBezTo>
                <a:cubicBezTo>
                  <a:pt x="486819" y="89123"/>
                  <a:pt x="481649" y="91489"/>
                  <a:pt x="475437" y="91489"/>
                </a:cubicBezTo>
                <a:cubicBezTo>
                  <a:pt x="468693" y="91489"/>
                  <a:pt x="462920" y="88792"/>
                  <a:pt x="458118" y="83399"/>
                </a:cubicBezTo>
                <a:cubicBezTo>
                  <a:pt x="453316" y="78004"/>
                  <a:pt x="450915" y="70752"/>
                  <a:pt x="450915" y="61643"/>
                </a:cubicBezTo>
                <a:cubicBezTo>
                  <a:pt x="450915" y="51779"/>
                  <a:pt x="453377" y="44087"/>
                  <a:pt x="458302" y="38567"/>
                </a:cubicBezTo>
                <a:cubicBezTo>
                  <a:pt x="463227" y="33046"/>
                  <a:pt x="469408" y="30286"/>
                  <a:pt x="476847" y="30286"/>
                </a:cubicBezTo>
                <a:cubicBezTo>
                  <a:pt x="483140" y="30286"/>
                  <a:pt x="488311" y="32415"/>
                  <a:pt x="492357" y="36674"/>
                </a:cubicBezTo>
                <a:cubicBezTo>
                  <a:pt x="496403" y="40932"/>
                  <a:pt x="498426" y="46627"/>
                  <a:pt x="498426" y="53758"/>
                </a:cubicBezTo>
                <a:lnTo>
                  <a:pt x="459620" y="53758"/>
                </a:lnTo>
                <a:moveTo>
                  <a:pt x="459620" y="50098"/>
                </a:moveTo>
                <a:lnTo>
                  <a:pt x="485613" y="50098"/>
                </a:lnTo>
                <a:cubicBezTo>
                  <a:pt x="485409" y="46396"/>
                  <a:pt x="484980" y="43789"/>
                  <a:pt x="484326" y="42274"/>
                </a:cubicBezTo>
                <a:cubicBezTo>
                  <a:pt x="483304" y="39919"/>
                  <a:pt x="481782" y="38068"/>
                  <a:pt x="479759" y="36722"/>
                </a:cubicBezTo>
                <a:cubicBezTo>
                  <a:pt x="477735" y="35376"/>
                  <a:pt x="475620" y="34703"/>
                  <a:pt x="473413" y="34703"/>
                </a:cubicBezTo>
                <a:cubicBezTo>
                  <a:pt x="470021" y="34703"/>
                  <a:pt x="466987" y="36059"/>
                  <a:pt x="464310" y="38772"/>
                </a:cubicBezTo>
                <a:cubicBezTo>
                  <a:pt x="461633" y="41486"/>
                  <a:pt x="460070" y="45261"/>
                  <a:pt x="459620" y="50098"/>
                </a:cubicBezTo>
                <a:close/>
                <a:moveTo>
                  <a:pt x="545888" y="83223"/>
                </a:moveTo>
                <a:cubicBezTo>
                  <a:pt x="543150" y="86168"/>
                  <a:pt x="540473" y="88282"/>
                  <a:pt x="537858" y="89565"/>
                </a:cubicBezTo>
                <a:cubicBezTo>
                  <a:pt x="535242" y="90848"/>
                  <a:pt x="532422" y="91489"/>
                  <a:pt x="529397" y="91489"/>
                </a:cubicBezTo>
                <a:cubicBezTo>
                  <a:pt x="523267" y="91489"/>
                  <a:pt x="517913" y="88855"/>
                  <a:pt x="513336" y="83588"/>
                </a:cubicBezTo>
                <a:cubicBezTo>
                  <a:pt x="508758" y="78320"/>
                  <a:pt x="506470" y="71550"/>
                  <a:pt x="506470" y="63279"/>
                </a:cubicBezTo>
                <a:cubicBezTo>
                  <a:pt x="506470" y="55010"/>
                  <a:pt x="509003" y="47443"/>
                  <a:pt x="514071" y="40580"/>
                </a:cubicBezTo>
                <a:cubicBezTo>
                  <a:pt x="519139" y="33718"/>
                  <a:pt x="525658" y="30286"/>
                  <a:pt x="533627" y="30286"/>
                </a:cubicBezTo>
                <a:cubicBezTo>
                  <a:pt x="538573" y="30286"/>
                  <a:pt x="542660" y="31905"/>
                  <a:pt x="545888" y="35144"/>
                </a:cubicBezTo>
                <a:lnTo>
                  <a:pt x="545888" y="24458"/>
                </a:lnTo>
                <a:cubicBezTo>
                  <a:pt x="545888" y="17826"/>
                  <a:pt x="545735" y="13750"/>
                  <a:pt x="545429" y="12229"/>
                </a:cubicBezTo>
                <a:cubicBezTo>
                  <a:pt x="545122" y="10708"/>
                  <a:pt x="544642" y="9673"/>
                  <a:pt x="543988" y="9125"/>
                </a:cubicBezTo>
                <a:cubicBezTo>
                  <a:pt x="543334" y="8576"/>
                  <a:pt x="542517" y="8301"/>
                  <a:pt x="541536" y="8301"/>
                </a:cubicBezTo>
                <a:cubicBezTo>
                  <a:pt x="540473" y="8301"/>
                  <a:pt x="539063" y="8639"/>
                  <a:pt x="537306" y="9315"/>
                </a:cubicBezTo>
                <a:lnTo>
                  <a:pt x="536509" y="7096"/>
                </a:lnTo>
                <a:lnTo>
                  <a:pt x="553245" y="0"/>
                </a:lnTo>
                <a:lnTo>
                  <a:pt x="556004" y="0"/>
                </a:lnTo>
                <a:lnTo>
                  <a:pt x="556004" y="66819"/>
                </a:lnTo>
                <a:cubicBezTo>
                  <a:pt x="556004" y="73591"/>
                  <a:pt x="556157" y="77724"/>
                  <a:pt x="556463" y="79217"/>
                </a:cubicBezTo>
                <a:cubicBezTo>
                  <a:pt x="556770" y="80710"/>
                  <a:pt x="557260" y="81751"/>
                  <a:pt x="557935" y="82340"/>
                </a:cubicBezTo>
                <a:cubicBezTo>
                  <a:pt x="558609" y="82929"/>
                  <a:pt x="559396" y="83223"/>
                  <a:pt x="560295" y="83223"/>
                </a:cubicBezTo>
                <a:cubicBezTo>
                  <a:pt x="561398" y="83223"/>
                  <a:pt x="562870" y="82866"/>
                  <a:pt x="564709" y="82151"/>
                </a:cubicBezTo>
                <a:lnTo>
                  <a:pt x="565383" y="84359"/>
                </a:lnTo>
                <a:lnTo>
                  <a:pt x="548708" y="91489"/>
                </a:lnTo>
                <a:lnTo>
                  <a:pt x="545888" y="91489"/>
                </a:lnTo>
                <a:lnTo>
                  <a:pt x="545888" y="83223"/>
                </a:lnTo>
                <a:moveTo>
                  <a:pt x="545888" y="78821"/>
                </a:moveTo>
                <a:lnTo>
                  <a:pt x="545888" y="49114"/>
                </a:lnTo>
                <a:cubicBezTo>
                  <a:pt x="545643" y="46260"/>
                  <a:pt x="544908" y="43659"/>
                  <a:pt x="543681" y="41310"/>
                </a:cubicBezTo>
                <a:cubicBezTo>
                  <a:pt x="542455" y="38960"/>
                  <a:pt x="540831" y="37187"/>
                  <a:pt x="538808" y="35992"/>
                </a:cubicBezTo>
                <a:cubicBezTo>
                  <a:pt x="536785" y="34796"/>
                  <a:pt x="534813" y="34198"/>
                  <a:pt x="532892" y="34198"/>
                </a:cubicBezTo>
                <a:cubicBezTo>
                  <a:pt x="529295" y="34198"/>
                  <a:pt x="526087" y="35856"/>
                  <a:pt x="523267" y="39171"/>
                </a:cubicBezTo>
                <a:cubicBezTo>
                  <a:pt x="519548" y="43534"/>
                  <a:pt x="517688" y="49911"/>
                  <a:pt x="517688" y="58303"/>
                </a:cubicBezTo>
                <a:cubicBezTo>
                  <a:pt x="517688" y="66778"/>
                  <a:pt x="519487" y="73272"/>
                  <a:pt x="523083" y="77783"/>
                </a:cubicBezTo>
                <a:cubicBezTo>
                  <a:pt x="526680" y="82293"/>
                  <a:pt x="530685" y="84548"/>
                  <a:pt x="535099" y="84548"/>
                </a:cubicBezTo>
                <a:cubicBezTo>
                  <a:pt x="538818" y="84548"/>
                  <a:pt x="542414" y="82639"/>
                  <a:pt x="545888" y="78821"/>
                </a:cubicBezTo>
                <a:close/>
                <a:moveTo>
                  <a:pt x="622154" y="8833"/>
                </a:moveTo>
                <a:lnTo>
                  <a:pt x="622154" y="42400"/>
                </a:lnTo>
                <a:lnTo>
                  <a:pt x="637297" y="42400"/>
                </a:lnTo>
                <a:cubicBezTo>
                  <a:pt x="640771" y="42400"/>
                  <a:pt x="643315" y="41612"/>
                  <a:pt x="644929" y="40034"/>
                </a:cubicBezTo>
                <a:cubicBezTo>
                  <a:pt x="646543" y="38457"/>
                  <a:pt x="647616" y="35334"/>
                  <a:pt x="648148" y="30665"/>
                </a:cubicBezTo>
                <a:lnTo>
                  <a:pt x="650416" y="30665"/>
                </a:lnTo>
                <a:lnTo>
                  <a:pt x="650416" y="59689"/>
                </a:lnTo>
                <a:lnTo>
                  <a:pt x="648148" y="59689"/>
                </a:lnTo>
                <a:cubicBezTo>
                  <a:pt x="648107" y="56349"/>
                  <a:pt x="647688" y="53896"/>
                  <a:pt x="646891" y="52332"/>
                </a:cubicBezTo>
                <a:cubicBezTo>
                  <a:pt x="646094" y="50767"/>
                  <a:pt x="644990" y="49593"/>
                  <a:pt x="643580" y="48811"/>
                </a:cubicBezTo>
                <a:cubicBezTo>
                  <a:pt x="642170" y="48028"/>
                  <a:pt x="640076" y="47637"/>
                  <a:pt x="637297" y="47637"/>
                </a:cubicBezTo>
                <a:lnTo>
                  <a:pt x="622154" y="47637"/>
                </a:lnTo>
                <a:lnTo>
                  <a:pt x="622154" y="74560"/>
                </a:lnTo>
                <a:cubicBezTo>
                  <a:pt x="622154" y="78899"/>
                  <a:pt x="622420" y="81764"/>
                  <a:pt x="622951" y="83154"/>
                </a:cubicBezTo>
                <a:cubicBezTo>
                  <a:pt x="623360" y="84207"/>
                  <a:pt x="624218" y="85113"/>
                  <a:pt x="625526" y="85871"/>
                </a:cubicBezTo>
                <a:cubicBezTo>
                  <a:pt x="627324" y="86882"/>
                  <a:pt x="629204" y="87388"/>
                  <a:pt x="631166" y="87388"/>
                </a:cubicBezTo>
                <a:lnTo>
                  <a:pt x="634170" y="87388"/>
                </a:lnTo>
                <a:lnTo>
                  <a:pt x="634170" y="89722"/>
                </a:lnTo>
                <a:lnTo>
                  <a:pt x="598491" y="89722"/>
                </a:lnTo>
                <a:lnTo>
                  <a:pt x="598491" y="87388"/>
                </a:lnTo>
                <a:lnTo>
                  <a:pt x="601433" y="87388"/>
                </a:lnTo>
                <a:cubicBezTo>
                  <a:pt x="604866" y="87388"/>
                  <a:pt x="607360" y="86357"/>
                  <a:pt x="608913" y="84296"/>
                </a:cubicBezTo>
                <a:cubicBezTo>
                  <a:pt x="609893" y="82950"/>
                  <a:pt x="610384" y="79711"/>
                  <a:pt x="610384" y="74579"/>
                </a:cubicBezTo>
                <a:lnTo>
                  <a:pt x="610384" y="19307"/>
                </a:lnTo>
                <a:cubicBezTo>
                  <a:pt x="610384" y="14975"/>
                  <a:pt x="610118" y="12114"/>
                  <a:pt x="609587" y="10726"/>
                </a:cubicBezTo>
                <a:cubicBezTo>
                  <a:pt x="609178" y="9675"/>
                  <a:pt x="608340" y="8770"/>
                  <a:pt x="607073" y="8013"/>
                </a:cubicBezTo>
                <a:cubicBezTo>
                  <a:pt x="605316" y="7004"/>
                  <a:pt x="603436" y="6499"/>
                  <a:pt x="601433" y="6499"/>
                </a:cubicBezTo>
                <a:lnTo>
                  <a:pt x="598491" y="6499"/>
                </a:lnTo>
                <a:lnTo>
                  <a:pt x="598491" y="4164"/>
                </a:lnTo>
                <a:lnTo>
                  <a:pt x="660347" y="4164"/>
                </a:lnTo>
                <a:lnTo>
                  <a:pt x="661144" y="22967"/>
                </a:lnTo>
                <a:lnTo>
                  <a:pt x="658998" y="22967"/>
                </a:lnTo>
                <a:cubicBezTo>
                  <a:pt x="657936" y="18971"/>
                  <a:pt x="656700" y="16037"/>
                  <a:pt x="655290" y="14165"/>
                </a:cubicBezTo>
                <a:cubicBezTo>
                  <a:pt x="653880" y="12293"/>
                  <a:pt x="652143" y="10937"/>
                  <a:pt x="650079" y="10095"/>
                </a:cubicBezTo>
                <a:cubicBezTo>
                  <a:pt x="648015" y="9254"/>
                  <a:pt x="644817" y="8833"/>
                  <a:pt x="640484" y="8833"/>
                </a:cubicBezTo>
                <a:lnTo>
                  <a:pt x="622154" y="8833"/>
                </a:lnTo>
                <a:close/>
                <a:moveTo>
                  <a:pt x="679338" y="53758"/>
                </a:moveTo>
                <a:cubicBezTo>
                  <a:pt x="679297" y="62319"/>
                  <a:pt x="681320" y="69034"/>
                  <a:pt x="685407" y="73903"/>
                </a:cubicBezTo>
                <a:cubicBezTo>
                  <a:pt x="689494" y="78771"/>
                  <a:pt x="694297" y="81204"/>
                  <a:pt x="699814" y="81204"/>
                </a:cubicBezTo>
                <a:cubicBezTo>
                  <a:pt x="703492" y="81204"/>
                  <a:pt x="706690" y="80163"/>
                  <a:pt x="709408" y="78081"/>
                </a:cubicBezTo>
                <a:cubicBezTo>
                  <a:pt x="712126" y="75999"/>
                  <a:pt x="714405" y="72434"/>
                  <a:pt x="716244" y="67386"/>
                </a:cubicBezTo>
                <a:lnTo>
                  <a:pt x="718144" y="68648"/>
                </a:lnTo>
                <a:cubicBezTo>
                  <a:pt x="717286" y="74411"/>
                  <a:pt x="714793" y="79659"/>
                  <a:pt x="710665" y="84391"/>
                </a:cubicBezTo>
                <a:cubicBezTo>
                  <a:pt x="706537" y="89123"/>
                  <a:pt x="701367" y="91489"/>
                  <a:pt x="695155" y="91489"/>
                </a:cubicBezTo>
                <a:cubicBezTo>
                  <a:pt x="688411" y="91489"/>
                  <a:pt x="682638" y="88792"/>
                  <a:pt x="677836" y="83399"/>
                </a:cubicBezTo>
                <a:cubicBezTo>
                  <a:pt x="673034" y="78004"/>
                  <a:pt x="670633" y="70752"/>
                  <a:pt x="670633" y="61643"/>
                </a:cubicBezTo>
                <a:cubicBezTo>
                  <a:pt x="670633" y="51779"/>
                  <a:pt x="673095" y="44087"/>
                  <a:pt x="678020" y="38567"/>
                </a:cubicBezTo>
                <a:cubicBezTo>
                  <a:pt x="682945" y="33046"/>
                  <a:pt x="689127" y="30286"/>
                  <a:pt x="696565" y="30286"/>
                </a:cubicBezTo>
                <a:cubicBezTo>
                  <a:pt x="702859" y="30286"/>
                  <a:pt x="708029" y="32415"/>
                  <a:pt x="712075" y="36674"/>
                </a:cubicBezTo>
                <a:cubicBezTo>
                  <a:pt x="716121" y="40932"/>
                  <a:pt x="718144" y="46627"/>
                  <a:pt x="718144" y="53758"/>
                </a:cubicBezTo>
                <a:lnTo>
                  <a:pt x="679338" y="53758"/>
                </a:lnTo>
                <a:moveTo>
                  <a:pt x="679338" y="50098"/>
                </a:moveTo>
                <a:lnTo>
                  <a:pt x="705331" y="50098"/>
                </a:lnTo>
                <a:cubicBezTo>
                  <a:pt x="705127" y="46396"/>
                  <a:pt x="704698" y="43789"/>
                  <a:pt x="704044" y="42274"/>
                </a:cubicBezTo>
                <a:cubicBezTo>
                  <a:pt x="703022" y="39919"/>
                  <a:pt x="701500" y="38068"/>
                  <a:pt x="699477" y="36722"/>
                </a:cubicBezTo>
                <a:cubicBezTo>
                  <a:pt x="697454" y="35376"/>
                  <a:pt x="695339" y="34703"/>
                  <a:pt x="693132" y="34703"/>
                </a:cubicBezTo>
                <a:cubicBezTo>
                  <a:pt x="689740" y="34703"/>
                  <a:pt x="686705" y="36059"/>
                  <a:pt x="684028" y="38772"/>
                </a:cubicBezTo>
                <a:cubicBezTo>
                  <a:pt x="681351" y="41486"/>
                  <a:pt x="679788" y="45261"/>
                  <a:pt x="679338" y="50098"/>
                </a:cubicBezTo>
                <a:close/>
                <a:moveTo>
                  <a:pt x="757760" y="81394"/>
                </a:moveTo>
                <a:cubicBezTo>
                  <a:pt x="751998" y="85979"/>
                  <a:pt x="748381" y="88629"/>
                  <a:pt x="746909" y="89344"/>
                </a:cubicBezTo>
                <a:cubicBezTo>
                  <a:pt x="744702" y="90437"/>
                  <a:pt x="742352" y="90984"/>
                  <a:pt x="739859" y="90984"/>
                </a:cubicBezTo>
                <a:cubicBezTo>
                  <a:pt x="735977" y="90984"/>
                  <a:pt x="732779" y="89617"/>
                  <a:pt x="730265" y="86883"/>
                </a:cubicBezTo>
                <a:cubicBezTo>
                  <a:pt x="727752" y="84149"/>
                  <a:pt x="726495" y="80552"/>
                  <a:pt x="726495" y="76094"/>
                </a:cubicBezTo>
                <a:cubicBezTo>
                  <a:pt x="726495" y="73275"/>
                  <a:pt x="727108" y="70836"/>
                  <a:pt x="728334" y="68774"/>
                </a:cubicBezTo>
                <a:cubicBezTo>
                  <a:pt x="730010" y="65914"/>
                  <a:pt x="732922" y="63222"/>
                  <a:pt x="737070" y="60698"/>
                </a:cubicBezTo>
                <a:cubicBezTo>
                  <a:pt x="741218" y="58174"/>
                  <a:pt x="748115" y="55104"/>
                  <a:pt x="757760" y="51486"/>
                </a:cubicBezTo>
                <a:lnTo>
                  <a:pt x="757760" y="49215"/>
                </a:lnTo>
                <a:cubicBezTo>
                  <a:pt x="757760" y="43452"/>
                  <a:pt x="756871" y="39498"/>
                  <a:pt x="755094" y="37353"/>
                </a:cubicBezTo>
                <a:cubicBezTo>
                  <a:pt x="753316" y="35207"/>
                  <a:pt x="750731" y="34135"/>
                  <a:pt x="747339" y="34135"/>
                </a:cubicBezTo>
                <a:cubicBezTo>
                  <a:pt x="744764" y="34135"/>
                  <a:pt x="742720" y="34847"/>
                  <a:pt x="741208" y="36272"/>
                </a:cubicBezTo>
                <a:cubicBezTo>
                  <a:pt x="739655" y="37697"/>
                  <a:pt x="738878" y="39332"/>
                  <a:pt x="738878" y="41176"/>
                </a:cubicBezTo>
                <a:lnTo>
                  <a:pt x="739001" y="44822"/>
                </a:lnTo>
                <a:cubicBezTo>
                  <a:pt x="739001" y="46749"/>
                  <a:pt x="738521" y="48236"/>
                  <a:pt x="737560" y="49284"/>
                </a:cubicBezTo>
                <a:cubicBezTo>
                  <a:pt x="736600" y="50331"/>
                  <a:pt x="735343" y="50855"/>
                  <a:pt x="733790" y="50855"/>
                </a:cubicBezTo>
                <a:cubicBezTo>
                  <a:pt x="732278" y="50855"/>
                  <a:pt x="731042" y="50310"/>
                  <a:pt x="730081" y="49221"/>
                </a:cubicBezTo>
                <a:cubicBezTo>
                  <a:pt x="729121" y="48130"/>
                  <a:pt x="728641" y="46640"/>
                  <a:pt x="728641" y="44753"/>
                </a:cubicBezTo>
                <a:cubicBezTo>
                  <a:pt x="728641" y="41147"/>
                  <a:pt x="730439" y="37835"/>
                  <a:pt x="734035" y="34815"/>
                </a:cubicBezTo>
                <a:cubicBezTo>
                  <a:pt x="737632" y="31796"/>
                  <a:pt x="742679" y="30286"/>
                  <a:pt x="749178" y="30286"/>
                </a:cubicBezTo>
                <a:cubicBezTo>
                  <a:pt x="754164" y="30286"/>
                  <a:pt x="758251" y="31147"/>
                  <a:pt x="761439" y="32869"/>
                </a:cubicBezTo>
                <a:cubicBezTo>
                  <a:pt x="763850" y="34172"/>
                  <a:pt x="765628" y="36210"/>
                  <a:pt x="766772" y="38983"/>
                </a:cubicBezTo>
                <a:cubicBezTo>
                  <a:pt x="767508" y="40790"/>
                  <a:pt x="767876" y="44487"/>
                  <a:pt x="767876" y="50074"/>
                </a:cubicBezTo>
                <a:lnTo>
                  <a:pt x="767876" y="69674"/>
                </a:lnTo>
                <a:cubicBezTo>
                  <a:pt x="767876" y="75177"/>
                  <a:pt x="767978" y="78549"/>
                  <a:pt x="768182" y="79789"/>
                </a:cubicBezTo>
                <a:cubicBezTo>
                  <a:pt x="768386" y="81028"/>
                  <a:pt x="768724" y="81858"/>
                  <a:pt x="769194" y="82279"/>
                </a:cubicBezTo>
                <a:cubicBezTo>
                  <a:pt x="769664" y="82698"/>
                  <a:pt x="770205" y="82908"/>
                  <a:pt x="770818" y="82908"/>
                </a:cubicBezTo>
                <a:cubicBezTo>
                  <a:pt x="771472" y="82908"/>
                  <a:pt x="772044" y="82761"/>
                  <a:pt x="772535" y="82466"/>
                </a:cubicBezTo>
                <a:cubicBezTo>
                  <a:pt x="773393" y="81919"/>
                  <a:pt x="775048" y="80384"/>
                  <a:pt x="777500" y="77860"/>
                </a:cubicBezTo>
                <a:lnTo>
                  <a:pt x="777500" y="81394"/>
                </a:lnTo>
                <a:cubicBezTo>
                  <a:pt x="772923" y="87703"/>
                  <a:pt x="768550" y="90858"/>
                  <a:pt x="764381" y="90858"/>
                </a:cubicBezTo>
                <a:cubicBezTo>
                  <a:pt x="762379" y="90858"/>
                  <a:pt x="760785" y="90143"/>
                  <a:pt x="759599" y="88713"/>
                </a:cubicBezTo>
                <a:cubicBezTo>
                  <a:pt x="758414" y="87283"/>
                  <a:pt x="757801" y="84843"/>
                  <a:pt x="757760" y="81394"/>
                </a:cubicBezTo>
                <a:moveTo>
                  <a:pt x="757760" y="77257"/>
                </a:moveTo>
                <a:lnTo>
                  <a:pt x="757760" y="55335"/>
                </a:lnTo>
                <a:cubicBezTo>
                  <a:pt x="751589" y="57847"/>
                  <a:pt x="747604" y="59627"/>
                  <a:pt x="745806" y="60675"/>
                </a:cubicBezTo>
                <a:cubicBezTo>
                  <a:pt x="742577" y="62517"/>
                  <a:pt x="740268" y="64444"/>
                  <a:pt x="738878" y="66454"/>
                </a:cubicBezTo>
                <a:cubicBezTo>
                  <a:pt x="737489" y="68464"/>
                  <a:pt x="736794" y="70662"/>
                  <a:pt x="736794" y="73049"/>
                </a:cubicBezTo>
                <a:cubicBezTo>
                  <a:pt x="736794" y="76065"/>
                  <a:pt x="737673" y="78567"/>
                  <a:pt x="739430" y="80556"/>
                </a:cubicBezTo>
                <a:cubicBezTo>
                  <a:pt x="741188" y="82545"/>
                  <a:pt x="743211" y="83539"/>
                  <a:pt x="745499" y="83539"/>
                </a:cubicBezTo>
                <a:cubicBezTo>
                  <a:pt x="748605" y="83539"/>
                  <a:pt x="752692" y="81445"/>
                  <a:pt x="757760" y="77257"/>
                </a:cubicBezTo>
                <a:close/>
                <a:moveTo>
                  <a:pt x="798296" y="12872"/>
                </a:moveTo>
                <a:lnTo>
                  <a:pt x="798296" y="31927"/>
                </a:lnTo>
                <a:lnTo>
                  <a:pt x="811416" y="31927"/>
                </a:lnTo>
                <a:lnTo>
                  <a:pt x="811416" y="36343"/>
                </a:lnTo>
                <a:lnTo>
                  <a:pt x="798296" y="36343"/>
                </a:lnTo>
                <a:lnTo>
                  <a:pt x="798296" y="73771"/>
                </a:lnTo>
                <a:cubicBezTo>
                  <a:pt x="798296" y="77511"/>
                  <a:pt x="798817" y="80032"/>
                  <a:pt x="799860" y="81335"/>
                </a:cubicBezTo>
                <a:cubicBezTo>
                  <a:pt x="800902" y="82636"/>
                  <a:pt x="802240" y="83287"/>
                  <a:pt x="803875" y="83287"/>
                </a:cubicBezTo>
                <a:cubicBezTo>
                  <a:pt x="805224" y="83287"/>
                  <a:pt x="806532" y="82855"/>
                  <a:pt x="807799" y="81993"/>
                </a:cubicBezTo>
                <a:cubicBezTo>
                  <a:pt x="809066" y="81131"/>
                  <a:pt x="810046" y="79858"/>
                  <a:pt x="810741" y="78176"/>
                </a:cubicBezTo>
                <a:lnTo>
                  <a:pt x="813132" y="78176"/>
                </a:lnTo>
                <a:cubicBezTo>
                  <a:pt x="811702" y="82310"/>
                  <a:pt x="809679" y="85436"/>
                  <a:pt x="807063" y="87555"/>
                </a:cubicBezTo>
                <a:cubicBezTo>
                  <a:pt x="804447" y="89673"/>
                  <a:pt x="801750" y="90732"/>
                  <a:pt x="798971" y="90732"/>
                </a:cubicBezTo>
                <a:cubicBezTo>
                  <a:pt x="797091" y="90732"/>
                  <a:pt x="795252" y="90195"/>
                  <a:pt x="793453" y="89121"/>
                </a:cubicBezTo>
                <a:cubicBezTo>
                  <a:pt x="791655" y="88047"/>
                  <a:pt x="790327" y="86510"/>
                  <a:pt x="789469" y="84511"/>
                </a:cubicBezTo>
                <a:cubicBezTo>
                  <a:pt x="788610" y="82510"/>
                  <a:pt x="788181" y="79425"/>
                  <a:pt x="788181" y="75256"/>
                </a:cubicBezTo>
                <a:lnTo>
                  <a:pt x="788181" y="36343"/>
                </a:lnTo>
                <a:lnTo>
                  <a:pt x="779292" y="36343"/>
                </a:lnTo>
                <a:lnTo>
                  <a:pt x="779292" y="34261"/>
                </a:lnTo>
                <a:cubicBezTo>
                  <a:pt x="781540" y="33333"/>
                  <a:pt x="783839" y="31762"/>
                  <a:pt x="786189" y="29547"/>
                </a:cubicBezTo>
                <a:cubicBezTo>
                  <a:pt x="788539" y="27332"/>
                  <a:pt x="790633" y="24705"/>
                  <a:pt x="792472" y="21668"/>
                </a:cubicBezTo>
                <a:cubicBezTo>
                  <a:pt x="793412" y="20065"/>
                  <a:pt x="794720" y="17133"/>
                  <a:pt x="796396" y="12872"/>
                </a:cubicBezTo>
                <a:lnTo>
                  <a:pt x="798296" y="12872"/>
                </a:lnTo>
                <a:close/>
                <a:moveTo>
                  <a:pt x="867087" y="31927"/>
                </a:moveTo>
                <a:lnTo>
                  <a:pt x="867087" y="66945"/>
                </a:lnTo>
                <a:cubicBezTo>
                  <a:pt x="867087" y="73633"/>
                  <a:pt x="867241" y="77724"/>
                  <a:pt x="867547" y="79217"/>
                </a:cubicBezTo>
                <a:cubicBezTo>
                  <a:pt x="867854" y="80710"/>
                  <a:pt x="868344" y="81751"/>
                  <a:pt x="869019" y="82340"/>
                </a:cubicBezTo>
                <a:cubicBezTo>
                  <a:pt x="869693" y="82929"/>
                  <a:pt x="870480" y="83223"/>
                  <a:pt x="871379" y="83223"/>
                </a:cubicBezTo>
                <a:cubicBezTo>
                  <a:pt x="872646" y="83223"/>
                  <a:pt x="874076" y="82866"/>
                  <a:pt x="875670" y="82151"/>
                </a:cubicBezTo>
                <a:lnTo>
                  <a:pt x="876528" y="84359"/>
                </a:lnTo>
                <a:lnTo>
                  <a:pt x="859731" y="91489"/>
                </a:lnTo>
                <a:lnTo>
                  <a:pt x="856972" y="91489"/>
                </a:lnTo>
                <a:lnTo>
                  <a:pt x="856972" y="79248"/>
                </a:lnTo>
                <a:cubicBezTo>
                  <a:pt x="852150" y="84633"/>
                  <a:pt x="848471" y="88019"/>
                  <a:pt x="845937" y="89407"/>
                </a:cubicBezTo>
                <a:cubicBezTo>
                  <a:pt x="843403" y="90795"/>
                  <a:pt x="840726" y="91489"/>
                  <a:pt x="837906" y="91489"/>
                </a:cubicBezTo>
                <a:cubicBezTo>
                  <a:pt x="834759" y="91489"/>
                  <a:pt x="832031" y="90553"/>
                  <a:pt x="829722" y="88681"/>
                </a:cubicBezTo>
                <a:cubicBezTo>
                  <a:pt x="827413" y="86809"/>
                  <a:pt x="825809" y="84401"/>
                  <a:pt x="824910" y="81457"/>
                </a:cubicBezTo>
                <a:cubicBezTo>
                  <a:pt x="824011" y="78512"/>
                  <a:pt x="823561" y="74348"/>
                  <a:pt x="823561" y="68964"/>
                </a:cubicBezTo>
                <a:lnTo>
                  <a:pt x="823561" y="43158"/>
                </a:lnTo>
                <a:cubicBezTo>
                  <a:pt x="823561" y="40423"/>
                  <a:pt x="823275" y="38531"/>
                  <a:pt x="822703" y="37479"/>
                </a:cubicBezTo>
                <a:cubicBezTo>
                  <a:pt x="822131" y="36427"/>
                  <a:pt x="821283" y="35618"/>
                  <a:pt x="820159" y="35050"/>
                </a:cubicBezTo>
                <a:cubicBezTo>
                  <a:pt x="819035" y="34482"/>
                  <a:pt x="817002" y="34219"/>
                  <a:pt x="814059" y="34261"/>
                </a:cubicBezTo>
                <a:lnTo>
                  <a:pt x="814059" y="31927"/>
                </a:lnTo>
                <a:lnTo>
                  <a:pt x="833738" y="31927"/>
                </a:lnTo>
                <a:lnTo>
                  <a:pt x="833738" y="70510"/>
                </a:lnTo>
                <a:cubicBezTo>
                  <a:pt x="833738" y="75881"/>
                  <a:pt x="834647" y="79405"/>
                  <a:pt x="836466" y="81084"/>
                </a:cubicBezTo>
                <a:cubicBezTo>
                  <a:pt x="838284" y="82763"/>
                  <a:pt x="840481" y="83602"/>
                  <a:pt x="843056" y="83602"/>
                </a:cubicBezTo>
                <a:cubicBezTo>
                  <a:pt x="844813" y="83602"/>
                  <a:pt x="846806" y="83035"/>
                  <a:pt x="849033" y="81902"/>
                </a:cubicBezTo>
                <a:cubicBezTo>
                  <a:pt x="851261" y="80769"/>
                  <a:pt x="853907" y="78609"/>
                  <a:pt x="856972" y="75421"/>
                </a:cubicBezTo>
                <a:lnTo>
                  <a:pt x="856972" y="42757"/>
                </a:lnTo>
                <a:cubicBezTo>
                  <a:pt x="856972" y="39484"/>
                  <a:pt x="856390" y="37271"/>
                  <a:pt x="855225" y="36118"/>
                </a:cubicBezTo>
                <a:cubicBezTo>
                  <a:pt x="854060" y="34964"/>
                  <a:pt x="851639" y="34345"/>
                  <a:pt x="847960" y="34261"/>
                </a:cubicBezTo>
                <a:lnTo>
                  <a:pt x="847960" y="31927"/>
                </a:lnTo>
                <a:lnTo>
                  <a:pt x="867087" y="31927"/>
                </a:lnTo>
                <a:close/>
                <a:moveTo>
                  <a:pt x="897066" y="30286"/>
                </a:moveTo>
                <a:lnTo>
                  <a:pt x="897066" y="43284"/>
                </a:lnTo>
                <a:cubicBezTo>
                  <a:pt x="901766" y="34619"/>
                  <a:pt x="906588" y="30286"/>
                  <a:pt x="911534" y="30286"/>
                </a:cubicBezTo>
                <a:cubicBezTo>
                  <a:pt x="913781" y="30286"/>
                  <a:pt x="915641" y="30991"/>
                  <a:pt x="917112" y="32400"/>
                </a:cubicBezTo>
                <a:cubicBezTo>
                  <a:pt x="918584" y="33809"/>
                  <a:pt x="919319" y="35439"/>
                  <a:pt x="919319" y="37290"/>
                </a:cubicBezTo>
                <a:cubicBezTo>
                  <a:pt x="919319" y="38930"/>
                  <a:pt x="918788" y="40318"/>
                  <a:pt x="917725" y="41454"/>
                </a:cubicBezTo>
                <a:cubicBezTo>
                  <a:pt x="916663" y="42590"/>
                  <a:pt x="915396" y="43158"/>
                  <a:pt x="913924" y="43158"/>
                </a:cubicBezTo>
                <a:cubicBezTo>
                  <a:pt x="912494" y="43158"/>
                  <a:pt x="910890" y="42432"/>
                  <a:pt x="909112" y="40981"/>
                </a:cubicBezTo>
                <a:cubicBezTo>
                  <a:pt x="907334" y="39530"/>
                  <a:pt x="906016" y="38804"/>
                  <a:pt x="905158" y="38804"/>
                </a:cubicBezTo>
                <a:cubicBezTo>
                  <a:pt x="904422" y="38804"/>
                  <a:pt x="903625" y="39223"/>
                  <a:pt x="902767" y="40062"/>
                </a:cubicBezTo>
                <a:cubicBezTo>
                  <a:pt x="900928" y="41783"/>
                  <a:pt x="899027" y="44615"/>
                  <a:pt x="897066" y="48558"/>
                </a:cubicBezTo>
                <a:lnTo>
                  <a:pt x="897066" y="76186"/>
                </a:lnTo>
                <a:cubicBezTo>
                  <a:pt x="897066" y="79374"/>
                  <a:pt x="897454" y="81786"/>
                  <a:pt x="898230" y="83423"/>
                </a:cubicBezTo>
                <a:cubicBezTo>
                  <a:pt x="898762" y="84556"/>
                  <a:pt x="899702" y="85500"/>
                  <a:pt x="901050" y="86256"/>
                </a:cubicBezTo>
                <a:cubicBezTo>
                  <a:pt x="902399" y="87011"/>
                  <a:pt x="904340" y="87388"/>
                  <a:pt x="906874" y="87388"/>
                </a:cubicBezTo>
                <a:lnTo>
                  <a:pt x="906874" y="89722"/>
                </a:lnTo>
                <a:lnTo>
                  <a:pt x="878122" y="89722"/>
                </a:lnTo>
                <a:lnTo>
                  <a:pt x="878122" y="87388"/>
                </a:lnTo>
                <a:cubicBezTo>
                  <a:pt x="880983" y="87388"/>
                  <a:pt x="883109" y="86926"/>
                  <a:pt x="884498" y="86004"/>
                </a:cubicBezTo>
                <a:cubicBezTo>
                  <a:pt x="885520" y="85332"/>
                  <a:pt x="886235" y="84261"/>
                  <a:pt x="886644" y="82792"/>
                </a:cubicBezTo>
                <a:cubicBezTo>
                  <a:pt x="886848" y="82078"/>
                  <a:pt x="886950" y="80042"/>
                  <a:pt x="886950" y="76685"/>
                </a:cubicBezTo>
                <a:lnTo>
                  <a:pt x="886950" y="54335"/>
                </a:lnTo>
                <a:cubicBezTo>
                  <a:pt x="886950" y="47620"/>
                  <a:pt x="886818" y="43622"/>
                  <a:pt x="886552" y="42343"/>
                </a:cubicBezTo>
                <a:cubicBezTo>
                  <a:pt x="886286" y="41063"/>
                  <a:pt x="885796" y="40129"/>
                  <a:pt x="885081" y="39541"/>
                </a:cubicBezTo>
                <a:cubicBezTo>
                  <a:pt x="884365" y="38954"/>
                  <a:pt x="883476" y="38660"/>
                  <a:pt x="882414" y="38660"/>
                </a:cubicBezTo>
                <a:cubicBezTo>
                  <a:pt x="881147" y="38660"/>
                  <a:pt x="879716" y="38975"/>
                  <a:pt x="878122" y="39604"/>
                </a:cubicBezTo>
                <a:lnTo>
                  <a:pt x="877509" y="37337"/>
                </a:lnTo>
                <a:lnTo>
                  <a:pt x="894491" y="30286"/>
                </a:lnTo>
                <a:lnTo>
                  <a:pt x="897066" y="30286"/>
                </a:lnTo>
                <a:close/>
                <a:moveTo>
                  <a:pt x="932676" y="53758"/>
                </a:moveTo>
                <a:cubicBezTo>
                  <a:pt x="932635" y="62319"/>
                  <a:pt x="934658" y="69034"/>
                  <a:pt x="938745" y="73903"/>
                </a:cubicBezTo>
                <a:cubicBezTo>
                  <a:pt x="942832" y="78771"/>
                  <a:pt x="947635" y="81204"/>
                  <a:pt x="953152" y="81204"/>
                </a:cubicBezTo>
                <a:cubicBezTo>
                  <a:pt x="956830" y="81204"/>
                  <a:pt x="960028" y="80163"/>
                  <a:pt x="962746" y="78081"/>
                </a:cubicBezTo>
                <a:cubicBezTo>
                  <a:pt x="965464" y="75999"/>
                  <a:pt x="967742" y="72434"/>
                  <a:pt x="969582" y="67386"/>
                </a:cubicBezTo>
                <a:lnTo>
                  <a:pt x="971482" y="68648"/>
                </a:lnTo>
                <a:cubicBezTo>
                  <a:pt x="970624" y="74411"/>
                  <a:pt x="968131" y="79659"/>
                  <a:pt x="964003" y="84391"/>
                </a:cubicBezTo>
                <a:cubicBezTo>
                  <a:pt x="959875" y="89123"/>
                  <a:pt x="954705" y="91489"/>
                  <a:pt x="948493" y="91489"/>
                </a:cubicBezTo>
                <a:cubicBezTo>
                  <a:pt x="941749" y="91489"/>
                  <a:pt x="935976" y="88792"/>
                  <a:pt x="931174" y="83399"/>
                </a:cubicBezTo>
                <a:cubicBezTo>
                  <a:pt x="926372" y="78004"/>
                  <a:pt x="923971" y="70752"/>
                  <a:pt x="923971" y="61643"/>
                </a:cubicBezTo>
                <a:cubicBezTo>
                  <a:pt x="923971" y="51779"/>
                  <a:pt x="926433" y="44087"/>
                  <a:pt x="931358" y="38567"/>
                </a:cubicBezTo>
                <a:cubicBezTo>
                  <a:pt x="936283" y="33046"/>
                  <a:pt x="942465" y="30286"/>
                  <a:pt x="949903" y="30286"/>
                </a:cubicBezTo>
                <a:cubicBezTo>
                  <a:pt x="956197" y="30286"/>
                  <a:pt x="961367" y="32415"/>
                  <a:pt x="965413" y="36674"/>
                </a:cubicBezTo>
                <a:cubicBezTo>
                  <a:pt x="969459" y="40932"/>
                  <a:pt x="971482" y="46627"/>
                  <a:pt x="971482" y="53758"/>
                </a:cubicBezTo>
                <a:lnTo>
                  <a:pt x="932676" y="53758"/>
                </a:lnTo>
                <a:moveTo>
                  <a:pt x="932676" y="50098"/>
                </a:moveTo>
                <a:lnTo>
                  <a:pt x="958669" y="50098"/>
                </a:lnTo>
                <a:cubicBezTo>
                  <a:pt x="958465" y="46396"/>
                  <a:pt x="958036" y="43789"/>
                  <a:pt x="957382" y="42274"/>
                </a:cubicBezTo>
                <a:cubicBezTo>
                  <a:pt x="956360" y="39919"/>
                  <a:pt x="954838" y="38068"/>
                  <a:pt x="952815" y="36722"/>
                </a:cubicBezTo>
                <a:cubicBezTo>
                  <a:pt x="950792" y="35376"/>
                  <a:pt x="948677" y="34703"/>
                  <a:pt x="946470" y="34703"/>
                </a:cubicBezTo>
                <a:cubicBezTo>
                  <a:pt x="943078" y="34703"/>
                  <a:pt x="940043" y="36059"/>
                  <a:pt x="937366" y="38772"/>
                </a:cubicBezTo>
                <a:cubicBezTo>
                  <a:pt x="934689" y="41486"/>
                  <a:pt x="933126" y="45261"/>
                  <a:pt x="932676" y="50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e1bae692b44b6"/>
          <a:stretch xmlns:a="http://schemas.openxmlformats.org/drawingml/2006/main"/>
        </p:blipFill>
        <p:spPr>
          <a:xfrm xmlns:a="http://schemas.openxmlformats.org/drawingml/2006/main">
            <a:off x="9760331" y="2342206"/>
            <a:ext cx="2717887" cy="110760"/>
          </a:xfrm>
          <a:prstGeom xmlns:a="http://schemas.openxmlformats.org/drawingml/2006/main" prst="rect">
            <a:avLst/>
          </a:prstGeom>
        </p:spPr>
      </p:pic>
      <p:sp>
        <p:nvSpPr>
          <p:cNvPr id="256" name="Text SemanticFeature">
            <a:extLst xmlns:a="http://schemas.openxmlformats.org/drawingml/2006/main">
              <a:ext uri="{FF2B5EF4-FFF2-40B4-BE49-F238E27FC236}">
                <a16:creationId xmlns:a16="http://schemas.microsoft.com/office/drawing/2014/main" id="{50C88D94-0082-41AB-8515-5D08E2B5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8158" y="2354384"/>
            <a:ext cx="869373" cy="91615"/>
          </a:xfrm>
          <a:custGeom xmlns:a="http://schemas.openxmlformats.org/drawingml/2006/main">
            <a:pathLst>
              <a:path w="869373" h="91615">
                <a:moveTo>
                  <a:pt x="49718" y="2271"/>
                </a:moveTo>
                <a:lnTo>
                  <a:pt x="49718" y="31800"/>
                </a:lnTo>
                <a:lnTo>
                  <a:pt x="47450" y="31800"/>
                </a:lnTo>
                <a:cubicBezTo>
                  <a:pt x="46714" y="26122"/>
                  <a:pt x="45396" y="21600"/>
                  <a:pt x="43496" y="18235"/>
                </a:cubicBezTo>
                <a:cubicBezTo>
                  <a:pt x="41595" y="14870"/>
                  <a:pt x="38888" y="12199"/>
                  <a:pt x="35373" y="10222"/>
                </a:cubicBezTo>
                <a:cubicBezTo>
                  <a:pt x="31858" y="8245"/>
                  <a:pt x="28221" y="7256"/>
                  <a:pt x="24461" y="7256"/>
                </a:cubicBezTo>
                <a:cubicBezTo>
                  <a:pt x="20210" y="7256"/>
                  <a:pt x="16695" y="8591"/>
                  <a:pt x="13916" y="11261"/>
                </a:cubicBezTo>
                <a:cubicBezTo>
                  <a:pt x="11137" y="13929"/>
                  <a:pt x="9747" y="16966"/>
                  <a:pt x="9747" y="20370"/>
                </a:cubicBezTo>
                <a:cubicBezTo>
                  <a:pt x="9747" y="22977"/>
                  <a:pt x="10626" y="25351"/>
                  <a:pt x="12384" y="27494"/>
                </a:cubicBezTo>
                <a:cubicBezTo>
                  <a:pt x="14917" y="30648"/>
                  <a:pt x="20946" y="34851"/>
                  <a:pt x="30468" y="40105"/>
                </a:cubicBezTo>
                <a:cubicBezTo>
                  <a:pt x="38234" y="44392"/>
                  <a:pt x="43537" y="47681"/>
                  <a:pt x="46377" y="49972"/>
                </a:cubicBezTo>
                <a:cubicBezTo>
                  <a:pt x="49217" y="52262"/>
                  <a:pt x="51404" y="54962"/>
                  <a:pt x="52937" y="58074"/>
                </a:cubicBezTo>
                <a:cubicBezTo>
                  <a:pt x="54469" y="61184"/>
                  <a:pt x="55235" y="64441"/>
                  <a:pt x="55235" y="67846"/>
                </a:cubicBezTo>
                <a:cubicBezTo>
                  <a:pt x="55235" y="74318"/>
                  <a:pt x="52794" y="79898"/>
                  <a:pt x="47910" y="84586"/>
                </a:cubicBezTo>
                <a:cubicBezTo>
                  <a:pt x="43026" y="89272"/>
                  <a:pt x="36742" y="91615"/>
                  <a:pt x="29058" y="91615"/>
                </a:cubicBezTo>
                <a:cubicBezTo>
                  <a:pt x="26647" y="91615"/>
                  <a:pt x="24379" y="91429"/>
                  <a:pt x="22254" y="91055"/>
                </a:cubicBezTo>
                <a:cubicBezTo>
                  <a:pt x="20987" y="90848"/>
                  <a:pt x="18361" y="90090"/>
                  <a:pt x="14376" y="88782"/>
                </a:cubicBezTo>
                <a:cubicBezTo>
                  <a:pt x="10391" y="87474"/>
                  <a:pt x="7867" y="86820"/>
                  <a:pt x="6805" y="86820"/>
                </a:cubicBezTo>
                <a:cubicBezTo>
                  <a:pt x="5783" y="86820"/>
                  <a:pt x="4976" y="87131"/>
                  <a:pt x="4383" y="87755"/>
                </a:cubicBezTo>
                <a:cubicBezTo>
                  <a:pt x="3791" y="88378"/>
                  <a:pt x="3351" y="89664"/>
                  <a:pt x="3065" y="91615"/>
                </a:cubicBezTo>
                <a:lnTo>
                  <a:pt x="797" y="91615"/>
                </a:lnTo>
                <a:lnTo>
                  <a:pt x="797" y="62339"/>
                </a:lnTo>
                <a:lnTo>
                  <a:pt x="3065" y="62339"/>
                </a:lnTo>
                <a:cubicBezTo>
                  <a:pt x="4128" y="68480"/>
                  <a:pt x="5558" y="73076"/>
                  <a:pt x="7357" y="76125"/>
                </a:cubicBezTo>
                <a:cubicBezTo>
                  <a:pt x="9155" y="79175"/>
                  <a:pt x="11903" y="81709"/>
                  <a:pt x="15602" y="83728"/>
                </a:cubicBezTo>
                <a:cubicBezTo>
                  <a:pt x="19301" y="85747"/>
                  <a:pt x="23357" y="86757"/>
                  <a:pt x="27771" y="86757"/>
                </a:cubicBezTo>
                <a:cubicBezTo>
                  <a:pt x="32880" y="86757"/>
                  <a:pt x="36916" y="85370"/>
                  <a:pt x="39879" y="82596"/>
                </a:cubicBezTo>
                <a:cubicBezTo>
                  <a:pt x="42842" y="79822"/>
                  <a:pt x="44323" y="76543"/>
                  <a:pt x="44323" y="72759"/>
                </a:cubicBezTo>
                <a:cubicBezTo>
                  <a:pt x="44323" y="70658"/>
                  <a:pt x="43761" y="68535"/>
                  <a:pt x="42637" y="66393"/>
                </a:cubicBezTo>
                <a:cubicBezTo>
                  <a:pt x="41513" y="64249"/>
                  <a:pt x="39766" y="62252"/>
                  <a:pt x="37396" y="60402"/>
                </a:cubicBezTo>
                <a:cubicBezTo>
                  <a:pt x="35802" y="59142"/>
                  <a:pt x="31449" y="56462"/>
                  <a:pt x="24338" y="52364"/>
                </a:cubicBezTo>
                <a:cubicBezTo>
                  <a:pt x="17227" y="48265"/>
                  <a:pt x="12169" y="44997"/>
                  <a:pt x="9165" y="42560"/>
                </a:cubicBezTo>
                <a:cubicBezTo>
                  <a:pt x="6161" y="40122"/>
                  <a:pt x="3883" y="37432"/>
                  <a:pt x="2330" y="34490"/>
                </a:cubicBezTo>
                <a:cubicBezTo>
                  <a:pt x="777" y="31547"/>
                  <a:pt x="0" y="28310"/>
                  <a:pt x="0" y="24779"/>
                </a:cubicBezTo>
                <a:cubicBezTo>
                  <a:pt x="0" y="18643"/>
                  <a:pt x="2289" y="13358"/>
                  <a:pt x="6866" y="8924"/>
                </a:cubicBezTo>
                <a:cubicBezTo>
                  <a:pt x="11444" y="4489"/>
                  <a:pt x="17267" y="2271"/>
                  <a:pt x="24338" y="2271"/>
                </a:cubicBezTo>
                <a:cubicBezTo>
                  <a:pt x="28752" y="2271"/>
                  <a:pt x="33431" y="3386"/>
                  <a:pt x="38377" y="5616"/>
                </a:cubicBezTo>
                <a:cubicBezTo>
                  <a:pt x="40665" y="6667"/>
                  <a:pt x="42280" y="7193"/>
                  <a:pt x="43220" y="7193"/>
                </a:cubicBezTo>
                <a:cubicBezTo>
                  <a:pt x="44282" y="7193"/>
                  <a:pt x="45151" y="6867"/>
                  <a:pt x="45825" y="6215"/>
                </a:cubicBezTo>
                <a:cubicBezTo>
                  <a:pt x="46500" y="5563"/>
                  <a:pt x="47041" y="4248"/>
                  <a:pt x="47450" y="2271"/>
                </a:cubicBezTo>
                <a:lnTo>
                  <a:pt x="49718" y="2271"/>
                </a:lnTo>
                <a:close/>
                <a:moveTo>
                  <a:pt x="75023" y="53758"/>
                </a:moveTo>
                <a:cubicBezTo>
                  <a:pt x="74982" y="62319"/>
                  <a:pt x="77005" y="69034"/>
                  <a:pt x="81092" y="73903"/>
                </a:cubicBezTo>
                <a:cubicBezTo>
                  <a:pt x="85179" y="78771"/>
                  <a:pt x="89982" y="81204"/>
                  <a:pt x="95499" y="81204"/>
                </a:cubicBezTo>
                <a:cubicBezTo>
                  <a:pt x="99177" y="81204"/>
                  <a:pt x="102375" y="80163"/>
                  <a:pt x="105093" y="78081"/>
                </a:cubicBezTo>
                <a:cubicBezTo>
                  <a:pt x="107811" y="75999"/>
                  <a:pt x="110089" y="72434"/>
                  <a:pt x="111929" y="67386"/>
                </a:cubicBezTo>
                <a:lnTo>
                  <a:pt x="113829" y="68648"/>
                </a:lnTo>
                <a:cubicBezTo>
                  <a:pt x="112971" y="74411"/>
                  <a:pt x="110478" y="79659"/>
                  <a:pt x="106350" y="84391"/>
                </a:cubicBezTo>
                <a:cubicBezTo>
                  <a:pt x="102222" y="89123"/>
                  <a:pt x="97052" y="91489"/>
                  <a:pt x="90840" y="91489"/>
                </a:cubicBezTo>
                <a:cubicBezTo>
                  <a:pt x="84096" y="91489"/>
                  <a:pt x="78323" y="88792"/>
                  <a:pt x="73521" y="83399"/>
                </a:cubicBezTo>
                <a:cubicBezTo>
                  <a:pt x="68719" y="78004"/>
                  <a:pt x="66318" y="70752"/>
                  <a:pt x="66318" y="61643"/>
                </a:cubicBezTo>
                <a:cubicBezTo>
                  <a:pt x="66318" y="51779"/>
                  <a:pt x="68780" y="44087"/>
                  <a:pt x="73705" y="38567"/>
                </a:cubicBezTo>
                <a:cubicBezTo>
                  <a:pt x="78630" y="33046"/>
                  <a:pt x="84812" y="30286"/>
                  <a:pt x="92250" y="30286"/>
                </a:cubicBezTo>
                <a:cubicBezTo>
                  <a:pt x="98544" y="30286"/>
                  <a:pt x="103714" y="32415"/>
                  <a:pt x="107760" y="36674"/>
                </a:cubicBezTo>
                <a:cubicBezTo>
                  <a:pt x="111806" y="40932"/>
                  <a:pt x="113829" y="46627"/>
                  <a:pt x="113829" y="53758"/>
                </a:cubicBezTo>
                <a:lnTo>
                  <a:pt x="75023" y="53758"/>
                </a:lnTo>
                <a:moveTo>
                  <a:pt x="75023" y="50098"/>
                </a:moveTo>
                <a:lnTo>
                  <a:pt x="101016" y="50098"/>
                </a:lnTo>
                <a:cubicBezTo>
                  <a:pt x="100812" y="46396"/>
                  <a:pt x="100383" y="43789"/>
                  <a:pt x="99729" y="42274"/>
                </a:cubicBezTo>
                <a:cubicBezTo>
                  <a:pt x="98707" y="39919"/>
                  <a:pt x="97185" y="38068"/>
                  <a:pt x="95162" y="36722"/>
                </a:cubicBezTo>
                <a:cubicBezTo>
                  <a:pt x="93139" y="35376"/>
                  <a:pt x="91024" y="34703"/>
                  <a:pt x="88817" y="34703"/>
                </a:cubicBezTo>
                <a:cubicBezTo>
                  <a:pt x="85425" y="34703"/>
                  <a:pt x="82390" y="36059"/>
                  <a:pt x="79713" y="38772"/>
                </a:cubicBezTo>
                <a:cubicBezTo>
                  <a:pt x="77036" y="41486"/>
                  <a:pt x="75473" y="45261"/>
                  <a:pt x="75023" y="50098"/>
                </a:cubicBezTo>
                <a:close/>
                <a:moveTo>
                  <a:pt x="138303" y="42590"/>
                </a:moveTo>
                <a:cubicBezTo>
                  <a:pt x="142390" y="38383"/>
                  <a:pt x="144802" y="35965"/>
                  <a:pt x="145537" y="35334"/>
                </a:cubicBezTo>
                <a:cubicBezTo>
                  <a:pt x="147376" y="33735"/>
                  <a:pt x="149359" y="32494"/>
                  <a:pt x="151484" y="31611"/>
                </a:cubicBezTo>
                <a:cubicBezTo>
                  <a:pt x="153609" y="30728"/>
                  <a:pt x="155714" y="30286"/>
                  <a:pt x="157798" y="30286"/>
                </a:cubicBezTo>
                <a:cubicBezTo>
                  <a:pt x="161313" y="30286"/>
                  <a:pt x="164337" y="31338"/>
                  <a:pt x="166871" y="33441"/>
                </a:cubicBezTo>
                <a:cubicBezTo>
                  <a:pt x="169405" y="35544"/>
                  <a:pt x="171101" y="38594"/>
                  <a:pt x="171960" y="42590"/>
                </a:cubicBezTo>
                <a:cubicBezTo>
                  <a:pt x="176169" y="37542"/>
                  <a:pt x="179725" y="34230"/>
                  <a:pt x="182627" y="32652"/>
                </a:cubicBezTo>
                <a:cubicBezTo>
                  <a:pt x="185528" y="31075"/>
                  <a:pt x="188512" y="30286"/>
                  <a:pt x="191577" y="30286"/>
                </a:cubicBezTo>
                <a:cubicBezTo>
                  <a:pt x="194561" y="30286"/>
                  <a:pt x="197207" y="31073"/>
                  <a:pt x="199516" y="32648"/>
                </a:cubicBezTo>
                <a:cubicBezTo>
                  <a:pt x="201825" y="34222"/>
                  <a:pt x="203654" y="36792"/>
                  <a:pt x="205003" y="40360"/>
                </a:cubicBezTo>
                <a:cubicBezTo>
                  <a:pt x="205902" y="42794"/>
                  <a:pt x="206351" y="46613"/>
                  <a:pt x="206351" y="51817"/>
                </a:cubicBezTo>
                <a:lnTo>
                  <a:pt x="206351" y="76622"/>
                </a:lnTo>
                <a:cubicBezTo>
                  <a:pt x="206351" y="80232"/>
                  <a:pt x="206617" y="82708"/>
                  <a:pt x="207148" y="84052"/>
                </a:cubicBezTo>
                <a:cubicBezTo>
                  <a:pt x="207557" y="84974"/>
                  <a:pt x="208313" y="85761"/>
                  <a:pt x="209417" y="86412"/>
                </a:cubicBezTo>
                <a:cubicBezTo>
                  <a:pt x="210520" y="87062"/>
                  <a:pt x="212318" y="87388"/>
                  <a:pt x="214812" y="87388"/>
                </a:cubicBezTo>
                <a:lnTo>
                  <a:pt x="214812" y="89722"/>
                </a:lnTo>
                <a:lnTo>
                  <a:pt x="187102" y="89722"/>
                </a:lnTo>
                <a:lnTo>
                  <a:pt x="187102" y="87388"/>
                </a:lnTo>
                <a:lnTo>
                  <a:pt x="188267" y="87388"/>
                </a:lnTo>
                <a:cubicBezTo>
                  <a:pt x="190678" y="87388"/>
                  <a:pt x="192558" y="86907"/>
                  <a:pt x="193907" y="85944"/>
                </a:cubicBezTo>
                <a:cubicBezTo>
                  <a:pt x="194847" y="85274"/>
                  <a:pt x="195521" y="84207"/>
                  <a:pt x="195930" y="82742"/>
                </a:cubicBezTo>
                <a:cubicBezTo>
                  <a:pt x="196093" y="82031"/>
                  <a:pt x="196175" y="80002"/>
                  <a:pt x="196175" y="76654"/>
                </a:cubicBezTo>
                <a:lnTo>
                  <a:pt x="196175" y="51920"/>
                </a:lnTo>
                <a:cubicBezTo>
                  <a:pt x="196175" y="47233"/>
                  <a:pt x="195623" y="43927"/>
                  <a:pt x="194520" y="42002"/>
                </a:cubicBezTo>
                <a:cubicBezTo>
                  <a:pt x="192926" y="39323"/>
                  <a:pt x="190371" y="37984"/>
                  <a:pt x="186857" y="37984"/>
                </a:cubicBezTo>
                <a:cubicBezTo>
                  <a:pt x="184691" y="37984"/>
                  <a:pt x="182514" y="38538"/>
                  <a:pt x="180328" y="39648"/>
                </a:cubicBezTo>
                <a:cubicBezTo>
                  <a:pt x="178141" y="40756"/>
                  <a:pt x="175495" y="42817"/>
                  <a:pt x="172389" y="45831"/>
                </a:cubicBezTo>
                <a:lnTo>
                  <a:pt x="172266" y="46521"/>
                </a:lnTo>
                <a:lnTo>
                  <a:pt x="172389" y="49221"/>
                </a:lnTo>
                <a:lnTo>
                  <a:pt x="172389" y="76654"/>
                </a:lnTo>
                <a:cubicBezTo>
                  <a:pt x="172389" y="80588"/>
                  <a:pt x="172603" y="83036"/>
                  <a:pt x="173032" y="83998"/>
                </a:cubicBezTo>
                <a:cubicBezTo>
                  <a:pt x="173462" y="84961"/>
                  <a:pt x="174269" y="85766"/>
                  <a:pt x="175454" y="86416"/>
                </a:cubicBezTo>
                <a:cubicBezTo>
                  <a:pt x="176639" y="87064"/>
                  <a:pt x="178662" y="87388"/>
                  <a:pt x="181523" y="87388"/>
                </a:cubicBezTo>
                <a:lnTo>
                  <a:pt x="181523" y="89722"/>
                </a:lnTo>
                <a:lnTo>
                  <a:pt x="153139" y="89722"/>
                </a:lnTo>
                <a:lnTo>
                  <a:pt x="153139" y="87388"/>
                </a:lnTo>
                <a:cubicBezTo>
                  <a:pt x="156245" y="87388"/>
                  <a:pt x="158381" y="87011"/>
                  <a:pt x="159545" y="86258"/>
                </a:cubicBezTo>
                <a:cubicBezTo>
                  <a:pt x="160710" y="85505"/>
                  <a:pt x="161517" y="84375"/>
                  <a:pt x="161967" y="82869"/>
                </a:cubicBezTo>
                <a:cubicBezTo>
                  <a:pt x="162171" y="82156"/>
                  <a:pt x="162273" y="80084"/>
                  <a:pt x="162273" y="76654"/>
                </a:cubicBezTo>
                <a:lnTo>
                  <a:pt x="162273" y="51920"/>
                </a:lnTo>
                <a:cubicBezTo>
                  <a:pt x="162273" y="47233"/>
                  <a:pt x="161599" y="43863"/>
                  <a:pt x="160250" y="41813"/>
                </a:cubicBezTo>
                <a:cubicBezTo>
                  <a:pt x="158452" y="39134"/>
                  <a:pt x="155939" y="37794"/>
                  <a:pt x="152710" y="37794"/>
                </a:cubicBezTo>
                <a:cubicBezTo>
                  <a:pt x="150503" y="37794"/>
                  <a:pt x="148316" y="38401"/>
                  <a:pt x="146150" y="39614"/>
                </a:cubicBezTo>
                <a:cubicBezTo>
                  <a:pt x="142758" y="41456"/>
                  <a:pt x="140142" y="43528"/>
                  <a:pt x="138303" y="45829"/>
                </a:cubicBezTo>
                <a:lnTo>
                  <a:pt x="138303" y="76654"/>
                </a:lnTo>
                <a:cubicBezTo>
                  <a:pt x="138303" y="80420"/>
                  <a:pt x="138559" y="82868"/>
                  <a:pt x="139070" y="83998"/>
                </a:cubicBezTo>
                <a:cubicBezTo>
                  <a:pt x="139581" y="85127"/>
                  <a:pt x="140337" y="85975"/>
                  <a:pt x="141338" y="86540"/>
                </a:cubicBezTo>
                <a:cubicBezTo>
                  <a:pt x="142339" y="87105"/>
                  <a:pt x="144373" y="87388"/>
                  <a:pt x="147438" y="87388"/>
                </a:cubicBezTo>
                <a:lnTo>
                  <a:pt x="147438" y="89722"/>
                </a:lnTo>
                <a:lnTo>
                  <a:pt x="119667" y="89722"/>
                </a:lnTo>
                <a:lnTo>
                  <a:pt x="119667" y="87388"/>
                </a:lnTo>
                <a:cubicBezTo>
                  <a:pt x="122242" y="87388"/>
                  <a:pt x="124040" y="87104"/>
                  <a:pt x="125062" y="86538"/>
                </a:cubicBezTo>
                <a:cubicBezTo>
                  <a:pt x="126083" y="85971"/>
                  <a:pt x="126860" y="85069"/>
                  <a:pt x="127391" y="83831"/>
                </a:cubicBezTo>
                <a:cubicBezTo>
                  <a:pt x="127922" y="82592"/>
                  <a:pt x="128188" y="80190"/>
                  <a:pt x="128188" y="76622"/>
                </a:cubicBezTo>
                <a:lnTo>
                  <a:pt x="128188" y="54588"/>
                </a:lnTo>
                <a:cubicBezTo>
                  <a:pt x="128188" y="48249"/>
                  <a:pt x="128004" y="44157"/>
                  <a:pt x="127636" y="42312"/>
                </a:cubicBezTo>
                <a:cubicBezTo>
                  <a:pt x="127350" y="40926"/>
                  <a:pt x="126901" y="39971"/>
                  <a:pt x="126288" y="39447"/>
                </a:cubicBezTo>
                <a:cubicBezTo>
                  <a:pt x="125675" y="38922"/>
                  <a:pt x="124837" y="38660"/>
                  <a:pt x="123774" y="38660"/>
                </a:cubicBezTo>
                <a:cubicBezTo>
                  <a:pt x="122630" y="38660"/>
                  <a:pt x="121261" y="38975"/>
                  <a:pt x="119667" y="39604"/>
                </a:cubicBezTo>
                <a:lnTo>
                  <a:pt x="118747" y="37337"/>
                </a:lnTo>
                <a:lnTo>
                  <a:pt x="135667" y="30286"/>
                </a:lnTo>
                <a:lnTo>
                  <a:pt x="138303" y="30286"/>
                </a:lnTo>
                <a:lnTo>
                  <a:pt x="138303" y="42590"/>
                </a:lnTo>
                <a:close/>
                <a:moveTo>
                  <a:pt x="252092" y="81394"/>
                </a:moveTo>
                <a:cubicBezTo>
                  <a:pt x="246329" y="85979"/>
                  <a:pt x="242712" y="88629"/>
                  <a:pt x="241241" y="89344"/>
                </a:cubicBezTo>
                <a:cubicBezTo>
                  <a:pt x="239034" y="90437"/>
                  <a:pt x="236684" y="90984"/>
                  <a:pt x="234191" y="90984"/>
                </a:cubicBezTo>
                <a:cubicBezTo>
                  <a:pt x="230308" y="90984"/>
                  <a:pt x="227110" y="89617"/>
                  <a:pt x="224597" y="86883"/>
                </a:cubicBezTo>
                <a:cubicBezTo>
                  <a:pt x="222083" y="84149"/>
                  <a:pt x="220826" y="80552"/>
                  <a:pt x="220826" y="76094"/>
                </a:cubicBezTo>
                <a:cubicBezTo>
                  <a:pt x="220826" y="73275"/>
                  <a:pt x="221439" y="70836"/>
                  <a:pt x="222665" y="68774"/>
                </a:cubicBezTo>
                <a:cubicBezTo>
                  <a:pt x="224341" y="65914"/>
                  <a:pt x="227253" y="63222"/>
                  <a:pt x="231401" y="60698"/>
                </a:cubicBezTo>
                <a:cubicBezTo>
                  <a:pt x="235550" y="58174"/>
                  <a:pt x="242446" y="55104"/>
                  <a:pt x="252092" y="51486"/>
                </a:cubicBezTo>
                <a:lnTo>
                  <a:pt x="252092" y="49215"/>
                </a:lnTo>
                <a:cubicBezTo>
                  <a:pt x="252092" y="43452"/>
                  <a:pt x="251203" y="39498"/>
                  <a:pt x="249425" y="37353"/>
                </a:cubicBezTo>
                <a:cubicBezTo>
                  <a:pt x="247647" y="35207"/>
                  <a:pt x="245062" y="34135"/>
                  <a:pt x="241670" y="34135"/>
                </a:cubicBezTo>
                <a:cubicBezTo>
                  <a:pt x="239095" y="34135"/>
                  <a:pt x="237052" y="34847"/>
                  <a:pt x="235539" y="36272"/>
                </a:cubicBezTo>
                <a:cubicBezTo>
                  <a:pt x="233986" y="37697"/>
                  <a:pt x="233210" y="39332"/>
                  <a:pt x="233210" y="41176"/>
                </a:cubicBezTo>
                <a:lnTo>
                  <a:pt x="233332" y="44822"/>
                </a:lnTo>
                <a:cubicBezTo>
                  <a:pt x="233332" y="46749"/>
                  <a:pt x="232852" y="48236"/>
                  <a:pt x="231892" y="49284"/>
                </a:cubicBezTo>
                <a:cubicBezTo>
                  <a:pt x="230931" y="50331"/>
                  <a:pt x="229675" y="50855"/>
                  <a:pt x="228122" y="50855"/>
                </a:cubicBezTo>
                <a:cubicBezTo>
                  <a:pt x="226609" y="50855"/>
                  <a:pt x="225373" y="50310"/>
                  <a:pt x="224413" y="49221"/>
                </a:cubicBezTo>
                <a:cubicBezTo>
                  <a:pt x="223452" y="48130"/>
                  <a:pt x="222972" y="46640"/>
                  <a:pt x="222972" y="44753"/>
                </a:cubicBezTo>
                <a:cubicBezTo>
                  <a:pt x="222972" y="41147"/>
                  <a:pt x="224770" y="37835"/>
                  <a:pt x="228367" y="34815"/>
                </a:cubicBezTo>
                <a:cubicBezTo>
                  <a:pt x="231963" y="31796"/>
                  <a:pt x="237011" y="30286"/>
                  <a:pt x="243509" y="30286"/>
                </a:cubicBezTo>
                <a:cubicBezTo>
                  <a:pt x="248495" y="30286"/>
                  <a:pt x="252582" y="31147"/>
                  <a:pt x="255770" y="32869"/>
                </a:cubicBezTo>
                <a:cubicBezTo>
                  <a:pt x="258181" y="34172"/>
                  <a:pt x="259959" y="36210"/>
                  <a:pt x="261103" y="38983"/>
                </a:cubicBezTo>
                <a:cubicBezTo>
                  <a:pt x="261839" y="40790"/>
                  <a:pt x="262207" y="44487"/>
                  <a:pt x="262207" y="50074"/>
                </a:cubicBezTo>
                <a:lnTo>
                  <a:pt x="262207" y="69674"/>
                </a:lnTo>
                <a:cubicBezTo>
                  <a:pt x="262207" y="75177"/>
                  <a:pt x="262309" y="78549"/>
                  <a:pt x="262513" y="79789"/>
                </a:cubicBezTo>
                <a:cubicBezTo>
                  <a:pt x="262718" y="81028"/>
                  <a:pt x="263055" y="81858"/>
                  <a:pt x="263525" y="82279"/>
                </a:cubicBezTo>
                <a:cubicBezTo>
                  <a:pt x="263995" y="82698"/>
                  <a:pt x="264536" y="82908"/>
                  <a:pt x="265150" y="82908"/>
                </a:cubicBezTo>
                <a:cubicBezTo>
                  <a:pt x="265803" y="82908"/>
                  <a:pt x="266376" y="82761"/>
                  <a:pt x="266866" y="82466"/>
                </a:cubicBezTo>
                <a:cubicBezTo>
                  <a:pt x="267724" y="81919"/>
                  <a:pt x="269380" y="80384"/>
                  <a:pt x="271832" y="77860"/>
                </a:cubicBezTo>
                <a:lnTo>
                  <a:pt x="271832" y="81394"/>
                </a:lnTo>
                <a:cubicBezTo>
                  <a:pt x="267254" y="87703"/>
                  <a:pt x="262881" y="90858"/>
                  <a:pt x="258713" y="90858"/>
                </a:cubicBezTo>
                <a:cubicBezTo>
                  <a:pt x="256710" y="90858"/>
                  <a:pt x="255116" y="90143"/>
                  <a:pt x="253931" y="88713"/>
                </a:cubicBezTo>
                <a:cubicBezTo>
                  <a:pt x="252746" y="87283"/>
                  <a:pt x="252133" y="84843"/>
                  <a:pt x="252092" y="81394"/>
                </a:cubicBezTo>
                <a:moveTo>
                  <a:pt x="252092" y="77257"/>
                </a:moveTo>
                <a:lnTo>
                  <a:pt x="252092" y="55335"/>
                </a:lnTo>
                <a:cubicBezTo>
                  <a:pt x="245920" y="57847"/>
                  <a:pt x="241935" y="59627"/>
                  <a:pt x="240137" y="60675"/>
                </a:cubicBezTo>
                <a:cubicBezTo>
                  <a:pt x="236909" y="62517"/>
                  <a:pt x="234599" y="64444"/>
                  <a:pt x="233210" y="66454"/>
                </a:cubicBezTo>
                <a:cubicBezTo>
                  <a:pt x="231820" y="68464"/>
                  <a:pt x="231125" y="70662"/>
                  <a:pt x="231125" y="73049"/>
                </a:cubicBezTo>
                <a:cubicBezTo>
                  <a:pt x="231125" y="76065"/>
                  <a:pt x="232004" y="78567"/>
                  <a:pt x="233762" y="80556"/>
                </a:cubicBezTo>
                <a:cubicBezTo>
                  <a:pt x="235519" y="82545"/>
                  <a:pt x="237542" y="83539"/>
                  <a:pt x="239831" y="83539"/>
                </a:cubicBezTo>
                <a:cubicBezTo>
                  <a:pt x="242937" y="83539"/>
                  <a:pt x="247024" y="81445"/>
                  <a:pt x="252092" y="77257"/>
                </a:cubicBezTo>
                <a:close/>
                <a:moveTo>
                  <a:pt x="292690" y="42527"/>
                </a:moveTo>
                <a:cubicBezTo>
                  <a:pt x="299270" y="34366"/>
                  <a:pt x="305543" y="30286"/>
                  <a:pt x="311510" y="30286"/>
                </a:cubicBezTo>
                <a:cubicBezTo>
                  <a:pt x="314575" y="30286"/>
                  <a:pt x="317211" y="31073"/>
                  <a:pt x="319418" y="32648"/>
                </a:cubicBezTo>
                <a:cubicBezTo>
                  <a:pt x="321625" y="34222"/>
                  <a:pt x="323383" y="36813"/>
                  <a:pt x="324691" y="40423"/>
                </a:cubicBezTo>
                <a:cubicBezTo>
                  <a:pt x="325590" y="42940"/>
                  <a:pt x="326039" y="46801"/>
                  <a:pt x="326039" y="52007"/>
                </a:cubicBezTo>
                <a:lnTo>
                  <a:pt x="326039" y="76622"/>
                </a:lnTo>
                <a:cubicBezTo>
                  <a:pt x="326039" y="80274"/>
                  <a:pt x="326325" y="82750"/>
                  <a:pt x="326898" y="84052"/>
                </a:cubicBezTo>
                <a:cubicBezTo>
                  <a:pt x="327347" y="85101"/>
                  <a:pt x="328073" y="85919"/>
                  <a:pt x="329074" y="86506"/>
                </a:cubicBezTo>
                <a:cubicBezTo>
                  <a:pt x="330075" y="87094"/>
                  <a:pt x="331925" y="87388"/>
                  <a:pt x="334622" y="87388"/>
                </a:cubicBezTo>
                <a:lnTo>
                  <a:pt x="334622" y="89722"/>
                </a:lnTo>
                <a:lnTo>
                  <a:pt x="306851" y="89722"/>
                </a:lnTo>
                <a:lnTo>
                  <a:pt x="306851" y="87388"/>
                </a:lnTo>
                <a:lnTo>
                  <a:pt x="308016" y="87388"/>
                </a:lnTo>
                <a:cubicBezTo>
                  <a:pt x="310631" y="87388"/>
                  <a:pt x="312460" y="86980"/>
                  <a:pt x="313503" y="86163"/>
                </a:cubicBezTo>
                <a:cubicBezTo>
                  <a:pt x="314545" y="85347"/>
                  <a:pt x="315270" y="84144"/>
                  <a:pt x="315679" y="82555"/>
                </a:cubicBezTo>
                <a:cubicBezTo>
                  <a:pt x="315842" y="81927"/>
                  <a:pt x="315924" y="79960"/>
                  <a:pt x="315924" y="76654"/>
                </a:cubicBezTo>
                <a:lnTo>
                  <a:pt x="315924" y="53113"/>
                </a:lnTo>
                <a:cubicBezTo>
                  <a:pt x="315924" y="47883"/>
                  <a:pt x="315260" y="44085"/>
                  <a:pt x="313932" y="41720"/>
                </a:cubicBezTo>
                <a:cubicBezTo>
                  <a:pt x="312603" y="39355"/>
                  <a:pt x="310366" y="38173"/>
                  <a:pt x="307219" y="38173"/>
                </a:cubicBezTo>
                <a:cubicBezTo>
                  <a:pt x="302355" y="38173"/>
                  <a:pt x="297512" y="40893"/>
                  <a:pt x="292690" y="46334"/>
                </a:cubicBezTo>
                <a:lnTo>
                  <a:pt x="292690" y="76654"/>
                </a:lnTo>
                <a:cubicBezTo>
                  <a:pt x="292690" y="80546"/>
                  <a:pt x="292914" y="82952"/>
                  <a:pt x="293364" y="83872"/>
                </a:cubicBezTo>
                <a:cubicBezTo>
                  <a:pt x="293936" y="85085"/>
                  <a:pt x="294723" y="85975"/>
                  <a:pt x="295724" y="86540"/>
                </a:cubicBezTo>
                <a:cubicBezTo>
                  <a:pt x="296725" y="87105"/>
                  <a:pt x="298759" y="87388"/>
                  <a:pt x="301824" y="87388"/>
                </a:cubicBezTo>
                <a:lnTo>
                  <a:pt x="301824" y="89722"/>
                </a:lnTo>
                <a:lnTo>
                  <a:pt x="274053" y="89722"/>
                </a:lnTo>
                <a:lnTo>
                  <a:pt x="274053" y="87388"/>
                </a:lnTo>
                <a:lnTo>
                  <a:pt x="275279" y="87388"/>
                </a:lnTo>
                <a:cubicBezTo>
                  <a:pt x="278140" y="87388"/>
                  <a:pt x="280071" y="86643"/>
                  <a:pt x="281072" y="85154"/>
                </a:cubicBezTo>
                <a:cubicBezTo>
                  <a:pt x="282074" y="83663"/>
                  <a:pt x="282574" y="80819"/>
                  <a:pt x="282574" y="76622"/>
                </a:cubicBezTo>
                <a:lnTo>
                  <a:pt x="282574" y="55217"/>
                </a:lnTo>
                <a:cubicBezTo>
                  <a:pt x="282574" y="48292"/>
                  <a:pt x="282421" y="44074"/>
                  <a:pt x="282115" y="42564"/>
                </a:cubicBezTo>
                <a:cubicBezTo>
                  <a:pt x="281808" y="41052"/>
                  <a:pt x="281338" y="40024"/>
                  <a:pt x="280705" y="39478"/>
                </a:cubicBezTo>
                <a:cubicBezTo>
                  <a:pt x="280071" y="38933"/>
                  <a:pt x="279223" y="38660"/>
                  <a:pt x="278160" y="38660"/>
                </a:cubicBezTo>
                <a:cubicBezTo>
                  <a:pt x="277016" y="38660"/>
                  <a:pt x="275647" y="38975"/>
                  <a:pt x="274053" y="39604"/>
                </a:cubicBezTo>
                <a:lnTo>
                  <a:pt x="273133" y="37337"/>
                </a:lnTo>
                <a:lnTo>
                  <a:pt x="290053" y="30286"/>
                </a:lnTo>
                <a:lnTo>
                  <a:pt x="292690" y="30286"/>
                </a:lnTo>
                <a:lnTo>
                  <a:pt x="292690" y="42527"/>
                </a:lnTo>
                <a:close/>
                <a:moveTo>
                  <a:pt x="355404" y="12872"/>
                </a:moveTo>
                <a:lnTo>
                  <a:pt x="355404" y="31927"/>
                </a:lnTo>
                <a:lnTo>
                  <a:pt x="368523" y="31927"/>
                </a:lnTo>
                <a:lnTo>
                  <a:pt x="368523" y="36343"/>
                </a:lnTo>
                <a:lnTo>
                  <a:pt x="355404" y="36343"/>
                </a:lnTo>
                <a:lnTo>
                  <a:pt x="355404" y="73771"/>
                </a:lnTo>
                <a:cubicBezTo>
                  <a:pt x="355404" y="77511"/>
                  <a:pt x="355925" y="80032"/>
                  <a:pt x="356967" y="81335"/>
                </a:cubicBezTo>
                <a:cubicBezTo>
                  <a:pt x="358009" y="82636"/>
                  <a:pt x="359348" y="83287"/>
                  <a:pt x="360983" y="83287"/>
                </a:cubicBezTo>
                <a:cubicBezTo>
                  <a:pt x="362331" y="83287"/>
                  <a:pt x="363639" y="82855"/>
                  <a:pt x="364906" y="81993"/>
                </a:cubicBezTo>
                <a:cubicBezTo>
                  <a:pt x="366173" y="81131"/>
                  <a:pt x="367154" y="79858"/>
                  <a:pt x="367849" y="78176"/>
                </a:cubicBezTo>
                <a:lnTo>
                  <a:pt x="370240" y="78176"/>
                </a:lnTo>
                <a:cubicBezTo>
                  <a:pt x="368809" y="82310"/>
                  <a:pt x="366786" y="85436"/>
                  <a:pt x="364170" y="87555"/>
                </a:cubicBezTo>
                <a:cubicBezTo>
                  <a:pt x="361555" y="89673"/>
                  <a:pt x="358857" y="90732"/>
                  <a:pt x="356078" y="90732"/>
                </a:cubicBezTo>
                <a:cubicBezTo>
                  <a:pt x="354198" y="90732"/>
                  <a:pt x="352359" y="90195"/>
                  <a:pt x="350561" y="89121"/>
                </a:cubicBezTo>
                <a:cubicBezTo>
                  <a:pt x="348763" y="88047"/>
                  <a:pt x="347434" y="86510"/>
                  <a:pt x="346576" y="84511"/>
                </a:cubicBezTo>
                <a:cubicBezTo>
                  <a:pt x="345718" y="82510"/>
                  <a:pt x="345289" y="79425"/>
                  <a:pt x="345289" y="75256"/>
                </a:cubicBezTo>
                <a:lnTo>
                  <a:pt x="345289" y="36343"/>
                </a:lnTo>
                <a:lnTo>
                  <a:pt x="336399" y="36343"/>
                </a:lnTo>
                <a:lnTo>
                  <a:pt x="336399" y="34261"/>
                </a:lnTo>
                <a:cubicBezTo>
                  <a:pt x="338647" y="33333"/>
                  <a:pt x="340946" y="31762"/>
                  <a:pt x="343296" y="29547"/>
                </a:cubicBezTo>
                <a:cubicBezTo>
                  <a:pt x="345646" y="27332"/>
                  <a:pt x="347741" y="24705"/>
                  <a:pt x="349580" y="21668"/>
                </a:cubicBezTo>
                <a:cubicBezTo>
                  <a:pt x="350520" y="20065"/>
                  <a:pt x="351828" y="17133"/>
                  <a:pt x="353503" y="12872"/>
                </a:cubicBezTo>
                <a:lnTo>
                  <a:pt x="355404" y="12872"/>
                </a:lnTo>
                <a:close/>
                <a:moveTo>
                  <a:pt x="389251" y="0"/>
                </a:moveTo>
                <a:cubicBezTo>
                  <a:pt x="390968" y="0"/>
                  <a:pt x="392429" y="624"/>
                  <a:pt x="393634" y="1871"/>
                </a:cubicBezTo>
                <a:cubicBezTo>
                  <a:pt x="394840" y="3117"/>
                  <a:pt x="395443" y="4628"/>
                  <a:pt x="395443" y="6404"/>
                </a:cubicBezTo>
                <a:cubicBezTo>
                  <a:pt x="395443" y="8180"/>
                  <a:pt x="394840" y="9702"/>
                  <a:pt x="393634" y="10971"/>
                </a:cubicBezTo>
                <a:cubicBezTo>
                  <a:pt x="392429" y="12238"/>
                  <a:pt x="390968" y="12872"/>
                  <a:pt x="389251" y="12872"/>
                </a:cubicBezTo>
                <a:cubicBezTo>
                  <a:pt x="387534" y="12872"/>
                  <a:pt x="386063" y="12238"/>
                  <a:pt x="384837" y="10971"/>
                </a:cubicBezTo>
                <a:cubicBezTo>
                  <a:pt x="383611" y="9702"/>
                  <a:pt x="382998" y="8180"/>
                  <a:pt x="382998" y="6404"/>
                </a:cubicBezTo>
                <a:cubicBezTo>
                  <a:pt x="382998" y="4628"/>
                  <a:pt x="383601" y="3117"/>
                  <a:pt x="384806" y="1871"/>
                </a:cubicBezTo>
                <a:cubicBezTo>
                  <a:pt x="386012" y="624"/>
                  <a:pt x="387494" y="0"/>
                  <a:pt x="389251" y="0"/>
                </a:cubicBezTo>
                <a:moveTo>
                  <a:pt x="394339" y="30286"/>
                </a:moveTo>
                <a:lnTo>
                  <a:pt x="394339" y="76622"/>
                </a:lnTo>
                <a:cubicBezTo>
                  <a:pt x="394339" y="80232"/>
                  <a:pt x="394595" y="82635"/>
                  <a:pt x="395106" y="83831"/>
                </a:cubicBezTo>
                <a:cubicBezTo>
                  <a:pt x="395616" y="85027"/>
                  <a:pt x="396373" y="85919"/>
                  <a:pt x="397374" y="86506"/>
                </a:cubicBezTo>
                <a:cubicBezTo>
                  <a:pt x="398375" y="87094"/>
                  <a:pt x="400204" y="87388"/>
                  <a:pt x="402861" y="87388"/>
                </a:cubicBezTo>
                <a:lnTo>
                  <a:pt x="402861" y="89722"/>
                </a:lnTo>
                <a:lnTo>
                  <a:pt x="375580" y="89722"/>
                </a:lnTo>
                <a:lnTo>
                  <a:pt x="375580" y="87388"/>
                </a:lnTo>
                <a:cubicBezTo>
                  <a:pt x="378318" y="87388"/>
                  <a:pt x="380157" y="87115"/>
                  <a:pt x="381097" y="86569"/>
                </a:cubicBezTo>
                <a:cubicBezTo>
                  <a:pt x="382037" y="86024"/>
                  <a:pt x="382783" y="85122"/>
                  <a:pt x="383335" y="83862"/>
                </a:cubicBezTo>
                <a:cubicBezTo>
                  <a:pt x="383887" y="82603"/>
                  <a:pt x="384163" y="80190"/>
                  <a:pt x="384163" y="76622"/>
                </a:cubicBezTo>
                <a:lnTo>
                  <a:pt x="384163" y="54398"/>
                </a:lnTo>
                <a:cubicBezTo>
                  <a:pt x="384163" y="48144"/>
                  <a:pt x="383979" y="44094"/>
                  <a:pt x="383611" y="42249"/>
                </a:cubicBezTo>
                <a:cubicBezTo>
                  <a:pt x="383325" y="40905"/>
                  <a:pt x="382875" y="39971"/>
                  <a:pt x="382262" y="39447"/>
                </a:cubicBezTo>
                <a:cubicBezTo>
                  <a:pt x="381649" y="38922"/>
                  <a:pt x="380811" y="38660"/>
                  <a:pt x="379749" y="38660"/>
                </a:cubicBezTo>
                <a:cubicBezTo>
                  <a:pt x="378604" y="38660"/>
                  <a:pt x="377215" y="38975"/>
                  <a:pt x="375580" y="39604"/>
                </a:cubicBezTo>
                <a:lnTo>
                  <a:pt x="374722" y="37337"/>
                </a:lnTo>
                <a:lnTo>
                  <a:pt x="391642" y="30286"/>
                </a:lnTo>
                <a:lnTo>
                  <a:pt x="394339" y="30286"/>
                </a:lnTo>
                <a:close/>
                <a:moveTo>
                  <a:pt x="458532" y="67765"/>
                </a:moveTo>
                <a:cubicBezTo>
                  <a:pt x="457020" y="75379"/>
                  <a:pt x="454057" y="81236"/>
                  <a:pt x="449643" y="85337"/>
                </a:cubicBezTo>
                <a:cubicBezTo>
                  <a:pt x="445229" y="89438"/>
                  <a:pt x="440345" y="91489"/>
                  <a:pt x="434991" y="91489"/>
                </a:cubicBezTo>
                <a:cubicBezTo>
                  <a:pt x="428615" y="91489"/>
                  <a:pt x="423057" y="88737"/>
                  <a:pt x="418316" y="83233"/>
                </a:cubicBezTo>
                <a:cubicBezTo>
                  <a:pt x="413575" y="77728"/>
                  <a:pt x="411205" y="70290"/>
                  <a:pt x="411205" y="60919"/>
                </a:cubicBezTo>
                <a:cubicBezTo>
                  <a:pt x="411205" y="51842"/>
                  <a:pt x="413831" y="44468"/>
                  <a:pt x="419082" y="38796"/>
                </a:cubicBezTo>
                <a:cubicBezTo>
                  <a:pt x="424334" y="33123"/>
                  <a:pt x="430638" y="30286"/>
                  <a:pt x="437995" y="30286"/>
                </a:cubicBezTo>
                <a:cubicBezTo>
                  <a:pt x="443512" y="30286"/>
                  <a:pt x="448049" y="31785"/>
                  <a:pt x="451604" y="34784"/>
                </a:cubicBezTo>
                <a:cubicBezTo>
                  <a:pt x="455160" y="37781"/>
                  <a:pt x="456938" y="40893"/>
                  <a:pt x="456938" y="44122"/>
                </a:cubicBezTo>
                <a:cubicBezTo>
                  <a:pt x="456938" y="45715"/>
                  <a:pt x="456437" y="47004"/>
                  <a:pt x="455436" y="47990"/>
                </a:cubicBezTo>
                <a:cubicBezTo>
                  <a:pt x="454435" y="48975"/>
                  <a:pt x="453035" y="49467"/>
                  <a:pt x="451237" y="49467"/>
                </a:cubicBezTo>
                <a:cubicBezTo>
                  <a:pt x="448825" y="49467"/>
                  <a:pt x="447007" y="48668"/>
                  <a:pt x="445781" y="47070"/>
                </a:cubicBezTo>
                <a:cubicBezTo>
                  <a:pt x="445086" y="46186"/>
                  <a:pt x="444626" y="44504"/>
                  <a:pt x="444401" y="42022"/>
                </a:cubicBezTo>
                <a:cubicBezTo>
                  <a:pt x="444176" y="39540"/>
                  <a:pt x="443349" y="37647"/>
                  <a:pt x="441918" y="36343"/>
                </a:cubicBezTo>
                <a:cubicBezTo>
                  <a:pt x="440488" y="35081"/>
                  <a:pt x="438506" y="34450"/>
                  <a:pt x="435972" y="34450"/>
                </a:cubicBezTo>
                <a:cubicBezTo>
                  <a:pt x="431885" y="34450"/>
                  <a:pt x="428595" y="36007"/>
                  <a:pt x="426102" y="39119"/>
                </a:cubicBezTo>
                <a:cubicBezTo>
                  <a:pt x="422791" y="43242"/>
                  <a:pt x="421136" y="48689"/>
                  <a:pt x="421136" y="55461"/>
                </a:cubicBezTo>
                <a:cubicBezTo>
                  <a:pt x="421136" y="62360"/>
                  <a:pt x="422781" y="68448"/>
                  <a:pt x="426071" y="73728"/>
                </a:cubicBezTo>
                <a:cubicBezTo>
                  <a:pt x="429361" y="79007"/>
                  <a:pt x="433806" y="81646"/>
                  <a:pt x="439405" y="81646"/>
                </a:cubicBezTo>
                <a:cubicBezTo>
                  <a:pt x="443410" y="81646"/>
                  <a:pt x="447007" y="80237"/>
                  <a:pt x="450194" y="77419"/>
                </a:cubicBezTo>
                <a:cubicBezTo>
                  <a:pt x="452442" y="75484"/>
                  <a:pt x="454629" y="71971"/>
                  <a:pt x="456754" y="66882"/>
                </a:cubicBezTo>
                <a:lnTo>
                  <a:pt x="458532" y="67765"/>
                </a:lnTo>
                <a:close/>
                <a:moveTo>
                  <a:pt x="520046" y="8833"/>
                </a:moveTo>
                <a:lnTo>
                  <a:pt x="520046" y="42400"/>
                </a:lnTo>
                <a:lnTo>
                  <a:pt x="535188" y="42400"/>
                </a:lnTo>
                <a:cubicBezTo>
                  <a:pt x="538662" y="42400"/>
                  <a:pt x="541206" y="41612"/>
                  <a:pt x="542820" y="40034"/>
                </a:cubicBezTo>
                <a:cubicBezTo>
                  <a:pt x="544435" y="38457"/>
                  <a:pt x="545507" y="35334"/>
                  <a:pt x="546039" y="30665"/>
                </a:cubicBezTo>
                <a:lnTo>
                  <a:pt x="548307" y="30665"/>
                </a:lnTo>
                <a:lnTo>
                  <a:pt x="548307" y="59689"/>
                </a:lnTo>
                <a:lnTo>
                  <a:pt x="546039" y="59689"/>
                </a:lnTo>
                <a:cubicBezTo>
                  <a:pt x="545998" y="56349"/>
                  <a:pt x="545579" y="53896"/>
                  <a:pt x="544782" y="52332"/>
                </a:cubicBezTo>
                <a:cubicBezTo>
                  <a:pt x="543985" y="50767"/>
                  <a:pt x="542882" y="49593"/>
                  <a:pt x="541472" y="48811"/>
                </a:cubicBezTo>
                <a:cubicBezTo>
                  <a:pt x="540062" y="48028"/>
                  <a:pt x="537967" y="47637"/>
                  <a:pt x="535188" y="47637"/>
                </a:cubicBezTo>
                <a:lnTo>
                  <a:pt x="520046" y="47637"/>
                </a:lnTo>
                <a:lnTo>
                  <a:pt x="520046" y="74560"/>
                </a:lnTo>
                <a:cubicBezTo>
                  <a:pt x="520046" y="78899"/>
                  <a:pt x="520311" y="81764"/>
                  <a:pt x="520843" y="83154"/>
                </a:cubicBezTo>
                <a:cubicBezTo>
                  <a:pt x="521251" y="84207"/>
                  <a:pt x="522109" y="85113"/>
                  <a:pt x="523417" y="85871"/>
                </a:cubicBezTo>
                <a:cubicBezTo>
                  <a:pt x="525216" y="86882"/>
                  <a:pt x="527096" y="87388"/>
                  <a:pt x="529057" y="87388"/>
                </a:cubicBezTo>
                <a:lnTo>
                  <a:pt x="532061" y="87388"/>
                </a:lnTo>
                <a:lnTo>
                  <a:pt x="532061" y="89722"/>
                </a:lnTo>
                <a:lnTo>
                  <a:pt x="496382" y="89722"/>
                </a:lnTo>
                <a:lnTo>
                  <a:pt x="496382" y="87388"/>
                </a:lnTo>
                <a:lnTo>
                  <a:pt x="499325" y="87388"/>
                </a:lnTo>
                <a:cubicBezTo>
                  <a:pt x="502758" y="87388"/>
                  <a:pt x="505251" y="86357"/>
                  <a:pt x="506804" y="84296"/>
                </a:cubicBezTo>
                <a:cubicBezTo>
                  <a:pt x="507785" y="82950"/>
                  <a:pt x="508275" y="79711"/>
                  <a:pt x="508275" y="74579"/>
                </a:cubicBezTo>
                <a:lnTo>
                  <a:pt x="508275" y="19307"/>
                </a:lnTo>
                <a:cubicBezTo>
                  <a:pt x="508275" y="14975"/>
                  <a:pt x="508009" y="12114"/>
                  <a:pt x="507478" y="10726"/>
                </a:cubicBezTo>
                <a:cubicBezTo>
                  <a:pt x="507069" y="9675"/>
                  <a:pt x="506232" y="8770"/>
                  <a:pt x="504965" y="8013"/>
                </a:cubicBezTo>
                <a:cubicBezTo>
                  <a:pt x="503207" y="7004"/>
                  <a:pt x="501327" y="6499"/>
                  <a:pt x="499325" y="6499"/>
                </a:cubicBezTo>
                <a:lnTo>
                  <a:pt x="496382" y="6499"/>
                </a:lnTo>
                <a:lnTo>
                  <a:pt x="496382" y="4164"/>
                </a:lnTo>
                <a:lnTo>
                  <a:pt x="558238" y="4164"/>
                </a:lnTo>
                <a:lnTo>
                  <a:pt x="559035" y="22967"/>
                </a:lnTo>
                <a:lnTo>
                  <a:pt x="556890" y="22967"/>
                </a:lnTo>
                <a:cubicBezTo>
                  <a:pt x="555827" y="18971"/>
                  <a:pt x="554591" y="16037"/>
                  <a:pt x="553181" y="14165"/>
                </a:cubicBezTo>
                <a:cubicBezTo>
                  <a:pt x="551771" y="12293"/>
                  <a:pt x="550034" y="10937"/>
                  <a:pt x="547970" y="10095"/>
                </a:cubicBezTo>
                <a:cubicBezTo>
                  <a:pt x="545906" y="9254"/>
                  <a:pt x="542708" y="8833"/>
                  <a:pt x="538376" y="8833"/>
                </a:cubicBezTo>
                <a:lnTo>
                  <a:pt x="520046" y="8833"/>
                </a:lnTo>
                <a:close/>
                <a:moveTo>
                  <a:pt x="577229" y="53758"/>
                </a:moveTo>
                <a:cubicBezTo>
                  <a:pt x="577188" y="62319"/>
                  <a:pt x="579211" y="69034"/>
                  <a:pt x="583298" y="73903"/>
                </a:cubicBezTo>
                <a:cubicBezTo>
                  <a:pt x="587385" y="78771"/>
                  <a:pt x="592187" y="81204"/>
                  <a:pt x="597705" y="81204"/>
                </a:cubicBezTo>
                <a:cubicBezTo>
                  <a:pt x="601383" y="81204"/>
                  <a:pt x="604581" y="80163"/>
                  <a:pt x="607299" y="78081"/>
                </a:cubicBezTo>
                <a:cubicBezTo>
                  <a:pt x="610017" y="75999"/>
                  <a:pt x="612295" y="72434"/>
                  <a:pt x="614135" y="67386"/>
                </a:cubicBezTo>
                <a:lnTo>
                  <a:pt x="616035" y="68648"/>
                </a:lnTo>
                <a:cubicBezTo>
                  <a:pt x="615177" y="74411"/>
                  <a:pt x="612684" y="79659"/>
                  <a:pt x="608556" y="84391"/>
                </a:cubicBezTo>
                <a:cubicBezTo>
                  <a:pt x="604428" y="89123"/>
                  <a:pt x="599258" y="91489"/>
                  <a:pt x="593046" y="91489"/>
                </a:cubicBezTo>
                <a:cubicBezTo>
                  <a:pt x="586302" y="91489"/>
                  <a:pt x="580529" y="88792"/>
                  <a:pt x="575727" y="83399"/>
                </a:cubicBezTo>
                <a:cubicBezTo>
                  <a:pt x="570925" y="78004"/>
                  <a:pt x="568524" y="70752"/>
                  <a:pt x="568524" y="61643"/>
                </a:cubicBezTo>
                <a:cubicBezTo>
                  <a:pt x="568524" y="51779"/>
                  <a:pt x="570986" y="44087"/>
                  <a:pt x="575911" y="38567"/>
                </a:cubicBezTo>
                <a:cubicBezTo>
                  <a:pt x="580836" y="33046"/>
                  <a:pt x="587017" y="30286"/>
                  <a:pt x="594456" y="30286"/>
                </a:cubicBezTo>
                <a:cubicBezTo>
                  <a:pt x="600750" y="30286"/>
                  <a:pt x="605920" y="32415"/>
                  <a:pt x="609966" y="36674"/>
                </a:cubicBezTo>
                <a:cubicBezTo>
                  <a:pt x="614012" y="40932"/>
                  <a:pt x="616035" y="46627"/>
                  <a:pt x="616035" y="53758"/>
                </a:cubicBezTo>
                <a:lnTo>
                  <a:pt x="577229" y="53758"/>
                </a:lnTo>
                <a:moveTo>
                  <a:pt x="577229" y="50098"/>
                </a:moveTo>
                <a:lnTo>
                  <a:pt x="603222" y="50098"/>
                </a:lnTo>
                <a:cubicBezTo>
                  <a:pt x="603018" y="46396"/>
                  <a:pt x="602589" y="43789"/>
                  <a:pt x="601935" y="42274"/>
                </a:cubicBezTo>
                <a:cubicBezTo>
                  <a:pt x="600913" y="39919"/>
                  <a:pt x="599391" y="38068"/>
                  <a:pt x="597368" y="36722"/>
                </a:cubicBezTo>
                <a:cubicBezTo>
                  <a:pt x="595345" y="35376"/>
                  <a:pt x="593230" y="34703"/>
                  <a:pt x="591023" y="34703"/>
                </a:cubicBezTo>
                <a:cubicBezTo>
                  <a:pt x="587631" y="34703"/>
                  <a:pt x="584596" y="36059"/>
                  <a:pt x="581919" y="38772"/>
                </a:cubicBezTo>
                <a:cubicBezTo>
                  <a:pt x="579242" y="41486"/>
                  <a:pt x="577679" y="45261"/>
                  <a:pt x="577229" y="50098"/>
                </a:cubicBezTo>
                <a:close/>
                <a:moveTo>
                  <a:pt x="655651" y="81394"/>
                </a:moveTo>
                <a:cubicBezTo>
                  <a:pt x="649889" y="85979"/>
                  <a:pt x="646272" y="88629"/>
                  <a:pt x="644801" y="89344"/>
                </a:cubicBezTo>
                <a:cubicBezTo>
                  <a:pt x="642594" y="90437"/>
                  <a:pt x="640244" y="90984"/>
                  <a:pt x="637751" y="90984"/>
                </a:cubicBezTo>
                <a:cubicBezTo>
                  <a:pt x="633868" y="90984"/>
                  <a:pt x="630670" y="89617"/>
                  <a:pt x="628156" y="86883"/>
                </a:cubicBezTo>
                <a:cubicBezTo>
                  <a:pt x="625643" y="84149"/>
                  <a:pt x="624386" y="80552"/>
                  <a:pt x="624386" y="76094"/>
                </a:cubicBezTo>
                <a:cubicBezTo>
                  <a:pt x="624386" y="73275"/>
                  <a:pt x="624999" y="70836"/>
                  <a:pt x="626225" y="68774"/>
                </a:cubicBezTo>
                <a:cubicBezTo>
                  <a:pt x="627901" y="65914"/>
                  <a:pt x="630813" y="63222"/>
                  <a:pt x="634961" y="60698"/>
                </a:cubicBezTo>
                <a:cubicBezTo>
                  <a:pt x="639109" y="58174"/>
                  <a:pt x="646006" y="55104"/>
                  <a:pt x="655651" y="51486"/>
                </a:cubicBezTo>
                <a:lnTo>
                  <a:pt x="655651" y="49215"/>
                </a:lnTo>
                <a:cubicBezTo>
                  <a:pt x="655651" y="43452"/>
                  <a:pt x="654763" y="39498"/>
                  <a:pt x="652985" y="37353"/>
                </a:cubicBezTo>
                <a:cubicBezTo>
                  <a:pt x="651207" y="35207"/>
                  <a:pt x="648622" y="34135"/>
                  <a:pt x="645230" y="34135"/>
                </a:cubicBezTo>
                <a:cubicBezTo>
                  <a:pt x="642655" y="34135"/>
                  <a:pt x="640611" y="34847"/>
                  <a:pt x="639099" y="36272"/>
                </a:cubicBezTo>
                <a:cubicBezTo>
                  <a:pt x="637546" y="37697"/>
                  <a:pt x="636770" y="39332"/>
                  <a:pt x="636770" y="41176"/>
                </a:cubicBezTo>
                <a:lnTo>
                  <a:pt x="636892" y="44822"/>
                </a:lnTo>
                <a:cubicBezTo>
                  <a:pt x="636892" y="46749"/>
                  <a:pt x="636412" y="48236"/>
                  <a:pt x="635452" y="49284"/>
                </a:cubicBezTo>
                <a:cubicBezTo>
                  <a:pt x="634491" y="50331"/>
                  <a:pt x="633234" y="50855"/>
                  <a:pt x="631681" y="50855"/>
                </a:cubicBezTo>
                <a:cubicBezTo>
                  <a:pt x="630169" y="50855"/>
                  <a:pt x="628933" y="50310"/>
                  <a:pt x="627972" y="49221"/>
                </a:cubicBezTo>
                <a:cubicBezTo>
                  <a:pt x="627012" y="48130"/>
                  <a:pt x="626532" y="46640"/>
                  <a:pt x="626532" y="44753"/>
                </a:cubicBezTo>
                <a:cubicBezTo>
                  <a:pt x="626532" y="41147"/>
                  <a:pt x="628330" y="37835"/>
                  <a:pt x="631927" y="34815"/>
                </a:cubicBezTo>
                <a:cubicBezTo>
                  <a:pt x="635523" y="31796"/>
                  <a:pt x="640571" y="30286"/>
                  <a:pt x="647069" y="30286"/>
                </a:cubicBezTo>
                <a:cubicBezTo>
                  <a:pt x="652055" y="30286"/>
                  <a:pt x="656142" y="31147"/>
                  <a:pt x="659330" y="32869"/>
                </a:cubicBezTo>
                <a:cubicBezTo>
                  <a:pt x="661741" y="34172"/>
                  <a:pt x="663519" y="36210"/>
                  <a:pt x="664663" y="38983"/>
                </a:cubicBezTo>
                <a:cubicBezTo>
                  <a:pt x="665399" y="40790"/>
                  <a:pt x="665767" y="44487"/>
                  <a:pt x="665767" y="50074"/>
                </a:cubicBezTo>
                <a:lnTo>
                  <a:pt x="665767" y="69674"/>
                </a:lnTo>
                <a:cubicBezTo>
                  <a:pt x="665767" y="75177"/>
                  <a:pt x="665869" y="78549"/>
                  <a:pt x="666073" y="79789"/>
                </a:cubicBezTo>
                <a:cubicBezTo>
                  <a:pt x="666278" y="81028"/>
                  <a:pt x="666615" y="81858"/>
                  <a:pt x="667085" y="82279"/>
                </a:cubicBezTo>
                <a:cubicBezTo>
                  <a:pt x="667555" y="82698"/>
                  <a:pt x="668096" y="82908"/>
                  <a:pt x="668709" y="82908"/>
                </a:cubicBezTo>
                <a:cubicBezTo>
                  <a:pt x="669363" y="82908"/>
                  <a:pt x="669935" y="82761"/>
                  <a:pt x="670426" y="82466"/>
                </a:cubicBezTo>
                <a:cubicBezTo>
                  <a:pt x="671284" y="81919"/>
                  <a:pt x="672939" y="80384"/>
                  <a:pt x="675392" y="77860"/>
                </a:cubicBezTo>
                <a:lnTo>
                  <a:pt x="675392" y="81394"/>
                </a:lnTo>
                <a:cubicBezTo>
                  <a:pt x="670814" y="87703"/>
                  <a:pt x="666441" y="90858"/>
                  <a:pt x="662272" y="90858"/>
                </a:cubicBezTo>
                <a:cubicBezTo>
                  <a:pt x="660270" y="90858"/>
                  <a:pt x="658676" y="90143"/>
                  <a:pt x="657491" y="88713"/>
                </a:cubicBezTo>
                <a:cubicBezTo>
                  <a:pt x="656305" y="87283"/>
                  <a:pt x="655692" y="84843"/>
                  <a:pt x="655651" y="81394"/>
                </a:cubicBezTo>
                <a:moveTo>
                  <a:pt x="655651" y="77257"/>
                </a:moveTo>
                <a:lnTo>
                  <a:pt x="655651" y="55335"/>
                </a:lnTo>
                <a:cubicBezTo>
                  <a:pt x="649480" y="57847"/>
                  <a:pt x="645495" y="59627"/>
                  <a:pt x="643697" y="60675"/>
                </a:cubicBezTo>
                <a:cubicBezTo>
                  <a:pt x="640468" y="62517"/>
                  <a:pt x="638159" y="64444"/>
                  <a:pt x="636770" y="66454"/>
                </a:cubicBezTo>
                <a:cubicBezTo>
                  <a:pt x="635380" y="68464"/>
                  <a:pt x="634685" y="70662"/>
                  <a:pt x="634685" y="73049"/>
                </a:cubicBezTo>
                <a:cubicBezTo>
                  <a:pt x="634685" y="76065"/>
                  <a:pt x="635564" y="78567"/>
                  <a:pt x="637321" y="80556"/>
                </a:cubicBezTo>
                <a:cubicBezTo>
                  <a:pt x="639079" y="82545"/>
                  <a:pt x="641102" y="83539"/>
                  <a:pt x="643391" y="83539"/>
                </a:cubicBezTo>
                <a:cubicBezTo>
                  <a:pt x="646497" y="83539"/>
                  <a:pt x="650584" y="81445"/>
                  <a:pt x="655651" y="77257"/>
                </a:cubicBezTo>
                <a:close/>
                <a:moveTo>
                  <a:pt x="696188" y="12872"/>
                </a:moveTo>
                <a:lnTo>
                  <a:pt x="696188" y="31927"/>
                </a:lnTo>
                <a:lnTo>
                  <a:pt x="709307" y="31927"/>
                </a:lnTo>
                <a:lnTo>
                  <a:pt x="709307" y="36343"/>
                </a:lnTo>
                <a:lnTo>
                  <a:pt x="696188" y="36343"/>
                </a:lnTo>
                <a:lnTo>
                  <a:pt x="696188" y="73771"/>
                </a:lnTo>
                <a:cubicBezTo>
                  <a:pt x="696188" y="77511"/>
                  <a:pt x="696709" y="80032"/>
                  <a:pt x="697751" y="81335"/>
                </a:cubicBezTo>
                <a:cubicBezTo>
                  <a:pt x="698793" y="82636"/>
                  <a:pt x="700132" y="83287"/>
                  <a:pt x="701766" y="83287"/>
                </a:cubicBezTo>
                <a:cubicBezTo>
                  <a:pt x="703115" y="83287"/>
                  <a:pt x="704423" y="82855"/>
                  <a:pt x="705690" y="81993"/>
                </a:cubicBezTo>
                <a:cubicBezTo>
                  <a:pt x="706957" y="81131"/>
                  <a:pt x="707938" y="79858"/>
                  <a:pt x="708632" y="78176"/>
                </a:cubicBezTo>
                <a:lnTo>
                  <a:pt x="711023" y="78176"/>
                </a:lnTo>
                <a:cubicBezTo>
                  <a:pt x="709593" y="82310"/>
                  <a:pt x="707570" y="85436"/>
                  <a:pt x="704954" y="87555"/>
                </a:cubicBezTo>
                <a:cubicBezTo>
                  <a:pt x="702338" y="89673"/>
                  <a:pt x="699641" y="90732"/>
                  <a:pt x="696862" y="90732"/>
                </a:cubicBezTo>
                <a:cubicBezTo>
                  <a:pt x="694982" y="90732"/>
                  <a:pt x="693143" y="90195"/>
                  <a:pt x="691345" y="89121"/>
                </a:cubicBezTo>
                <a:cubicBezTo>
                  <a:pt x="689546" y="88047"/>
                  <a:pt x="688218" y="86510"/>
                  <a:pt x="687360" y="84511"/>
                </a:cubicBezTo>
                <a:cubicBezTo>
                  <a:pt x="686501" y="82510"/>
                  <a:pt x="686072" y="79425"/>
                  <a:pt x="686072" y="75256"/>
                </a:cubicBezTo>
                <a:lnTo>
                  <a:pt x="686072" y="36343"/>
                </a:lnTo>
                <a:lnTo>
                  <a:pt x="677183" y="36343"/>
                </a:lnTo>
                <a:lnTo>
                  <a:pt x="677183" y="34261"/>
                </a:lnTo>
                <a:cubicBezTo>
                  <a:pt x="679431" y="33333"/>
                  <a:pt x="681730" y="31762"/>
                  <a:pt x="684080" y="29547"/>
                </a:cubicBezTo>
                <a:cubicBezTo>
                  <a:pt x="686430" y="27332"/>
                  <a:pt x="688524" y="24705"/>
                  <a:pt x="690364" y="21668"/>
                </a:cubicBezTo>
                <a:cubicBezTo>
                  <a:pt x="691304" y="20065"/>
                  <a:pt x="692611" y="17133"/>
                  <a:pt x="694287" y="12872"/>
                </a:cubicBezTo>
                <a:lnTo>
                  <a:pt x="696188" y="12872"/>
                </a:lnTo>
                <a:close/>
                <a:moveTo>
                  <a:pt x="764979" y="31927"/>
                </a:moveTo>
                <a:lnTo>
                  <a:pt x="764979" y="66945"/>
                </a:lnTo>
                <a:cubicBezTo>
                  <a:pt x="764979" y="73633"/>
                  <a:pt x="765132" y="77724"/>
                  <a:pt x="765438" y="79217"/>
                </a:cubicBezTo>
                <a:cubicBezTo>
                  <a:pt x="765745" y="80710"/>
                  <a:pt x="766235" y="81751"/>
                  <a:pt x="766910" y="82340"/>
                </a:cubicBezTo>
                <a:cubicBezTo>
                  <a:pt x="767584" y="82929"/>
                  <a:pt x="768371" y="83223"/>
                  <a:pt x="769270" y="83223"/>
                </a:cubicBezTo>
                <a:cubicBezTo>
                  <a:pt x="770537" y="83223"/>
                  <a:pt x="771967" y="82866"/>
                  <a:pt x="773561" y="82151"/>
                </a:cubicBezTo>
                <a:lnTo>
                  <a:pt x="774420" y="84359"/>
                </a:lnTo>
                <a:lnTo>
                  <a:pt x="757622" y="91489"/>
                </a:lnTo>
                <a:lnTo>
                  <a:pt x="754863" y="91489"/>
                </a:lnTo>
                <a:lnTo>
                  <a:pt x="754863" y="79248"/>
                </a:lnTo>
                <a:cubicBezTo>
                  <a:pt x="750041" y="84633"/>
                  <a:pt x="746362" y="88019"/>
                  <a:pt x="743829" y="89407"/>
                </a:cubicBezTo>
                <a:cubicBezTo>
                  <a:pt x="741295" y="90795"/>
                  <a:pt x="738618" y="91489"/>
                  <a:pt x="735798" y="91489"/>
                </a:cubicBezTo>
                <a:cubicBezTo>
                  <a:pt x="732651" y="91489"/>
                  <a:pt x="729923" y="90553"/>
                  <a:pt x="727613" y="88681"/>
                </a:cubicBezTo>
                <a:cubicBezTo>
                  <a:pt x="725304" y="86809"/>
                  <a:pt x="723700" y="84401"/>
                  <a:pt x="722801" y="81457"/>
                </a:cubicBezTo>
                <a:cubicBezTo>
                  <a:pt x="721902" y="78512"/>
                  <a:pt x="721452" y="74348"/>
                  <a:pt x="721452" y="68964"/>
                </a:cubicBezTo>
                <a:lnTo>
                  <a:pt x="721452" y="43158"/>
                </a:lnTo>
                <a:cubicBezTo>
                  <a:pt x="721452" y="40423"/>
                  <a:pt x="721166" y="38531"/>
                  <a:pt x="720594" y="37479"/>
                </a:cubicBezTo>
                <a:cubicBezTo>
                  <a:pt x="720022" y="36427"/>
                  <a:pt x="719174" y="35618"/>
                  <a:pt x="718050" y="35050"/>
                </a:cubicBezTo>
                <a:cubicBezTo>
                  <a:pt x="716926" y="34482"/>
                  <a:pt x="714893" y="34219"/>
                  <a:pt x="711950" y="34261"/>
                </a:cubicBezTo>
                <a:lnTo>
                  <a:pt x="711950" y="31927"/>
                </a:lnTo>
                <a:lnTo>
                  <a:pt x="731629" y="31927"/>
                </a:lnTo>
                <a:lnTo>
                  <a:pt x="731629" y="70510"/>
                </a:lnTo>
                <a:cubicBezTo>
                  <a:pt x="731629" y="75881"/>
                  <a:pt x="732538" y="79405"/>
                  <a:pt x="734357" y="81084"/>
                </a:cubicBezTo>
                <a:cubicBezTo>
                  <a:pt x="736176" y="82763"/>
                  <a:pt x="738372" y="83602"/>
                  <a:pt x="740947" y="83602"/>
                </a:cubicBezTo>
                <a:cubicBezTo>
                  <a:pt x="742705" y="83602"/>
                  <a:pt x="744697" y="83035"/>
                  <a:pt x="746924" y="81902"/>
                </a:cubicBezTo>
                <a:cubicBezTo>
                  <a:pt x="749152" y="80769"/>
                  <a:pt x="751798" y="78609"/>
                  <a:pt x="754863" y="75421"/>
                </a:cubicBezTo>
                <a:lnTo>
                  <a:pt x="754863" y="42757"/>
                </a:lnTo>
                <a:cubicBezTo>
                  <a:pt x="754863" y="39484"/>
                  <a:pt x="754281" y="37271"/>
                  <a:pt x="753116" y="36118"/>
                </a:cubicBezTo>
                <a:cubicBezTo>
                  <a:pt x="751951" y="34964"/>
                  <a:pt x="749530" y="34345"/>
                  <a:pt x="745852" y="34261"/>
                </a:cubicBezTo>
                <a:lnTo>
                  <a:pt x="745852" y="31927"/>
                </a:lnTo>
                <a:lnTo>
                  <a:pt x="764979" y="31927"/>
                </a:lnTo>
                <a:close/>
                <a:moveTo>
                  <a:pt x="794957" y="30286"/>
                </a:moveTo>
                <a:lnTo>
                  <a:pt x="794957" y="43284"/>
                </a:lnTo>
                <a:cubicBezTo>
                  <a:pt x="799657" y="34619"/>
                  <a:pt x="804480" y="30286"/>
                  <a:pt x="809425" y="30286"/>
                </a:cubicBezTo>
                <a:cubicBezTo>
                  <a:pt x="811673" y="30286"/>
                  <a:pt x="813532" y="30991"/>
                  <a:pt x="815004" y="32400"/>
                </a:cubicBezTo>
                <a:cubicBezTo>
                  <a:pt x="816475" y="33809"/>
                  <a:pt x="817211" y="35439"/>
                  <a:pt x="817211" y="37290"/>
                </a:cubicBezTo>
                <a:cubicBezTo>
                  <a:pt x="817211" y="38930"/>
                  <a:pt x="816679" y="40318"/>
                  <a:pt x="815617" y="41454"/>
                </a:cubicBezTo>
                <a:cubicBezTo>
                  <a:pt x="814554" y="42590"/>
                  <a:pt x="813287" y="43158"/>
                  <a:pt x="811816" y="43158"/>
                </a:cubicBezTo>
                <a:cubicBezTo>
                  <a:pt x="810385" y="43158"/>
                  <a:pt x="808781" y="42432"/>
                  <a:pt x="807003" y="40981"/>
                </a:cubicBezTo>
                <a:cubicBezTo>
                  <a:pt x="805226" y="39530"/>
                  <a:pt x="803908" y="38804"/>
                  <a:pt x="803049" y="38804"/>
                </a:cubicBezTo>
                <a:cubicBezTo>
                  <a:pt x="802314" y="38804"/>
                  <a:pt x="801517" y="39223"/>
                  <a:pt x="800658" y="40062"/>
                </a:cubicBezTo>
                <a:cubicBezTo>
                  <a:pt x="798819" y="41783"/>
                  <a:pt x="796919" y="44615"/>
                  <a:pt x="794957" y="48558"/>
                </a:cubicBezTo>
                <a:lnTo>
                  <a:pt x="794957" y="76186"/>
                </a:lnTo>
                <a:cubicBezTo>
                  <a:pt x="794957" y="79374"/>
                  <a:pt x="795345" y="81786"/>
                  <a:pt x="796122" y="83423"/>
                </a:cubicBezTo>
                <a:cubicBezTo>
                  <a:pt x="796653" y="84556"/>
                  <a:pt x="797593" y="85500"/>
                  <a:pt x="798942" y="86256"/>
                </a:cubicBezTo>
                <a:cubicBezTo>
                  <a:pt x="800291" y="87011"/>
                  <a:pt x="802232" y="87388"/>
                  <a:pt x="804766" y="87388"/>
                </a:cubicBezTo>
                <a:lnTo>
                  <a:pt x="804766" y="89722"/>
                </a:lnTo>
                <a:lnTo>
                  <a:pt x="776014" y="89722"/>
                </a:lnTo>
                <a:lnTo>
                  <a:pt x="776014" y="87388"/>
                </a:lnTo>
                <a:cubicBezTo>
                  <a:pt x="778875" y="87388"/>
                  <a:pt x="781000" y="86926"/>
                  <a:pt x="782390" y="86004"/>
                </a:cubicBezTo>
                <a:cubicBezTo>
                  <a:pt x="783411" y="85332"/>
                  <a:pt x="784127" y="84261"/>
                  <a:pt x="784535" y="82792"/>
                </a:cubicBezTo>
                <a:cubicBezTo>
                  <a:pt x="784740" y="82078"/>
                  <a:pt x="784842" y="80042"/>
                  <a:pt x="784842" y="76685"/>
                </a:cubicBezTo>
                <a:lnTo>
                  <a:pt x="784842" y="54335"/>
                </a:lnTo>
                <a:cubicBezTo>
                  <a:pt x="784842" y="47620"/>
                  <a:pt x="784709" y="43622"/>
                  <a:pt x="784443" y="42343"/>
                </a:cubicBezTo>
                <a:cubicBezTo>
                  <a:pt x="784178" y="41063"/>
                  <a:pt x="783687" y="40129"/>
                  <a:pt x="782972" y="39541"/>
                </a:cubicBezTo>
                <a:cubicBezTo>
                  <a:pt x="782257" y="38954"/>
                  <a:pt x="781368" y="38660"/>
                  <a:pt x="780305" y="38660"/>
                </a:cubicBezTo>
                <a:cubicBezTo>
                  <a:pt x="779038" y="38660"/>
                  <a:pt x="777608" y="38975"/>
                  <a:pt x="776014" y="39604"/>
                </a:cubicBezTo>
                <a:lnTo>
                  <a:pt x="775401" y="37337"/>
                </a:lnTo>
                <a:lnTo>
                  <a:pt x="792382" y="30286"/>
                </a:lnTo>
                <a:lnTo>
                  <a:pt x="794957" y="30286"/>
                </a:lnTo>
                <a:close/>
                <a:moveTo>
                  <a:pt x="830567" y="53758"/>
                </a:moveTo>
                <a:cubicBezTo>
                  <a:pt x="830527" y="62319"/>
                  <a:pt x="832550" y="69034"/>
                  <a:pt x="836637" y="73903"/>
                </a:cubicBezTo>
                <a:cubicBezTo>
                  <a:pt x="840724" y="78771"/>
                  <a:pt x="845526" y="81204"/>
                  <a:pt x="851043" y="81204"/>
                </a:cubicBezTo>
                <a:cubicBezTo>
                  <a:pt x="854721" y="81204"/>
                  <a:pt x="857919" y="80163"/>
                  <a:pt x="860637" y="78081"/>
                </a:cubicBezTo>
                <a:cubicBezTo>
                  <a:pt x="863355" y="75999"/>
                  <a:pt x="865634" y="72434"/>
                  <a:pt x="867473" y="67386"/>
                </a:cubicBezTo>
                <a:lnTo>
                  <a:pt x="869373" y="68648"/>
                </a:lnTo>
                <a:cubicBezTo>
                  <a:pt x="868515" y="74411"/>
                  <a:pt x="866022" y="79659"/>
                  <a:pt x="861894" y="84391"/>
                </a:cubicBezTo>
                <a:cubicBezTo>
                  <a:pt x="857766" y="89123"/>
                  <a:pt x="852596" y="91489"/>
                  <a:pt x="846384" y="91489"/>
                </a:cubicBezTo>
                <a:cubicBezTo>
                  <a:pt x="839640" y="91489"/>
                  <a:pt x="833868" y="88792"/>
                  <a:pt x="829065" y="83399"/>
                </a:cubicBezTo>
                <a:cubicBezTo>
                  <a:pt x="824263" y="78004"/>
                  <a:pt x="821862" y="70752"/>
                  <a:pt x="821862" y="61643"/>
                </a:cubicBezTo>
                <a:cubicBezTo>
                  <a:pt x="821862" y="51779"/>
                  <a:pt x="824325" y="44087"/>
                  <a:pt x="829249" y="38567"/>
                </a:cubicBezTo>
                <a:cubicBezTo>
                  <a:pt x="834174" y="33046"/>
                  <a:pt x="840356" y="30286"/>
                  <a:pt x="847794" y="30286"/>
                </a:cubicBezTo>
                <a:cubicBezTo>
                  <a:pt x="854088" y="30286"/>
                  <a:pt x="859258" y="32415"/>
                  <a:pt x="863304" y="36674"/>
                </a:cubicBezTo>
                <a:cubicBezTo>
                  <a:pt x="867350" y="40932"/>
                  <a:pt x="869373" y="46627"/>
                  <a:pt x="869373" y="53758"/>
                </a:cubicBezTo>
                <a:lnTo>
                  <a:pt x="830567" y="53758"/>
                </a:lnTo>
                <a:moveTo>
                  <a:pt x="830567" y="50098"/>
                </a:moveTo>
                <a:lnTo>
                  <a:pt x="856561" y="50098"/>
                </a:lnTo>
                <a:cubicBezTo>
                  <a:pt x="856356" y="46396"/>
                  <a:pt x="855927" y="43789"/>
                  <a:pt x="855273" y="42274"/>
                </a:cubicBezTo>
                <a:cubicBezTo>
                  <a:pt x="854251" y="39919"/>
                  <a:pt x="852729" y="38068"/>
                  <a:pt x="850706" y="36722"/>
                </a:cubicBezTo>
                <a:cubicBezTo>
                  <a:pt x="848683" y="35376"/>
                  <a:pt x="846568" y="34703"/>
                  <a:pt x="844361" y="34703"/>
                </a:cubicBezTo>
                <a:cubicBezTo>
                  <a:pt x="840969" y="34703"/>
                  <a:pt x="837934" y="36059"/>
                  <a:pt x="835257" y="38772"/>
                </a:cubicBezTo>
                <a:cubicBezTo>
                  <a:pt x="832580" y="41486"/>
                  <a:pt x="831017" y="45261"/>
                  <a:pt x="830567" y="50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E07A4-13DE-4BAB-8C8B-C04547CA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024" y="2640906"/>
            <a:ext cx="2923943" cy="327632"/>
          </a:xfrm>
          <a:custGeom xmlns:a="http://schemas.openxmlformats.org/drawingml/2006/main">
            <a:pathLst>
              <a:path w="2923943" h="327632" fill="none">
                <a:moveTo>
                  <a:pt x="0" y="0"/>
                </a:moveTo>
                <a:lnTo>
                  <a:pt x="2923943" y="0"/>
                </a:lnTo>
                <a:lnTo>
                  <a:pt x="2923943" y="327632"/>
                </a:lnTo>
                <a:lnTo>
                  <a:pt x="0" y="3276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7F7F7F"/>
            </a:solidFill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2F308-F728-4151-91D8-4B3EC496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412" y="3189592"/>
            <a:ext cx="152528" cy="157763"/>
          </a:xfrm>
          <a:custGeom xmlns:a="http://schemas.openxmlformats.org/drawingml/2006/main">
            <a:pathLst>
              <a:path w="152528" h="157763">
                <a:moveTo>
                  <a:pt x="0" y="0"/>
                </a:moveTo>
                <a:lnTo>
                  <a:pt x="152528" y="0"/>
                </a:lnTo>
                <a:lnTo>
                  <a:pt x="152528" y="157763"/>
                </a:lnTo>
                <a:lnTo>
                  <a:pt x="0" y="1577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Text V2">
            <a:extLst xmlns:a="http://schemas.openxmlformats.org/drawingml/2006/main">
              <a:ext uri="{FF2B5EF4-FFF2-40B4-BE49-F238E27FC236}">
                <a16:creationId xmlns:a16="http://schemas.microsoft.com/office/drawing/2014/main" id="{45EA4D3E-29CD-4613-9323-A7A7C4D5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058" y="3233186"/>
            <a:ext cx="126869" cy="76472"/>
          </a:xfrm>
          <a:custGeom xmlns:a="http://schemas.openxmlformats.org/drawingml/2006/main">
            <a:pathLst>
              <a:path w="126869" h="76472">
                <a:moveTo>
                  <a:pt x="75457" y="1514"/>
                </a:moveTo>
                <a:lnTo>
                  <a:pt x="75457" y="3515"/>
                </a:lnTo>
                <a:cubicBezTo>
                  <a:pt x="72935" y="3984"/>
                  <a:pt x="71026" y="4813"/>
                  <a:pt x="69730" y="6001"/>
                </a:cubicBezTo>
                <a:cubicBezTo>
                  <a:pt x="67873" y="7767"/>
                  <a:pt x="66227" y="10469"/>
                  <a:pt x="64790" y="14107"/>
                </a:cubicBezTo>
                <a:lnTo>
                  <a:pt x="39936" y="76472"/>
                </a:lnTo>
                <a:lnTo>
                  <a:pt x="37991" y="76472"/>
                </a:lnTo>
                <a:lnTo>
                  <a:pt x="11298" y="13297"/>
                </a:lnTo>
                <a:cubicBezTo>
                  <a:pt x="9931" y="10055"/>
                  <a:pt x="8968" y="8073"/>
                  <a:pt x="8407" y="7352"/>
                </a:cubicBezTo>
                <a:cubicBezTo>
                  <a:pt x="7532" y="6235"/>
                  <a:pt x="6455" y="5362"/>
                  <a:pt x="5176" y="4732"/>
                </a:cubicBezTo>
                <a:cubicBezTo>
                  <a:pt x="3897" y="4101"/>
                  <a:pt x="2172" y="3696"/>
                  <a:pt x="0" y="3515"/>
                </a:cubicBezTo>
                <a:lnTo>
                  <a:pt x="0" y="1514"/>
                </a:lnTo>
                <a:lnTo>
                  <a:pt x="29111" y="1514"/>
                </a:lnTo>
                <a:lnTo>
                  <a:pt x="29111" y="3515"/>
                </a:lnTo>
                <a:cubicBezTo>
                  <a:pt x="25818" y="3840"/>
                  <a:pt x="23681" y="4417"/>
                  <a:pt x="22700" y="5246"/>
                </a:cubicBezTo>
                <a:cubicBezTo>
                  <a:pt x="21719" y="6074"/>
                  <a:pt x="21229" y="7137"/>
                  <a:pt x="21229" y="8433"/>
                </a:cubicBezTo>
                <a:cubicBezTo>
                  <a:pt x="21229" y="10235"/>
                  <a:pt x="22035" y="13045"/>
                  <a:pt x="23646" y="16863"/>
                </a:cubicBezTo>
                <a:lnTo>
                  <a:pt x="41775" y="59827"/>
                </a:lnTo>
                <a:lnTo>
                  <a:pt x="58590" y="17404"/>
                </a:lnTo>
                <a:cubicBezTo>
                  <a:pt x="60236" y="13225"/>
                  <a:pt x="61059" y="10325"/>
                  <a:pt x="61059" y="8704"/>
                </a:cubicBezTo>
                <a:cubicBezTo>
                  <a:pt x="61059" y="7658"/>
                  <a:pt x="60551" y="6658"/>
                  <a:pt x="59536" y="5704"/>
                </a:cubicBezTo>
                <a:cubicBezTo>
                  <a:pt x="58520" y="4750"/>
                  <a:pt x="56803" y="4074"/>
                  <a:pt x="54386" y="3678"/>
                </a:cubicBezTo>
                <a:cubicBezTo>
                  <a:pt x="54211" y="3642"/>
                  <a:pt x="53913" y="3587"/>
                  <a:pt x="53493" y="3515"/>
                </a:cubicBezTo>
                <a:lnTo>
                  <a:pt x="53493" y="1514"/>
                </a:lnTo>
                <a:lnTo>
                  <a:pt x="75457" y="1514"/>
                </a:lnTo>
                <a:close/>
                <a:moveTo>
                  <a:pt x="126869" y="60680"/>
                </a:moveTo>
                <a:lnTo>
                  <a:pt x="121877" y="74850"/>
                </a:lnTo>
                <a:lnTo>
                  <a:pt x="79839" y="74850"/>
                </a:lnTo>
                <a:lnTo>
                  <a:pt x="79839" y="72845"/>
                </a:lnTo>
                <a:cubicBezTo>
                  <a:pt x="92205" y="61217"/>
                  <a:pt x="100911" y="51719"/>
                  <a:pt x="105955" y="44352"/>
                </a:cubicBezTo>
                <a:cubicBezTo>
                  <a:pt x="111000" y="36985"/>
                  <a:pt x="113522" y="30249"/>
                  <a:pt x="113522" y="24146"/>
                </a:cubicBezTo>
                <a:cubicBezTo>
                  <a:pt x="113522" y="19488"/>
                  <a:pt x="112138" y="15661"/>
                  <a:pt x="109371" y="12664"/>
                </a:cubicBezTo>
                <a:cubicBezTo>
                  <a:pt x="106603" y="9665"/>
                  <a:pt x="103293" y="8166"/>
                  <a:pt x="99439" y="8166"/>
                </a:cubicBezTo>
                <a:cubicBezTo>
                  <a:pt x="95936" y="8166"/>
                  <a:pt x="92792" y="9226"/>
                  <a:pt x="90007" y="11344"/>
                </a:cubicBezTo>
                <a:cubicBezTo>
                  <a:pt x="87222" y="13462"/>
                  <a:pt x="85164" y="16567"/>
                  <a:pt x="83833" y="20659"/>
                </a:cubicBezTo>
                <a:lnTo>
                  <a:pt x="81889" y="20659"/>
                </a:lnTo>
                <a:cubicBezTo>
                  <a:pt x="82765" y="14006"/>
                  <a:pt x="85015" y="8900"/>
                  <a:pt x="88641" y="5341"/>
                </a:cubicBezTo>
                <a:cubicBezTo>
                  <a:pt x="92267" y="1780"/>
                  <a:pt x="96795" y="0"/>
                  <a:pt x="102224" y="0"/>
                </a:cubicBezTo>
                <a:cubicBezTo>
                  <a:pt x="108005" y="0"/>
                  <a:pt x="112830" y="1911"/>
                  <a:pt x="116701" y="5733"/>
                </a:cubicBezTo>
                <a:cubicBezTo>
                  <a:pt x="120572" y="9555"/>
                  <a:pt x="122507" y="14061"/>
                  <a:pt x="122507" y="19253"/>
                </a:cubicBezTo>
                <a:cubicBezTo>
                  <a:pt x="122507" y="22967"/>
                  <a:pt x="121667" y="26681"/>
                  <a:pt x="119985" y="30394"/>
                </a:cubicBezTo>
                <a:cubicBezTo>
                  <a:pt x="117393" y="36235"/>
                  <a:pt x="113189" y="42418"/>
                  <a:pt x="107374" y="48944"/>
                </a:cubicBezTo>
                <a:cubicBezTo>
                  <a:pt x="98651" y="58751"/>
                  <a:pt x="93204" y="64664"/>
                  <a:pt x="91032" y="66683"/>
                </a:cubicBezTo>
                <a:lnTo>
                  <a:pt x="109634" y="66683"/>
                </a:lnTo>
                <a:cubicBezTo>
                  <a:pt x="113417" y="66683"/>
                  <a:pt x="116070" y="66538"/>
                  <a:pt x="117594" y="66247"/>
                </a:cubicBezTo>
                <a:cubicBezTo>
                  <a:pt x="119118" y="65955"/>
                  <a:pt x="120493" y="65364"/>
                  <a:pt x="121719" y="64473"/>
                </a:cubicBezTo>
                <a:cubicBezTo>
                  <a:pt x="122945" y="63581"/>
                  <a:pt x="124014" y="62317"/>
                  <a:pt x="124925" y="60680"/>
                </a:cubicBezTo>
                <a:lnTo>
                  <a:pt x="126869" y="6068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MLP">
            <a:extLst xmlns:a="http://schemas.openxmlformats.org/drawingml/2006/main">
              <a:ext uri="{FF2B5EF4-FFF2-40B4-BE49-F238E27FC236}">
                <a16:creationId xmlns:a16="http://schemas.microsoft.com/office/drawing/2014/main" id="{69E6EBFF-F1EC-4541-B27F-FEA9C38C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173" y="2509183"/>
            <a:ext cx="251631" cy="85558"/>
          </a:xfrm>
          <a:custGeom xmlns:a="http://schemas.openxmlformats.org/drawingml/2006/main">
            <a:pathLst>
              <a:path w="251631" h="85558">
                <a:moveTo>
                  <a:pt x="49289" y="85558"/>
                </a:moveTo>
                <a:lnTo>
                  <a:pt x="17165" y="13566"/>
                </a:lnTo>
                <a:lnTo>
                  <a:pt x="17165" y="70730"/>
                </a:lnTo>
                <a:cubicBezTo>
                  <a:pt x="17165" y="75988"/>
                  <a:pt x="17717" y="79269"/>
                  <a:pt x="18821" y="80573"/>
                </a:cubicBezTo>
                <a:cubicBezTo>
                  <a:pt x="20333" y="82340"/>
                  <a:pt x="22724" y="83223"/>
                  <a:pt x="25993" y="83223"/>
                </a:cubicBezTo>
                <a:lnTo>
                  <a:pt x="28936" y="83223"/>
                </a:lnTo>
                <a:lnTo>
                  <a:pt x="28936" y="85558"/>
                </a:lnTo>
                <a:lnTo>
                  <a:pt x="0" y="85558"/>
                </a:lnTo>
                <a:lnTo>
                  <a:pt x="0" y="83223"/>
                </a:lnTo>
                <a:lnTo>
                  <a:pt x="2943" y="83223"/>
                </a:lnTo>
                <a:cubicBezTo>
                  <a:pt x="6457" y="83223"/>
                  <a:pt x="8950" y="82130"/>
                  <a:pt x="10422" y="79942"/>
                </a:cubicBezTo>
                <a:cubicBezTo>
                  <a:pt x="11321" y="78596"/>
                  <a:pt x="11770" y="75526"/>
                  <a:pt x="11770" y="70730"/>
                </a:cubicBezTo>
                <a:lnTo>
                  <a:pt x="11770" y="14828"/>
                </a:lnTo>
                <a:cubicBezTo>
                  <a:pt x="11770" y="11042"/>
                  <a:pt x="11362" y="8308"/>
                  <a:pt x="10544" y="6625"/>
                </a:cubicBezTo>
                <a:cubicBezTo>
                  <a:pt x="9972" y="5405"/>
                  <a:pt x="8920" y="4385"/>
                  <a:pt x="7387" y="3565"/>
                </a:cubicBezTo>
                <a:cubicBezTo>
                  <a:pt x="5855" y="2745"/>
                  <a:pt x="3392" y="2335"/>
                  <a:pt x="0" y="2335"/>
                </a:cubicBezTo>
                <a:lnTo>
                  <a:pt x="0" y="0"/>
                </a:lnTo>
                <a:lnTo>
                  <a:pt x="23541" y="0"/>
                </a:lnTo>
                <a:lnTo>
                  <a:pt x="53703" y="66945"/>
                </a:lnTo>
                <a:lnTo>
                  <a:pt x="83374" y="0"/>
                </a:lnTo>
                <a:lnTo>
                  <a:pt x="106915" y="0"/>
                </a:lnTo>
                <a:lnTo>
                  <a:pt x="106915" y="2335"/>
                </a:lnTo>
                <a:lnTo>
                  <a:pt x="104034" y="2335"/>
                </a:lnTo>
                <a:cubicBezTo>
                  <a:pt x="100478" y="2335"/>
                  <a:pt x="97965" y="3428"/>
                  <a:pt x="96493" y="5616"/>
                </a:cubicBezTo>
                <a:cubicBezTo>
                  <a:pt x="95594" y="6962"/>
                  <a:pt x="95145" y="10032"/>
                  <a:pt x="95145" y="14828"/>
                </a:cubicBezTo>
                <a:lnTo>
                  <a:pt x="95145" y="70730"/>
                </a:lnTo>
                <a:cubicBezTo>
                  <a:pt x="95145" y="75988"/>
                  <a:pt x="95717" y="79269"/>
                  <a:pt x="96861" y="80573"/>
                </a:cubicBezTo>
                <a:cubicBezTo>
                  <a:pt x="98374" y="82340"/>
                  <a:pt x="100764" y="83223"/>
                  <a:pt x="104034" y="83223"/>
                </a:cubicBezTo>
                <a:lnTo>
                  <a:pt x="106915" y="83223"/>
                </a:lnTo>
                <a:lnTo>
                  <a:pt x="106915" y="85558"/>
                </a:lnTo>
                <a:lnTo>
                  <a:pt x="71604" y="85558"/>
                </a:lnTo>
                <a:lnTo>
                  <a:pt x="71604" y="83223"/>
                </a:lnTo>
                <a:lnTo>
                  <a:pt x="74546" y="83223"/>
                </a:lnTo>
                <a:cubicBezTo>
                  <a:pt x="78102" y="83223"/>
                  <a:pt x="80595" y="82130"/>
                  <a:pt x="82026" y="79942"/>
                </a:cubicBezTo>
                <a:cubicBezTo>
                  <a:pt x="82925" y="78596"/>
                  <a:pt x="83374" y="75526"/>
                  <a:pt x="83374" y="70730"/>
                </a:cubicBezTo>
                <a:lnTo>
                  <a:pt x="83374" y="13566"/>
                </a:lnTo>
                <a:lnTo>
                  <a:pt x="51312" y="85558"/>
                </a:lnTo>
                <a:lnTo>
                  <a:pt x="49289" y="85558"/>
                </a:lnTo>
                <a:close/>
                <a:moveTo>
                  <a:pt x="181992" y="61834"/>
                </a:moveTo>
                <a:lnTo>
                  <a:pt x="184015" y="62278"/>
                </a:lnTo>
                <a:lnTo>
                  <a:pt x="176904" y="85558"/>
                </a:lnTo>
                <a:lnTo>
                  <a:pt x="112534" y="85558"/>
                </a:lnTo>
                <a:lnTo>
                  <a:pt x="112534" y="83223"/>
                </a:lnTo>
                <a:lnTo>
                  <a:pt x="115661" y="83223"/>
                </a:lnTo>
                <a:cubicBezTo>
                  <a:pt x="119176" y="83223"/>
                  <a:pt x="121689" y="82046"/>
                  <a:pt x="123201" y="79690"/>
                </a:cubicBezTo>
                <a:cubicBezTo>
                  <a:pt x="124060" y="78344"/>
                  <a:pt x="124489" y="75231"/>
                  <a:pt x="124489" y="70352"/>
                </a:cubicBezTo>
                <a:lnTo>
                  <a:pt x="124489" y="15143"/>
                </a:lnTo>
                <a:cubicBezTo>
                  <a:pt x="124489" y="9801"/>
                  <a:pt x="123917" y="6457"/>
                  <a:pt x="122772" y="5111"/>
                </a:cubicBezTo>
                <a:cubicBezTo>
                  <a:pt x="121178" y="3260"/>
                  <a:pt x="118808" y="2335"/>
                  <a:pt x="115661" y="2335"/>
                </a:cubicBezTo>
                <a:lnTo>
                  <a:pt x="112534" y="2335"/>
                </a:lnTo>
                <a:lnTo>
                  <a:pt x="112534" y="0"/>
                </a:lnTo>
                <a:lnTo>
                  <a:pt x="150175" y="0"/>
                </a:lnTo>
                <a:lnTo>
                  <a:pt x="150175" y="2335"/>
                </a:lnTo>
                <a:cubicBezTo>
                  <a:pt x="145761" y="2292"/>
                  <a:pt x="142666" y="2714"/>
                  <a:pt x="140888" y="3598"/>
                </a:cubicBezTo>
                <a:cubicBezTo>
                  <a:pt x="139110" y="4482"/>
                  <a:pt x="137894" y="5597"/>
                  <a:pt x="137240" y="6944"/>
                </a:cubicBezTo>
                <a:cubicBezTo>
                  <a:pt x="136586" y="8292"/>
                  <a:pt x="136259" y="11512"/>
                  <a:pt x="136259" y="16606"/>
                </a:cubicBezTo>
                <a:lnTo>
                  <a:pt x="136259" y="70407"/>
                </a:lnTo>
                <a:cubicBezTo>
                  <a:pt x="136259" y="73901"/>
                  <a:pt x="136586" y="76301"/>
                  <a:pt x="137240" y="77606"/>
                </a:cubicBezTo>
                <a:cubicBezTo>
                  <a:pt x="137730" y="78489"/>
                  <a:pt x="138487" y="79142"/>
                  <a:pt x="139508" y="79564"/>
                </a:cubicBezTo>
                <a:cubicBezTo>
                  <a:pt x="140530" y="79985"/>
                  <a:pt x="143718" y="80195"/>
                  <a:pt x="149072" y="80195"/>
                </a:cubicBezTo>
                <a:lnTo>
                  <a:pt x="155141" y="80195"/>
                </a:lnTo>
                <a:cubicBezTo>
                  <a:pt x="161517" y="80195"/>
                  <a:pt x="165992" y="79708"/>
                  <a:pt x="168567" y="78734"/>
                </a:cubicBezTo>
                <a:cubicBezTo>
                  <a:pt x="171142" y="77760"/>
                  <a:pt x="173492" y="76034"/>
                  <a:pt x="175617" y="73556"/>
                </a:cubicBezTo>
                <a:cubicBezTo>
                  <a:pt x="177742" y="71078"/>
                  <a:pt x="179867" y="67171"/>
                  <a:pt x="181992" y="61834"/>
                </a:cubicBezTo>
                <a:close/>
                <a:moveTo>
                  <a:pt x="211967" y="45429"/>
                </a:moveTo>
                <a:lnTo>
                  <a:pt x="211967" y="70393"/>
                </a:lnTo>
                <a:cubicBezTo>
                  <a:pt x="211967" y="75787"/>
                  <a:pt x="212539" y="79137"/>
                  <a:pt x="213683" y="80443"/>
                </a:cubicBezTo>
                <a:cubicBezTo>
                  <a:pt x="215236" y="82297"/>
                  <a:pt x="217586" y="83223"/>
                  <a:pt x="220733" y="83223"/>
                </a:cubicBezTo>
                <a:lnTo>
                  <a:pt x="223921" y="83223"/>
                </a:lnTo>
                <a:lnTo>
                  <a:pt x="223921" y="85558"/>
                </a:lnTo>
                <a:lnTo>
                  <a:pt x="188303" y="85558"/>
                </a:lnTo>
                <a:lnTo>
                  <a:pt x="188303" y="83223"/>
                </a:lnTo>
                <a:lnTo>
                  <a:pt x="191430" y="83223"/>
                </a:lnTo>
                <a:cubicBezTo>
                  <a:pt x="194944" y="83223"/>
                  <a:pt x="197458" y="82046"/>
                  <a:pt x="198970" y="79690"/>
                </a:cubicBezTo>
                <a:cubicBezTo>
                  <a:pt x="199787" y="78386"/>
                  <a:pt x="200196" y="75294"/>
                  <a:pt x="200196" y="70415"/>
                </a:cubicBezTo>
                <a:lnTo>
                  <a:pt x="200196" y="15143"/>
                </a:lnTo>
                <a:cubicBezTo>
                  <a:pt x="200196" y="9759"/>
                  <a:pt x="199644" y="6415"/>
                  <a:pt x="198541" y="5111"/>
                </a:cubicBezTo>
                <a:cubicBezTo>
                  <a:pt x="196947" y="3260"/>
                  <a:pt x="194576" y="2335"/>
                  <a:pt x="191430" y="2335"/>
                </a:cubicBezTo>
                <a:lnTo>
                  <a:pt x="188303" y="2335"/>
                </a:lnTo>
                <a:lnTo>
                  <a:pt x="188303" y="0"/>
                </a:lnTo>
                <a:lnTo>
                  <a:pt x="218771" y="0"/>
                </a:lnTo>
                <a:cubicBezTo>
                  <a:pt x="226210" y="0"/>
                  <a:pt x="232074" y="788"/>
                  <a:pt x="236366" y="2364"/>
                </a:cubicBezTo>
                <a:cubicBezTo>
                  <a:pt x="240657" y="3939"/>
                  <a:pt x="244274" y="6595"/>
                  <a:pt x="247217" y="10334"/>
                </a:cubicBezTo>
                <a:cubicBezTo>
                  <a:pt x="250159" y="14072"/>
                  <a:pt x="251631" y="18504"/>
                  <a:pt x="251631" y="23629"/>
                </a:cubicBezTo>
                <a:cubicBezTo>
                  <a:pt x="251631" y="30603"/>
                  <a:pt x="249393" y="36274"/>
                  <a:pt x="244918" y="40644"/>
                </a:cubicBezTo>
                <a:cubicBezTo>
                  <a:pt x="240443" y="45012"/>
                  <a:pt x="234118" y="47196"/>
                  <a:pt x="225944" y="47196"/>
                </a:cubicBezTo>
                <a:cubicBezTo>
                  <a:pt x="223941" y="47196"/>
                  <a:pt x="221775" y="47048"/>
                  <a:pt x="219446" y="46754"/>
                </a:cubicBezTo>
                <a:cubicBezTo>
                  <a:pt x="217116" y="46460"/>
                  <a:pt x="214623" y="46018"/>
                  <a:pt x="211967" y="45429"/>
                </a:cubicBezTo>
                <a:moveTo>
                  <a:pt x="211967" y="41769"/>
                </a:moveTo>
                <a:cubicBezTo>
                  <a:pt x="214133" y="42190"/>
                  <a:pt x="216054" y="42506"/>
                  <a:pt x="217729" y="42716"/>
                </a:cubicBezTo>
                <a:cubicBezTo>
                  <a:pt x="219405" y="42926"/>
                  <a:pt x="220835" y="43031"/>
                  <a:pt x="222021" y="43031"/>
                </a:cubicBezTo>
                <a:cubicBezTo>
                  <a:pt x="226271" y="43031"/>
                  <a:pt x="229939" y="41338"/>
                  <a:pt x="233025" y="37952"/>
                </a:cubicBezTo>
                <a:cubicBezTo>
                  <a:pt x="236110" y="34566"/>
                  <a:pt x="237653" y="30181"/>
                  <a:pt x="237653" y="24797"/>
                </a:cubicBezTo>
                <a:cubicBezTo>
                  <a:pt x="237653" y="21095"/>
                  <a:pt x="236918" y="17656"/>
                  <a:pt x="235446" y="14481"/>
                </a:cubicBezTo>
                <a:cubicBezTo>
                  <a:pt x="233975" y="11305"/>
                  <a:pt x="231891" y="8928"/>
                  <a:pt x="229193" y="7351"/>
                </a:cubicBezTo>
                <a:cubicBezTo>
                  <a:pt x="226496" y="5773"/>
                  <a:pt x="223431" y="4985"/>
                  <a:pt x="219997" y="4985"/>
                </a:cubicBezTo>
                <a:cubicBezTo>
                  <a:pt x="217913" y="4985"/>
                  <a:pt x="215236" y="5384"/>
                  <a:pt x="211967" y="6183"/>
                </a:cubicBezTo>
                <a:lnTo>
                  <a:pt x="211967" y="41769"/>
                </a:lnTo>
                <a:close/>
              </a:path>
            </a:pathLst>
          </a:custGeom>
          <a:solidFill xmlns:a="http://schemas.openxmlformats.org/drawingml/2006/main">
            <a:srgbClr val="000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MLP">
            <a:extLst xmlns:a="http://schemas.openxmlformats.org/drawingml/2006/main">
              <a:ext uri="{FF2B5EF4-FFF2-40B4-BE49-F238E27FC236}">
                <a16:creationId xmlns:a16="http://schemas.microsoft.com/office/drawing/2014/main" id="{E09EE62D-ED28-4035-B9E0-5E644C9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541" y="2509183"/>
            <a:ext cx="251631" cy="85558"/>
          </a:xfrm>
          <a:custGeom xmlns:a="http://schemas.openxmlformats.org/drawingml/2006/main">
            <a:pathLst>
              <a:path w="251631" h="85558">
                <a:moveTo>
                  <a:pt x="49289" y="85558"/>
                </a:moveTo>
                <a:lnTo>
                  <a:pt x="17165" y="13566"/>
                </a:lnTo>
                <a:lnTo>
                  <a:pt x="17165" y="70730"/>
                </a:lnTo>
                <a:cubicBezTo>
                  <a:pt x="17165" y="75988"/>
                  <a:pt x="17717" y="79269"/>
                  <a:pt x="18821" y="80573"/>
                </a:cubicBezTo>
                <a:cubicBezTo>
                  <a:pt x="20333" y="82340"/>
                  <a:pt x="22724" y="83223"/>
                  <a:pt x="25993" y="83223"/>
                </a:cubicBezTo>
                <a:lnTo>
                  <a:pt x="28936" y="83223"/>
                </a:lnTo>
                <a:lnTo>
                  <a:pt x="28936" y="85558"/>
                </a:lnTo>
                <a:lnTo>
                  <a:pt x="0" y="85558"/>
                </a:lnTo>
                <a:lnTo>
                  <a:pt x="0" y="83223"/>
                </a:lnTo>
                <a:lnTo>
                  <a:pt x="2943" y="83223"/>
                </a:lnTo>
                <a:cubicBezTo>
                  <a:pt x="6457" y="83223"/>
                  <a:pt x="8950" y="82130"/>
                  <a:pt x="10422" y="79942"/>
                </a:cubicBezTo>
                <a:cubicBezTo>
                  <a:pt x="11321" y="78596"/>
                  <a:pt x="11770" y="75526"/>
                  <a:pt x="11770" y="70730"/>
                </a:cubicBezTo>
                <a:lnTo>
                  <a:pt x="11770" y="14828"/>
                </a:lnTo>
                <a:cubicBezTo>
                  <a:pt x="11770" y="11042"/>
                  <a:pt x="11362" y="8308"/>
                  <a:pt x="10544" y="6625"/>
                </a:cubicBezTo>
                <a:cubicBezTo>
                  <a:pt x="9972" y="5405"/>
                  <a:pt x="8920" y="4385"/>
                  <a:pt x="7387" y="3565"/>
                </a:cubicBezTo>
                <a:cubicBezTo>
                  <a:pt x="5855" y="2745"/>
                  <a:pt x="3392" y="2335"/>
                  <a:pt x="0" y="2335"/>
                </a:cubicBezTo>
                <a:lnTo>
                  <a:pt x="0" y="0"/>
                </a:lnTo>
                <a:lnTo>
                  <a:pt x="23541" y="0"/>
                </a:lnTo>
                <a:lnTo>
                  <a:pt x="53703" y="66945"/>
                </a:lnTo>
                <a:lnTo>
                  <a:pt x="83374" y="0"/>
                </a:lnTo>
                <a:lnTo>
                  <a:pt x="106915" y="0"/>
                </a:lnTo>
                <a:lnTo>
                  <a:pt x="106915" y="2335"/>
                </a:lnTo>
                <a:lnTo>
                  <a:pt x="104034" y="2335"/>
                </a:lnTo>
                <a:cubicBezTo>
                  <a:pt x="100478" y="2335"/>
                  <a:pt x="97965" y="3428"/>
                  <a:pt x="96493" y="5616"/>
                </a:cubicBezTo>
                <a:cubicBezTo>
                  <a:pt x="95594" y="6962"/>
                  <a:pt x="95145" y="10032"/>
                  <a:pt x="95145" y="14828"/>
                </a:cubicBezTo>
                <a:lnTo>
                  <a:pt x="95145" y="70730"/>
                </a:lnTo>
                <a:cubicBezTo>
                  <a:pt x="95145" y="75988"/>
                  <a:pt x="95717" y="79269"/>
                  <a:pt x="96861" y="80573"/>
                </a:cubicBezTo>
                <a:cubicBezTo>
                  <a:pt x="98374" y="82340"/>
                  <a:pt x="100764" y="83223"/>
                  <a:pt x="104034" y="83223"/>
                </a:cubicBezTo>
                <a:lnTo>
                  <a:pt x="106915" y="83223"/>
                </a:lnTo>
                <a:lnTo>
                  <a:pt x="106915" y="85558"/>
                </a:lnTo>
                <a:lnTo>
                  <a:pt x="71604" y="85558"/>
                </a:lnTo>
                <a:lnTo>
                  <a:pt x="71604" y="83223"/>
                </a:lnTo>
                <a:lnTo>
                  <a:pt x="74546" y="83223"/>
                </a:lnTo>
                <a:cubicBezTo>
                  <a:pt x="78102" y="83223"/>
                  <a:pt x="80595" y="82130"/>
                  <a:pt x="82026" y="79942"/>
                </a:cubicBezTo>
                <a:cubicBezTo>
                  <a:pt x="82925" y="78596"/>
                  <a:pt x="83374" y="75526"/>
                  <a:pt x="83374" y="70730"/>
                </a:cubicBezTo>
                <a:lnTo>
                  <a:pt x="83374" y="13566"/>
                </a:lnTo>
                <a:lnTo>
                  <a:pt x="51312" y="85558"/>
                </a:lnTo>
                <a:lnTo>
                  <a:pt x="49289" y="85558"/>
                </a:lnTo>
                <a:close/>
                <a:moveTo>
                  <a:pt x="181992" y="61834"/>
                </a:moveTo>
                <a:lnTo>
                  <a:pt x="184015" y="62278"/>
                </a:lnTo>
                <a:lnTo>
                  <a:pt x="176904" y="85558"/>
                </a:lnTo>
                <a:lnTo>
                  <a:pt x="112534" y="85558"/>
                </a:lnTo>
                <a:lnTo>
                  <a:pt x="112534" y="83223"/>
                </a:lnTo>
                <a:lnTo>
                  <a:pt x="115661" y="83223"/>
                </a:lnTo>
                <a:cubicBezTo>
                  <a:pt x="119176" y="83223"/>
                  <a:pt x="121689" y="82046"/>
                  <a:pt x="123201" y="79690"/>
                </a:cubicBezTo>
                <a:cubicBezTo>
                  <a:pt x="124060" y="78344"/>
                  <a:pt x="124489" y="75231"/>
                  <a:pt x="124489" y="70352"/>
                </a:cubicBezTo>
                <a:lnTo>
                  <a:pt x="124489" y="15143"/>
                </a:lnTo>
                <a:cubicBezTo>
                  <a:pt x="124489" y="9801"/>
                  <a:pt x="123917" y="6457"/>
                  <a:pt x="122772" y="5111"/>
                </a:cubicBezTo>
                <a:cubicBezTo>
                  <a:pt x="121178" y="3260"/>
                  <a:pt x="118808" y="2335"/>
                  <a:pt x="115661" y="2335"/>
                </a:cubicBezTo>
                <a:lnTo>
                  <a:pt x="112534" y="2335"/>
                </a:lnTo>
                <a:lnTo>
                  <a:pt x="112534" y="0"/>
                </a:lnTo>
                <a:lnTo>
                  <a:pt x="150175" y="0"/>
                </a:lnTo>
                <a:lnTo>
                  <a:pt x="150175" y="2335"/>
                </a:lnTo>
                <a:cubicBezTo>
                  <a:pt x="145761" y="2292"/>
                  <a:pt x="142666" y="2714"/>
                  <a:pt x="140888" y="3598"/>
                </a:cubicBezTo>
                <a:cubicBezTo>
                  <a:pt x="139110" y="4482"/>
                  <a:pt x="137894" y="5597"/>
                  <a:pt x="137240" y="6944"/>
                </a:cubicBezTo>
                <a:cubicBezTo>
                  <a:pt x="136586" y="8292"/>
                  <a:pt x="136259" y="11512"/>
                  <a:pt x="136259" y="16606"/>
                </a:cubicBezTo>
                <a:lnTo>
                  <a:pt x="136259" y="70407"/>
                </a:lnTo>
                <a:cubicBezTo>
                  <a:pt x="136259" y="73901"/>
                  <a:pt x="136586" y="76301"/>
                  <a:pt x="137240" y="77606"/>
                </a:cubicBezTo>
                <a:cubicBezTo>
                  <a:pt x="137730" y="78489"/>
                  <a:pt x="138487" y="79142"/>
                  <a:pt x="139508" y="79564"/>
                </a:cubicBezTo>
                <a:cubicBezTo>
                  <a:pt x="140530" y="79985"/>
                  <a:pt x="143718" y="80195"/>
                  <a:pt x="149072" y="80195"/>
                </a:cubicBezTo>
                <a:lnTo>
                  <a:pt x="155141" y="80195"/>
                </a:lnTo>
                <a:cubicBezTo>
                  <a:pt x="161517" y="80195"/>
                  <a:pt x="165992" y="79708"/>
                  <a:pt x="168567" y="78734"/>
                </a:cubicBezTo>
                <a:cubicBezTo>
                  <a:pt x="171142" y="77760"/>
                  <a:pt x="173492" y="76034"/>
                  <a:pt x="175617" y="73556"/>
                </a:cubicBezTo>
                <a:cubicBezTo>
                  <a:pt x="177742" y="71078"/>
                  <a:pt x="179867" y="67171"/>
                  <a:pt x="181992" y="61834"/>
                </a:cubicBezTo>
                <a:close/>
                <a:moveTo>
                  <a:pt x="211967" y="45429"/>
                </a:moveTo>
                <a:lnTo>
                  <a:pt x="211967" y="70393"/>
                </a:lnTo>
                <a:cubicBezTo>
                  <a:pt x="211967" y="75787"/>
                  <a:pt x="212539" y="79137"/>
                  <a:pt x="213683" y="80443"/>
                </a:cubicBezTo>
                <a:cubicBezTo>
                  <a:pt x="215236" y="82297"/>
                  <a:pt x="217586" y="83223"/>
                  <a:pt x="220733" y="83223"/>
                </a:cubicBezTo>
                <a:lnTo>
                  <a:pt x="223921" y="83223"/>
                </a:lnTo>
                <a:lnTo>
                  <a:pt x="223921" y="85558"/>
                </a:lnTo>
                <a:lnTo>
                  <a:pt x="188303" y="85558"/>
                </a:lnTo>
                <a:lnTo>
                  <a:pt x="188303" y="83223"/>
                </a:lnTo>
                <a:lnTo>
                  <a:pt x="191430" y="83223"/>
                </a:lnTo>
                <a:cubicBezTo>
                  <a:pt x="194944" y="83223"/>
                  <a:pt x="197458" y="82046"/>
                  <a:pt x="198970" y="79690"/>
                </a:cubicBezTo>
                <a:cubicBezTo>
                  <a:pt x="199787" y="78386"/>
                  <a:pt x="200196" y="75294"/>
                  <a:pt x="200196" y="70415"/>
                </a:cubicBezTo>
                <a:lnTo>
                  <a:pt x="200196" y="15143"/>
                </a:lnTo>
                <a:cubicBezTo>
                  <a:pt x="200196" y="9759"/>
                  <a:pt x="199644" y="6415"/>
                  <a:pt x="198541" y="5111"/>
                </a:cubicBezTo>
                <a:cubicBezTo>
                  <a:pt x="196947" y="3260"/>
                  <a:pt x="194576" y="2335"/>
                  <a:pt x="191430" y="2335"/>
                </a:cubicBezTo>
                <a:lnTo>
                  <a:pt x="188303" y="2335"/>
                </a:lnTo>
                <a:lnTo>
                  <a:pt x="188303" y="0"/>
                </a:lnTo>
                <a:lnTo>
                  <a:pt x="218771" y="0"/>
                </a:lnTo>
                <a:cubicBezTo>
                  <a:pt x="226210" y="0"/>
                  <a:pt x="232074" y="788"/>
                  <a:pt x="236366" y="2364"/>
                </a:cubicBezTo>
                <a:cubicBezTo>
                  <a:pt x="240657" y="3939"/>
                  <a:pt x="244274" y="6595"/>
                  <a:pt x="247217" y="10334"/>
                </a:cubicBezTo>
                <a:cubicBezTo>
                  <a:pt x="250159" y="14072"/>
                  <a:pt x="251631" y="18504"/>
                  <a:pt x="251631" y="23629"/>
                </a:cubicBezTo>
                <a:cubicBezTo>
                  <a:pt x="251631" y="30603"/>
                  <a:pt x="249393" y="36274"/>
                  <a:pt x="244918" y="40644"/>
                </a:cubicBezTo>
                <a:cubicBezTo>
                  <a:pt x="240443" y="45012"/>
                  <a:pt x="234118" y="47196"/>
                  <a:pt x="225944" y="47196"/>
                </a:cubicBezTo>
                <a:cubicBezTo>
                  <a:pt x="223941" y="47196"/>
                  <a:pt x="221775" y="47048"/>
                  <a:pt x="219446" y="46754"/>
                </a:cubicBezTo>
                <a:cubicBezTo>
                  <a:pt x="217116" y="46460"/>
                  <a:pt x="214623" y="46018"/>
                  <a:pt x="211967" y="45429"/>
                </a:cubicBezTo>
                <a:moveTo>
                  <a:pt x="211967" y="41769"/>
                </a:moveTo>
                <a:cubicBezTo>
                  <a:pt x="214133" y="42190"/>
                  <a:pt x="216054" y="42506"/>
                  <a:pt x="217729" y="42716"/>
                </a:cubicBezTo>
                <a:cubicBezTo>
                  <a:pt x="219405" y="42926"/>
                  <a:pt x="220835" y="43031"/>
                  <a:pt x="222021" y="43031"/>
                </a:cubicBezTo>
                <a:cubicBezTo>
                  <a:pt x="226271" y="43031"/>
                  <a:pt x="229939" y="41338"/>
                  <a:pt x="233025" y="37952"/>
                </a:cubicBezTo>
                <a:cubicBezTo>
                  <a:pt x="236110" y="34566"/>
                  <a:pt x="237653" y="30181"/>
                  <a:pt x="237653" y="24797"/>
                </a:cubicBezTo>
                <a:cubicBezTo>
                  <a:pt x="237653" y="21095"/>
                  <a:pt x="236918" y="17656"/>
                  <a:pt x="235446" y="14481"/>
                </a:cubicBezTo>
                <a:cubicBezTo>
                  <a:pt x="233975" y="11305"/>
                  <a:pt x="231891" y="8928"/>
                  <a:pt x="229193" y="7351"/>
                </a:cubicBezTo>
                <a:cubicBezTo>
                  <a:pt x="226496" y="5773"/>
                  <a:pt x="223431" y="4985"/>
                  <a:pt x="219997" y="4985"/>
                </a:cubicBezTo>
                <a:cubicBezTo>
                  <a:pt x="217913" y="4985"/>
                  <a:pt x="215236" y="5384"/>
                  <a:pt x="211967" y="6183"/>
                </a:cubicBezTo>
                <a:lnTo>
                  <a:pt x="211967" y="41769"/>
                </a:lnTo>
                <a:close/>
              </a:path>
            </a:pathLst>
          </a:custGeom>
          <a:solidFill xmlns:a="http://schemas.openxmlformats.org/drawingml/2006/main">
            <a:srgbClr val="000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MLP">
            <a:extLst xmlns:a="http://schemas.openxmlformats.org/drawingml/2006/main">
              <a:ext uri="{FF2B5EF4-FFF2-40B4-BE49-F238E27FC236}">
                <a16:creationId xmlns:a16="http://schemas.microsoft.com/office/drawing/2014/main" id="{754AD5D8-5FF3-4845-8722-B4854655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043" y="2504752"/>
            <a:ext cx="251631" cy="85558"/>
          </a:xfrm>
          <a:custGeom xmlns:a="http://schemas.openxmlformats.org/drawingml/2006/main">
            <a:pathLst>
              <a:path w="251631" h="85558">
                <a:moveTo>
                  <a:pt x="49289" y="85558"/>
                </a:moveTo>
                <a:lnTo>
                  <a:pt x="17165" y="13566"/>
                </a:lnTo>
                <a:lnTo>
                  <a:pt x="17165" y="70730"/>
                </a:lnTo>
                <a:cubicBezTo>
                  <a:pt x="17165" y="75988"/>
                  <a:pt x="17717" y="79269"/>
                  <a:pt x="18821" y="80573"/>
                </a:cubicBezTo>
                <a:cubicBezTo>
                  <a:pt x="20333" y="82340"/>
                  <a:pt x="22724" y="83223"/>
                  <a:pt x="25993" y="83223"/>
                </a:cubicBezTo>
                <a:lnTo>
                  <a:pt x="28936" y="83223"/>
                </a:lnTo>
                <a:lnTo>
                  <a:pt x="28936" y="85558"/>
                </a:lnTo>
                <a:lnTo>
                  <a:pt x="0" y="85558"/>
                </a:lnTo>
                <a:lnTo>
                  <a:pt x="0" y="83223"/>
                </a:lnTo>
                <a:lnTo>
                  <a:pt x="2943" y="83223"/>
                </a:lnTo>
                <a:cubicBezTo>
                  <a:pt x="6457" y="83223"/>
                  <a:pt x="8950" y="82130"/>
                  <a:pt x="10422" y="79942"/>
                </a:cubicBezTo>
                <a:cubicBezTo>
                  <a:pt x="11321" y="78596"/>
                  <a:pt x="11770" y="75526"/>
                  <a:pt x="11770" y="70730"/>
                </a:cubicBezTo>
                <a:lnTo>
                  <a:pt x="11770" y="14828"/>
                </a:lnTo>
                <a:cubicBezTo>
                  <a:pt x="11770" y="11042"/>
                  <a:pt x="11362" y="8308"/>
                  <a:pt x="10544" y="6625"/>
                </a:cubicBezTo>
                <a:cubicBezTo>
                  <a:pt x="9972" y="5405"/>
                  <a:pt x="8920" y="4385"/>
                  <a:pt x="7387" y="3565"/>
                </a:cubicBezTo>
                <a:cubicBezTo>
                  <a:pt x="5855" y="2745"/>
                  <a:pt x="3392" y="2335"/>
                  <a:pt x="0" y="2335"/>
                </a:cubicBezTo>
                <a:lnTo>
                  <a:pt x="0" y="0"/>
                </a:lnTo>
                <a:lnTo>
                  <a:pt x="23541" y="0"/>
                </a:lnTo>
                <a:lnTo>
                  <a:pt x="53703" y="66945"/>
                </a:lnTo>
                <a:lnTo>
                  <a:pt x="83374" y="0"/>
                </a:lnTo>
                <a:lnTo>
                  <a:pt x="106915" y="0"/>
                </a:lnTo>
                <a:lnTo>
                  <a:pt x="106915" y="2335"/>
                </a:lnTo>
                <a:lnTo>
                  <a:pt x="104034" y="2335"/>
                </a:lnTo>
                <a:cubicBezTo>
                  <a:pt x="100478" y="2335"/>
                  <a:pt x="97965" y="3428"/>
                  <a:pt x="96493" y="5616"/>
                </a:cubicBezTo>
                <a:cubicBezTo>
                  <a:pt x="95594" y="6962"/>
                  <a:pt x="95145" y="10032"/>
                  <a:pt x="95145" y="14828"/>
                </a:cubicBezTo>
                <a:lnTo>
                  <a:pt x="95145" y="70730"/>
                </a:lnTo>
                <a:cubicBezTo>
                  <a:pt x="95145" y="75988"/>
                  <a:pt x="95717" y="79269"/>
                  <a:pt x="96861" y="80573"/>
                </a:cubicBezTo>
                <a:cubicBezTo>
                  <a:pt x="98374" y="82340"/>
                  <a:pt x="100764" y="83223"/>
                  <a:pt x="104034" y="83223"/>
                </a:cubicBezTo>
                <a:lnTo>
                  <a:pt x="106915" y="83223"/>
                </a:lnTo>
                <a:lnTo>
                  <a:pt x="106915" y="85558"/>
                </a:lnTo>
                <a:lnTo>
                  <a:pt x="71604" y="85558"/>
                </a:lnTo>
                <a:lnTo>
                  <a:pt x="71604" y="83223"/>
                </a:lnTo>
                <a:lnTo>
                  <a:pt x="74546" y="83223"/>
                </a:lnTo>
                <a:cubicBezTo>
                  <a:pt x="78102" y="83223"/>
                  <a:pt x="80595" y="82130"/>
                  <a:pt x="82026" y="79942"/>
                </a:cubicBezTo>
                <a:cubicBezTo>
                  <a:pt x="82925" y="78596"/>
                  <a:pt x="83374" y="75526"/>
                  <a:pt x="83374" y="70730"/>
                </a:cubicBezTo>
                <a:lnTo>
                  <a:pt x="83374" y="13566"/>
                </a:lnTo>
                <a:lnTo>
                  <a:pt x="51312" y="85558"/>
                </a:lnTo>
                <a:lnTo>
                  <a:pt x="49289" y="85558"/>
                </a:lnTo>
                <a:close/>
                <a:moveTo>
                  <a:pt x="181992" y="61834"/>
                </a:moveTo>
                <a:lnTo>
                  <a:pt x="184015" y="62278"/>
                </a:lnTo>
                <a:lnTo>
                  <a:pt x="176904" y="85558"/>
                </a:lnTo>
                <a:lnTo>
                  <a:pt x="112534" y="85558"/>
                </a:lnTo>
                <a:lnTo>
                  <a:pt x="112534" y="83223"/>
                </a:lnTo>
                <a:lnTo>
                  <a:pt x="115661" y="83223"/>
                </a:lnTo>
                <a:cubicBezTo>
                  <a:pt x="119176" y="83223"/>
                  <a:pt x="121689" y="82046"/>
                  <a:pt x="123201" y="79690"/>
                </a:cubicBezTo>
                <a:cubicBezTo>
                  <a:pt x="124060" y="78344"/>
                  <a:pt x="124489" y="75231"/>
                  <a:pt x="124489" y="70352"/>
                </a:cubicBezTo>
                <a:lnTo>
                  <a:pt x="124489" y="15143"/>
                </a:lnTo>
                <a:cubicBezTo>
                  <a:pt x="124489" y="9801"/>
                  <a:pt x="123917" y="6457"/>
                  <a:pt x="122772" y="5111"/>
                </a:cubicBezTo>
                <a:cubicBezTo>
                  <a:pt x="121178" y="3260"/>
                  <a:pt x="118808" y="2335"/>
                  <a:pt x="115661" y="2335"/>
                </a:cubicBezTo>
                <a:lnTo>
                  <a:pt x="112534" y="2335"/>
                </a:lnTo>
                <a:lnTo>
                  <a:pt x="112534" y="0"/>
                </a:lnTo>
                <a:lnTo>
                  <a:pt x="150175" y="0"/>
                </a:lnTo>
                <a:lnTo>
                  <a:pt x="150175" y="2335"/>
                </a:lnTo>
                <a:cubicBezTo>
                  <a:pt x="145761" y="2292"/>
                  <a:pt x="142666" y="2714"/>
                  <a:pt x="140888" y="3598"/>
                </a:cubicBezTo>
                <a:cubicBezTo>
                  <a:pt x="139110" y="4482"/>
                  <a:pt x="137894" y="5597"/>
                  <a:pt x="137240" y="6944"/>
                </a:cubicBezTo>
                <a:cubicBezTo>
                  <a:pt x="136586" y="8292"/>
                  <a:pt x="136259" y="11512"/>
                  <a:pt x="136259" y="16606"/>
                </a:cubicBezTo>
                <a:lnTo>
                  <a:pt x="136259" y="70407"/>
                </a:lnTo>
                <a:cubicBezTo>
                  <a:pt x="136259" y="73901"/>
                  <a:pt x="136586" y="76301"/>
                  <a:pt x="137240" y="77606"/>
                </a:cubicBezTo>
                <a:cubicBezTo>
                  <a:pt x="137730" y="78489"/>
                  <a:pt x="138487" y="79142"/>
                  <a:pt x="139508" y="79564"/>
                </a:cubicBezTo>
                <a:cubicBezTo>
                  <a:pt x="140530" y="79985"/>
                  <a:pt x="143718" y="80195"/>
                  <a:pt x="149072" y="80195"/>
                </a:cubicBezTo>
                <a:lnTo>
                  <a:pt x="155141" y="80195"/>
                </a:lnTo>
                <a:cubicBezTo>
                  <a:pt x="161517" y="80195"/>
                  <a:pt x="165992" y="79708"/>
                  <a:pt x="168567" y="78734"/>
                </a:cubicBezTo>
                <a:cubicBezTo>
                  <a:pt x="171142" y="77760"/>
                  <a:pt x="173492" y="76034"/>
                  <a:pt x="175617" y="73556"/>
                </a:cubicBezTo>
                <a:cubicBezTo>
                  <a:pt x="177742" y="71078"/>
                  <a:pt x="179867" y="67171"/>
                  <a:pt x="181992" y="61834"/>
                </a:cubicBezTo>
                <a:close/>
                <a:moveTo>
                  <a:pt x="211967" y="45429"/>
                </a:moveTo>
                <a:lnTo>
                  <a:pt x="211967" y="70393"/>
                </a:lnTo>
                <a:cubicBezTo>
                  <a:pt x="211967" y="75787"/>
                  <a:pt x="212539" y="79137"/>
                  <a:pt x="213683" y="80443"/>
                </a:cubicBezTo>
                <a:cubicBezTo>
                  <a:pt x="215236" y="82297"/>
                  <a:pt x="217586" y="83223"/>
                  <a:pt x="220733" y="83223"/>
                </a:cubicBezTo>
                <a:lnTo>
                  <a:pt x="223921" y="83223"/>
                </a:lnTo>
                <a:lnTo>
                  <a:pt x="223921" y="85558"/>
                </a:lnTo>
                <a:lnTo>
                  <a:pt x="188303" y="85558"/>
                </a:lnTo>
                <a:lnTo>
                  <a:pt x="188303" y="83223"/>
                </a:lnTo>
                <a:lnTo>
                  <a:pt x="191430" y="83223"/>
                </a:lnTo>
                <a:cubicBezTo>
                  <a:pt x="194944" y="83223"/>
                  <a:pt x="197458" y="82046"/>
                  <a:pt x="198970" y="79690"/>
                </a:cubicBezTo>
                <a:cubicBezTo>
                  <a:pt x="199787" y="78386"/>
                  <a:pt x="200196" y="75294"/>
                  <a:pt x="200196" y="70415"/>
                </a:cubicBezTo>
                <a:lnTo>
                  <a:pt x="200196" y="15143"/>
                </a:lnTo>
                <a:cubicBezTo>
                  <a:pt x="200196" y="9759"/>
                  <a:pt x="199644" y="6415"/>
                  <a:pt x="198541" y="5111"/>
                </a:cubicBezTo>
                <a:cubicBezTo>
                  <a:pt x="196947" y="3260"/>
                  <a:pt x="194576" y="2335"/>
                  <a:pt x="191430" y="2335"/>
                </a:cubicBezTo>
                <a:lnTo>
                  <a:pt x="188303" y="2335"/>
                </a:lnTo>
                <a:lnTo>
                  <a:pt x="188303" y="0"/>
                </a:lnTo>
                <a:lnTo>
                  <a:pt x="218771" y="0"/>
                </a:lnTo>
                <a:cubicBezTo>
                  <a:pt x="226210" y="0"/>
                  <a:pt x="232074" y="788"/>
                  <a:pt x="236366" y="2364"/>
                </a:cubicBezTo>
                <a:cubicBezTo>
                  <a:pt x="240657" y="3939"/>
                  <a:pt x="244274" y="6595"/>
                  <a:pt x="247217" y="10334"/>
                </a:cubicBezTo>
                <a:cubicBezTo>
                  <a:pt x="250159" y="14072"/>
                  <a:pt x="251631" y="18504"/>
                  <a:pt x="251631" y="23629"/>
                </a:cubicBezTo>
                <a:cubicBezTo>
                  <a:pt x="251631" y="30603"/>
                  <a:pt x="249393" y="36274"/>
                  <a:pt x="244918" y="40644"/>
                </a:cubicBezTo>
                <a:cubicBezTo>
                  <a:pt x="240443" y="45012"/>
                  <a:pt x="234118" y="47196"/>
                  <a:pt x="225944" y="47196"/>
                </a:cubicBezTo>
                <a:cubicBezTo>
                  <a:pt x="223941" y="47196"/>
                  <a:pt x="221775" y="47048"/>
                  <a:pt x="219446" y="46754"/>
                </a:cubicBezTo>
                <a:cubicBezTo>
                  <a:pt x="217116" y="46460"/>
                  <a:pt x="214623" y="46018"/>
                  <a:pt x="211967" y="45429"/>
                </a:cubicBezTo>
                <a:moveTo>
                  <a:pt x="211967" y="41769"/>
                </a:moveTo>
                <a:cubicBezTo>
                  <a:pt x="214133" y="42190"/>
                  <a:pt x="216054" y="42506"/>
                  <a:pt x="217729" y="42716"/>
                </a:cubicBezTo>
                <a:cubicBezTo>
                  <a:pt x="219405" y="42926"/>
                  <a:pt x="220835" y="43031"/>
                  <a:pt x="222021" y="43031"/>
                </a:cubicBezTo>
                <a:cubicBezTo>
                  <a:pt x="226271" y="43031"/>
                  <a:pt x="229939" y="41338"/>
                  <a:pt x="233025" y="37952"/>
                </a:cubicBezTo>
                <a:cubicBezTo>
                  <a:pt x="236110" y="34566"/>
                  <a:pt x="237653" y="30181"/>
                  <a:pt x="237653" y="24797"/>
                </a:cubicBezTo>
                <a:cubicBezTo>
                  <a:pt x="237653" y="21095"/>
                  <a:pt x="236918" y="17656"/>
                  <a:pt x="235446" y="14481"/>
                </a:cubicBezTo>
                <a:cubicBezTo>
                  <a:pt x="233975" y="11305"/>
                  <a:pt x="231891" y="8928"/>
                  <a:pt x="229193" y="7351"/>
                </a:cubicBezTo>
                <a:cubicBezTo>
                  <a:pt x="226496" y="5773"/>
                  <a:pt x="223431" y="4985"/>
                  <a:pt x="219997" y="4985"/>
                </a:cubicBezTo>
                <a:cubicBezTo>
                  <a:pt x="217913" y="4985"/>
                  <a:pt x="215236" y="5384"/>
                  <a:pt x="211967" y="6183"/>
                </a:cubicBezTo>
                <a:lnTo>
                  <a:pt x="211967" y="41769"/>
                </a:lnTo>
                <a:close/>
              </a:path>
            </a:pathLst>
          </a:custGeom>
          <a:solidFill xmlns:a="http://schemas.openxmlformats.org/drawingml/2006/main">
            <a:srgbClr val="000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29681-0742-480B-9701-7D0D8B16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471" y="3378201"/>
            <a:ext cx="107616" cy="159890"/>
          </a:xfrm>
          <a:custGeom xmlns:a="http://schemas.openxmlformats.org/drawingml/2006/main">
            <a:pathLst>
              <a:path w="107616" h="159890">
                <a:moveTo>
                  <a:pt x="58292" y="0"/>
                </a:moveTo>
                <a:lnTo>
                  <a:pt x="49324" y="0"/>
                </a:lnTo>
                <a:lnTo>
                  <a:pt x="49324" y="49131"/>
                </a:lnTo>
                <a:lnTo>
                  <a:pt x="0" y="49131"/>
                </a:lnTo>
                <a:lnTo>
                  <a:pt x="53810" y="159890"/>
                </a:lnTo>
                <a:lnTo>
                  <a:pt x="107616" y="49130"/>
                </a:lnTo>
                <a:lnTo>
                  <a:pt x="58292" y="49130"/>
                </a:lnTo>
                <a:lnTo>
                  <a:pt x="5829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MLP">
            <a:extLst xmlns:a="http://schemas.openxmlformats.org/drawingml/2006/main">
              <a:ext uri="{FF2B5EF4-FFF2-40B4-BE49-F238E27FC236}">
                <a16:creationId xmlns:a16="http://schemas.microsoft.com/office/drawing/2014/main" id="{AA695A84-02D6-499A-A4D6-C2225328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2988" y="3429639"/>
            <a:ext cx="215661" cy="73335"/>
          </a:xfrm>
          <a:custGeom xmlns:a="http://schemas.openxmlformats.org/drawingml/2006/main">
            <a:pathLst>
              <a:path w="215661" h="73335">
                <a:moveTo>
                  <a:pt x="42248" y="73335"/>
                </a:moveTo>
                <a:lnTo>
                  <a:pt x="14713" y="11628"/>
                </a:lnTo>
                <a:lnTo>
                  <a:pt x="14713" y="60626"/>
                </a:lnTo>
                <a:cubicBezTo>
                  <a:pt x="14713" y="65133"/>
                  <a:pt x="15186" y="67945"/>
                  <a:pt x="16132" y="69063"/>
                </a:cubicBezTo>
                <a:cubicBezTo>
                  <a:pt x="17428" y="70577"/>
                  <a:pt x="19477" y="71334"/>
                  <a:pt x="22280" y="71334"/>
                </a:cubicBezTo>
                <a:lnTo>
                  <a:pt x="24802" y="71334"/>
                </a:lnTo>
                <a:lnTo>
                  <a:pt x="24802" y="73335"/>
                </a:lnTo>
                <a:lnTo>
                  <a:pt x="0" y="73335"/>
                </a:lnTo>
                <a:lnTo>
                  <a:pt x="0" y="71334"/>
                </a:lnTo>
                <a:lnTo>
                  <a:pt x="2522" y="71334"/>
                </a:lnTo>
                <a:cubicBezTo>
                  <a:pt x="5535" y="71334"/>
                  <a:pt x="7672" y="70397"/>
                  <a:pt x="8933" y="68522"/>
                </a:cubicBezTo>
                <a:cubicBezTo>
                  <a:pt x="9704" y="67368"/>
                  <a:pt x="10089" y="64736"/>
                  <a:pt x="10089" y="60626"/>
                </a:cubicBezTo>
                <a:lnTo>
                  <a:pt x="10089" y="12709"/>
                </a:lnTo>
                <a:cubicBezTo>
                  <a:pt x="10089" y="9464"/>
                  <a:pt x="9739" y="7121"/>
                  <a:pt x="9038" y="5679"/>
                </a:cubicBezTo>
                <a:cubicBezTo>
                  <a:pt x="8548" y="4633"/>
                  <a:pt x="7646" y="3759"/>
                  <a:pt x="6332" y="3056"/>
                </a:cubicBezTo>
                <a:cubicBezTo>
                  <a:pt x="5018" y="2353"/>
                  <a:pt x="2908" y="2001"/>
                  <a:pt x="0" y="2001"/>
                </a:cubicBezTo>
                <a:lnTo>
                  <a:pt x="0" y="0"/>
                </a:lnTo>
                <a:lnTo>
                  <a:pt x="20178" y="0"/>
                </a:lnTo>
                <a:lnTo>
                  <a:pt x="46031" y="57381"/>
                </a:lnTo>
                <a:lnTo>
                  <a:pt x="71464" y="0"/>
                </a:lnTo>
                <a:lnTo>
                  <a:pt x="91642" y="0"/>
                </a:lnTo>
                <a:lnTo>
                  <a:pt x="91642" y="2001"/>
                </a:lnTo>
                <a:lnTo>
                  <a:pt x="89172" y="2001"/>
                </a:lnTo>
                <a:cubicBezTo>
                  <a:pt x="86124" y="2001"/>
                  <a:pt x="83970" y="2938"/>
                  <a:pt x="82709" y="4813"/>
                </a:cubicBezTo>
                <a:cubicBezTo>
                  <a:pt x="81938" y="5967"/>
                  <a:pt x="81553" y="8599"/>
                  <a:pt x="81553" y="12709"/>
                </a:cubicBezTo>
                <a:lnTo>
                  <a:pt x="81553" y="60626"/>
                </a:lnTo>
                <a:cubicBezTo>
                  <a:pt x="81553" y="65133"/>
                  <a:pt x="82043" y="67945"/>
                  <a:pt x="83024" y="69063"/>
                </a:cubicBezTo>
                <a:cubicBezTo>
                  <a:pt x="84320" y="70577"/>
                  <a:pt x="86369" y="71334"/>
                  <a:pt x="89172" y="71334"/>
                </a:cubicBezTo>
                <a:lnTo>
                  <a:pt x="91642" y="71334"/>
                </a:lnTo>
                <a:lnTo>
                  <a:pt x="91642" y="73335"/>
                </a:lnTo>
                <a:lnTo>
                  <a:pt x="61375" y="73335"/>
                </a:lnTo>
                <a:lnTo>
                  <a:pt x="61375" y="71334"/>
                </a:lnTo>
                <a:lnTo>
                  <a:pt x="63897" y="71334"/>
                </a:lnTo>
                <a:cubicBezTo>
                  <a:pt x="66945" y="71334"/>
                  <a:pt x="69082" y="70397"/>
                  <a:pt x="70308" y="68522"/>
                </a:cubicBezTo>
                <a:cubicBezTo>
                  <a:pt x="71078" y="67368"/>
                  <a:pt x="71464" y="64736"/>
                  <a:pt x="71464" y="60626"/>
                </a:cubicBezTo>
                <a:lnTo>
                  <a:pt x="71464" y="11628"/>
                </a:lnTo>
                <a:lnTo>
                  <a:pt x="43982" y="73335"/>
                </a:lnTo>
                <a:lnTo>
                  <a:pt x="42248" y="73335"/>
                </a:lnTo>
                <a:close/>
                <a:moveTo>
                  <a:pt x="156306" y="53001"/>
                </a:moveTo>
                <a:lnTo>
                  <a:pt x="158040" y="53381"/>
                </a:lnTo>
                <a:lnTo>
                  <a:pt x="151944" y="73335"/>
                </a:lnTo>
                <a:lnTo>
                  <a:pt x="96770" y="73335"/>
                </a:lnTo>
                <a:lnTo>
                  <a:pt x="96770" y="71334"/>
                </a:lnTo>
                <a:lnTo>
                  <a:pt x="99450" y="71334"/>
                </a:lnTo>
                <a:cubicBezTo>
                  <a:pt x="102463" y="71334"/>
                  <a:pt x="104617" y="70325"/>
                  <a:pt x="105913" y="68306"/>
                </a:cubicBezTo>
                <a:cubicBezTo>
                  <a:pt x="106649" y="67152"/>
                  <a:pt x="107017" y="64484"/>
                  <a:pt x="107017" y="60302"/>
                </a:cubicBezTo>
                <a:lnTo>
                  <a:pt x="107017" y="12980"/>
                </a:lnTo>
                <a:cubicBezTo>
                  <a:pt x="107017" y="8401"/>
                  <a:pt x="106526" y="5534"/>
                  <a:pt x="105545" y="4381"/>
                </a:cubicBezTo>
                <a:cubicBezTo>
                  <a:pt x="104179" y="2794"/>
                  <a:pt x="102147" y="2001"/>
                  <a:pt x="99450" y="2001"/>
                </a:cubicBezTo>
                <a:lnTo>
                  <a:pt x="96770" y="2001"/>
                </a:lnTo>
                <a:lnTo>
                  <a:pt x="96770" y="0"/>
                </a:lnTo>
                <a:lnTo>
                  <a:pt x="129034" y="0"/>
                </a:lnTo>
                <a:lnTo>
                  <a:pt x="129034" y="2001"/>
                </a:lnTo>
                <a:cubicBezTo>
                  <a:pt x="125251" y="1965"/>
                  <a:pt x="122597" y="2326"/>
                  <a:pt x="121073" y="3084"/>
                </a:cubicBezTo>
                <a:cubicBezTo>
                  <a:pt x="119549" y="3842"/>
                  <a:pt x="118507" y="4798"/>
                  <a:pt x="117947" y="5952"/>
                </a:cubicBezTo>
                <a:cubicBezTo>
                  <a:pt x="117386" y="7107"/>
                  <a:pt x="117106" y="9868"/>
                  <a:pt x="117106" y="14234"/>
                </a:cubicBezTo>
                <a:lnTo>
                  <a:pt x="117106" y="60349"/>
                </a:lnTo>
                <a:cubicBezTo>
                  <a:pt x="117106" y="63344"/>
                  <a:pt x="117386" y="65401"/>
                  <a:pt x="117947" y="66519"/>
                </a:cubicBezTo>
                <a:cubicBezTo>
                  <a:pt x="118367" y="67277"/>
                  <a:pt x="119015" y="67836"/>
                  <a:pt x="119891" y="68198"/>
                </a:cubicBezTo>
                <a:cubicBezTo>
                  <a:pt x="120767" y="68558"/>
                  <a:pt x="123499" y="68738"/>
                  <a:pt x="128088" y="68738"/>
                </a:cubicBezTo>
                <a:lnTo>
                  <a:pt x="133290" y="68738"/>
                </a:lnTo>
                <a:cubicBezTo>
                  <a:pt x="138755" y="68738"/>
                  <a:pt x="142591" y="68321"/>
                  <a:pt x="144798" y="67486"/>
                </a:cubicBezTo>
                <a:cubicBezTo>
                  <a:pt x="147005" y="66651"/>
                  <a:pt x="149019" y="65172"/>
                  <a:pt x="150841" y="63048"/>
                </a:cubicBezTo>
                <a:cubicBezTo>
                  <a:pt x="152662" y="60924"/>
                  <a:pt x="154484" y="57575"/>
                  <a:pt x="156306" y="53001"/>
                </a:cubicBezTo>
                <a:close/>
                <a:moveTo>
                  <a:pt x="181664" y="38939"/>
                </a:moveTo>
                <a:lnTo>
                  <a:pt x="181664" y="60337"/>
                </a:lnTo>
                <a:cubicBezTo>
                  <a:pt x="181664" y="64960"/>
                  <a:pt x="182154" y="67831"/>
                  <a:pt x="183135" y="68951"/>
                </a:cubicBezTo>
                <a:cubicBezTo>
                  <a:pt x="184466" y="70540"/>
                  <a:pt x="186480" y="71334"/>
                  <a:pt x="189178" y="71334"/>
                </a:cubicBezTo>
                <a:lnTo>
                  <a:pt x="191910" y="71334"/>
                </a:lnTo>
                <a:lnTo>
                  <a:pt x="191910" y="73335"/>
                </a:lnTo>
                <a:lnTo>
                  <a:pt x="161380" y="73335"/>
                </a:lnTo>
                <a:lnTo>
                  <a:pt x="161380" y="71334"/>
                </a:lnTo>
                <a:lnTo>
                  <a:pt x="164060" y="71334"/>
                </a:lnTo>
                <a:cubicBezTo>
                  <a:pt x="167073" y="71334"/>
                  <a:pt x="169227" y="70325"/>
                  <a:pt x="170524" y="68306"/>
                </a:cubicBezTo>
                <a:cubicBezTo>
                  <a:pt x="171224" y="67188"/>
                  <a:pt x="171575" y="64538"/>
                  <a:pt x="171575" y="60356"/>
                </a:cubicBezTo>
                <a:lnTo>
                  <a:pt x="171575" y="12980"/>
                </a:lnTo>
                <a:cubicBezTo>
                  <a:pt x="171575" y="8365"/>
                  <a:pt x="171102" y="5498"/>
                  <a:pt x="170156" y="4381"/>
                </a:cubicBezTo>
                <a:cubicBezTo>
                  <a:pt x="168790" y="2794"/>
                  <a:pt x="166758" y="2001"/>
                  <a:pt x="164060" y="2001"/>
                </a:cubicBezTo>
                <a:lnTo>
                  <a:pt x="161380" y="2001"/>
                </a:lnTo>
                <a:lnTo>
                  <a:pt x="161380" y="0"/>
                </a:lnTo>
                <a:lnTo>
                  <a:pt x="187496" y="0"/>
                </a:lnTo>
                <a:cubicBezTo>
                  <a:pt x="193872" y="0"/>
                  <a:pt x="198899" y="675"/>
                  <a:pt x="202577" y="2026"/>
                </a:cubicBezTo>
                <a:cubicBezTo>
                  <a:pt x="206255" y="3376"/>
                  <a:pt x="209356" y="5653"/>
                  <a:pt x="211878" y="8858"/>
                </a:cubicBezTo>
                <a:cubicBezTo>
                  <a:pt x="214400" y="12062"/>
                  <a:pt x="215661" y="15861"/>
                  <a:pt x="215661" y="20254"/>
                </a:cubicBezTo>
                <a:cubicBezTo>
                  <a:pt x="215661" y="26231"/>
                  <a:pt x="213743" y="31092"/>
                  <a:pt x="209907" y="34837"/>
                </a:cubicBezTo>
                <a:cubicBezTo>
                  <a:pt x="206072" y="38581"/>
                  <a:pt x="200650" y="40453"/>
                  <a:pt x="193644" y="40453"/>
                </a:cubicBezTo>
                <a:cubicBezTo>
                  <a:pt x="191928" y="40453"/>
                  <a:pt x="190071" y="40327"/>
                  <a:pt x="188074" y="40075"/>
                </a:cubicBezTo>
                <a:cubicBezTo>
                  <a:pt x="186077" y="39823"/>
                  <a:pt x="183941" y="39444"/>
                  <a:pt x="181664" y="38939"/>
                </a:cubicBezTo>
                <a:moveTo>
                  <a:pt x="181664" y="35802"/>
                </a:moveTo>
                <a:cubicBezTo>
                  <a:pt x="183520" y="36163"/>
                  <a:pt x="185167" y="36433"/>
                  <a:pt x="186603" y="36614"/>
                </a:cubicBezTo>
                <a:cubicBezTo>
                  <a:pt x="188039" y="36794"/>
                  <a:pt x="189265" y="36884"/>
                  <a:pt x="190281" y="36884"/>
                </a:cubicBezTo>
                <a:cubicBezTo>
                  <a:pt x="193924" y="36884"/>
                  <a:pt x="197069" y="35433"/>
                  <a:pt x="199713" y="32530"/>
                </a:cubicBezTo>
                <a:cubicBezTo>
                  <a:pt x="202358" y="29628"/>
                  <a:pt x="203681" y="25869"/>
                  <a:pt x="203681" y="21254"/>
                </a:cubicBezTo>
                <a:cubicBezTo>
                  <a:pt x="203681" y="18081"/>
                  <a:pt x="203050" y="15134"/>
                  <a:pt x="201789" y="12412"/>
                </a:cubicBezTo>
                <a:cubicBezTo>
                  <a:pt x="200528" y="9690"/>
                  <a:pt x="198741" y="7653"/>
                  <a:pt x="196429" y="6301"/>
                </a:cubicBezTo>
                <a:cubicBezTo>
                  <a:pt x="194117" y="4949"/>
                  <a:pt x="191490" y="4272"/>
                  <a:pt x="188547" y="4272"/>
                </a:cubicBezTo>
                <a:cubicBezTo>
                  <a:pt x="186761" y="4272"/>
                  <a:pt x="184466" y="4615"/>
                  <a:pt x="181664" y="5300"/>
                </a:cubicBezTo>
                <a:lnTo>
                  <a:pt x="181664" y="35802"/>
                </a:lnTo>
                <a:close/>
              </a:path>
            </a:pathLst>
          </a:custGeom>
          <a:solidFill xmlns:a="http://schemas.openxmlformats.org/drawingml/2006/main">
            <a:srgbClr val="000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Text CommitGrou">
            <a:extLst xmlns:a="http://schemas.openxmlformats.org/drawingml/2006/main">
              <a:ext uri="{FF2B5EF4-FFF2-40B4-BE49-F238E27FC236}">
                <a16:creationId xmlns:a16="http://schemas.microsoft.com/office/drawing/2014/main" id="{1C9BA442-5EE6-4A0B-A5F1-92D91C51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873" y="3597969"/>
            <a:ext cx="804724" cy="102107"/>
          </a:xfrm>
          <a:custGeom xmlns:a="http://schemas.openxmlformats.org/drawingml/2006/main">
            <a:pathLst>
              <a:path w="804724" h="102107">
                <a:moveTo>
                  <a:pt x="94024" y="0"/>
                </a:moveTo>
                <a:lnTo>
                  <a:pt x="87018" y="31151"/>
                </a:lnTo>
                <a:lnTo>
                  <a:pt x="84285" y="31151"/>
                </a:lnTo>
                <a:cubicBezTo>
                  <a:pt x="83958" y="22618"/>
                  <a:pt x="81938" y="16255"/>
                  <a:pt x="78225" y="12060"/>
                </a:cubicBezTo>
                <a:cubicBezTo>
                  <a:pt x="74511" y="7866"/>
                  <a:pt x="69665" y="5769"/>
                  <a:pt x="63687" y="5769"/>
                </a:cubicBezTo>
                <a:cubicBezTo>
                  <a:pt x="57241" y="5769"/>
                  <a:pt x="50819" y="8603"/>
                  <a:pt x="44420" y="14271"/>
                </a:cubicBezTo>
                <a:cubicBezTo>
                  <a:pt x="38021" y="19939"/>
                  <a:pt x="32602" y="28609"/>
                  <a:pt x="28165" y="40280"/>
                </a:cubicBezTo>
                <a:cubicBezTo>
                  <a:pt x="24569" y="49743"/>
                  <a:pt x="22770" y="59086"/>
                  <a:pt x="22770" y="68308"/>
                </a:cubicBezTo>
                <a:cubicBezTo>
                  <a:pt x="22770" y="76571"/>
                  <a:pt x="24744" y="82876"/>
                  <a:pt x="28691" y="87223"/>
                </a:cubicBezTo>
                <a:cubicBezTo>
                  <a:pt x="32637" y="91569"/>
                  <a:pt x="38044" y="93742"/>
                  <a:pt x="44910" y="93742"/>
                </a:cubicBezTo>
                <a:cubicBezTo>
                  <a:pt x="50468" y="93742"/>
                  <a:pt x="55536" y="92487"/>
                  <a:pt x="60114" y="89977"/>
                </a:cubicBezTo>
                <a:cubicBezTo>
                  <a:pt x="64691" y="87465"/>
                  <a:pt x="69315" y="83384"/>
                  <a:pt x="73986" y="77734"/>
                </a:cubicBezTo>
                <a:lnTo>
                  <a:pt x="77349" y="77734"/>
                </a:lnTo>
                <a:cubicBezTo>
                  <a:pt x="71557" y="86728"/>
                  <a:pt x="65707" y="93039"/>
                  <a:pt x="59798" y="96667"/>
                </a:cubicBezTo>
                <a:cubicBezTo>
                  <a:pt x="53890" y="100294"/>
                  <a:pt x="46662" y="102107"/>
                  <a:pt x="38114" y="102107"/>
                </a:cubicBezTo>
                <a:cubicBezTo>
                  <a:pt x="26670" y="102107"/>
                  <a:pt x="17457" y="98543"/>
                  <a:pt x="10474" y="91415"/>
                </a:cubicBezTo>
                <a:cubicBezTo>
                  <a:pt x="3491" y="84285"/>
                  <a:pt x="0" y="74983"/>
                  <a:pt x="0" y="63510"/>
                </a:cubicBezTo>
                <a:cubicBezTo>
                  <a:pt x="0" y="52757"/>
                  <a:pt x="2779" y="42497"/>
                  <a:pt x="8337" y="32729"/>
                </a:cubicBezTo>
                <a:cubicBezTo>
                  <a:pt x="13896" y="22959"/>
                  <a:pt x="21895" y="15063"/>
                  <a:pt x="32334" y="9038"/>
                </a:cubicBezTo>
                <a:cubicBezTo>
                  <a:pt x="42773" y="3013"/>
                  <a:pt x="53154" y="0"/>
                  <a:pt x="63477" y="0"/>
                </a:cubicBezTo>
                <a:cubicBezTo>
                  <a:pt x="67400" y="0"/>
                  <a:pt x="72281" y="844"/>
                  <a:pt x="78120" y="2533"/>
                </a:cubicBezTo>
                <a:cubicBezTo>
                  <a:pt x="81109" y="3377"/>
                  <a:pt x="83187" y="3799"/>
                  <a:pt x="84355" y="3799"/>
                </a:cubicBezTo>
                <a:cubicBezTo>
                  <a:pt x="86691" y="3799"/>
                  <a:pt x="89049" y="2533"/>
                  <a:pt x="91431" y="0"/>
                </a:cubicBezTo>
                <a:lnTo>
                  <a:pt x="94024" y="0"/>
                </a:lnTo>
                <a:close/>
                <a:moveTo>
                  <a:pt x="134173" y="33026"/>
                </a:moveTo>
                <a:cubicBezTo>
                  <a:pt x="137863" y="33026"/>
                  <a:pt x="141331" y="33904"/>
                  <a:pt x="144577" y="35660"/>
                </a:cubicBezTo>
                <a:cubicBezTo>
                  <a:pt x="147824" y="37417"/>
                  <a:pt x="150276" y="39859"/>
                  <a:pt x="151934" y="42989"/>
                </a:cubicBezTo>
                <a:cubicBezTo>
                  <a:pt x="153592" y="46116"/>
                  <a:pt x="154421" y="49581"/>
                  <a:pt x="154421" y="53381"/>
                </a:cubicBezTo>
                <a:cubicBezTo>
                  <a:pt x="154421" y="61178"/>
                  <a:pt x="152308" y="68975"/>
                  <a:pt x="148081" y="76772"/>
                </a:cubicBezTo>
                <a:cubicBezTo>
                  <a:pt x="143853" y="84567"/>
                  <a:pt x="138283" y="90715"/>
                  <a:pt x="131371" y="95214"/>
                </a:cubicBezTo>
                <a:cubicBezTo>
                  <a:pt x="124458" y="99713"/>
                  <a:pt x="117498" y="101963"/>
                  <a:pt x="110492" y="101963"/>
                </a:cubicBezTo>
                <a:cubicBezTo>
                  <a:pt x="104140" y="101963"/>
                  <a:pt x="99224" y="100014"/>
                  <a:pt x="95744" y="96118"/>
                </a:cubicBezTo>
                <a:cubicBezTo>
                  <a:pt x="92264" y="92219"/>
                  <a:pt x="90524" y="87455"/>
                  <a:pt x="90524" y="81824"/>
                </a:cubicBezTo>
                <a:cubicBezTo>
                  <a:pt x="90524" y="75134"/>
                  <a:pt x="91820" y="68866"/>
                  <a:pt x="94413" y="63019"/>
                </a:cubicBezTo>
                <a:cubicBezTo>
                  <a:pt x="97005" y="57172"/>
                  <a:pt x="100298" y="52071"/>
                  <a:pt x="104292" y="47716"/>
                </a:cubicBezTo>
                <a:cubicBezTo>
                  <a:pt x="108285" y="43361"/>
                  <a:pt x="112874" y="39824"/>
                  <a:pt x="118059" y="37105"/>
                </a:cubicBezTo>
                <a:cubicBezTo>
                  <a:pt x="123243" y="34386"/>
                  <a:pt x="128615" y="33026"/>
                  <a:pt x="134173" y="33026"/>
                </a:cubicBezTo>
                <a:moveTo>
                  <a:pt x="131301" y="36920"/>
                </a:moveTo>
                <a:cubicBezTo>
                  <a:pt x="128825" y="36920"/>
                  <a:pt x="126770" y="37664"/>
                  <a:pt x="125135" y="39153"/>
                </a:cubicBezTo>
                <a:cubicBezTo>
                  <a:pt x="121865" y="42177"/>
                  <a:pt x="118176" y="49248"/>
                  <a:pt x="114065" y="60365"/>
                </a:cubicBezTo>
                <a:cubicBezTo>
                  <a:pt x="109955" y="71480"/>
                  <a:pt x="107900" y="81503"/>
                  <a:pt x="107900" y="90434"/>
                </a:cubicBezTo>
                <a:cubicBezTo>
                  <a:pt x="107900" y="92643"/>
                  <a:pt x="108554" y="94467"/>
                  <a:pt x="109861" y="95908"/>
                </a:cubicBezTo>
                <a:cubicBezTo>
                  <a:pt x="111169" y="97349"/>
                  <a:pt x="112711" y="98069"/>
                  <a:pt x="114486" y="98069"/>
                </a:cubicBezTo>
                <a:cubicBezTo>
                  <a:pt x="116307" y="98069"/>
                  <a:pt x="117919" y="97493"/>
                  <a:pt x="119320" y="96341"/>
                </a:cubicBezTo>
                <a:cubicBezTo>
                  <a:pt x="121375" y="94611"/>
                  <a:pt x="123897" y="90734"/>
                  <a:pt x="126887" y="84708"/>
                </a:cubicBezTo>
                <a:cubicBezTo>
                  <a:pt x="129876" y="78683"/>
                  <a:pt x="132328" y="72033"/>
                  <a:pt x="134243" y="64759"/>
                </a:cubicBezTo>
                <a:cubicBezTo>
                  <a:pt x="136158" y="57483"/>
                  <a:pt x="137116" y="50821"/>
                  <a:pt x="137116" y="44771"/>
                </a:cubicBezTo>
                <a:cubicBezTo>
                  <a:pt x="137116" y="42274"/>
                  <a:pt x="136532" y="40342"/>
                  <a:pt x="135364" y="38973"/>
                </a:cubicBezTo>
                <a:cubicBezTo>
                  <a:pt x="134196" y="37604"/>
                  <a:pt x="132842" y="36920"/>
                  <a:pt x="131301" y="36920"/>
                </a:cubicBezTo>
                <a:close/>
                <a:moveTo>
                  <a:pt x="196879" y="33026"/>
                </a:moveTo>
                <a:lnTo>
                  <a:pt x="187911" y="64067"/>
                </a:lnTo>
                <a:cubicBezTo>
                  <a:pt x="193937" y="54538"/>
                  <a:pt x="198327" y="48114"/>
                  <a:pt x="201083" y="44794"/>
                </a:cubicBezTo>
                <a:cubicBezTo>
                  <a:pt x="205147" y="39932"/>
                  <a:pt x="208498" y="36756"/>
                  <a:pt x="211137" y="35264"/>
                </a:cubicBezTo>
                <a:cubicBezTo>
                  <a:pt x="213776" y="33772"/>
                  <a:pt x="216427" y="33026"/>
                  <a:pt x="219089" y="33026"/>
                </a:cubicBezTo>
                <a:cubicBezTo>
                  <a:pt x="222125" y="33026"/>
                  <a:pt x="224321" y="33973"/>
                  <a:pt x="225675" y="35868"/>
                </a:cubicBezTo>
                <a:cubicBezTo>
                  <a:pt x="227030" y="37761"/>
                  <a:pt x="227707" y="39848"/>
                  <a:pt x="227707" y="42130"/>
                </a:cubicBezTo>
                <a:cubicBezTo>
                  <a:pt x="227707" y="44480"/>
                  <a:pt x="227076" y="47932"/>
                  <a:pt x="225815" y="52487"/>
                </a:cubicBezTo>
                <a:lnTo>
                  <a:pt x="222662" y="64067"/>
                </a:lnTo>
                <a:cubicBezTo>
                  <a:pt x="228735" y="54442"/>
                  <a:pt x="233102" y="48041"/>
                  <a:pt x="235764" y="44866"/>
                </a:cubicBezTo>
                <a:cubicBezTo>
                  <a:pt x="239874" y="39956"/>
                  <a:pt x="243448" y="36635"/>
                  <a:pt x="246484" y="34903"/>
                </a:cubicBezTo>
                <a:cubicBezTo>
                  <a:pt x="248586" y="33652"/>
                  <a:pt x="250828" y="33026"/>
                  <a:pt x="253210" y="33026"/>
                </a:cubicBezTo>
                <a:cubicBezTo>
                  <a:pt x="255685" y="33026"/>
                  <a:pt x="257752" y="33888"/>
                  <a:pt x="259410" y="35613"/>
                </a:cubicBezTo>
                <a:cubicBezTo>
                  <a:pt x="261068" y="37338"/>
                  <a:pt x="261897" y="39584"/>
                  <a:pt x="261897" y="42353"/>
                </a:cubicBezTo>
                <a:cubicBezTo>
                  <a:pt x="261897" y="45448"/>
                  <a:pt x="261197" y="49460"/>
                  <a:pt x="259796" y="54391"/>
                </a:cubicBezTo>
                <a:lnTo>
                  <a:pt x="252019" y="81441"/>
                </a:lnTo>
                <a:cubicBezTo>
                  <a:pt x="250851" y="85455"/>
                  <a:pt x="250267" y="88042"/>
                  <a:pt x="250267" y="89202"/>
                </a:cubicBezTo>
                <a:cubicBezTo>
                  <a:pt x="250267" y="89579"/>
                  <a:pt x="250419" y="89933"/>
                  <a:pt x="250722" y="90263"/>
                </a:cubicBezTo>
                <a:cubicBezTo>
                  <a:pt x="251026" y="90594"/>
                  <a:pt x="251365" y="90759"/>
                  <a:pt x="251738" y="90759"/>
                </a:cubicBezTo>
                <a:cubicBezTo>
                  <a:pt x="252252" y="90759"/>
                  <a:pt x="252696" y="90594"/>
                  <a:pt x="253070" y="90263"/>
                </a:cubicBezTo>
                <a:cubicBezTo>
                  <a:pt x="254751" y="88895"/>
                  <a:pt x="256526" y="86889"/>
                  <a:pt x="258394" y="84246"/>
                </a:cubicBezTo>
                <a:cubicBezTo>
                  <a:pt x="258815" y="83680"/>
                  <a:pt x="259445" y="82807"/>
                  <a:pt x="260286" y="81628"/>
                </a:cubicBezTo>
                <a:lnTo>
                  <a:pt x="262668" y="83185"/>
                </a:lnTo>
                <a:cubicBezTo>
                  <a:pt x="259445" y="89272"/>
                  <a:pt x="255907" y="93732"/>
                  <a:pt x="252054" y="96564"/>
                </a:cubicBezTo>
                <a:cubicBezTo>
                  <a:pt x="248200" y="99394"/>
                  <a:pt x="244639" y="100809"/>
                  <a:pt x="241369" y="100809"/>
                </a:cubicBezTo>
                <a:cubicBezTo>
                  <a:pt x="238520" y="100809"/>
                  <a:pt x="236231" y="99997"/>
                  <a:pt x="234503" y="98373"/>
                </a:cubicBezTo>
                <a:cubicBezTo>
                  <a:pt x="232775" y="96748"/>
                  <a:pt x="231911" y="94844"/>
                  <a:pt x="231911" y="92661"/>
                </a:cubicBezTo>
                <a:cubicBezTo>
                  <a:pt x="231911" y="90588"/>
                  <a:pt x="232495" y="87453"/>
                  <a:pt x="233662" y="83257"/>
                </a:cubicBezTo>
                <a:lnTo>
                  <a:pt x="241579" y="55047"/>
                </a:lnTo>
                <a:cubicBezTo>
                  <a:pt x="242654" y="51141"/>
                  <a:pt x="243191" y="48705"/>
                  <a:pt x="243191" y="47741"/>
                </a:cubicBezTo>
                <a:cubicBezTo>
                  <a:pt x="243191" y="47403"/>
                  <a:pt x="243027" y="47078"/>
                  <a:pt x="242700" y="46765"/>
                </a:cubicBezTo>
                <a:cubicBezTo>
                  <a:pt x="242373" y="46451"/>
                  <a:pt x="242046" y="46294"/>
                  <a:pt x="241719" y="46294"/>
                </a:cubicBezTo>
                <a:cubicBezTo>
                  <a:pt x="241112" y="46294"/>
                  <a:pt x="240505" y="46439"/>
                  <a:pt x="239898" y="46729"/>
                </a:cubicBezTo>
                <a:cubicBezTo>
                  <a:pt x="239010" y="47210"/>
                  <a:pt x="237644" y="48463"/>
                  <a:pt x="235799" y="50488"/>
                </a:cubicBezTo>
                <a:cubicBezTo>
                  <a:pt x="233954" y="52513"/>
                  <a:pt x="231303" y="56140"/>
                  <a:pt x="227847" y="61370"/>
                </a:cubicBezTo>
                <a:cubicBezTo>
                  <a:pt x="224391" y="66599"/>
                  <a:pt x="221997" y="70685"/>
                  <a:pt x="220666" y="73626"/>
                </a:cubicBezTo>
                <a:cubicBezTo>
                  <a:pt x="219334" y="76566"/>
                  <a:pt x="218015" y="80374"/>
                  <a:pt x="216707" y="85049"/>
                </a:cubicBezTo>
                <a:lnTo>
                  <a:pt x="212433" y="99944"/>
                </a:lnTo>
                <a:lnTo>
                  <a:pt x="194708" y="99944"/>
                </a:lnTo>
                <a:lnTo>
                  <a:pt x="207809" y="52919"/>
                </a:lnTo>
                <a:cubicBezTo>
                  <a:pt x="208510" y="50375"/>
                  <a:pt x="208860" y="48622"/>
                  <a:pt x="208860" y="47662"/>
                </a:cubicBezTo>
                <a:cubicBezTo>
                  <a:pt x="208860" y="47326"/>
                  <a:pt x="208708" y="47014"/>
                  <a:pt x="208405" y="46727"/>
                </a:cubicBezTo>
                <a:cubicBezTo>
                  <a:pt x="208101" y="46439"/>
                  <a:pt x="207786" y="46294"/>
                  <a:pt x="207459" y="46294"/>
                </a:cubicBezTo>
                <a:cubicBezTo>
                  <a:pt x="205731" y="46294"/>
                  <a:pt x="202998" y="48621"/>
                  <a:pt x="199262" y="53273"/>
                </a:cubicBezTo>
                <a:cubicBezTo>
                  <a:pt x="193563" y="60469"/>
                  <a:pt x="188379" y="69128"/>
                  <a:pt x="183708" y="79251"/>
                </a:cubicBezTo>
                <a:lnTo>
                  <a:pt x="178033" y="99944"/>
                </a:lnTo>
                <a:lnTo>
                  <a:pt x="160167" y="99944"/>
                </a:lnTo>
                <a:lnTo>
                  <a:pt x="173338" y="53577"/>
                </a:lnTo>
                <a:cubicBezTo>
                  <a:pt x="174646" y="49010"/>
                  <a:pt x="175300" y="45766"/>
                  <a:pt x="175300" y="43843"/>
                </a:cubicBezTo>
                <a:cubicBezTo>
                  <a:pt x="175300" y="43073"/>
                  <a:pt x="175113" y="42412"/>
                  <a:pt x="174740" y="41860"/>
                </a:cubicBezTo>
                <a:cubicBezTo>
                  <a:pt x="174366" y="41307"/>
                  <a:pt x="173759" y="40874"/>
                  <a:pt x="172918" y="40562"/>
                </a:cubicBezTo>
                <a:cubicBezTo>
                  <a:pt x="172077" y="40249"/>
                  <a:pt x="170466" y="40093"/>
                  <a:pt x="168084" y="40093"/>
                </a:cubicBezTo>
                <a:lnTo>
                  <a:pt x="168784" y="37353"/>
                </a:lnTo>
                <a:lnTo>
                  <a:pt x="192676" y="33026"/>
                </a:lnTo>
                <a:lnTo>
                  <a:pt x="196879" y="33026"/>
                </a:lnTo>
                <a:close/>
                <a:moveTo>
                  <a:pt x="308971" y="33026"/>
                </a:moveTo>
                <a:lnTo>
                  <a:pt x="300003" y="64067"/>
                </a:lnTo>
                <a:cubicBezTo>
                  <a:pt x="306029" y="54538"/>
                  <a:pt x="310419" y="48114"/>
                  <a:pt x="313175" y="44794"/>
                </a:cubicBezTo>
                <a:cubicBezTo>
                  <a:pt x="317239" y="39932"/>
                  <a:pt x="320590" y="36756"/>
                  <a:pt x="323229" y="35264"/>
                </a:cubicBezTo>
                <a:cubicBezTo>
                  <a:pt x="325868" y="33772"/>
                  <a:pt x="328519" y="33026"/>
                  <a:pt x="331181" y="33026"/>
                </a:cubicBezTo>
                <a:cubicBezTo>
                  <a:pt x="334217" y="33026"/>
                  <a:pt x="336413" y="33973"/>
                  <a:pt x="337767" y="35868"/>
                </a:cubicBezTo>
                <a:cubicBezTo>
                  <a:pt x="339122" y="37761"/>
                  <a:pt x="339799" y="39848"/>
                  <a:pt x="339799" y="42130"/>
                </a:cubicBezTo>
                <a:cubicBezTo>
                  <a:pt x="339799" y="44480"/>
                  <a:pt x="339168" y="47932"/>
                  <a:pt x="337907" y="52487"/>
                </a:cubicBezTo>
                <a:lnTo>
                  <a:pt x="334754" y="64067"/>
                </a:lnTo>
                <a:cubicBezTo>
                  <a:pt x="340827" y="54442"/>
                  <a:pt x="345194" y="48041"/>
                  <a:pt x="347856" y="44866"/>
                </a:cubicBezTo>
                <a:cubicBezTo>
                  <a:pt x="351966" y="39956"/>
                  <a:pt x="355540" y="36635"/>
                  <a:pt x="358576" y="34903"/>
                </a:cubicBezTo>
                <a:cubicBezTo>
                  <a:pt x="360678" y="33652"/>
                  <a:pt x="362920" y="33026"/>
                  <a:pt x="365302" y="33026"/>
                </a:cubicBezTo>
                <a:cubicBezTo>
                  <a:pt x="367777" y="33026"/>
                  <a:pt x="369844" y="33888"/>
                  <a:pt x="371502" y="35613"/>
                </a:cubicBezTo>
                <a:cubicBezTo>
                  <a:pt x="373160" y="37338"/>
                  <a:pt x="373989" y="39584"/>
                  <a:pt x="373989" y="42353"/>
                </a:cubicBezTo>
                <a:cubicBezTo>
                  <a:pt x="373989" y="45448"/>
                  <a:pt x="373289" y="49460"/>
                  <a:pt x="371888" y="54391"/>
                </a:cubicBezTo>
                <a:lnTo>
                  <a:pt x="364111" y="81441"/>
                </a:lnTo>
                <a:cubicBezTo>
                  <a:pt x="362943" y="85455"/>
                  <a:pt x="362359" y="88042"/>
                  <a:pt x="362359" y="89202"/>
                </a:cubicBezTo>
                <a:cubicBezTo>
                  <a:pt x="362359" y="89579"/>
                  <a:pt x="362511" y="89933"/>
                  <a:pt x="362814" y="90263"/>
                </a:cubicBezTo>
                <a:cubicBezTo>
                  <a:pt x="363118" y="90594"/>
                  <a:pt x="363457" y="90759"/>
                  <a:pt x="363830" y="90759"/>
                </a:cubicBezTo>
                <a:cubicBezTo>
                  <a:pt x="364344" y="90759"/>
                  <a:pt x="364788" y="90594"/>
                  <a:pt x="365162" y="90263"/>
                </a:cubicBezTo>
                <a:cubicBezTo>
                  <a:pt x="366843" y="88895"/>
                  <a:pt x="368618" y="86889"/>
                  <a:pt x="370486" y="84246"/>
                </a:cubicBezTo>
                <a:cubicBezTo>
                  <a:pt x="370907" y="83680"/>
                  <a:pt x="371537" y="82807"/>
                  <a:pt x="372378" y="81628"/>
                </a:cubicBezTo>
                <a:lnTo>
                  <a:pt x="374760" y="83185"/>
                </a:lnTo>
                <a:cubicBezTo>
                  <a:pt x="371537" y="89272"/>
                  <a:pt x="367999" y="93732"/>
                  <a:pt x="364146" y="96564"/>
                </a:cubicBezTo>
                <a:cubicBezTo>
                  <a:pt x="360292" y="99394"/>
                  <a:pt x="356731" y="100809"/>
                  <a:pt x="353461" y="100809"/>
                </a:cubicBezTo>
                <a:cubicBezTo>
                  <a:pt x="350612" y="100809"/>
                  <a:pt x="348323" y="99997"/>
                  <a:pt x="346595" y="98373"/>
                </a:cubicBezTo>
                <a:cubicBezTo>
                  <a:pt x="344867" y="96748"/>
                  <a:pt x="344003" y="94844"/>
                  <a:pt x="344003" y="92661"/>
                </a:cubicBezTo>
                <a:cubicBezTo>
                  <a:pt x="344003" y="90588"/>
                  <a:pt x="344587" y="87453"/>
                  <a:pt x="345754" y="83257"/>
                </a:cubicBezTo>
                <a:lnTo>
                  <a:pt x="353671" y="55047"/>
                </a:lnTo>
                <a:cubicBezTo>
                  <a:pt x="354746" y="51141"/>
                  <a:pt x="355283" y="48705"/>
                  <a:pt x="355283" y="47741"/>
                </a:cubicBezTo>
                <a:cubicBezTo>
                  <a:pt x="355283" y="47403"/>
                  <a:pt x="355119" y="47078"/>
                  <a:pt x="354792" y="46765"/>
                </a:cubicBezTo>
                <a:cubicBezTo>
                  <a:pt x="354465" y="46451"/>
                  <a:pt x="354138" y="46294"/>
                  <a:pt x="353811" y="46294"/>
                </a:cubicBezTo>
                <a:cubicBezTo>
                  <a:pt x="353204" y="46294"/>
                  <a:pt x="352597" y="46439"/>
                  <a:pt x="351990" y="46729"/>
                </a:cubicBezTo>
                <a:cubicBezTo>
                  <a:pt x="351102" y="47210"/>
                  <a:pt x="349736" y="48463"/>
                  <a:pt x="347891" y="50488"/>
                </a:cubicBezTo>
                <a:cubicBezTo>
                  <a:pt x="346046" y="52513"/>
                  <a:pt x="343395" y="56140"/>
                  <a:pt x="339939" y="61370"/>
                </a:cubicBezTo>
                <a:cubicBezTo>
                  <a:pt x="336483" y="66599"/>
                  <a:pt x="334089" y="70685"/>
                  <a:pt x="332758" y="73626"/>
                </a:cubicBezTo>
                <a:cubicBezTo>
                  <a:pt x="331426" y="76566"/>
                  <a:pt x="330107" y="80374"/>
                  <a:pt x="328799" y="85049"/>
                </a:cubicBezTo>
                <a:lnTo>
                  <a:pt x="324525" y="99944"/>
                </a:lnTo>
                <a:lnTo>
                  <a:pt x="306800" y="99944"/>
                </a:lnTo>
                <a:lnTo>
                  <a:pt x="319901" y="52919"/>
                </a:lnTo>
                <a:cubicBezTo>
                  <a:pt x="320602" y="50375"/>
                  <a:pt x="320952" y="48622"/>
                  <a:pt x="320952" y="47662"/>
                </a:cubicBezTo>
                <a:cubicBezTo>
                  <a:pt x="320952" y="47326"/>
                  <a:pt x="320800" y="47014"/>
                  <a:pt x="320497" y="46727"/>
                </a:cubicBezTo>
                <a:cubicBezTo>
                  <a:pt x="320193" y="46439"/>
                  <a:pt x="319878" y="46294"/>
                  <a:pt x="319551" y="46294"/>
                </a:cubicBezTo>
                <a:cubicBezTo>
                  <a:pt x="317823" y="46294"/>
                  <a:pt x="315090" y="48621"/>
                  <a:pt x="311354" y="53273"/>
                </a:cubicBezTo>
                <a:cubicBezTo>
                  <a:pt x="305655" y="60469"/>
                  <a:pt x="300471" y="69128"/>
                  <a:pt x="295800" y="79251"/>
                </a:cubicBezTo>
                <a:lnTo>
                  <a:pt x="290125" y="99944"/>
                </a:lnTo>
                <a:lnTo>
                  <a:pt x="272259" y="99944"/>
                </a:lnTo>
                <a:lnTo>
                  <a:pt x="285431" y="53577"/>
                </a:lnTo>
                <a:cubicBezTo>
                  <a:pt x="286738" y="49010"/>
                  <a:pt x="287392" y="45766"/>
                  <a:pt x="287392" y="43843"/>
                </a:cubicBezTo>
                <a:cubicBezTo>
                  <a:pt x="287392" y="43073"/>
                  <a:pt x="287205" y="42412"/>
                  <a:pt x="286832" y="41860"/>
                </a:cubicBezTo>
                <a:cubicBezTo>
                  <a:pt x="286458" y="41307"/>
                  <a:pt x="285851" y="40874"/>
                  <a:pt x="285010" y="40562"/>
                </a:cubicBezTo>
                <a:cubicBezTo>
                  <a:pt x="284169" y="40249"/>
                  <a:pt x="282558" y="40093"/>
                  <a:pt x="280176" y="40093"/>
                </a:cubicBezTo>
                <a:lnTo>
                  <a:pt x="280876" y="37353"/>
                </a:lnTo>
                <a:lnTo>
                  <a:pt x="304768" y="33026"/>
                </a:lnTo>
                <a:lnTo>
                  <a:pt x="308971" y="33026"/>
                </a:lnTo>
                <a:close/>
                <a:moveTo>
                  <a:pt x="415179" y="0"/>
                </a:moveTo>
                <a:cubicBezTo>
                  <a:pt x="418074" y="0"/>
                  <a:pt x="420515" y="1041"/>
                  <a:pt x="422500" y="3123"/>
                </a:cubicBezTo>
                <a:cubicBezTo>
                  <a:pt x="424485" y="5204"/>
                  <a:pt x="425478" y="7720"/>
                  <a:pt x="425478" y="10672"/>
                </a:cubicBezTo>
                <a:cubicBezTo>
                  <a:pt x="425478" y="13624"/>
                  <a:pt x="424473" y="16141"/>
                  <a:pt x="422465" y="18223"/>
                </a:cubicBezTo>
                <a:cubicBezTo>
                  <a:pt x="420457" y="20304"/>
                  <a:pt x="418028" y="21344"/>
                  <a:pt x="415179" y="21344"/>
                </a:cubicBezTo>
                <a:cubicBezTo>
                  <a:pt x="412376" y="21344"/>
                  <a:pt x="409971" y="20304"/>
                  <a:pt x="407962" y="18223"/>
                </a:cubicBezTo>
                <a:cubicBezTo>
                  <a:pt x="405954" y="16141"/>
                  <a:pt x="404949" y="13624"/>
                  <a:pt x="404949" y="10672"/>
                </a:cubicBezTo>
                <a:cubicBezTo>
                  <a:pt x="404949" y="7720"/>
                  <a:pt x="405942" y="5204"/>
                  <a:pt x="407927" y="3123"/>
                </a:cubicBezTo>
                <a:cubicBezTo>
                  <a:pt x="409912" y="1041"/>
                  <a:pt x="412329" y="0"/>
                  <a:pt x="415179" y="0"/>
                </a:cubicBezTo>
                <a:moveTo>
                  <a:pt x="419522" y="33026"/>
                </a:moveTo>
                <a:lnTo>
                  <a:pt x="405160" y="83947"/>
                </a:lnTo>
                <a:cubicBezTo>
                  <a:pt x="404366" y="86860"/>
                  <a:pt x="403969" y="88770"/>
                  <a:pt x="403969" y="89677"/>
                </a:cubicBezTo>
                <a:cubicBezTo>
                  <a:pt x="403969" y="90227"/>
                  <a:pt x="404179" y="90739"/>
                  <a:pt x="404599" y="91214"/>
                </a:cubicBezTo>
                <a:cubicBezTo>
                  <a:pt x="405019" y="91687"/>
                  <a:pt x="405463" y="91924"/>
                  <a:pt x="405930" y="91924"/>
                </a:cubicBezTo>
                <a:cubicBezTo>
                  <a:pt x="406724" y="91924"/>
                  <a:pt x="407518" y="91549"/>
                  <a:pt x="408312" y="90799"/>
                </a:cubicBezTo>
                <a:cubicBezTo>
                  <a:pt x="410414" y="88952"/>
                  <a:pt x="412937" y="85606"/>
                  <a:pt x="415879" y="80763"/>
                </a:cubicBezTo>
                <a:lnTo>
                  <a:pt x="418261" y="82261"/>
                </a:lnTo>
                <a:cubicBezTo>
                  <a:pt x="411208" y="95396"/>
                  <a:pt x="403712" y="101963"/>
                  <a:pt x="395771" y="101963"/>
                </a:cubicBezTo>
                <a:cubicBezTo>
                  <a:pt x="392735" y="101963"/>
                  <a:pt x="390318" y="101086"/>
                  <a:pt x="388520" y="99331"/>
                </a:cubicBezTo>
                <a:cubicBezTo>
                  <a:pt x="386722" y="97576"/>
                  <a:pt x="385822" y="95353"/>
                  <a:pt x="385822" y="92661"/>
                </a:cubicBezTo>
                <a:cubicBezTo>
                  <a:pt x="385822" y="90882"/>
                  <a:pt x="386219" y="88623"/>
                  <a:pt x="387013" y="85882"/>
                </a:cubicBezTo>
                <a:lnTo>
                  <a:pt x="396752" y="51414"/>
                </a:lnTo>
                <a:cubicBezTo>
                  <a:pt x="397686" y="48097"/>
                  <a:pt x="398153" y="45597"/>
                  <a:pt x="398153" y="43915"/>
                </a:cubicBezTo>
                <a:cubicBezTo>
                  <a:pt x="398153" y="42857"/>
                  <a:pt x="397710" y="41920"/>
                  <a:pt x="396822" y="41102"/>
                </a:cubicBezTo>
                <a:cubicBezTo>
                  <a:pt x="395935" y="40285"/>
                  <a:pt x="394720" y="39877"/>
                  <a:pt x="393179" y="39877"/>
                </a:cubicBezTo>
                <a:cubicBezTo>
                  <a:pt x="392478" y="39877"/>
                  <a:pt x="391638" y="39901"/>
                  <a:pt x="390657" y="39949"/>
                </a:cubicBezTo>
                <a:lnTo>
                  <a:pt x="391567" y="37064"/>
                </a:lnTo>
                <a:lnTo>
                  <a:pt x="415319" y="33026"/>
                </a:lnTo>
                <a:lnTo>
                  <a:pt x="419522" y="33026"/>
                </a:lnTo>
                <a:close/>
                <a:moveTo>
                  <a:pt x="464440" y="15431"/>
                </a:moveTo>
                <a:lnTo>
                  <a:pt x="458835" y="35045"/>
                </a:lnTo>
                <a:lnTo>
                  <a:pt x="468013" y="35045"/>
                </a:lnTo>
                <a:lnTo>
                  <a:pt x="465561" y="43410"/>
                </a:lnTo>
                <a:lnTo>
                  <a:pt x="456523" y="43410"/>
                </a:lnTo>
                <a:lnTo>
                  <a:pt x="444823" y="85224"/>
                </a:lnTo>
                <a:cubicBezTo>
                  <a:pt x="444075" y="87820"/>
                  <a:pt x="443702" y="89791"/>
                  <a:pt x="443702" y="91137"/>
                </a:cubicBezTo>
                <a:cubicBezTo>
                  <a:pt x="443702" y="91765"/>
                  <a:pt x="443912" y="92308"/>
                  <a:pt x="444332" y="92767"/>
                </a:cubicBezTo>
                <a:cubicBezTo>
                  <a:pt x="444753" y="93225"/>
                  <a:pt x="445220" y="93454"/>
                  <a:pt x="445733" y="93454"/>
                </a:cubicBezTo>
                <a:cubicBezTo>
                  <a:pt x="446527" y="93454"/>
                  <a:pt x="447345" y="93117"/>
                  <a:pt x="448186" y="92444"/>
                </a:cubicBezTo>
                <a:cubicBezTo>
                  <a:pt x="450334" y="90762"/>
                  <a:pt x="452833" y="87829"/>
                  <a:pt x="455682" y="83647"/>
                </a:cubicBezTo>
                <a:lnTo>
                  <a:pt x="458134" y="85233"/>
                </a:lnTo>
                <a:cubicBezTo>
                  <a:pt x="454912" y="91002"/>
                  <a:pt x="451362" y="95233"/>
                  <a:pt x="447485" y="97925"/>
                </a:cubicBezTo>
                <a:cubicBezTo>
                  <a:pt x="443608" y="100617"/>
                  <a:pt x="439801" y="101963"/>
                  <a:pt x="436065" y="101963"/>
                </a:cubicBezTo>
                <a:cubicBezTo>
                  <a:pt x="432889" y="101963"/>
                  <a:pt x="430425" y="101134"/>
                  <a:pt x="428673" y="99475"/>
                </a:cubicBezTo>
                <a:cubicBezTo>
                  <a:pt x="426922" y="97817"/>
                  <a:pt x="426046" y="95713"/>
                  <a:pt x="426046" y="93166"/>
                </a:cubicBezTo>
                <a:cubicBezTo>
                  <a:pt x="426046" y="90377"/>
                  <a:pt x="426653" y="86796"/>
                  <a:pt x="427867" y="82421"/>
                </a:cubicBezTo>
                <a:lnTo>
                  <a:pt x="438937" y="43410"/>
                </a:lnTo>
                <a:lnTo>
                  <a:pt x="429409" y="43410"/>
                </a:lnTo>
                <a:lnTo>
                  <a:pt x="430810" y="38060"/>
                </a:lnTo>
                <a:cubicBezTo>
                  <a:pt x="436789" y="35795"/>
                  <a:pt x="441833" y="33144"/>
                  <a:pt x="445944" y="30108"/>
                </a:cubicBezTo>
                <a:cubicBezTo>
                  <a:pt x="450054" y="27072"/>
                  <a:pt x="455005" y="22180"/>
                  <a:pt x="460797" y="15431"/>
                </a:cubicBezTo>
                <a:lnTo>
                  <a:pt x="464440" y="15431"/>
                </a:lnTo>
                <a:close/>
                <a:moveTo>
                  <a:pt x="606738" y="0"/>
                </a:moveTo>
                <a:lnTo>
                  <a:pt x="600153" y="31440"/>
                </a:lnTo>
                <a:lnTo>
                  <a:pt x="597490" y="31440"/>
                </a:lnTo>
                <a:cubicBezTo>
                  <a:pt x="597117" y="22331"/>
                  <a:pt x="595120" y="15776"/>
                  <a:pt x="591500" y="11774"/>
                </a:cubicBezTo>
                <a:cubicBezTo>
                  <a:pt x="587880" y="7771"/>
                  <a:pt x="582800" y="5769"/>
                  <a:pt x="576261" y="5769"/>
                </a:cubicBezTo>
                <a:cubicBezTo>
                  <a:pt x="569535" y="5769"/>
                  <a:pt x="562809" y="8201"/>
                  <a:pt x="556083" y="13065"/>
                </a:cubicBezTo>
                <a:cubicBezTo>
                  <a:pt x="549357" y="17930"/>
                  <a:pt x="543624" y="25430"/>
                  <a:pt x="538883" y="35566"/>
                </a:cubicBezTo>
                <a:cubicBezTo>
                  <a:pt x="534142" y="45700"/>
                  <a:pt x="531772" y="56350"/>
                  <a:pt x="531772" y="67515"/>
                </a:cubicBezTo>
                <a:cubicBezTo>
                  <a:pt x="531772" y="77099"/>
                  <a:pt x="533874" y="84420"/>
                  <a:pt x="538077" y="89477"/>
                </a:cubicBezTo>
                <a:cubicBezTo>
                  <a:pt x="542281" y="94532"/>
                  <a:pt x="547209" y="97059"/>
                  <a:pt x="552860" y="97059"/>
                </a:cubicBezTo>
                <a:cubicBezTo>
                  <a:pt x="555243" y="97059"/>
                  <a:pt x="558138" y="96363"/>
                  <a:pt x="561548" y="94971"/>
                </a:cubicBezTo>
                <a:lnTo>
                  <a:pt x="568835" y="69200"/>
                </a:lnTo>
                <a:cubicBezTo>
                  <a:pt x="570049" y="64881"/>
                  <a:pt x="570656" y="62050"/>
                  <a:pt x="570656" y="60705"/>
                </a:cubicBezTo>
                <a:cubicBezTo>
                  <a:pt x="570656" y="58929"/>
                  <a:pt x="569921" y="57430"/>
                  <a:pt x="568449" y="56207"/>
                </a:cubicBezTo>
                <a:cubicBezTo>
                  <a:pt x="566978" y="54983"/>
                  <a:pt x="564444" y="54371"/>
                  <a:pt x="560848" y="54371"/>
                </a:cubicBezTo>
                <a:lnTo>
                  <a:pt x="561548" y="51630"/>
                </a:lnTo>
                <a:lnTo>
                  <a:pt x="602535" y="51630"/>
                </a:lnTo>
                <a:lnTo>
                  <a:pt x="601904" y="54371"/>
                </a:lnTo>
                <a:cubicBezTo>
                  <a:pt x="599475" y="54515"/>
                  <a:pt x="597572" y="54984"/>
                  <a:pt x="596194" y="55777"/>
                </a:cubicBezTo>
                <a:cubicBezTo>
                  <a:pt x="594816" y="56570"/>
                  <a:pt x="593730" y="57736"/>
                  <a:pt x="592936" y="59274"/>
                </a:cubicBezTo>
                <a:cubicBezTo>
                  <a:pt x="592469" y="60189"/>
                  <a:pt x="591745" y="62545"/>
                  <a:pt x="590764" y="66343"/>
                </a:cubicBezTo>
                <a:lnTo>
                  <a:pt x="582147" y="96401"/>
                </a:lnTo>
                <a:cubicBezTo>
                  <a:pt x="572338" y="100205"/>
                  <a:pt x="562015" y="102107"/>
                  <a:pt x="551179" y="102107"/>
                </a:cubicBezTo>
                <a:cubicBezTo>
                  <a:pt x="542818" y="102107"/>
                  <a:pt x="535707" y="100547"/>
                  <a:pt x="529845" y="97427"/>
                </a:cubicBezTo>
                <a:cubicBezTo>
                  <a:pt x="523983" y="94307"/>
                  <a:pt x="519125" y="89362"/>
                  <a:pt x="515272" y="82595"/>
                </a:cubicBezTo>
                <a:cubicBezTo>
                  <a:pt x="511419" y="75825"/>
                  <a:pt x="509492" y="68120"/>
                  <a:pt x="509492" y="59479"/>
                </a:cubicBezTo>
                <a:cubicBezTo>
                  <a:pt x="509492" y="41045"/>
                  <a:pt x="517456" y="25851"/>
                  <a:pt x="533383" y="13897"/>
                </a:cubicBezTo>
                <a:cubicBezTo>
                  <a:pt x="545854" y="4632"/>
                  <a:pt x="560007" y="0"/>
                  <a:pt x="575841" y="0"/>
                </a:cubicBezTo>
                <a:cubicBezTo>
                  <a:pt x="578597" y="0"/>
                  <a:pt x="581142" y="148"/>
                  <a:pt x="583478" y="444"/>
                </a:cubicBezTo>
                <a:cubicBezTo>
                  <a:pt x="585206" y="690"/>
                  <a:pt x="588242" y="1381"/>
                  <a:pt x="592586" y="2515"/>
                </a:cubicBezTo>
                <a:cubicBezTo>
                  <a:pt x="595388" y="3254"/>
                  <a:pt x="597303" y="3623"/>
                  <a:pt x="598331" y="3623"/>
                </a:cubicBezTo>
                <a:cubicBezTo>
                  <a:pt x="600386" y="3623"/>
                  <a:pt x="602325" y="2416"/>
                  <a:pt x="604146" y="0"/>
                </a:cubicBezTo>
                <a:lnTo>
                  <a:pt x="606738" y="0"/>
                </a:lnTo>
                <a:close/>
                <a:moveTo>
                  <a:pt x="636648" y="33026"/>
                </a:moveTo>
                <a:lnTo>
                  <a:pt x="626069" y="73595"/>
                </a:lnTo>
                <a:cubicBezTo>
                  <a:pt x="634756" y="53815"/>
                  <a:pt x="641296" y="41640"/>
                  <a:pt x="645686" y="37069"/>
                </a:cubicBezTo>
                <a:cubicBezTo>
                  <a:pt x="648255" y="34374"/>
                  <a:pt x="650964" y="33026"/>
                  <a:pt x="653813" y="33026"/>
                </a:cubicBezTo>
                <a:cubicBezTo>
                  <a:pt x="655775" y="33026"/>
                  <a:pt x="657363" y="33759"/>
                  <a:pt x="658578" y="35226"/>
                </a:cubicBezTo>
                <a:cubicBezTo>
                  <a:pt x="659792" y="36692"/>
                  <a:pt x="660399" y="38771"/>
                  <a:pt x="660399" y="41463"/>
                </a:cubicBezTo>
                <a:cubicBezTo>
                  <a:pt x="660399" y="46126"/>
                  <a:pt x="659302" y="50044"/>
                  <a:pt x="657106" y="53217"/>
                </a:cubicBezTo>
                <a:cubicBezTo>
                  <a:pt x="655705" y="55236"/>
                  <a:pt x="654140" y="56245"/>
                  <a:pt x="652412" y="56245"/>
                </a:cubicBezTo>
                <a:cubicBezTo>
                  <a:pt x="650544" y="56245"/>
                  <a:pt x="649143" y="55367"/>
                  <a:pt x="648208" y="53609"/>
                </a:cubicBezTo>
                <a:cubicBezTo>
                  <a:pt x="647274" y="51850"/>
                  <a:pt x="646620" y="50816"/>
                  <a:pt x="646247" y="50508"/>
                </a:cubicBezTo>
                <a:cubicBezTo>
                  <a:pt x="645873" y="50199"/>
                  <a:pt x="645476" y="50044"/>
                  <a:pt x="645056" y="50044"/>
                </a:cubicBezTo>
                <a:cubicBezTo>
                  <a:pt x="644589" y="50044"/>
                  <a:pt x="644098" y="50188"/>
                  <a:pt x="643584" y="50477"/>
                </a:cubicBezTo>
                <a:cubicBezTo>
                  <a:pt x="642557" y="51054"/>
                  <a:pt x="641214" y="52460"/>
                  <a:pt x="639556" y="54695"/>
                </a:cubicBezTo>
                <a:cubicBezTo>
                  <a:pt x="637898" y="56929"/>
                  <a:pt x="635854" y="60666"/>
                  <a:pt x="633425" y="65906"/>
                </a:cubicBezTo>
                <a:cubicBezTo>
                  <a:pt x="630996" y="71144"/>
                  <a:pt x="629105" y="75578"/>
                  <a:pt x="627750" y="79208"/>
                </a:cubicBezTo>
                <a:cubicBezTo>
                  <a:pt x="626396" y="82836"/>
                  <a:pt x="624504" y="89748"/>
                  <a:pt x="622075" y="99944"/>
                </a:cubicBezTo>
                <a:lnTo>
                  <a:pt x="605120" y="99944"/>
                </a:lnTo>
                <a:lnTo>
                  <a:pt x="616680" y="52135"/>
                </a:lnTo>
                <a:cubicBezTo>
                  <a:pt x="617521" y="48578"/>
                  <a:pt x="617941" y="46222"/>
                  <a:pt x="617941" y="45068"/>
                </a:cubicBezTo>
                <a:cubicBezTo>
                  <a:pt x="617941" y="43770"/>
                  <a:pt x="617720" y="42761"/>
                  <a:pt x="617276" y="42040"/>
                </a:cubicBezTo>
                <a:cubicBezTo>
                  <a:pt x="616832" y="41319"/>
                  <a:pt x="616225" y="40790"/>
                  <a:pt x="615454" y="40453"/>
                </a:cubicBezTo>
                <a:cubicBezTo>
                  <a:pt x="614684" y="40117"/>
                  <a:pt x="613084" y="39949"/>
                  <a:pt x="610655" y="39949"/>
                </a:cubicBezTo>
                <a:lnTo>
                  <a:pt x="611286" y="37785"/>
                </a:lnTo>
                <a:lnTo>
                  <a:pt x="632444" y="33026"/>
                </a:lnTo>
                <a:lnTo>
                  <a:pt x="636648" y="33026"/>
                </a:lnTo>
                <a:close/>
                <a:moveTo>
                  <a:pt x="705866" y="33026"/>
                </a:moveTo>
                <a:cubicBezTo>
                  <a:pt x="709556" y="33026"/>
                  <a:pt x="713024" y="33904"/>
                  <a:pt x="716270" y="35660"/>
                </a:cubicBezTo>
                <a:cubicBezTo>
                  <a:pt x="719516" y="37417"/>
                  <a:pt x="721968" y="39859"/>
                  <a:pt x="723627" y="42989"/>
                </a:cubicBezTo>
                <a:cubicBezTo>
                  <a:pt x="725285" y="46116"/>
                  <a:pt x="726114" y="49581"/>
                  <a:pt x="726114" y="53381"/>
                </a:cubicBezTo>
                <a:cubicBezTo>
                  <a:pt x="726114" y="61178"/>
                  <a:pt x="724000" y="68975"/>
                  <a:pt x="719773" y="76772"/>
                </a:cubicBezTo>
                <a:cubicBezTo>
                  <a:pt x="715546" y="84567"/>
                  <a:pt x="709976" y="90715"/>
                  <a:pt x="703063" y="95214"/>
                </a:cubicBezTo>
                <a:cubicBezTo>
                  <a:pt x="696150" y="99713"/>
                  <a:pt x="689191" y="101963"/>
                  <a:pt x="682185" y="101963"/>
                </a:cubicBezTo>
                <a:cubicBezTo>
                  <a:pt x="675832" y="101963"/>
                  <a:pt x="670916" y="100014"/>
                  <a:pt x="667436" y="96118"/>
                </a:cubicBezTo>
                <a:cubicBezTo>
                  <a:pt x="663957" y="92219"/>
                  <a:pt x="662217" y="87455"/>
                  <a:pt x="662217" y="81824"/>
                </a:cubicBezTo>
                <a:cubicBezTo>
                  <a:pt x="662217" y="75134"/>
                  <a:pt x="663513" y="68866"/>
                  <a:pt x="666105" y="63019"/>
                </a:cubicBezTo>
                <a:cubicBezTo>
                  <a:pt x="668698" y="57172"/>
                  <a:pt x="671991" y="52071"/>
                  <a:pt x="675984" y="47716"/>
                </a:cubicBezTo>
                <a:cubicBezTo>
                  <a:pt x="679978" y="43361"/>
                  <a:pt x="684567" y="39824"/>
                  <a:pt x="689751" y="37105"/>
                </a:cubicBezTo>
                <a:cubicBezTo>
                  <a:pt x="694936" y="34386"/>
                  <a:pt x="700307" y="33026"/>
                  <a:pt x="705866" y="33026"/>
                </a:cubicBezTo>
                <a:moveTo>
                  <a:pt x="702993" y="36920"/>
                </a:moveTo>
                <a:cubicBezTo>
                  <a:pt x="700518" y="36920"/>
                  <a:pt x="698462" y="37664"/>
                  <a:pt x="696828" y="39153"/>
                </a:cubicBezTo>
                <a:cubicBezTo>
                  <a:pt x="693558" y="42177"/>
                  <a:pt x="689868" y="49248"/>
                  <a:pt x="685758" y="60365"/>
                </a:cubicBezTo>
                <a:cubicBezTo>
                  <a:pt x="681647" y="71480"/>
                  <a:pt x="679592" y="81503"/>
                  <a:pt x="679592" y="90434"/>
                </a:cubicBezTo>
                <a:cubicBezTo>
                  <a:pt x="679592" y="92643"/>
                  <a:pt x="680246" y="94467"/>
                  <a:pt x="681554" y="95908"/>
                </a:cubicBezTo>
                <a:cubicBezTo>
                  <a:pt x="682862" y="97349"/>
                  <a:pt x="684403" y="98069"/>
                  <a:pt x="686178" y="98069"/>
                </a:cubicBezTo>
                <a:cubicBezTo>
                  <a:pt x="688000" y="98069"/>
                  <a:pt x="689611" y="97493"/>
                  <a:pt x="691012" y="96341"/>
                </a:cubicBezTo>
                <a:cubicBezTo>
                  <a:pt x="693068" y="94611"/>
                  <a:pt x="695590" y="90734"/>
                  <a:pt x="698579" y="84708"/>
                </a:cubicBezTo>
                <a:cubicBezTo>
                  <a:pt x="701569" y="78683"/>
                  <a:pt x="704021" y="72033"/>
                  <a:pt x="705936" y="64759"/>
                </a:cubicBezTo>
                <a:cubicBezTo>
                  <a:pt x="707851" y="57483"/>
                  <a:pt x="708808" y="50821"/>
                  <a:pt x="708808" y="44771"/>
                </a:cubicBezTo>
                <a:cubicBezTo>
                  <a:pt x="708808" y="42274"/>
                  <a:pt x="708224" y="40342"/>
                  <a:pt x="707057" y="38973"/>
                </a:cubicBezTo>
                <a:cubicBezTo>
                  <a:pt x="705889" y="37604"/>
                  <a:pt x="704535" y="36920"/>
                  <a:pt x="702993" y="36920"/>
                </a:cubicBezTo>
                <a:close/>
                <a:moveTo>
                  <a:pt x="768572" y="33026"/>
                </a:moveTo>
                <a:lnTo>
                  <a:pt x="754980" y="82126"/>
                </a:lnTo>
                <a:cubicBezTo>
                  <a:pt x="754326" y="84388"/>
                  <a:pt x="753999" y="85953"/>
                  <a:pt x="753999" y="86820"/>
                </a:cubicBezTo>
                <a:cubicBezTo>
                  <a:pt x="753999" y="87253"/>
                  <a:pt x="754163" y="87589"/>
                  <a:pt x="754490" y="87829"/>
                </a:cubicBezTo>
                <a:cubicBezTo>
                  <a:pt x="754863" y="88214"/>
                  <a:pt x="755307" y="88406"/>
                  <a:pt x="755821" y="88406"/>
                </a:cubicBezTo>
                <a:cubicBezTo>
                  <a:pt x="757969" y="88406"/>
                  <a:pt x="760842" y="86435"/>
                  <a:pt x="764438" y="82493"/>
                </a:cubicBezTo>
                <a:cubicBezTo>
                  <a:pt x="769576" y="76773"/>
                  <a:pt x="774971" y="68552"/>
                  <a:pt x="780623" y="57832"/>
                </a:cubicBezTo>
                <a:lnTo>
                  <a:pt x="786998" y="35766"/>
                </a:lnTo>
                <a:lnTo>
                  <a:pt x="804724" y="35045"/>
                </a:lnTo>
                <a:lnTo>
                  <a:pt x="791272" y="83052"/>
                </a:lnTo>
                <a:cubicBezTo>
                  <a:pt x="790151" y="87126"/>
                  <a:pt x="789591" y="89454"/>
                  <a:pt x="789591" y="90036"/>
                </a:cubicBezTo>
                <a:cubicBezTo>
                  <a:pt x="789591" y="90408"/>
                  <a:pt x="789766" y="90792"/>
                  <a:pt x="790116" y="91187"/>
                </a:cubicBezTo>
                <a:cubicBezTo>
                  <a:pt x="790467" y="91582"/>
                  <a:pt x="790829" y="91780"/>
                  <a:pt x="791202" y="91780"/>
                </a:cubicBezTo>
                <a:cubicBezTo>
                  <a:pt x="791856" y="91780"/>
                  <a:pt x="792487" y="91501"/>
                  <a:pt x="793094" y="90944"/>
                </a:cubicBezTo>
                <a:cubicBezTo>
                  <a:pt x="794775" y="89595"/>
                  <a:pt x="796994" y="86874"/>
                  <a:pt x="799750" y="82782"/>
                </a:cubicBezTo>
                <a:lnTo>
                  <a:pt x="802132" y="84456"/>
                </a:lnTo>
                <a:cubicBezTo>
                  <a:pt x="795640" y="96127"/>
                  <a:pt x="788493" y="101963"/>
                  <a:pt x="780693" y="101963"/>
                </a:cubicBezTo>
                <a:cubicBezTo>
                  <a:pt x="777797" y="101963"/>
                  <a:pt x="775520" y="101206"/>
                  <a:pt x="773862" y="99691"/>
                </a:cubicBezTo>
                <a:cubicBezTo>
                  <a:pt x="772204" y="98177"/>
                  <a:pt x="771375" y="96194"/>
                  <a:pt x="771375" y="93742"/>
                </a:cubicBezTo>
                <a:cubicBezTo>
                  <a:pt x="771375" y="91143"/>
                  <a:pt x="771958" y="87846"/>
                  <a:pt x="773126" y="83850"/>
                </a:cubicBezTo>
                <a:lnTo>
                  <a:pt x="776559" y="71645"/>
                </a:lnTo>
                <a:cubicBezTo>
                  <a:pt x="770487" y="80740"/>
                  <a:pt x="766073" y="86875"/>
                  <a:pt x="763317" y="90051"/>
                </a:cubicBezTo>
                <a:cubicBezTo>
                  <a:pt x="759114" y="94817"/>
                  <a:pt x="755575" y="97993"/>
                  <a:pt x="752703" y="99581"/>
                </a:cubicBezTo>
                <a:cubicBezTo>
                  <a:pt x="749830" y="101169"/>
                  <a:pt x="747086" y="101963"/>
                  <a:pt x="744471" y="101963"/>
                </a:cubicBezTo>
                <a:cubicBezTo>
                  <a:pt x="741995" y="101963"/>
                  <a:pt x="739858" y="101025"/>
                  <a:pt x="738060" y="99151"/>
                </a:cubicBezTo>
                <a:cubicBezTo>
                  <a:pt x="736262" y="97276"/>
                  <a:pt x="735362" y="94896"/>
                  <a:pt x="735362" y="92012"/>
                </a:cubicBezTo>
                <a:cubicBezTo>
                  <a:pt x="735362" y="89560"/>
                  <a:pt x="735946" y="86267"/>
                  <a:pt x="737114" y="82133"/>
                </a:cubicBezTo>
                <a:lnTo>
                  <a:pt x="745031" y="53289"/>
                </a:lnTo>
                <a:cubicBezTo>
                  <a:pt x="746339" y="48578"/>
                  <a:pt x="746993" y="45405"/>
                  <a:pt x="746993" y="43770"/>
                </a:cubicBezTo>
                <a:cubicBezTo>
                  <a:pt x="746993" y="43049"/>
                  <a:pt x="746806" y="42412"/>
                  <a:pt x="746432" y="41860"/>
                </a:cubicBezTo>
                <a:cubicBezTo>
                  <a:pt x="746059" y="41307"/>
                  <a:pt x="745440" y="40874"/>
                  <a:pt x="744576" y="40562"/>
                </a:cubicBezTo>
                <a:cubicBezTo>
                  <a:pt x="743712" y="40249"/>
                  <a:pt x="742112" y="40093"/>
                  <a:pt x="739776" y="40093"/>
                </a:cubicBezTo>
                <a:lnTo>
                  <a:pt x="740477" y="37353"/>
                </a:lnTo>
                <a:lnTo>
                  <a:pt x="764368" y="33026"/>
                </a:lnTo>
                <a:lnTo>
                  <a:pt x="768572" y="330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Text pRelevanceScore">
            <a:extLst xmlns:a="http://schemas.openxmlformats.org/drawingml/2006/main">
              <a:ext uri="{FF2B5EF4-FFF2-40B4-BE49-F238E27FC236}">
                <a16:creationId xmlns:a16="http://schemas.microsoft.com/office/drawing/2014/main" id="{7B9117A2-58B9-4F80-8ADA-CFC2D152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527" y="3597969"/>
            <a:ext cx="1098519" cy="131528"/>
          </a:xfrm>
          <a:custGeom xmlns:a="http://schemas.openxmlformats.org/drawingml/2006/main">
            <a:pathLst>
              <a:path w="1098519" h="131528">
                <a:moveTo>
                  <a:pt x="26203" y="37064"/>
                </a:moveTo>
                <a:lnTo>
                  <a:pt x="49394" y="33026"/>
                </a:lnTo>
                <a:lnTo>
                  <a:pt x="53598" y="33026"/>
                </a:lnTo>
                <a:lnTo>
                  <a:pt x="50445" y="44812"/>
                </a:lnTo>
                <a:cubicBezTo>
                  <a:pt x="55349" y="40185"/>
                  <a:pt x="59366" y="37064"/>
                  <a:pt x="62496" y="35449"/>
                </a:cubicBezTo>
                <a:cubicBezTo>
                  <a:pt x="65625" y="33834"/>
                  <a:pt x="68731" y="33026"/>
                  <a:pt x="71814" y="33026"/>
                </a:cubicBezTo>
                <a:cubicBezTo>
                  <a:pt x="76205" y="33026"/>
                  <a:pt x="79591" y="34771"/>
                  <a:pt x="81973" y="38261"/>
                </a:cubicBezTo>
                <a:cubicBezTo>
                  <a:pt x="84355" y="41749"/>
                  <a:pt x="85546" y="46019"/>
                  <a:pt x="85546" y="51072"/>
                </a:cubicBezTo>
                <a:cubicBezTo>
                  <a:pt x="85546" y="64884"/>
                  <a:pt x="80899" y="77131"/>
                  <a:pt x="71604" y="87814"/>
                </a:cubicBezTo>
                <a:cubicBezTo>
                  <a:pt x="63383" y="97246"/>
                  <a:pt x="54415" y="101963"/>
                  <a:pt x="44700" y="101963"/>
                </a:cubicBezTo>
                <a:cubicBezTo>
                  <a:pt x="42972" y="101963"/>
                  <a:pt x="41500" y="101794"/>
                  <a:pt x="40286" y="101456"/>
                </a:cubicBezTo>
                <a:cubicBezTo>
                  <a:pt x="39071" y="101119"/>
                  <a:pt x="37367" y="100373"/>
                  <a:pt x="35171" y="99216"/>
                </a:cubicBezTo>
                <a:lnTo>
                  <a:pt x="31528" y="112166"/>
                </a:lnTo>
                <a:cubicBezTo>
                  <a:pt x="30220" y="116867"/>
                  <a:pt x="29566" y="120441"/>
                  <a:pt x="29566" y="122888"/>
                </a:cubicBezTo>
                <a:cubicBezTo>
                  <a:pt x="29566" y="124424"/>
                  <a:pt x="30080" y="125634"/>
                  <a:pt x="31108" y="126521"/>
                </a:cubicBezTo>
                <a:cubicBezTo>
                  <a:pt x="32135" y="127409"/>
                  <a:pt x="34541" y="128164"/>
                  <a:pt x="38324" y="128788"/>
                </a:cubicBezTo>
                <a:lnTo>
                  <a:pt x="37694" y="131528"/>
                </a:lnTo>
                <a:lnTo>
                  <a:pt x="0" y="131528"/>
                </a:lnTo>
                <a:lnTo>
                  <a:pt x="701" y="128788"/>
                </a:lnTo>
                <a:cubicBezTo>
                  <a:pt x="3690" y="128691"/>
                  <a:pt x="6177" y="127711"/>
                  <a:pt x="8162" y="125845"/>
                </a:cubicBezTo>
                <a:cubicBezTo>
                  <a:pt x="10147" y="123979"/>
                  <a:pt x="12004" y="119960"/>
                  <a:pt x="13732" y="113789"/>
                </a:cubicBezTo>
                <a:lnTo>
                  <a:pt x="30827" y="53145"/>
                </a:lnTo>
                <a:cubicBezTo>
                  <a:pt x="32089" y="48626"/>
                  <a:pt x="32719" y="45429"/>
                  <a:pt x="32719" y="43554"/>
                </a:cubicBezTo>
                <a:cubicBezTo>
                  <a:pt x="32719" y="42737"/>
                  <a:pt x="32532" y="42052"/>
                  <a:pt x="32159" y="41499"/>
                </a:cubicBezTo>
                <a:cubicBezTo>
                  <a:pt x="31785" y="40946"/>
                  <a:pt x="31224" y="40550"/>
                  <a:pt x="30477" y="40309"/>
                </a:cubicBezTo>
                <a:cubicBezTo>
                  <a:pt x="29730" y="40069"/>
                  <a:pt x="28048" y="39949"/>
                  <a:pt x="25433" y="39949"/>
                </a:cubicBezTo>
                <a:lnTo>
                  <a:pt x="26203" y="37064"/>
                </a:lnTo>
                <a:moveTo>
                  <a:pt x="37133" y="92404"/>
                </a:moveTo>
                <a:cubicBezTo>
                  <a:pt x="38534" y="94776"/>
                  <a:pt x="39795" y="96362"/>
                  <a:pt x="40916" y="97161"/>
                </a:cubicBezTo>
                <a:cubicBezTo>
                  <a:pt x="42037" y="97959"/>
                  <a:pt x="43345" y="98357"/>
                  <a:pt x="44840" y="98357"/>
                </a:cubicBezTo>
                <a:cubicBezTo>
                  <a:pt x="46335" y="98357"/>
                  <a:pt x="47794" y="97938"/>
                  <a:pt x="49219" y="97098"/>
                </a:cubicBezTo>
                <a:cubicBezTo>
                  <a:pt x="50643" y="96256"/>
                  <a:pt x="52407" y="94564"/>
                  <a:pt x="54509" y="92021"/>
                </a:cubicBezTo>
                <a:cubicBezTo>
                  <a:pt x="56610" y="89476"/>
                  <a:pt x="58631" y="86211"/>
                  <a:pt x="60569" y="82227"/>
                </a:cubicBezTo>
                <a:cubicBezTo>
                  <a:pt x="62507" y="78242"/>
                  <a:pt x="64060" y="73717"/>
                  <a:pt x="65228" y="68653"/>
                </a:cubicBezTo>
                <a:cubicBezTo>
                  <a:pt x="66396" y="63587"/>
                  <a:pt x="66980" y="58750"/>
                  <a:pt x="66980" y="54141"/>
                </a:cubicBezTo>
                <a:cubicBezTo>
                  <a:pt x="66980" y="50444"/>
                  <a:pt x="66337" y="47755"/>
                  <a:pt x="65053" y="46076"/>
                </a:cubicBezTo>
                <a:cubicBezTo>
                  <a:pt x="63768" y="44395"/>
                  <a:pt x="62215" y="43554"/>
                  <a:pt x="60394" y="43554"/>
                </a:cubicBezTo>
                <a:cubicBezTo>
                  <a:pt x="58759" y="43554"/>
                  <a:pt x="57218" y="43986"/>
                  <a:pt x="55770" y="44850"/>
                </a:cubicBezTo>
                <a:cubicBezTo>
                  <a:pt x="53668" y="46098"/>
                  <a:pt x="51192" y="48429"/>
                  <a:pt x="48343" y="51842"/>
                </a:cubicBezTo>
                <a:lnTo>
                  <a:pt x="37133" y="92404"/>
                </a:lnTo>
                <a:close/>
                <a:moveTo>
                  <a:pt x="166341" y="52207"/>
                </a:moveTo>
                <a:lnTo>
                  <a:pt x="157934" y="81844"/>
                </a:lnTo>
                <a:cubicBezTo>
                  <a:pt x="156719" y="86046"/>
                  <a:pt x="156112" y="89137"/>
                  <a:pt x="156112" y="91117"/>
                </a:cubicBezTo>
                <a:cubicBezTo>
                  <a:pt x="156112" y="92953"/>
                  <a:pt x="156836" y="94427"/>
                  <a:pt x="158284" y="95538"/>
                </a:cubicBezTo>
                <a:cubicBezTo>
                  <a:pt x="159732" y="96649"/>
                  <a:pt x="162745" y="97252"/>
                  <a:pt x="167322" y="97348"/>
                </a:cubicBezTo>
                <a:lnTo>
                  <a:pt x="166341" y="99944"/>
                </a:lnTo>
                <a:lnTo>
                  <a:pt x="120590" y="99944"/>
                </a:lnTo>
                <a:lnTo>
                  <a:pt x="121431" y="97348"/>
                </a:lnTo>
                <a:cubicBezTo>
                  <a:pt x="126009" y="97348"/>
                  <a:pt x="129360" y="96430"/>
                  <a:pt x="131485" y="94594"/>
                </a:cubicBezTo>
                <a:cubicBezTo>
                  <a:pt x="133610" y="92758"/>
                  <a:pt x="135560" y="88653"/>
                  <a:pt x="137335" y="82277"/>
                </a:cubicBezTo>
                <a:lnTo>
                  <a:pt x="154991" y="19542"/>
                </a:lnTo>
                <a:cubicBezTo>
                  <a:pt x="155972" y="16016"/>
                  <a:pt x="156462" y="13238"/>
                  <a:pt x="156462" y="11209"/>
                </a:cubicBezTo>
                <a:cubicBezTo>
                  <a:pt x="156462" y="9277"/>
                  <a:pt x="155855" y="7804"/>
                  <a:pt x="154641" y="6790"/>
                </a:cubicBezTo>
                <a:cubicBezTo>
                  <a:pt x="153426" y="5774"/>
                  <a:pt x="150601" y="5097"/>
                  <a:pt x="146163" y="4759"/>
                </a:cubicBezTo>
                <a:lnTo>
                  <a:pt x="146864" y="2163"/>
                </a:lnTo>
                <a:lnTo>
                  <a:pt x="186239" y="2163"/>
                </a:lnTo>
                <a:cubicBezTo>
                  <a:pt x="197496" y="2163"/>
                  <a:pt x="205413" y="4182"/>
                  <a:pt x="209990" y="8218"/>
                </a:cubicBezTo>
                <a:cubicBezTo>
                  <a:pt x="214568" y="12255"/>
                  <a:pt x="216856" y="17445"/>
                  <a:pt x="216856" y="23789"/>
                </a:cubicBezTo>
                <a:cubicBezTo>
                  <a:pt x="216856" y="30470"/>
                  <a:pt x="214194" y="36502"/>
                  <a:pt x="208869" y="41884"/>
                </a:cubicBezTo>
                <a:cubicBezTo>
                  <a:pt x="205506" y="45248"/>
                  <a:pt x="199551" y="48156"/>
                  <a:pt x="191003" y="50607"/>
                </a:cubicBezTo>
                <a:lnTo>
                  <a:pt x="199551" y="80258"/>
                </a:lnTo>
                <a:cubicBezTo>
                  <a:pt x="201839" y="88223"/>
                  <a:pt x="203836" y="93027"/>
                  <a:pt x="205541" y="94669"/>
                </a:cubicBezTo>
                <a:cubicBezTo>
                  <a:pt x="207246" y="96311"/>
                  <a:pt x="210084" y="97204"/>
                  <a:pt x="214054" y="97348"/>
                </a:cubicBezTo>
                <a:lnTo>
                  <a:pt x="214054" y="99944"/>
                </a:lnTo>
                <a:lnTo>
                  <a:pt x="184487" y="99944"/>
                </a:lnTo>
                <a:lnTo>
                  <a:pt x="171035" y="52207"/>
                </a:lnTo>
                <a:lnTo>
                  <a:pt x="168723" y="52352"/>
                </a:lnTo>
                <a:cubicBezTo>
                  <a:pt x="168210" y="52352"/>
                  <a:pt x="167415" y="52303"/>
                  <a:pt x="166341" y="52207"/>
                </a:cubicBezTo>
                <a:moveTo>
                  <a:pt x="167322" y="47881"/>
                </a:moveTo>
                <a:cubicBezTo>
                  <a:pt x="168957" y="47977"/>
                  <a:pt x="170335" y="48025"/>
                  <a:pt x="171456" y="48025"/>
                </a:cubicBezTo>
                <a:cubicBezTo>
                  <a:pt x="178275" y="48025"/>
                  <a:pt x="183880" y="45621"/>
                  <a:pt x="188271" y="40814"/>
                </a:cubicBezTo>
                <a:cubicBezTo>
                  <a:pt x="192661" y="36007"/>
                  <a:pt x="194857" y="29709"/>
                  <a:pt x="194857" y="21921"/>
                </a:cubicBezTo>
                <a:cubicBezTo>
                  <a:pt x="194857" y="17306"/>
                  <a:pt x="193689" y="13797"/>
                  <a:pt x="191353" y="11393"/>
                </a:cubicBezTo>
                <a:cubicBezTo>
                  <a:pt x="189018" y="8990"/>
                  <a:pt x="185935" y="7788"/>
                  <a:pt x="182105" y="7788"/>
                </a:cubicBezTo>
                <a:cubicBezTo>
                  <a:pt x="181171" y="7788"/>
                  <a:pt x="180073" y="7812"/>
                  <a:pt x="178812" y="7860"/>
                </a:cubicBezTo>
                <a:lnTo>
                  <a:pt x="167322" y="47881"/>
                </a:lnTo>
                <a:close/>
                <a:moveTo>
                  <a:pt x="243974" y="72831"/>
                </a:moveTo>
                <a:cubicBezTo>
                  <a:pt x="243553" y="75955"/>
                  <a:pt x="243343" y="78527"/>
                  <a:pt x="243343" y="80546"/>
                </a:cubicBezTo>
                <a:cubicBezTo>
                  <a:pt x="243343" y="84152"/>
                  <a:pt x="244359" y="87036"/>
                  <a:pt x="246391" y="89200"/>
                </a:cubicBezTo>
                <a:cubicBezTo>
                  <a:pt x="248423" y="91363"/>
                  <a:pt x="251143" y="92444"/>
                  <a:pt x="254553" y="92444"/>
                </a:cubicBezTo>
                <a:cubicBezTo>
                  <a:pt x="257823" y="92444"/>
                  <a:pt x="261104" y="91729"/>
                  <a:pt x="264397" y="90297"/>
                </a:cubicBezTo>
                <a:cubicBezTo>
                  <a:pt x="267690" y="88865"/>
                  <a:pt x="271508" y="86360"/>
                  <a:pt x="275852" y="82782"/>
                </a:cubicBezTo>
                <a:lnTo>
                  <a:pt x="277954" y="84605"/>
                </a:lnTo>
                <a:cubicBezTo>
                  <a:pt x="272582" y="90863"/>
                  <a:pt x="267351" y="95321"/>
                  <a:pt x="262260" y="97979"/>
                </a:cubicBezTo>
                <a:cubicBezTo>
                  <a:pt x="257169" y="100635"/>
                  <a:pt x="251540" y="101963"/>
                  <a:pt x="245375" y="101963"/>
                </a:cubicBezTo>
                <a:cubicBezTo>
                  <a:pt x="237575" y="101963"/>
                  <a:pt x="232180" y="100038"/>
                  <a:pt x="229190" y="96190"/>
                </a:cubicBezTo>
                <a:cubicBezTo>
                  <a:pt x="226201" y="92339"/>
                  <a:pt x="224706" y="87887"/>
                  <a:pt x="224706" y="82834"/>
                </a:cubicBezTo>
                <a:cubicBezTo>
                  <a:pt x="224706" y="74942"/>
                  <a:pt x="226937" y="67051"/>
                  <a:pt x="231397" y="59159"/>
                </a:cubicBezTo>
                <a:cubicBezTo>
                  <a:pt x="235858" y="51266"/>
                  <a:pt x="241930" y="44938"/>
                  <a:pt x="249614" y="40174"/>
                </a:cubicBezTo>
                <a:cubicBezTo>
                  <a:pt x="257297" y="35409"/>
                  <a:pt x="265016" y="33026"/>
                  <a:pt x="272769" y="33026"/>
                </a:cubicBezTo>
                <a:cubicBezTo>
                  <a:pt x="276693" y="33026"/>
                  <a:pt x="279659" y="33988"/>
                  <a:pt x="281667" y="35911"/>
                </a:cubicBezTo>
                <a:cubicBezTo>
                  <a:pt x="283676" y="37833"/>
                  <a:pt x="284680" y="40261"/>
                  <a:pt x="284680" y="43194"/>
                </a:cubicBezTo>
                <a:cubicBezTo>
                  <a:pt x="284680" y="46703"/>
                  <a:pt x="283699" y="50116"/>
                  <a:pt x="281737" y="53433"/>
                </a:cubicBezTo>
                <a:cubicBezTo>
                  <a:pt x="279028" y="57952"/>
                  <a:pt x="275619" y="61594"/>
                  <a:pt x="271508" y="64358"/>
                </a:cubicBezTo>
                <a:cubicBezTo>
                  <a:pt x="267398" y="67122"/>
                  <a:pt x="262797" y="69225"/>
                  <a:pt x="257706" y="70667"/>
                </a:cubicBezTo>
                <a:cubicBezTo>
                  <a:pt x="254296" y="71629"/>
                  <a:pt x="249719" y="72350"/>
                  <a:pt x="243974" y="72831"/>
                </a:cubicBezTo>
                <a:moveTo>
                  <a:pt x="244604" y="69081"/>
                </a:moveTo>
                <a:cubicBezTo>
                  <a:pt x="248715" y="68459"/>
                  <a:pt x="251902" y="67610"/>
                  <a:pt x="254168" y="66535"/>
                </a:cubicBezTo>
                <a:cubicBezTo>
                  <a:pt x="256433" y="65457"/>
                  <a:pt x="258652" y="63734"/>
                  <a:pt x="260824" y="61365"/>
                </a:cubicBezTo>
                <a:cubicBezTo>
                  <a:pt x="262996" y="58996"/>
                  <a:pt x="264876" y="56005"/>
                  <a:pt x="266464" y="52392"/>
                </a:cubicBezTo>
                <a:cubicBezTo>
                  <a:pt x="268052" y="48779"/>
                  <a:pt x="268846" y="45394"/>
                  <a:pt x="268846" y="42236"/>
                </a:cubicBezTo>
                <a:cubicBezTo>
                  <a:pt x="268846" y="40896"/>
                  <a:pt x="268484" y="39844"/>
                  <a:pt x="267760" y="39079"/>
                </a:cubicBezTo>
                <a:cubicBezTo>
                  <a:pt x="267036" y="38313"/>
                  <a:pt x="266113" y="37930"/>
                  <a:pt x="264992" y="37930"/>
                </a:cubicBezTo>
                <a:cubicBezTo>
                  <a:pt x="262750" y="37930"/>
                  <a:pt x="260228" y="39533"/>
                  <a:pt x="257426" y="42738"/>
                </a:cubicBezTo>
                <a:cubicBezTo>
                  <a:pt x="252288" y="48576"/>
                  <a:pt x="248014" y="57357"/>
                  <a:pt x="244604" y="69081"/>
                </a:cubicBezTo>
                <a:close/>
                <a:moveTo>
                  <a:pt x="329731" y="0"/>
                </a:moveTo>
                <a:lnTo>
                  <a:pt x="306540" y="81628"/>
                </a:lnTo>
                <a:cubicBezTo>
                  <a:pt x="305185" y="86461"/>
                  <a:pt x="304508" y="89481"/>
                  <a:pt x="304508" y="90689"/>
                </a:cubicBezTo>
                <a:cubicBezTo>
                  <a:pt x="304508" y="91284"/>
                  <a:pt x="304707" y="91788"/>
                  <a:pt x="305104" y="92201"/>
                </a:cubicBezTo>
                <a:cubicBezTo>
                  <a:pt x="305501" y="92613"/>
                  <a:pt x="305933" y="92819"/>
                  <a:pt x="306400" y="92819"/>
                </a:cubicBezTo>
                <a:cubicBezTo>
                  <a:pt x="307241" y="92819"/>
                  <a:pt x="308035" y="92498"/>
                  <a:pt x="308782" y="91856"/>
                </a:cubicBezTo>
                <a:cubicBezTo>
                  <a:pt x="311024" y="90069"/>
                  <a:pt x="313523" y="87044"/>
                  <a:pt x="316279" y="82782"/>
                </a:cubicBezTo>
                <a:lnTo>
                  <a:pt x="319011" y="84019"/>
                </a:lnTo>
                <a:cubicBezTo>
                  <a:pt x="314574" y="90985"/>
                  <a:pt x="310206" y="95958"/>
                  <a:pt x="305909" y="98939"/>
                </a:cubicBezTo>
                <a:cubicBezTo>
                  <a:pt x="302967" y="100955"/>
                  <a:pt x="299837" y="101963"/>
                  <a:pt x="296521" y="101963"/>
                </a:cubicBezTo>
                <a:cubicBezTo>
                  <a:pt x="293438" y="101963"/>
                  <a:pt x="290986" y="101110"/>
                  <a:pt x="289164" y="99403"/>
                </a:cubicBezTo>
                <a:cubicBezTo>
                  <a:pt x="287343" y="97696"/>
                  <a:pt x="286432" y="95641"/>
                  <a:pt x="286432" y="93238"/>
                </a:cubicBezTo>
                <a:cubicBezTo>
                  <a:pt x="286432" y="91462"/>
                  <a:pt x="286992" y="88606"/>
                  <a:pt x="288113" y="84670"/>
                </a:cubicBezTo>
                <a:lnTo>
                  <a:pt x="307030" y="18298"/>
                </a:lnTo>
                <a:cubicBezTo>
                  <a:pt x="308058" y="14650"/>
                  <a:pt x="308572" y="12226"/>
                  <a:pt x="308572" y="11026"/>
                </a:cubicBezTo>
                <a:cubicBezTo>
                  <a:pt x="308572" y="9874"/>
                  <a:pt x="308081" y="8962"/>
                  <a:pt x="307100" y="8290"/>
                </a:cubicBezTo>
                <a:cubicBezTo>
                  <a:pt x="305793" y="7330"/>
                  <a:pt x="303807" y="6923"/>
                  <a:pt x="301145" y="7067"/>
                </a:cubicBezTo>
                <a:lnTo>
                  <a:pt x="301916" y="4327"/>
                </a:lnTo>
                <a:lnTo>
                  <a:pt x="325527" y="0"/>
                </a:lnTo>
                <a:lnTo>
                  <a:pt x="329731" y="0"/>
                </a:lnTo>
                <a:close/>
                <a:moveTo>
                  <a:pt x="347113" y="72831"/>
                </a:moveTo>
                <a:cubicBezTo>
                  <a:pt x="346693" y="75955"/>
                  <a:pt x="346483" y="78527"/>
                  <a:pt x="346483" y="80546"/>
                </a:cubicBezTo>
                <a:cubicBezTo>
                  <a:pt x="346483" y="84152"/>
                  <a:pt x="347498" y="87036"/>
                  <a:pt x="349530" y="89200"/>
                </a:cubicBezTo>
                <a:cubicBezTo>
                  <a:pt x="351562" y="91363"/>
                  <a:pt x="354283" y="92444"/>
                  <a:pt x="357693" y="92444"/>
                </a:cubicBezTo>
                <a:cubicBezTo>
                  <a:pt x="360962" y="92444"/>
                  <a:pt x="364243" y="91729"/>
                  <a:pt x="367536" y="90297"/>
                </a:cubicBezTo>
                <a:cubicBezTo>
                  <a:pt x="370829" y="88865"/>
                  <a:pt x="374648" y="86360"/>
                  <a:pt x="378992" y="82782"/>
                </a:cubicBezTo>
                <a:lnTo>
                  <a:pt x="381093" y="84605"/>
                </a:lnTo>
                <a:cubicBezTo>
                  <a:pt x="375722" y="90863"/>
                  <a:pt x="370491" y="95321"/>
                  <a:pt x="365399" y="97979"/>
                </a:cubicBezTo>
                <a:cubicBezTo>
                  <a:pt x="360308" y="100635"/>
                  <a:pt x="354680" y="101963"/>
                  <a:pt x="348514" y="101963"/>
                </a:cubicBezTo>
                <a:cubicBezTo>
                  <a:pt x="340714" y="101963"/>
                  <a:pt x="335319" y="100038"/>
                  <a:pt x="332330" y="96190"/>
                </a:cubicBezTo>
                <a:cubicBezTo>
                  <a:pt x="329341" y="92339"/>
                  <a:pt x="327846" y="87887"/>
                  <a:pt x="327846" y="82834"/>
                </a:cubicBezTo>
                <a:cubicBezTo>
                  <a:pt x="327846" y="74942"/>
                  <a:pt x="330076" y="67051"/>
                  <a:pt x="334537" y="59159"/>
                </a:cubicBezTo>
                <a:cubicBezTo>
                  <a:pt x="338998" y="51266"/>
                  <a:pt x="345070" y="44938"/>
                  <a:pt x="352753" y="40174"/>
                </a:cubicBezTo>
                <a:cubicBezTo>
                  <a:pt x="360437" y="35409"/>
                  <a:pt x="368155" y="33026"/>
                  <a:pt x="375909" y="33026"/>
                </a:cubicBezTo>
                <a:cubicBezTo>
                  <a:pt x="379832" y="33026"/>
                  <a:pt x="382798" y="33988"/>
                  <a:pt x="384807" y="35911"/>
                </a:cubicBezTo>
                <a:cubicBezTo>
                  <a:pt x="386815" y="37833"/>
                  <a:pt x="387819" y="40261"/>
                  <a:pt x="387819" y="43194"/>
                </a:cubicBezTo>
                <a:cubicBezTo>
                  <a:pt x="387819" y="46703"/>
                  <a:pt x="386839" y="50116"/>
                  <a:pt x="384877" y="53433"/>
                </a:cubicBezTo>
                <a:cubicBezTo>
                  <a:pt x="382168" y="57952"/>
                  <a:pt x="378758" y="61594"/>
                  <a:pt x="374648" y="64358"/>
                </a:cubicBezTo>
                <a:cubicBezTo>
                  <a:pt x="370537" y="67122"/>
                  <a:pt x="365937" y="69225"/>
                  <a:pt x="360845" y="70667"/>
                </a:cubicBezTo>
                <a:cubicBezTo>
                  <a:pt x="357436" y="71629"/>
                  <a:pt x="352858" y="72350"/>
                  <a:pt x="347113" y="72831"/>
                </a:cubicBezTo>
                <a:moveTo>
                  <a:pt x="347744" y="69081"/>
                </a:moveTo>
                <a:cubicBezTo>
                  <a:pt x="351854" y="68459"/>
                  <a:pt x="355042" y="67610"/>
                  <a:pt x="357307" y="66535"/>
                </a:cubicBezTo>
                <a:cubicBezTo>
                  <a:pt x="359573" y="65457"/>
                  <a:pt x="361791" y="63734"/>
                  <a:pt x="363963" y="61365"/>
                </a:cubicBezTo>
                <a:cubicBezTo>
                  <a:pt x="366135" y="58996"/>
                  <a:pt x="368015" y="56005"/>
                  <a:pt x="369603" y="52392"/>
                </a:cubicBezTo>
                <a:cubicBezTo>
                  <a:pt x="371191" y="48779"/>
                  <a:pt x="371985" y="45394"/>
                  <a:pt x="371985" y="42236"/>
                </a:cubicBezTo>
                <a:cubicBezTo>
                  <a:pt x="371985" y="40896"/>
                  <a:pt x="371623" y="39844"/>
                  <a:pt x="370899" y="39079"/>
                </a:cubicBezTo>
                <a:cubicBezTo>
                  <a:pt x="370175" y="38313"/>
                  <a:pt x="369253" y="37930"/>
                  <a:pt x="368132" y="37930"/>
                </a:cubicBezTo>
                <a:cubicBezTo>
                  <a:pt x="365890" y="37930"/>
                  <a:pt x="363368" y="39533"/>
                  <a:pt x="360565" y="42738"/>
                </a:cubicBezTo>
                <a:cubicBezTo>
                  <a:pt x="355427" y="48576"/>
                  <a:pt x="351153" y="57357"/>
                  <a:pt x="347744" y="69081"/>
                </a:cubicBezTo>
                <a:close/>
                <a:moveTo>
                  <a:pt x="407226" y="101963"/>
                </a:moveTo>
                <a:lnTo>
                  <a:pt x="404704" y="101963"/>
                </a:lnTo>
                <a:cubicBezTo>
                  <a:pt x="404844" y="98021"/>
                  <a:pt x="404914" y="95040"/>
                  <a:pt x="404914" y="93021"/>
                </a:cubicBezTo>
                <a:cubicBezTo>
                  <a:pt x="404914" y="87541"/>
                  <a:pt x="404506" y="79621"/>
                  <a:pt x="403688" y="69261"/>
                </a:cubicBezTo>
                <a:cubicBezTo>
                  <a:pt x="402871" y="58901"/>
                  <a:pt x="401948" y="51991"/>
                  <a:pt x="400921" y="48530"/>
                </a:cubicBezTo>
                <a:cubicBezTo>
                  <a:pt x="400127" y="45982"/>
                  <a:pt x="399076" y="44131"/>
                  <a:pt x="397768" y="42977"/>
                </a:cubicBezTo>
                <a:cubicBezTo>
                  <a:pt x="396880" y="42208"/>
                  <a:pt x="395736" y="41824"/>
                  <a:pt x="394335" y="41824"/>
                </a:cubicBezTo>
                <a:cubicBezTo>
                  <a:pt x="393541" y="41824"/>
                  <a:pt x="392583" y="41920"/>
                  <a:pt x="391462" y="42112"/>
                </a:cubicBezTo>
                <a:lnTo>
                  <a:pt x="391462" y="39516"/>
                </a:lnTo>
                <a:lnTo>
                  <a:pt x="414793" y="33026"/>
                </a:lnTo>
                <a:cubicBezTo>
                  <a:pt x="419464" y="46164"/>
                  <a:pt x="421729" y="62982"/>
                  <a:pt x="421589" y="83483"/>
                </a:cubicBezTo>
                <a:cubicBezTo>
                  <a:pt x="428455" y="76757"/>
                  <a:pt x="433184" y="71304"/>
                  <a:pt x="435777" y="67125"/>
                </a:cubicBezTo>
                <a:cubicBezTo>
                  <a:pt x="438369" y="62946"/>
                  <a:pt x="439665" y="59463"/>
                  <a:pt x="439665" y="56676"/>
                </a:cubicBezTo>
                <a:cubicBezTo>
                  <a:pt x="439665" y="54466"/>
                  <a:pt x="438859" y="52219"/>
                  <a:pt x="437248" y="49936"/>
                </a:cubicBezTo>
                <a:cubicBezTo>
                  <a:pt x="435637" y="47652"/>
                  <a:pt x="434632" y="46028"/>
                  <a:pt x="434235" y="45062"/>
                </a:cubicBezTo>
                <a:cubicBezTo>
                  <a:pt x="433838" y="44094"/>
                  <a:pt x="433640" y="43031"/>
                  <a:pt x="433640" y="41871"/>
                </a:cubicBezTo>
                <a:cubicBezTo>
                  <a:pt x="433640" y="39358"/>
                  <a:pt x="434434" y="37255"/>
                  <a:pt x="436022" y="35564"/>
                </a:cubicBezTo>
                <a:cubicBezTo>
                  <a:pt x="437610" y="33872"/>
                  <a:pt x="439618" y="33026"/>
                  <a:pt x="442047" y="33026"/>
                </a:cubicBezTo>
                <a:cubicBezTo>
                  <a:pt x="444616" y="33026"/>
                  <a:pt x="446601" y="33869"/>
                  <a:pt x="448003" y="35555"/>
                </a:cubicBezTo>
                <a:cubicBezTo>
                  <a:pt x="449964" y="37913"/>
                  <a:pt x="450945" y="40704"/>
                  <a:pt x="450945" y="43928"/>
                </a:cubicBezTo>
                <a:cubicBezTo>
                  <a:pt x="450945" y="47250"/>
                  <a:pt x="450373" y="50511"/>
                  <a:pt x="449229" y="53713"/>
                </a:cubicBezTo>
                <a:cubicBezTo>
                  <a:pt x="448084" y="56914"/>
                  <a:pt x="446123" y="60693"/>
                  <a:pt x="443343" y="65050"/>
                </a:cubicBezTo>
                <a:cubicBezTo>
                  <a:pt x="440564" y="69406"/>
                  <a:pt x="437470" y="73365"/>
                  <a:pt x="434060" y="76927"/>
                </a:cubicBezTo>
                <a:cubicBezTo>
                  <a:pt x="427801" y="83474"/>
                  <a:pt x="418857" y="91819"/>
                  <a:pt x="407226" y="101963"/>
                </a:cubicBezTo>
                <a:close/>
                <a:moveTo>
                  <a:pt x="518976" y="34036"/>
                </a:moveTo>
                <a:lnTo>
                  <a:pt x="505384" y="82092"/>
                </a:lnTo>
                <a:lnTo>
                  <a:pt x="503983" y="87944"/>
                </a:lnTo>
                <a:cubicBezTo>
                  <a:pt x="503843" y="88668"/>
                  <a:pt x="503773" y="89199"/>
                  <a:pt x="503773" y="89535"/>
                </a:cubicBezTo>
                <a:cubicBezTo>
                  <a:pt x="503773" y="90109"/>
                  <a:pt x="503971" y="90612"/>
                  <a:pt x="504368" y="91043"/>
                </a:cubicBezTo>
                <a:cubicBezTo>
                  <a:pt x="504765" y="91474"/>
                  <a:pt x="505174" y="91690"/>
                  <a:pt x="505594" y="91690"/>
                </a:cubicBezTo>
                <a:cubicBezTo>
                  <a:pt x="506575" y="91690"/>
                  <a:pt x="507930" y="90923"/>
                  <a:pt x="509658" y="89391"/>
                </a:cubicBezTo>
                <a:cubicBezTo>
                  <a:pt x="510359" y="88768"/>
                  <a:pt x="512040" y="86564"/>
                  <a:pt x="514703" y="82782"/>
                </a:cubicBezTo>
                <a:lnTo>
                  <a:pt x="517155" y="84075"/>
                </a:lnTo>
                <a:cubicBezTo>
                  <a:pt x="513838" y="90301"/>
                  <a:pt x="510300" y="94838"/>
                  <a:pt x="506540" y="97688"/>
                </a:cubicBezTo>
                <a:cubicBezTo>
                  <a:pt x="502780" y="100538"/>
                  <a:pt x="498728" y="101963"/>
                  <a:pt x="494384" y="101963"/>
                </a:cubicBezTo>
                <a:cubicBezTo>
                  <a:pt x="491722" y="101963"/>
                  <a:pt x="489690" y="101254"/>
                  <a:pt x="488289" y="99836"/>
                </a:cubicBezTo>
                <a:cubicBezTo>
                  <a:pt x="486888" y="98418"/>
                  <a:pt x="486187" y="96627"/>
                  <a:pt x="486187" y="94463"/>
                </a:cubicBezTo>
                <a:cubicBezTo>
                  <a:pt x="486187" y="92589"/>
                  <a:pt x="486934" y="89103"/>
                  <a:pt x="488429" y="84008"/>
                </a:cubicBezTo>
                <a:lnTo>
                  <a:pt x="490111" y="78167"/>
                </a:lnTo>
                <a:cubicBezTo>
                  <a:pt x="484692" y="87733"/>
                  <a:pt x="479485" y="94512"/>
                  <a:pt x="474487" y="98502"/>
                </a:cubicBezTo>
                <a:cubicBezTo>
                  <a:pt x="471591" y="100809"/>
                  <a:pt x="468508" y="101963"/>
                  <a:pt x="465238" y="101963"/>
                </a:cubicBezTo>
                <a:cubicBezTo>
                  <a:pt x="460941" y="101963"/>
                  <a:pt x="457835" y="100147"/>
                  <a:pt x="455920" y="96514"/>
                </a:cubicBezTo>
                <a:cubicBezTo>
                  <a:pt x="454005" y="92880"/>
                  <a:pt x="453048" y="88777"/>
                  <a:pt x="453048" y="84206"/>
                </a:cubicBezTo>
                <a:cubicBezTo>
                  <a:pt x="453048" y="77420"/>
                  <a:pt x="455056" y="69636"/>
                  <a:pt x="459073" y="60854"/>
                </a:cubicBezTo>
                <a:cubicBezTo>
                  <a:pt x="463090" y="52071"/>
                  <a:pt x="468368" y="45009"/>
                  <a:pt x="474907" y="39667"/>
                </a:cubicBezTo>
                <a:cubicBezTo>
                  <a:pt x="480279" y="35240"/>
                  <a:pt x="485323" y="33026"/>
                  <a:pt x="490041" y="33026"/>
                </a:cubicBezTo>
                <a:cubicBezTo>
                  <a:pt x="492656" y="33026"/>
                  <a:pt x="494758" y="33808"/>
                  <a:pt x="496346" y="35372"/>
                </a:cubicBezTo>
                <a:cubicBezTo>
                  <a:pt x="497934" y="36936"/>
                  <a:pt x="499102" y="39787"/>
                  <a:pt x="499849" y="43926"/>
                </a:cubicBezTo>
                <a:lnTo>
                  <a:pt x="502372" y="35045"/>
                </a:lnTo>
                <a:lnTo>
                  <a:pt x="518976" y="34036"/>
                </a:lnTo>
                <a:moveTo>
                  <a:pt x="496556" y="47867"/>
                </a:moveTo>
                <a:cubicBezTo>
                  <a:pt x="496556" y="43978"/>
                  <a:pt x="495973" y="41169"/>
                  <a:pt x="494805" y="39442"/>
                </a:cubicBezTo>
                <a:cubicBezTo>
                  <a:pt x="493964" y="38241"/>
                  <a:pt x="492820" y="37641"/>
                  <a:pt x="491372" y="37641"/>
                </a:cubicBezTo>
                <a:cubicBezTo>
                  <a:pt x="489924" y="37641"/>
                  <a:pt x="488429" y="38362"/>
                  <a:pt x="486888" y="39802"/>
                </a:cubicBezTo>
                <a:cubicBezTo>
                  <a:pt x="483758" y="42778"/>
                  <a:pt x="480384" y="48815"/>
                  <a:pt x="476764" y="57913"/>
                </a:cubicBezTo>
                <a:cubicBezTo>
                  <a:pt x="473144" y="67009"/>
                  <a:pt x="471334" y="74870"/>
                  <a:pt x="471334" y="81495"/>
                </a:cubicBezTo>
                <a:cubicBezTo>
                  <a:pt x="471334" y="84038"/>
                  <a:pt x="471743" y="85874"/>
                  <a:pt x="472560" y="87002"/>
                </a:cubicBezTo>
                <a:cubicBezTo>
                  <a:pt x="473377" y="88131"/>
                  <a:pt x="474277" y="88695"/>
                  <a:pt x="475257" y="88695"/>
                </a:cubicBezTo>
                <a:cubicBezTo>
                  <a:pt x="477359" y="88695"/>
                  <a:pt x="479485" y="87446"/>
                  <a:pt x="481633" y="84950"/>
                </a:cubicBezTo>
                <a:cubicBezTo>
                  <a:pt x="484716" y="81398"/>
                  <a:pt x="487495" y="77054"/>
                  <a:pt x="489971" y="71918"/>
                </a:cubicBezTo>
                <a:cubicBezTo>
                  <a:pt x="494361" y="62892"/>
                  <a:pt x="496556" y="54875"/>
                  <a:pt x="496556" y="47867"/>
                </a:cubicBezTo>
                <a:close/>
                <a:moveTo>
                  <a:pt x="560313" y="33026"/>
                </a:moveTo>
                <a:lnTo>
                  <a:pt x="551625" y="63995"/>
                </a:lnTo>
                <a:cubicBezTo>
                  <a:pt x="557464" y="54947"/>
                  <a:pt x="561831" y="48763"/>
                  <a:pt x="564727" y="45443"/>
                </a:cubicBezTo>
                <a:cubicBezTo>
                  <a:pt x="568977" y="40631"/>
                  <a:pt x="572644" y="37359"/>
                  <a:pt x="575727" y="35627"/>
                </a:cubicBezTo>
                <a:cubicBezTo>
                  <a:pt x="578809" y="33893"/>
                  <a:pt x="581705" y="33026"/>
                  <a:pt x="584414" y="33026"/>
                </a:cubicBezTo>
                <a:cubicBezTo>
                  <a:pt x="586843" y="33026"/>
                  <a:pt x="588922" y="33958"/>
                  <a:pt x="590650" y="35823"/>
                </a:cubicBezTo>
                <a:cubicBezTo>
                  <a:pt x="592378" y="37685"/>
                  <a:pt x="593242" y="40117"/>
                  <a:pt x="593242" y="43117"/>
                </a:cubicBezTo>
                <a:cubicBezTo>
                  <a:pt x="593242" y="45820"/>
                  <a:pt x="592682" y="49101"/>
                  <a:pt x="591561" y="52962"/>
                </a:cubicBezTo>
                <a:lnTo>
                  <a:pt x="582593" y="83875"/>
                </a:lnTo>
                <a:cubicBezTo>
                  <a:pt x="581845" y="86577"/>
                  <a:pt x="581472" y="88339"/>
                  <a:pt x="581472" y="89159"/>
                </a:cubicBezTo>
                <a:cubicBezTo>
                  <a:pt x="581472" y="89640"/>
                  <a:pt x="581647" y="90072"/>
                  <a:pt x="581997" y="90457"/>
                </a:cubicBezTo>
                <a:cubicBezTo>
                  <a:pt x="582347" y="90841"/>
                  <a:pt x="582709" y="91034"/>
                  <a:pt x="583083" y="91034"/>
                </a:cubicBezTo>
                <a:cubicBezTo>
                  <a:pt x="583550" y="91034"/>
                  <a:pt x="584041" y="90841"/>
                  <a:pt x="584554" y="90457"/>
                </a:cubicBezTo>
                <a:cubicBezTo>
                  <a:pt x="586189" y="89070"/>
                  <a:pt x="587847" y="87122"/>
                  <a:pt x="589529" y="84612"/>
                </a:cubicBezTo>
                <a:cubicBezTo>
                  <a:pt x="589949" y="83949"/>
                  <a:pt x="590626" y="82955"/>
                  <a:pt x="591561" y="81628"/>
                </a:cubicBezTo>
                <a:lnTo>
                  <a:pt x="594223" y="83262"/>
                </a:lnTo>
                <a:cubicBezTo>
                  <a:pt x="587357" y="94960"/>
                  <a:pt x="580140" y="100809"/>
                  <a:pt x="572574" y="100809"/>
                </a:cubicBezTo>
                <a:cubicBezTo>
                  <a:pt x="569678" y="100809"/>
                  <a:pt x="567412" y="100040"/>
                  <a:pt x="565778" y="98502"/>
                </a:cubicBezTo>
                <a:cubicBezTo>
                  <a:pt x="564143" y="96963"/>
                  <a:pt x="563325" y="95040"/>
                  <a:pt x="563325" y="92733"/>
                </a:cubicBezTo>
                <a:cubicBezTo>
                  <a:pt x="563325" y="90708"/>
                  <a:pt x="563886" y="87694"/>
                  <a:pt x="565007" y="83692"/>
                </a:cubicBezTo>
                <a:lnTo>
                  <a:pt x="573765" y="52804"/>
                </a:lnTo>
                <a:cubicBezTo>
                  <a:pt x="574372" y="50779"/>
                  <a:pt x="574676" y="49285"/>
                  <a:pt x="574676" y="48320"/>
                </a:cubicBezTo>
                <a:cubicBezTo>
                  <a:pt x="574676" y="47790"/>
                  <a:pt x="574465" y="47320"/>
                  <a:pt x="574045" y="46910"/>
                </a:cubicBezTo>
                <a:cubicBezTo>
                  <a:pt x="573625" y="46499"/>
                  <a:pt x="573134" y="46294"/>
                  <a:pt x="572574" y="46294"/>
                </a:cubicBezTo>
                <a:cubicBezTo>
                  <a:pt x="570799" y="46294"/>
                  <a:pt x="568650" y="47549"/>
                  <a:pt x="566128" y="50060"/>
                </a:cubicBezTo>
                <a:cubicBezTo>
                  <a:pt x="559682" y="56434"/>
                  <a:pt x="553447" y="65923"/>
                  <a:pt x="547421" y="78527"/>
                </a:cubicBezTo>
                <a:lnTo>
                  <a:pt x="541676" y="99944"/>
                </a:lnTo>
                <a:lnTo>
                  <a:pt x="523810" y="99944"/>
                </a:lnTo>
                <a:lnTo>
                  <a:pt x="536912" y="53654"/>
                </a:lnTo>
                <a:cubicBezTo>
                  <a:pt x="538173" y="49077"/>
                  <a:pt x="538804" y="45828"/>
                  <a:pt x="538804" y="43908"/>
                </a:cubicBezTo>
                <a:cubicBezTo>
                  <a:pt x="538804" y="43092"/>
                  <a:pt x="538617" y="42409"/>
                  <a:pt x="538243" y="41857"/>
                </a:cubicBezTo>
                <a:cubicBezTo>
                  <a:pt x="537869" y="41304"/>
                  <a:pt x="537262" y="40873"/>
                  <a:pt x="536422" y="40562"/>
                </a:cubicBezTo>
                <a:cubicBezTo>
                  <a:pt x="535581" y="40249"/>
                  <a:pt x="533993" y="40093"/>
                  <a:pt x="531657" y="40093"/>
                </a:cubicBezTo>
                <a:lnTo>
                  <a:pt x="532428" y="37353"/>
                </a:lnTo>
                <a:lnTo>
                  <a:pt x="556039" y="33026"/>
                </a:lnTo>
                <a:lnTo>
                  <a:pt x="560313" y="33026"/>
                </a:lnTo>
                <a:close/>
                <a:moveTo>
                  <a:pt x="656578" y="82782"/>
                </a:moveTo>
                <a:lnTo>
                  <a:pt x="658680" y="84706"/>
                </a:lnTo>
                <a:cubicBezTo>
                  <a:pt x="654150" y="90221"/>
                  <a:pt x="649689" y="94262"/>
                  <a:pt x="645298" y="96830"/>
                </a:cubicBezTo>
                <a:cubicBezTo>
                  <a:pt x="639460" y="100252"/>
                  <a:pt x="633411" y="101963"/>
                  <a:pt x="627152" y="101963"/>
                </a:cubicBezTo>
                <a:cubicBezTo>
                  <a:pt x="622948" y="101963"/>
                  <a:pt x="619224" y="101037"/>
                  <a:pt x="615977" y="99184"/>
                </a:cubicBezTo>
                <a:cubicBezTo>
                  <a:pt x="612731" y="97331"/>
                  <a:pt x="610337" y="94732"/>
                  <a:pt x="608796" y="91388"/>
                </a:cubicBezTo>
                <a:cubicBezTo>
                  <a:pt x="607255" y="88043"/>
                  <a:pt x="606484" y="84615"/>
                  <a:pt x="606484" y="81101"/>
                </a:cubicBezTo>
                <a:cubicBezTo>
                  <a:pt x="606484" y="73209"/>
                  <a:pt x="608562" y="65450"/>
                  <a:pt x="612719" y="57823"/>
                </a:cubicBezTo>
                <a:cubicBezTo>
                  <a:pt x="616876" y="50194"/>
                  <a:pt x="622365" y="44154"/>
                  <a:pt x="629184" y="39703"/>
                </a:cubicBezTo>
                <a:cubicBezTo>
                  <a:pt x="636003" y="35252"/>
                  <a:pt x="642706" y="33026"/>
                  <a:pt x="649292" y="33026"/>
                </a:cubicBezTo>
                <a:cubicBezTo>
                  <a:pt x="654570" y="33026"/>
                  <a:pt x="658540" y="34232"/>
                  <a:pt x="661203" y="36643"/>
                </a:cubicBezTo>
                <a:cubicBezTo>
                  <a:pt x="663865" y="39054"/>
                  <a:pt x="665196" y="42044"/>
                  <a:pt x="665196" y="45612"/>
                </a:cubicBezTo>
                <a:cubicBezTo>
                  <a:pt x="665196" y="48841"/>
                  <a:pt x="664192" y="51590"/>
                  <a:pt x="662183" y="53857"/>
                </a:cubicBezTo>
                <a:cubicBezTo>
                  <a:pt x="660175" y="56122"/>
                  <a:pt x="657933" y="57255"/>
                  <a:pt x="655457" y="57255"/>
                </a:cubicBezTo>
                <a:cubicBezTo>
                  <a:pt x="653309" y="57255"/>
                  <a:pt x="651522" y="56532"/>
                  <a:pt x="650098" y="55085"/>
                </a:cubicBezTo>
                <a:cubicBezTo>
                  <a:pt x="648673" y="53637"/>
                  <a:pt x="647961" y="51924"/>
                  <a:pt x="647961" y="49947"/>
                </a:cubicBezTo>
                <a:cubicBezTo>
                  <a:pt x="647961" y="47342"/>
                  <a:pt x="649222" y="45074"/>
                  <a:pt x="651744" y="43144"/>
                </a:cubicBezTo>
                <a:cubicBezTo>
                  <a:pt x="653472" y="41793"/>
                  <a:pt x="654336" y="40612"/>
                  <a:pt x="654336" y="39599"/>
                </a:cubicBezTo>
                <a:cubicBezTo>
                  <a:pt x="654336" y="38731"/>
                  <a:pt x="653986" y="38032"/>
                  <a:pt x="653286" y="37501"/>
                </a:cubicBezTo>
                <a:cubicBezTo>
                  <a:pt x="652351" y="36729"/>
                  <a:pt x="651137" y="36343"/>
                  <a:pt x="649642" y="36343"/>
                </a:cubicBezTo>
                <a:cubicBezTo>
                  <a:pt x="645719" y="36343"/>
                  <a:pt x="642029" y="37980"/>
                  <a:pt x="638572" y="41253"/>
                </a:cubicBezTo>
                <a:cubicBezTo>
                  <a:pt x="633995" y="45586"/>
                  <a:pt x="630492" y="51074"/>
                  <a:pt x="628063" y="57717"/>
                </a:cubicBezTo>
                <a:cubicBezTo>
                  <a:pt x="625634" y="64359"/>
                  <a:pt x="624420" y="70664"/>
                  <a:pt x="624420" y="76632"/>
                </a:cubicBezTo>
                <a:cubicBezTo>
                  <a:pt x="624420" y="81349"/>
                  <a:pt x="625658" y="85116"/>
                  <a:pt x="628133" y="87933"/>
                </a:cubicBezTo>
                <a:cubicBezTo>
                  <a:pt x="630609" y="90748"/>
                  <a:pt x="633551" y="92156"/>
                  <a:pt x="636961" y="92156"/>
                </a:cubicBezTo>
                <a:cubicBezTo>
                  <a:pt x="639950" y="92156"/>
                  <a:pt x="643185" y="91381"/>
                  <a:pt x="646665" y="89830"/>
                </a:cubicBezTo>
                <a:cubicBezTo>
                  <a:pt x="650144" y="88280"/>
                  <a:pt x="653449" y="85931"/>
                  <a:pt x="656578" y="82782"/>
                </a:cubicBezTo>
                <a:close/>
                <a:moveTo>
                  <a:pt x="687897" y="72831"/>
                </a:moveTo>
                <a:cubicBezTo>
                  <a:pt x="687476" y="75955"/>
                  <a:pt x="687266" y="78527"/>
                  <a:pt x="687266" y="80546"/>
                </a:cubicBezTo>
                <a:cubicBezTo>
                  <a:pt x="687266" y="84152"/>
                  <a:pt x="688282" y="87036"/>
                  <a:pt x="690314" y="89200"/>
                </a:cubicBezTo>
                <a:cubicBezTo>
                  <a:pt x="692346" y="91363"/>
                  <a:pt x="695067" y="92444"/>
                  <a:pt x="698476" y="92444"/>
                </a:cubicBezTo>
                <a:cubicBezTo>
                  <a:pt x="701746" y="92444"/>
                  <a:pt x="705027" y="91729"/>
                  <a:pt x="708320" y="90297"/>
                </a:cubicBezTo>
                <a:cubicBezTo>
                  <a:pt x="711613" y="88865"/>
                  <a:pt x="715431" y="86360"/>
                  <a:pt x="719775" y="82782"/>
                </a:cubicBezTo>
                <a:lnTo>
                  <a:pt x="721877" y="84605"/>
                </a:lnTo>
                <a:cubicBezTo>
                  <a:pt x="716506" y="90863"/>
                  <a:pt x="711274" y="95321"/>
                  <a:pt x="706183" y="97979"/>
                </a:cubicBezTo>
                <a:cubicBezTo>
                  <a:pt x="701092" y="100635"/>
                  <a:pt x="695464" y="101963"/>
                  <a:pt x="689298" y="101963"/>
                </a:cubicBezTo>
                <a:cubicBezTo>
                  <a:pt x="681498" y="101963"/>
                  <a:pt x="676103" y="100038"/>
                  <a:pt x="673114" y="96190"/>
                </a:cubicBezTo>
                <a:cubicBezTo>
                  <a:pt x="670124" y="92339"/>
                  <a:pt x="668630" y="87887"/>
                  <a:pt x="668630" y="82834"/>
                </a:cubicBezTo>
                <a:cubicBezTo>
                  <a:pt x="668630" y="74942"/>
                  <a:pt x="670860" y="67051"/>
                  <a:pt x="675321" y="59159"/>
                </a:cubicBezTo>
                <a:cubicBezTo>
                  <a:pt x="679781" y="51266"/>
                  <a:pt x="685853" y="44938"/>
                  <a:pt x="693537" y="40174"/>
                </a:cubicBezTo>
                <a:cubicBezTo>
                  <a:pt x="701220" y="35409"/>
                  <a:pt x="708939" y="33026"/>
                  <a:pt x="716693" y="33026"/>
                </a:cubicBezTo>
                <a:cubicBezTo>
                  <a:pt x="720616" y="33026"/>
                  <a:pt x="723582" y="33988"/>
                  <a:pt x="725590" y="35911"/>
                </a:cubicBezTo>
                <a:cubicBezTo>
                  <a:pt x="727599" y="37833"/>
                  <a:pt x="728603" y="40261"/>
                  <a:pt x="728603" y="43194"/>
                </a:cubicBezTo>
                <a:cubicBezTo>
                  <a:pt x="728603" y="46703"/>
                  <a:pt x="727622" y="50116"/>
                  <a:pt x="725660" y="53433"/>
                </a:cubicBezTo>
                <a:cubicBezTo>
                  <a:pt x="722951" y="57952"/>
                  <a:pt x="719542" y="61594"/>
                  <a:pt x="715431" y="64358"/>
                </a:cubicBezTo>
                <a:cubicBezTo>
                  <a:pt x="711321" y="67122"/>
                  <a:pt x="706720" y="69225"/>
                  <a:pt x="701629" y="70667"/>
                </a:cubicBezTo>
                <a:cubicBezTo>
                  <a:pt x="698219" y="71629"/>
                  <a:pt x="693642" y="72350"/>
                  <a:pt x="687897" y="72831"/>
                </a:cubicBezTo>
                <a:moveTo>
                  <a:pt x="688527" y="69081"/>
                </a:moveTo>
                <a:cubicBezTo>
                  <a:pt x="692638" y="68459"/>
                  <a:pt x="695826" y="67610"/>
                  <a:pt x="698091" y="66535"/>
                </a:cubicBezTo>
                <a:cubicBezTo>
                  <a:pt x="700356" y="65457"/>
                  <a:pt x="702575" y="63734"/>
                  <a:pt x="704747" y="61365"/>
                </a:cubicBezTo>
                <a:cubicBezTo>
                  <a:pt x="706919" y="58996"/>
                  <a:pt x="708799" y="56005"/>
                  <a:pt x="710387" y="52392"/>
                </a:cubicBezTo>
                <a:cubicBezTo>
                  <a:pt x="711975" y="48779"/>
                  <a:pt x="712769" y="45394"/>
                  <a:pt x="712769" y="42236"/>
                </a:cubicBezTo>
                <a:cubicBezTo>
                  <a:pt x="712769" y="40896"/>
                  <a:pt x="712407" y="39844"/>
                  <a:pt x="711683" y="39079"/>
                </a:cubicBezTo>
                <a:cubicBezTo>
                  <a:pt x="710959" y="38313"/>
                  <a:pt x="710037" y="37930"/>
                  <a:pt x="708916" y="37930"/>
                </a:cubicBezTo>
                <a:cubicBezTo>
                  <a:pt x="706674" y="37930"/>
                  <a:pt x="704151" y="39533"/>
                  <a:pt x="701349" y="42738"/>
                </a:cubicBezTo>
                <a:cubicBezTo>
                  <a:pt x="696211" y="48576"/>
                  <a:pt x="691937" y="57357"/>
                  <a:pt x="688527" y="69081"/>
                </a:cubicBezTo>
                <a:close/>
                <a:moveTo>
                  <a:pt x="847838" y="0"/>
                </a:moveTo>
                <a:lnTo>
                  <a:pt x="839921" y="33170"/>
                </a:lnTo>
                <a:lnTo>
                  <a:pt x="837609" y="33170"/>
                </a:lnTo>
                <a:cubicBezTo>
                  <a:pt x="837095" y="27992"/>
                  <a:pt x="836185" y="23845"/>
                  <a:pt x="834877" y="20729"/>
                </a:cubicBezTo>
                <a:cubicBezTo>
                  <a:pt x="832915" y="16222"/>
                  <a:pt x="830311" y="12747"/>
                  <a:pt x="827065" y="10303"/>
                </a:cubicBezTo>
                <a:cubicBezTo>
                  <a:pt x="823819" y="7857"/>
                  <a:pt x="820304" y="6634"/>
                  <a:pt x="816520" y="6634"/>
                </a:cubicBezTo>
                <a:cubicBezTo>
                  <a:pt x="812877" y="6634"/>
                  <a:pt x="809689" y="8061"/>
                  <a:pt x="806957" y="10916"/>
                </a:cubicBezTo>
                <a:cubicBezTo>
                  <a:pt x="804225" y="13768"/>
                  <a:pt x="802858" y="16993"/>
                  <a:pt x="802858" y="20590"/>
                </a:cubicBezTo>
                <a:cubicBezTo>
                  <a:pt x="802858" y="24138"/>
                  <a:pt x="803804" y="27627"/>
                  <a:pt x="805696" y="31057"/>
                </a:cubicBezTo>
                <a:cubicBezTo>
                  <a:pt x="807588" y="34485"/>
                  <a:pt x="812060" y="39651"/>
                  <a:pt x="819113" y="46556"/>
                </a:cubicBezTo>
                <a:cubicBezTo>
                  <a:pt x="824764" y="52072"/>
                  <a:pt x="828560" y="56822"/>
                  <a:pt x="830498" y="60804"/>
                </a:cubicBezTo>
                <a:cubicBezTo>
                  <a:pt x="832436" y="64785"/>
                  <a:pt x="833406" y="69103"/>
                  <a:pt x="833406" y="73757"/>
                </a:cubicBezTo>
                <a:cubicBezTo>
                  <a:pt x="833406" y="78985"/>
                  <a:pt x="832051" y="83806"/>
                  <a:pt x="829342" y="88219"/>
                </a:cubicBezTo>
                <a:cubicBezTo>
                  <a:pt x="826633" y="92633"/>
                  <a:pt x="822698" y="96051"/>
                  <a:pt x="817536" y="98475"/>
                </a:cubicBezTo>
                <a:cubicBezTo>
                  <a:pt x="812375" y="100896"/>
                  <a:pt x="806525" y="102107"/>
                  <a:pt x="799986" y="102107"/>
                </a:cubicBezTo>
                <a:cubicBezTo>
                  <a:pt x="795969" y="102107"/>
                  <a:pt x="790913" y="101482"/>
                  <a:pt x="784817" y="100232"/>
                </a:cubicBezTo>
                <a:cubicBezTo>
                  <a:pt x="778722" y="98982"/>
                  <a:pt x="774670" y="98357"/>
                  <a:pt x="772661" y="98357"/>
                </a:cubicBezTo>
                <a:cubicBezTo>
                  <a:pt x="771073" y="98357"/>
                  <a:pt x="769649" y="98615"/>
                  <a:pt x="768388" y="99130"/>
                </a:cubicBezTo>
                <a:cubicBezTo>
                  <a:pt x="767126" y="99644"/>
                  <a:pt x="765562" y="100636"/>
                  <a:pt x="763693" y="102107"/>
                </a:cubicBezTo>
                <a:lnTo>
                  <a:pt x="760961" y="102107"/>
                </a:lnTo>
                <a:lnTo>
                  <a:pt x="769439" y="64754"/>
                </a:lnTo>
                <a:lnTo>
                  <a:pt x="772101" y="64754"/>
                </a:lnTo>
                <a:cubicBezTo>
                  <a:pt x="772708" y="71292"/>
                  <a:pt x="773993" y="76857"/>
                  <a:pt x="775954" y="81448"/>
                </a:cubicBezTo>
                <a:cubicBezTo>
                  <a:pt x="777916" y="86039"/>
                  <a:pt x="780719" y="89620"/>
                  <a:pt x="784362" y="92192"/>
                </a:cubicBezTo>
                <a:cubicBezTo>
                  <a:pt x="788005" y="94764"/>
                  <a:pt x="792162" y="96050"/>
                  <a:pt x="796833" y="96050"/>
                </a:cubicBezTo>
                <a:cubicBezTo>
                  <a:pt x="801457" y="96050"/>
                  <a:pt x="805322" y="94483"/>
                  <a:pt x="808428" y="91349"/>
                </a:cubicBezTo>
                <a:cubicBezTo>
                  <a:pt x="811534" y="88214"/>
                  <a:pt x="813087" y="84541"/>
                  <a:pt x="813087" y="80330"/>
                </a:cubicBezTo>
                <a:cubicBezTo>
                  <a:pt x="813087" y="76743"/>
                  <a:pt x="812212" y="73298"/>
                  <a:pt x="810460" y="69996"/>
                </a:cubicBezTo>
                <a:cubicBezTo>
                  <a:pt x="808709" y="66694"/>
                  <a:pt x="804715" y="61878"/>
                  <a:pt x="798479" y="55549"/>
                </a:cubicBezTo>
                <a:cubicBezTo>
                  <a:pt x="792244" y="49219"/>
                  <a:pt x="787935" y="43555"/>
                  <a:pt x="785553" y="38558"/>
                </a:cubicBezTo>
                <a:cubicBezTo>
                  <a:pt x="783825" y="34858"/>
                  <a:pt x="782961" y="30918"/>
                  <a:pt x="782961" y="26739"/>
                </a:cubicBezTo>
                <a:cubicBezTo>
                  <a:pt x="782961" y="19483"/>
                  <a:pt x="785740" y="13213"/>
                  <a:pt x="791298" y="7928"/>
                </a:cubicBezTo>
                <a:cubicBezTo>
                  <a:pt x="796856" y="2643"/>
                  <a:pt x="804119" y="0"/>
                  <a:pt x="813087" y="0"/>
                </a:cubicBezTo>
                <a:cubicBezTo>
                  <a:pt x="817151" y="0"/>
                  <a:pt x="822499" y="937"/>
                  <a:pt x="829132" y="2812"/>
                </a:cubicBezTo>
                <a:cubicBezTo>
                  <a:pt x="833008" y="3918"/>
                  <a:pt x="835741" y="4471"/>
                  <a:pt x="837329" y="4471"/>
                </a:cubicBezTo>
                <a:cubicBezTo>
                  <a:pt x="838684" y="4471"/>
                  <a:pt x="839898" y="4170"/>
                  <a:pt x="840972" y="3569"/>
                </a:cubicBezTo>
                <a:cubicBezTo>
                  <a:pt x="842047" y="2969"/>
                  <a:pt x="843308" y="1779"/>
                  <a:pt x="844756" y="0"/>
                </a:cubicBezTo>
                <a:lnTo>
                  <a:pt x="847838" y="0"/>
                </a:lnTo>
                <a:close/>
                <a:moveTo>
                  <a:pt x="898704" y="82782"/>
                </a:moveTo>
                <a:lnTo>
                  <a:pt x="900806" y="84706"/>
                </a:lnTo>
                <a:cubicBezTo>
                  <a:pt x="896275" y="90221"/>
                  <a:pt x="891814" y="94262"/>
                  <a:pt x="887424" y="96830"/>
                </a:cubicBezTo>
                <a:cubicBezTo>
                  <a:pt x="881585" y="100252"/>
                  <a:pt x="875537" y="101963"/>
                  <a:pt x="869278" y="101963"/>
                </a:cubicBezTo>
                <a:cubicBezTo>
                  <a:pt x="865074" y="101963"/>
                  <a:pt x="861349" y="101037"/>
                  <a:pt x="858103" y="99184"/>
                </a:cubicBezTo>
                <a:cubicBezTo>
                  <a:pt x="854856" y="97331"/>
                  <a:pt x="852463" y="94732"/>
                  <a:pt x="850921" y="91388"/>
                </a:cubicBezTo>
                <a:cubicBezTo>
                  <a:pt x="849380" y="88043"/>
                  <a:pt x="848609" y="84615"/>
                  <a:pt x="848609" y="81101"/>
                </a:cubicBezTo>
                <a:cubicBezTo>
                  <a:pt x="848609" y="73209"/>
                  <a:pt x="850688" y="65450"/>
                  <a:pt x="854845" y="57823"/>
                </a:cubicBezTo>
                <a:cubicBezTo>
                  <a:pt x="859002" y="50194"/>
                  <a:pt x="864490" y="44154"/>
                  <a:pt x="871309" y="39703"/>
                </a:cubicBezTo>
                <a:cubicBezTo>
                  <a:pt x="878129" y="35252"/>
                  <a:pt x="884832" y="33026"/>
                  <a:pt x="891417" y="33026"/>
                </a:cubicBezTo>
                <a:cubicBezTo>
                  <a:pt x="896695" y="33026"/>
                  <a:pt x="900666" y="34232"/>
                  <a:pt x="903328" y="36643"/>
                </a:cubicBezTo>
                <a:cubicBezTo>
                  <a:pt x="905990" y="39054"/>
                  <a:pt x="907322" y="42044"/>
                  <a:pt x="907322" y="45612"/>
                </a:cubicBezTo>
                <a:cubicBezTo>
                  <a:pt x="907322" y="48841"/>
                  <a:pt x="906317" y="51590"/>
                  <a:pt x="904309" y="53857"/>
                </a:cubicBezTo>
                <a:cubicBezTo>
                  <a:pt x="902300" y="56122"/>
                  <a:pt x="900058" y="57255"/>
                  <a:pt x="897583" y="57255"/>
                </a:cubicBezTo>
                <a:cubicBezTo>
                  <a:pt x="895434" y="57255"/>
                  <a:pt x="893648" y="56532"/>
                  <a:pt x="892223" y="55085"/>
                </a:cubicBezTo>
                <a:cubicBezTo>
                  <a:pt x="890798" y="53637"/>
                  <a:pt x="890086" y="51924"/>
                  <a:pt x="890086" y="49947"/>
                </a:cubicBezTo>
                <a:cubicBezTo>
                  <a:pt x="890086" y="47342"/>
                  <a:pt x="891347" y="45074"/>
                  <a:pt x="893870" y="43144"/>
                </a:cubicBezTo>
                <a:cubicBezTo>
                  <a:pt x="895598" y="41793"/>
                  <a:pt x="896462" y="40612"/>
                  <a:pt x="896462" y="39599"/>
                </a:cubicBezTo>
                <a:cubicBezTo>
                  <a:pt x="896462" y="38731"/>
                  <a:pt x="896112" y="38032"/>
                  <a:pt x="895411" y="37501"/>
                </a:cubicBezTo>
                <a:cubicBezTo>
                  <a:pt x="894477" y="36729"/>
                  <a:pt x="893262" y="36343"/>
                  <a:pt x="891768" y="36343"/>
                </a:cubicBezTo>
                <a:cubicBezTo>
                  <a:pt x="887844" y="36343"/>
                  <a:pt x="884154" y="37980"/>
                  <a:pt x="880698" y="41253"/>
                </a:cubicBezTo>
                <a:cubicBezTo>
                  <a:pt x="876120" y="45586"/>
                  <a:pt x="872617" y="51074"/>
                  <a:pt x="870188" y="57717"/>
                </a:cubicBezTo>
                <a:cubicBezTo>
                  <a:pt x="867760" y="64359"/>
                  <a:pt x="866545" y="70664"/>
                  <a:pt x="866545" y="76632"/>
                </a:cubicBezTo>
                <a:cubicBezTo>
                  <a:pt x="866545" y="81349"/>
                  <a:pt x="867783" y="85116"/>
                  <a:pt x="870259" y="87933"/>
                </a:cubicBezTo>
                <a:cubicBezTo>
                  <a:pt x="872734" y="90748"/>
                  <a:pt x="875677" y="92156"/>
                  <a:pt x="879086" y="92156"/>
                </a:cubicBezTo>
                <a:cubicBezTo>
                  <a:pt x="882076" y="92156"/>
                  <a:pt x="885310" y="91381"/>
                  <a:pt x="888790" y="89830"/>
                </a:cubicBezTo>
                <a:cubicBezTo>
                  <a:pt x="892270" y="88280"/>
                  <a:pt x="895574" y="85931"/>
                  <a:pt x="898704" y="82782"/>
                </a:cubicBezTo>
                <a:close/>
                <a:moveTo>
                  <a:pt x="954754" y="33026"/>
                </a:moveTo>
                <a:cubicBezTo>
                  <a:pt x="958444" y="33026"/>
                  <a:pt x="961912" y="33904"/>
                  <a:pt x="965159" y="35660"/>
                </a:cubicBezTo>
                <a:cubicBezTo>
                  <a:pt x="968405" y="37417"/>
                  <a:pt x="970857" y="39859"/>
                  <a:pt x="972515" y="42989"/>
                </a:cubicBezTo>
                <a:cubicBezTo>
                  <a:pt x="974173" y="46116"/>
                  <a:pt x="975002" y="49581"/>
                  <a:pt x="975002" y="53381"/>
                </a:cubicBezTo>
                <a:cubicBezTo>
                  <a:pt x="975002" y="61178"/>
                  <a:pt x="972889" y="68975"/>
                  <a:pt x="968662" y="76772"/>
                </a:cubicBezTo>
                <a:cubicBezTo>
                  <a:pt x="964435" y="84567"/>
                  <a:pt x="958865" y="90715"/>
                  <a:pt x="951952" y="95214"/>
                </a:cubicBezTo>
                <a:cubicBezTo>
                  <a:pt x="945039" y="99713"/>
                  <a:pt x="938079" y="101963"/>
                  <a:pt x="931073" y="101963"/>
                </a:cubicBezTo>
                <a:cubicBezTo>
                  <a:pt x="924721" y="101963"/>
                  <a:pt x="919805" y="100014"/>
                  <a:pt x="916325" y="96118"/>
                </a:cubicBezTo>
                <a:cubicBezTo>
                  <a:pt x="912845" y="92219"/>
                  <a:pt x="911105" y="87455"/>
                  <a:pt x="911105" y="81824"/>
                </a:cubicBezTo>
                <a:cubicBezTo>
                  <a:pt x="911105" y="75134"/>
                  <a:pt x="912402" y="68866"/>
                  <a:pt x="914994" y="63019"/>
                </a:cubicBezTo>
                <a:cubicBezTo>
                  <a:pt x="917586" y="57172"/>
                  <a:pt x="920879" y="52071"/>
                  <a:pt x="924873" y="47716"/>
                </a:cubicBezTo>
                <a:cubicBezTo>
                  <a:pt x="928866" y="43361"/>
                  <a:pt x="933455" y="39824"/>
                  <a:pt x="938640" y="37105"/>
                </a:cubicBezTo>
                <a:cubicBezTo>
                  <a:pt x="943825" y="34386"/>
                  <a:pt x="949196" y="33026"/>
                  <a:pt x="954754" y="33026"/>
                </a:cubicBezTo>
                <a:moveTo>
                  <a:pt x="951882" y="36920"/>
                </a:moveTo>
                <a:cubicBezTo>
                  <a:pt x="949406" y="36920"/>
                  <a:pt x="947351" y="37664"/>
                  <a:pt x="945716" y="39153"/>
                </a:cubicBezTo>
                <a:cubicBezTo>
                  <a:pt x="942447" y="42177"/>
                  <a:pt x="938757" y="49248"/>
                  <a:pt x="934646" y="60365"/>
                </a:cubicBezTo>
                <a:cubicBezTo>
                  <a:pt x="930536" y="71480"/>
                  <a:pt x="928481" y="81503"/>
                  <a:pt x="928481" y="90434"/>
                </a:cubicBezTo>
                <a:cubicBezTo>
                  <a:pt x="928481" y="92643"/>
                  <a:pt x="929135" y="94467"/>
                  <a:pt x="930443" y="95908"/>
                </a:cubicBezTo>
                <a:cubicBezTo>
                  <a:pt x="931750" y="97349"/>
                  <a:pt x="933292" y="98069"/>
                  <a:pt x="935067" y="98069"/>
                </a:cubicBezTo>
                <a:cubicBezTo>
                  <a:pt x="936888" y="98069"/>
                  <a:pt x="938500" y="97493"/>
                  <a:pt x="939901" y="96341"/>
                </a:cubicBezTo>
                <a:cubicBezTo>
                  <a:pt x="941956" y="94611"/>
                  <a:pt x="944478" y="90734"/>
                  <a:pt x="947468" y="84708"/>
                </a:cubicBezTo>
                <a:cubicBezTo>
                  <a:pt x="950457" y="78683"/>
                  <a:pt x="952909" y="72033"/>
                  <a:pt x="954824" y="64759"/>
                </a:cubicBezTo>
                <a:cubicBezTo>
                  <a:pt x="956739" y="57483"/>
                  <a:pt x="957697" y="50821"/>
                  <a:pt x="957697" y="44771"/>
                </a:cubicBezTo>
                <a:cubicBezTo>
                  <a:pt x="957697" y="42274"/>
                  <a:pt x="957113" y="40342"/>
                  <a:pt x="955945" y="38973"/>
                </a:cubicBezTo>
                <a:cubicBezTo>
                  <a:pt x="954778" y="37604"/>
                  <a:pt x="953423" y="36920"/>
                  <a:pt x="951882" y="36920"/>
                </a:cubicBezTo>
                <a:close/>
                <a:moveTo>
                  <a:pt x="1013326" y="33026"/>
                </a:moveTo>
                <a:lnTo>
                  <a:pt x="1002747" y="73595"/>
                </a:lnTo>
                <a:cubicBezTo>
                  <a:pt x="1011434" y="53815"/>
                  <a:pt x="1017974" y="41640"/>
                  <a:pt x="1022364" y="37069"/>
                </a:cubicBezTo>
                <a:cubicBezTo>
                  <a:pt x="1024933" y="34374"/>
                  <a:pt x="1027642" y="33026"/>
                  <a:pt x="1030491" y="33026"/>
                </a:cubicBezTo>
                <a:cubicBezTo>
                  <a:pt x="1032453" y="33026"/>
                  <a:pt x="1034041" y="33759"/>
                  <a:pt x="1035256" y="35226"/>
                </a:cubicBezTo>
                <a:cubicBezTo>
                  <a:pt x="1036470" y="36692"/>
                  <a:pt x="1037077" y="38771"/>
                  <a:pt x="1037077" y="41463"/>
                </a:cubicBezTo>
                <a:cubicBezTo>
                  <a:pt x="1037077" y="46126"/>
                  <a:pt x="1035980" y="50044"/>
                  <a:pt x="1033784" y="53217"/>
                </a:cubicBezTo>
                <a:cubicBezTo>
                  <a:pt x="1032383" y="55236"/>
                  <a:pt x="1030818" y="56245"/>
                  <a:pt x="1029090" y="56245"/>
                </a:cubicBezTo>
                <a:cubicBezTo>
                  <a:pt x="1027222" y="56245"/>
                  <a:pt x="1025821" y="55367"/>
                  <a:pt x="1024886" y="53609"/>
                </a:cubicBezTo>
                <a:cubicBezTo>
                  <a:pt x="1023952" y="51850"/>
                  <a:pt x="1023298" y="50816"/>
                  <a:pt x="1022925" y="50508"/>
                </a:cubicBezTo>
                <a:cubicBezTo>
                  <a:pt x="1022551" y="50199"/>
                  <a:pt x="1022154" y="50044"/>
                  <a:pt x="1021734" y="50044"/>
                </a:cubicBezTo>
                <a:cubicBezTo>
                  <a:pt x="1021267" y="50044"/>
                  <a:pt x="1020776" y="50188"/>
                  <a:pt x="1020262" y="50477"/>
                </a:cubicBezTo>
                <a:cubicBezTo>
                  <a:pt x="1019235" y="51054"/>
                  <a:pt x="1017892" y="52460"/>
                  <a:pt x="1016234" y="54695"/>
                </a:cubicBezTo>
                <a:cubicBezTo>
                  <a:pt x="1014576" y="56929"/>
                  <a:pt x="1012532" y="60666"/>
                  <a:pt x="1010103" y="65906"/>
                </a:cubicBezTo>
                <a:cubicBezTo>
                  <a:pt x="1007674" y="71144"/>
                  <a:pt x="1005783" y="75578"/>
                  <a:pt x="1004428" y="79208"/>
                </a:cubicBezTo>
                <a:cubicBezTo>
                  <a:pt x="1003074" y="82836"/>
                  <a:pt x="1001182" y="89748"/>
                  <a:pt x="998753" y="99944"/>
                </a:cubicBezTo>
                <a:lnTo>
                  <a:pt x="981798" y="99944"/>
                </a:lnTo>
                <a:lnTo>
                  <a:pt x="993358" y="52135"/>
                </a:lnTo>
                <a:cubicBezTo>
                  <a:pt x="994199" y="48578"/>
                  <a:pt x="994619" y="46222"/>
                  <a:pt x="994619" y="45068"/>
                </a:cubicBezTo>
                <a:cubicBezTo>
                  <a:pt x="994619" y="43770"/>
                  <a:pt x="994398" y="42761"/>
                  <a:pt x="993954" y="42040"/>
                </a:cubicBezTo>
                <a:cubicBezTo>
                  <a:pt x="993510" y="41319"/>
                  <a:pt x="992903" y="40790"/>
                  <a:pt x="992132" y="40453"/>
                </a:cubicBezTo>
                <a:cubicBezTo>
                  <a:pt x="991362" y="40117"/>
                  <a:pt x="989762" y="39949"/>
                  <a:pt x="987333" y="39949"/>
                </a:cubicBezTo>
                <a:lnTo>
                  <a:pt x="987963" y="37785"/>
                </a:lnTo>
                <a:lnTo>
                  <a:pt x="1009122" y="33026"/>
                </a:lnTo>
                <a:lnTo>
                  <a:pt x="1013326" y="33026"/>
                </a:lnTo>
                <a:close/>
                <a:moveTo>
                  <a:pt x="1057813" y="72831"/>
                </a:moveTo>
                <a:cubicBezTo>
                  <a:pt x="1057392" y="75955"/>
                  <a:pt x="1057182" y="78527"/>
                  <a:pt x="1057182" y="80546"/>
                </a:cubicBezTo>
                <a:cubicBezTo>
                  <a:pt x="1057182" y="84152"/>
                  <a:pt x="1058198" y="87036"/>
                  <a:pt x="1060230" y="89200"/>
                </a:cubicBezTo>
                <a:cubicBezTo>
                  <a:pt x="1062261" y="91363"/>
                  <a:pt x="1064982" y="92444"/>
                  <a:pt x="1068392" y="92444"/>
                </a:cubicBezTo>
                <a:cubicBezTo>
                  <a:pt x="1071662" y="92444"/>
                  <a:pt x="1074943" y="91729"/>
                  <a:pt x="1078236" y="90297"/>
                </a:cubicBezTo>
                <a:cubicBezTo>
                  <a:pt x="1081529" y="88865"/>
                  <a:pt x="1085347" y="86360"/>
                  <a:pt x="1089691" y="82782"/>
                </a:cubicBezTo>
                <a:lnTo>
                  <a:pt x="1091793" y="84605"/>
                </a:lnTo>
                <a:cubicBezTo>
                  <a:pt x="1086421" y="90863"/>
                  <a:pt x="1081190" y="95321"/>
                  <a:pt x="1076099" y="97979"/>
                </a:cubicBezTo>
                <a:cubicBezTo>
                  <a:pt x="1071008" y="100635"/>
                  <a:pt x="1065379" y="101963"/>
                  <a:pt x="1059214" y="101963"/>
                </a:cubicBezTo>
                <a:cubicBezTo>
                  <a:pt x="1051413" y="101963"/>
                  <a:pt x="1046019" y="100038"/>
                  <a:pt x="1043029" y="96190"/>
                </a:cubicBezTo>
                <a:cubicBezTo>
                  <a:pt x="1040040" y="92339"/>
                  <a:pt x="1038545" y="87887"/>
                  <a:pt x="1038545" y="82834"/>
                </a:cubicBezTo>
                <a:cubicBezTo>
                  <a:pt x="1038545" y="74942"/>
                  <a:pt x="1040776" y="67051"/>
                  <a:pt x="1045236" y="59159"/>
                </a:cubicBezTo>
                <a:cubicBezTo>
                  <a:pt x="1049697" y="51266"/>
                  <a:pt x="1055769" y="44938"/>
                  <a:pt x="1063453" y="40174"/>
                </a:cubicBezTo>
                <a:cubicBezTo>
                  <a:pt x="1071136" y="35409"/>
                  <a:pt x="1078855" y="33026"/>
                  <a:pt x="1086608" y="33026"/>
                </a:cubicBezTo>
                <a:cubicBezTo>
                  <a:pt x="1090532" y="33026"/>
                  <a:pt x="1093498" y="33988"/>
                  <a:pt x="1095506" y="35911"/>
                </a:cubicBezTo>
                <a:cubicBezTo>
                  <a:pt x="1097515" y="37833"/>
                  <a:pt x="1098519" y="40261"/>
                  <a:pt x="1098519" y="43194"/>
                </a:cubicBezTo>
                <a:cubicBezTo>
                  <a:pt x="1098519" y="46703"/>
                  <a:pt x="1097538" y="50116"/>
                  <a:pt x="1095576" y="53433"/>
                </a:cubicBezTo>
                <a:cubicBezTo>
                  <a:pt x="1092867" y="57952"/>
                  <a:pt x="1089457" y="61594"/>
                  <a:pt x="1085347" y="64358"/>
                </a:cubicBezTo>
                <a:cubicBezTo>
                  <a:pt x="1081237" y="67122"/>
                  <a:pt x="1076636" y="69225"/>
                  <a:pt x="1071545" y="70667"/>
                </a:cubicBezTo>
                <a:cubicBezTo>
                  <a:pt x="1068135" y="71629"/>
                  <a:pt x="1063558" y="72350"/>
                  <a:pt x="1057813" y="72831"/>
                </a:cubicBezTo>
                <a:moveTo>
                  <a:pt x="1058443" y="69081"/>
                </a:moveTo>
                <a:cubicBezTo>
                  <a:pt x="1062553" y="68459"/>
                  <a:pt x="1065741" y="67610"/>
                  <a:pt x="1068007" y="66535"/>
                </a:cubicBezTo>
                <a:cubicBezTo>
                  <a:pt x="1070272" y="65457"/>
                  <a:pt x="1072491" y="63734"/>
                  <a:pt x="1074663" y="61365"/>
                </a:cubicBezTo>
                <a:cubicBezTo>
                  <a:pt x="1076834" y="58996"/>
                  <a:pt x="1078714" y="56005"/>
                  <a:pt x="1080303" y="52392"/>
                </a:cubicBezTo>
                <a:cubicBezTo>
                  <a:pt x="1081891" y="48779"/>
                  <a:pt x="1082685" y="45394"/>
                  <a:pt x="1082685" y="42236"/>
                </a:cubicBezTo>
                <a:cubicBezTo>
                  <a:pt x="1082685" y="40896"/>
                  <a:pt x="1082323" y="39844"/>
                  <a:pt x="1081599" y="39079"/>
                </a:cubicBezTo>
                <a:cubicBezTo>
                  <a:pt x="1080875" y="38313"/>
                  <a:pt x="1079952" y="37930"/>
                  <a:pt x="1078831" y="37930"/>
                </a:cubicBezTo>
                <a:cubicBezTo>
                  <a:pt x="1076589" y="37930"/>
                  <a:pt x="1074067" y="39533"/>
                  <a:pt x="1071265" y="42738"/>
                </a:cubicBezTo>
                <a:cubicBezTo>
                  <a:pt x="1066127" y="48576"/>
                  <a:pt x="1061853" y="57357"/>
                  <a:pt x="1058443" y="690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BC38E-3315-4CE6-B7AF-648F60B9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097" y="577064"/>
            <a:ext cx="357737" cy="348825"/>
          </a:xfrm>
          <a:custGeom xmlns:a="http://schemas.openxmlformats.org/drawingml/2006/main">
            <a:pathLst>
              <a:path w="357737" h="348825">
                <a:moveTo>
                  <a:pt x="167560" y="105721"/>
                </a:moveTo>
                <a:lnTo>
                  <a:pt x="149523" y="77492"/>
                </a:lnTo>
                <a:lnTo>
                  <a:pt x="126122" y="52190"/>
                </a:lnTo>
                <a:lnTo>
                  <a:pt x="98469" y="30834"/>
                </a:lnTo>
                <a:lnTo>
                  <a:pt x="67681" y="14410"/>
                </a:lnTo>
                <a:lnTo>
                  <a:pt x="51263" y="8274"/>
                </a:lnTo>
                <a:lnTo>
                  <a:pt x="34507" y="3757"/>
                </a:lnTo>
                <a:lnTo>
                  <a:pt x="17455" y="951"/>
                </a:lnTo>
                <a:lnTo>
                  <a:pt x="486" y="0"/>
                </a:lnTo>
                <a:lnTo>
                  <a:pt x="0" y="9217"/>
                </a:lnTo>
                <a:lnTo>
                  <a:pt x="16509" y="10142"/>
                </a:lnTo>
                <a:lnTo>
                  <a:pt x="32671" y="12802"/>
                </a:lnTo>
                <a:lnTo>
                  <a:pt x="48579" y="17091"/>
                </a:lnTo>
                <a:lnTo>
                  <a:pt x="64069" y="22879"/>
                </a:lnTo>
                <a:lnTo>
                  <a:pt x="93682" y="38677"/>
                </a:lnTo>
                <a:lnTo>
                  <a:pt x="120143" y="59113"/>
                </a:lnTo>
                <a:lnTo>
                  <a:pt x="142473" y="83256"/>
                </a:lnTo>
                <a:lnTo>
                  <a:pt x="159702" y="110223"/>
                </a:lnTo>
                <a:lnTo>
                  <a:pt x="165973" y="124234"/>
                </a:lnTo>
                <a:lnTo>
                  <a:pt x="170633" y="138660"/>
                </a:lnTo>
                <a:lnTo>
                  <a:pt x="173511" y="153268"/>
                </a:lnTo>
                <a:lnTo>
                  <a:pt x="174517" y="168258"/>
                </a:lnTo>
                <a:lnTo>
                  <a:pt x="175563" y="183853"/>
                </a:lnTo>
                <a:lnTo>
                  <a:pt x="178664" y="199596"/>
                </a:lnTo>
                <a:lnTo>
                  <a:pt x="183650" y="215037"/>
                </a:lnTo>
                <a:lnTo>
                  <a:pt x="190419" y="230160"/>
                </a:lnTo>
                <a:lnTo>
                  <a:pt x="208456" y="258389"/>
                </a:lnTo>
                <a:lnTo>
                  <a:pt x="232065" y="283914"/>
                </a:lnTo>
                <a:lnTo>
                  <a:pt x="255284" y="297355"/>
                </a:lnTo>
                <a:lnTo>
                  <a:pt x="238633" y="348825"/>
                </a:lnTo>
                <a:lnTo>
                  <a:pt x="357737" y="331271"/>
                </a:lnTo>
                <a:lnTo>
                  <a:pt x="272631" y="243737"/>
                </a:lnTo>
                <a:lnTo>
                  <a:pt x="258170" y="288437"/>
                </a:lnTo>
                <a:lnTo>
                  <a:pt x="237636" y="276550"/>
                </a:lnTo>
                <a:lnTo>
                  <a:pt x="215506" y="252627"/>
                </a:lnTo>
                <a:lnTo>
                  <a:pt x="198285" y="225673"/>
                </a:lnTo>
                <a:lnTo>
                  <a:pt x="192003" y="211642"/>
                </a:lnTo>
                <a:lnTo>
                  <a:pt x="187345" y="197218"/>
                </a:lnTo>
                <a:lnTo>
                  <a:pt x="184467" y="182599"/>
                </a:lnTo>
                <a:lnTo>
                  <a:pt x="183464" y="167623"/>
                </a:lnTo>
                <a:lnTo>
                  <a:pt x="182418" y="152028"/>
                </a:lnTo>
                <a:lnTo>
                  <a:pt x="179315" y="136285"/>
                </a:lnTo>
                <a:lnTo>
                  <a:pt x="174329" y="120843"/>
                </a:lnTo>
                <a:lnTo>
                  <a:pt x="167560" y="105721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91D5E-CA35-4DBD-B1A8-F94B7ED1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351" y="756091"/>
            <a:ext cx="10" cy="106807"/>
          </a:xfrm>
          <a:custGeom xmlns:a="http://schemas.openxmlformats.org/drawingml/2006/main">
            <a:pathLst>
              <a:path w="1" h="106807" fill="none">
                <a:moveTo>
                  <a:pt x="0" y="0"/>
                </a:moveTo>
                <a:lnTo>
                  <a:pt x="1" y="106807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46B6B-2891-4391-AE7C-0D21F44F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583" y="865840"/>
            <a:ext cx="2515954" cy="10"/>
          </a:xfrm>
          <a:custGeom xmlns:a="http://schemas.openxmlformats.org/drawingml/2006/main">
            <a:pathLst>
              <a:path w="2515954" h="1" fill="none">
                <a:moveTo>
                  <a:pt x="0" y="0"/>
                </a:moveTo>
                <a:lnTo>
                  <a:pt x="2515954" y="1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C98E8-C35B-4FD5-867F-A42B058C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583" y="861047"/>
            <a:ext cx="10" cy="177181"/>
          </a:xfrm>
          <a:custGeom xmlns:a="http://schemas.openxmlformats.org/drawingml/2006/main">
            <a:pathLst>
              <a:path w="1" h="177181" fill="none">
                <a:moveTo>
                  <a:pt x="0" y="0"/>
                </a:moveTo>
                <a:lnTo>
                  <a:pt x="1" y="177181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BD747E-9B93-4D0F-BA25-7406A151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0357" y="863630"/>
            <a:ext cx="10" cy="183064"/>
          </a:xfrm>
          <a:custGeom xmlns:a="http://schemas.openxmlformats.org/drawingml/2006/main">
            <a:pathLst>
              <a:path w="1" h="183064" fill="none">
                <a:moveTo>
                  <a:pt x="0" y="0"/>
                </a:moveTo>
                <a:lnTo>
                  <a:pt x="1" y="183064"/>
                </a:lnTo>
              </a:path>
            </a:pathLst>
          </a:custGeom>
          <a:noFill xmlns:a="http://schemas.openxmlformats.org/drawingml/2006/main"/>
          <a:ln xmlns:a="http://schemas.openxmlformats.org/drawingml/2006/main" w="9098" cap="flat">
            <a:solidFill>
              <a:srgbClr val="000000"/>
            </a:solidFill>
            <a:miter/>
          </a:ln>
        </p:spPr>
      </p:sp>
      <p:pic>
        <p:nvPicPr>
          <p:cNvPr id="5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2631d350b4b18"/>
          <a:stretch xmlns:a="http://schemas.openxmlformats.org/drawingml/2006/main"/>
        </p:blipFill>
        <p:spPr>
          <a:xfrm xmlns:a="http://schemas.openxmlformats.org/drawingml/2006/main">
            <a:off x="8609742" y="1789593"/>
            <a:ext cx="332096" cy="341023"/>
          </a:xfrm>
          <a:prstGeom xmlns:a="http://schemas.openxmlformats.org/drawingml/2006/main" prst="rect">
            <a:avLst/>
          </a:prstGeom>
        </p:spPr>
      </p:pic>
      <p:pic>
        <p:nvPicPr>
          <p:cNvPr id="5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443f9c7954b1e"/>
          <a:stretch xmlns:a="http://schemas.openxmlformats.org/drawingml/2006/main"/>
        </p:blipFill>
        <p:spPr>
          <a:xfrm xmlns:a="http://schemas.openxmlformats.org/drawingml/2006/main">
            <a:off x="7646943" y="2838415"/>
            <a:ext cx="213957" cy="219305"/>
          </a:xfrm>
          <a:prstGeom xmlns:a="http://schemas.openxmlformats.org/drawingml/2006/main" prst="rect">
            <a:avLst/>
          </a:prstGeom>
        </p:spPr>
      </p:pic>
      <p:pic>
        <p:nvPicPr>
          <p:cNvPr id="5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8d0012a1b48eb"/>
          <a:stretch xmlns:a="http://schemas.openxmlformats.org/drawingml/2006/main"/>
        </p:blipFill>
        <p:spPr>
          <a:xfrm xmlns:a="http://schemas.openxmlformats.org/drawingml/2006/main">
            <a:off x="8609742" y="1780363"/>
            <a:ext cx="332096" cy="341023"/>
          </a:xfrm>
          <a:prstGeom xmlns:a="http://schemas.openxmlformats.org/drawingml/2006/main" prst="rect">
            <a:avLst/>
          </a:prstGeom>
        </p:spPr>
      </p:pic>
      <p:pic>
        <p:nvPicPr>
          <p:cNvPr id="5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c919a6fa64728"/>
          <a:stretch xmlns:a="http://schemas.openxmlformats.org/drawingml/2006/main"/>
        </p:blipFill>
        <p:spPr>
          <a:xfrm xmlns:a="http://schemas.openxmlformats.org/drawingml/2006/main">
            <a:off x="6137742" y="3269753"/>
            <a:ext cx="117752" cy="100435"/>
          </a:xfrm>
          <a:prstGeom xmlns:a="http://schemas.openxmlformats.org/drawingml/2006/main" prst="rect">
            <a:avLst/>
          </a:prstGeom>
        </p:spPr>
      </p:pic>
      <p:pic>
        <p:nvPicPr>
          <p:cNvPr id="5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948c45d824d22"/>
          <a:stretch xmlns:a="http://schemas.openxmlformats.org/drawingml/2006/main"/>
        </p:blipFill>
        <p:spPr>
          <a:xfrm xmlns:a="http://schemas.openxmlformats.org/drawingml/2006/main">
            <a:off x="6110522" y="3211207"/>
            <a:ext cx="212250" cy="2193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945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2026-09-05T15:41:36.9980000Z</dcterms:created>
  <dcterms:modified xsi:type="dcterms:W3CDTF">2026-09-05T15:41:36.9980000Z</dcterms:modified>
</coreProperties>
</file>