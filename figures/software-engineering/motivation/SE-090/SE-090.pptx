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ce404808dd4e10" /><Relationship Type="http://schemas.openxmlformats.org/officeDocument/2006/relationships/extended-properties" Target="/docProps/app.xml" Id="R32e99f3c0db240b4" /><Relationship Type="http://schemas.openxmlformats.org/officeDocument/2006/relationships/officeDocument" Target="/ppt/presentation.xml" Id="R1d12f6de297841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cfea41c8a24a07"/>
  </p:sldMasterIdLst>
  <p:notesMasterIdLst>
    <p:notesMasterId xmlns:r="http://schemas.openxmlformats.org/officeDocument/2006/relationships" r:id="R2ac02fb86a614938"/>
  </p:notesMasterIdLst>
  <p:sldIdLst>
    <p:sldId xmlns:r="http://schemas.openxmlformats.org/officeDocument/2006/relationships" id="256" r:id="R865f58a7f4144fb7"/>
  </p:sldIdLst>
  <p:sldSz cx="6858000" cy="5572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9fe4d1283c4aab" /><Relationship Type="http://schemas.openxmlformats.org/officeDocument/2006/relationships/slideMaster" Target="/ppt/slideMasters/slideMaster1.xml" Id="Rc3cfea41c8a24a07" /><Relationship Type="http://schemas.openxmlformats.org/officeDocument/2006/relationships/notesMaster" Target="/ppt/notesMasters/notesMaster1.xml" Id="R2ac02fb86a614938" /><Relationship Type="http://schemas.openxmlformats.org/officeDocument/2006/relationships/presProps" Target="/ppt/presProps.xml" Id="R44b695e9150a4b8a" /><Relationship Type="http://schemas.openxmlformats.org/officeDocument/2006/relationships/tableStyles" Target="/ppt/tableStyles.xml" Id="Rf1d8e79039454d0e" /><Relationship Type="http://schemas.openxmlformats.org/officeDocument/2006/relationships/slide" Target="/ppt/slides/slide1.xml" Id="R865f58a7f4144f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473b1da16245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696ce87e214ba6" /><Relationship Type="http://schemas.openxmlformats.org/officeDocument/2006/relationships/notesMaster" Target="/ppt/notesMasters/notesMaster1.xml" Id="R987a35390b004a6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素材ID：SE-090</ns1:t>
            </ns1:r>
          </ns1:p>
          <ns1:p>
            <ns1:r>
              <ns1:t>论文：AI Coders Are among Us: Rethinking Programming Language Grammar towards Efficient Code Generation</ns1:t>
            </ns1:r>
          </ns1:p>
          <ns1:p>
            <ns1:r>
              <ns1:t>会议：ISSTA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3，PDF第4页</ns1:t>
            </ns1:r>
          </ns1:p>
          <ns1:p>
            <ns1:r>
              <ns1:t>类型：动机案例</ns1:t>
            </ns1:r>
          </ns1:p>
          <ns1:p>
            <ns1:r>
              <ns1:t>借鉴点：相同算法用原Python和AI导向语法上下对照，每个token以独立色块表示，并保留72/60 token数量和相同AST/执行结果的约束。</ns1:t>
            </ns1:r>
          </ns1:p>
          <ns1:p>
            <ns1:r>
              <ns1:t>论文URL：https://arxiv.org/pdf/2404.16333</ns1:t>
            </ns1:r>
          </ns1:p>
          <ns1:p>
            <ns1:r>
              <ns1:t>官方获奖URL：https://www2.sigsoft.org/awards/distinguishedpaper/#the-33rd-acm-sigsoft-international-symposium-on-software-testing-and-analysis-issta-2024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7fc862d4449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49b80afb7a4453" /><Relationship Type="http://schemas.openxmlformats.org/officeDocument/2006/relationships/slideLayout" Target="/ppt/slideLayouts/slideLayout1.xml" Id="Rae94b5e489234e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94b5e489234e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252ec0e874347" /><Relationship Type="http://schemas.openxmlformats.org/officeDocument/2006/relationships/image" Target="/ppt/media/image.png" Id="Rdfff23b11de049cc" /><Relationship Type="http://schemas.openxmlformats.org/officeDocument/2006/relationships/image" Target="/ppt/media/image2.png" Id="Rdabb5c831a314912" /><Relationship Type="http://schemas.openxmlformats.org/officeDocument/2006/relationships/notesSlide" Target="/ppt/notesSlides/notesSlide1.xml" Id="R15d432fe9dde49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E90ED-18E4-44FA-BDBB-475D5F2B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87"/>
            <a:ext cx="6858000" cy="5523938"/>
          </a:xfrm>
          <a:custGeom xmlns:a="http://schemas.openxmlformats.org/drawingml/2006/main">
            <a:pathLst>
              <a:path w="6858000" h="5523938">
                <a:moveTo>
                  <a:pt x="0" y="0"/>
                </a:moveTo>
                <a:lnTo>
                  <a:pt x="0" y="5523938"/>
                </a:lnTo>
                <a:lnTo>
                  <a:pt x="6858000" y="5523938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BCA3E3-B52B-41B8-99A0-A3E23ED2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87"/>
            <a:ext cx="6858000" cy="5523938"/>
          </a:xfrm>
          <a:custGeom xmlns:a="http://schemas.openxmlformats.org/drawingml/2006/main">
            <a:pathLst>
              <a:path w="6858000" h="5523938">
                <a:moveTo>
                  <a:pt x="0" y="0"/>
                </a:moveTo>
                <a:lnTo>
                  <a:pt x="0" y="5523938"/>
                </a:lnTo>
                <a:lnTo>
                  <a:pt x="6858000" y="5523938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FD70E-CE6E-4898-A212-6F91CEFC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5" y="3728188"/>
            <a:ext cx="6757501" cy="1786761"/>
          </a:xfrm>
          <a:custGeom xmlns:a="http://schemas.openxmlformats.org/drawingml/2006/main">
            <a:pathLst>
              <a:path w="6757501" h="1786761">
                <a:moveTo>
                  <a:pt x="0" y="109742"/>
                </a:moveTo>
                <a:cubicBezTo>
                  <a:pt x="0" y="49133"/>
                  <a:pt x="49134" y="0"/>
                  <a:pt x="109743" y="0"/>
                </a:cubicBezTo>
                <a:lnTo>
                  <a:pt x="6647757" y="0"/>
                </a:lnTo>
                <a:cubicBezTo>
                  <a:pt x="6708366" y="0"/>
                  <a:pt x="6757501" y="49133"/>
                  <a:pt x="6757501" y="109742"/>
                </a:cubicBezTo>
                <a:lnTo>
                  <a:pt x="6757501" y="1677018"/>
                </a:lnTo>
                <a:cubicBezTo>
                  <a:pt x="6757501" y="1737628"/>
                  <a:pt x="6708366" y="1786761"/>
                  <a:pt x="6647757" y="1786761"/>
                </a:cubicBezTo>
                <a:lnTo>
                  <a:pt x="109743" y="1786761"/>
                </a:lnTo>
                <a:cubicBezTo>
                  <a:pt x="49134" y="1786761"/>
                  <a:pt x="0" y="1737628"/>
                  <a:pt x="0" y="1677018"/>
                </a:cubicBezTo>
                <a:lnTo>
                  <a:pt x="0" y="109742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91B39-4414-4A6F-A963-6DFE13A5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5" y="3728188"/>
            <a:ext cx="6757501" cy="1786762"/>
          </a:xfrm>
          <a:custGeom xmlns:a="http://schemas.openxmlformats.org/drawingml/2006/main">
            <a:pathLst>
              <a:path w="6757501" h="1786762" fill="none">
                <a:moveTo>
                  <a:pt x="0" y="109743"/>
                </a:moveTo>
                <a:cubicBezTo>
                  <a:pt x="0" y="49134"/>
                  <a:pt x="49134" y="0"/>
                  <a:pt x="109743" y="0"/>
                </a:cubicBezTo>
                <a:lnTo>
                  <a:pt x="6647758" y="0"/>
                </a:lnTo>
                <a:cubicBezTo>
                  <a:pt x="6708367" y="0"/>
                  <a:pt x="6757501" y="49134"/>
                  <a:pt x="6757501" y="109743"/>
                </a:cubicBezTo>
                <a:lnTo>
                  <a:pt x="6757501" y="1677019"/>
                </a:lnTo>
                <a:cubicBezTo>
                  <a:pt x="6757501" y="1737628"/>
                  <a:pt x="6708367" y="1786762"/>
                  <a:pt x="6647758" y="1786762"/>
                </a:cubicBezTo>
                <a:lnTo>
                  <a:pt x="109743" y="1786762"/>
                </a:lnTo>
                <a:cubicBezTo>
                  <a:pt x="49134" y="1786762"/>
                  <a:pt x="0" y="1737628"/>
                  <a:pt x="0" y="1677019"/>
                </a:cubicBezTo>
                <a:lnTo>
                  <a:pt x="0" y="1097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121" cap="flat">
            <a:solidFill>
              <a:srgbClr val="172C51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3FD20-C896-4CC1-A506-A22F9F17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7" y="416849"/>
            <a:ext cx="6757501" cy="2343088"/>
          </a:xfrm>
          <a:custGeom xmlns:a="http://schemas.openxmlformats.org/drawingml/2006/main">
            <a:pathLst>
              <a:path w="6757501" h="2343088">
                <a:moveTo>
                  <a:pt x="0" y="143915"/>
                </a:moveTo>
                <a:cubicBezTo>
                  <a:pt x="0" y="64434"/>
                  <a:pt x="64433" y="0"/>
                  <a:pt x="143915" y="0"/>
                </a:cubicBezTo>
                <a:lnTo>
                  <a:pt x="6613586" y="0"/>
                </a:lnTo>
                <a:cubicBezTo>
                  <a:pt x="6693068" y="0"/>
                  <a:pt x="6757501" y="64434"/>
                  <a:pt x="6757501" y="143915"/>
                </a:cubicBezTo>
                <a:lnTo>
                  <a:pt x="6757501" y="2199174"/>
                </a:lnTo>
                <a:cubicBezTo>
                  <a:pt x="6757501" y="2278656"/>
                  <a:pt x="6693068" y="2343088"/>
                  <a:pt x="6613586" y="2343088"/>
                </a:cubicBezTo>
                <a:lnTo>
                  <a:pt x="143915" y="2343088"/>
                </a:lnTo>
                <a:cubicBezTo>
                  <a:pt x="64433" y="2343088"/>
                  <a:pt x="0" y="2278656"/>
                  <a:pt x="0" y="2199174"/>
                </a:cubicBezTo>
                <a:lnTo>
                  <a:pt x="0" y="143915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4E6CD-8F7F-43DC-81BA-3105E249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6" y="416849"/>
            <a:ext cx="6757502" cy="2343088"/>
          </a:xfrm>
          <a:custGeom xmlns:a="http://schemas.openxmlformats.org/drawingml/2006/main">
            <a:pathLst>
              <a:path w="6757502" h="2343088" fill="none">
                <a:moveTo>
                  <a:pt x="0" y="143915"/>
                </a:moveTo>
                <a:cubicBezTo>
                  <a:pt x="0" y="64433"/>
                  <a:pt x="64433" y="0"/>
                  <a:pt x="143915" y="0"/>
                </a:cubicBezTo>
                <a:lnTo>
                  <a:pt x="6613587" y="0"/>
                </a:lnTo>
                <a:cubicBezTo>
                  <a:pt x="6693069" y="0"/>
                  <a:pt x="6757502" y="64433"/>
                  <a:pt x="6757502" y="143915"/>
                </a:cubicBezTo>
                <a:lnTo>
                  <a:pt x="6757502" y="2199174"/>
                </a:lnTo>
                <a:cubicBezTo>
                  <a:pt x="6757502" y="2278656"/>
                  <a:pt x="6693069" y="2343088"/>
                  <a:pt x="6613587" y="2343088"/>
                </a:cubicBezTo>
                <a:lnTo>
                  <a:pt x="143915" y="2343088"/>
                </a:lnTo>
                <a:cubicBezTo>
                  <a:pt x="64433" y="2343088"/>
                  <a:pt x="0" y="2278656"/>
                  <a:pt x="0" y="2199174"/>
                </a:cubicBezTo>
                <a:lnTo>
                  <a:pt x="0" y="1439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121" cap="flat">
            <a:solidFill>
              <a:srgbClr val="172C51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1DCBE2-A8F9-49F3-A36F-C11AFC7F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69" y="570394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C31357-8FE4-45BC-9BE7-DAD494A6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97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94AC4-4AF5-41C6-B7C3-6FA92A1A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06" y="570394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CDC68-B388-4422-947A-E270D525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35" y="57039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D56F0-8026-43A6-99E0-187B603C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472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BF9B1-83F0-4776-B0E2-6CA3BE97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282" y="57039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3AFF9-2297-4721-BF0C-CD6E64A3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519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18BD01-60DB-4FD2-9BEA-319F8255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328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360D0-EA59-4C2C-BF82-9FEBAEB0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38" y="570394"/>
            <a:ext cx="459238" cy="249300"/>
          </a:xfrm>
          <a:custGeom xmlns:a="http://schemas.openxmlformats.org/drawingml/2006/main">
            <a:pathLst>
              <a:path w="459238" h="249300">
                <a:moveTo>
                  <a:pt x="0" y="249300"/>
                </a:moveTo>
                <a:lnTo>
                  <a:pt x="0" y="0"/>
                </a:lnTo>
                <a:lnTo>
                  <a:pt x="459238" y="0"/>
                </a:lnTo>
                <a:lnTo>
                  <a:pt x="45923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BF896-4113-4D37-A274-B806A3E0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375" y="57039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6A651-0B7A-4547-A8BB-310EFE74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12" y="570394"/>
            <a:ext cx="229619" cy="249300"/>
          </a:xfrm>
          <a:custGeom xmlns:a="http://schemas.openxmlformats.org/drawingml/2006/main">
            <a:pathLst>
              <a:path w="229619" h="249300">
                <a:moveTo>
                  <a:pt x="0" y="249300"/>
                </a:moveTo>
                <a:lnTo>
                  <a:pt x="0" y="0"/>
                </a:lnTo>
                <a:lnTo>
                  <a:pt x="229619" y="0"/>
                </a:lnTo>
                <a:lnTo>
                  <a:pt x="22961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55CC3C-A9C2-446E-9965-FAA53D3C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231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85451-CC46-4548-A680-E17B40ED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040" y="570394"/>
            <a:ext cx="688856" cy="249300"/>
          </a:xfrm>
          <a:custGeom xmlns:a="http://schemas.openxmlformats.org/drawingml/2006/main">
            <a:pathLst>
              <a:path w="688856" h="249300">
                <a:moveTo>
                  <a:pt x="0" y="249300"/>
                </a:moveTo>
                <a:lnTo>
                  <a:pt x="0" y="0"/>
                </a:lnTo>
                <a:lnTo>
                  <a:pt x="688856" y="0"/>
                </a:lnTo>
                <a:lnTo>
                  <a:pt x="688856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16F08-DD7C-416C-A97D-4C03AC70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897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C86AA-CFFC-462E-AC0E-F4395D88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706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DD1F8-A94B-40BD-8BEC-575BC8B0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515" y="570394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9DF8A-CDC0-4BF8-AAB6-035769FB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943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95F69-C5BE-4E13-8E3F-8B59401F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753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D03B7-2A0F-4C9E-BD6A-3D9C3CC1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562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EA03C-50C8-48EF-BBA7-F73867C8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371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CE3DD-BBCC-4CC2-9995-987A9612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181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D8EDD-F5FB-4D0F-A04F-0845DD56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990" y="57039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73D7A-A0A6-4F91-B7EC-7728277F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227" y="57039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BF369-A269-43B4-8D64-9D25346E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464" y="570394"/>
            <a:ext cx="229619" cy="249300"/>
          </a:xfrm>
          <a:custGeom xmlns:a="http://schemas.openxmlformats.org/drawingml/2006/main">
            <a:pathLst>
              <a:path w="229619" h="249300">
                <a:moveTo>
                  <a:pt x="0" y="249300"/>
                </a:moveTo>
                <a:lnTo>
                  <a:pt x="0" y="0"/>
                </a:lnTo>
                <a:lnTo>
                  <a:pt x="229619" y="0"/>
                </a:lnTo>
                <a:lnTo>
                  <a:pt x="22961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FBFC5B-531E-475A-A5E7-39B147CD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084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68964-1E32-4387-AAFB-180F7C7A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892" y="5703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641F3-E843-439D-B6B0-CDEFC9FE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69" y="81969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87D6B-E964-499C-A0DA-4201106A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06" y="819694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F25D7-84DA-4718-99BD-20FD31AC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35" y="81969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62575D-34A8-4394-9A49-52008F43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472" y="8196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B4BBC-B7E6-4C49-9C76-32808AB9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282" y="8196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7F2AC-F59C-4384-9BF9-71C63756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091" y="81969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262AD-F9FC-404B-BA0E-D8193430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328" y="81969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08177-F1C4-4748-A3BF-C11036A9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566" y="8196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A673D-C243-4E6D-9EA7-B087C211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375" y="8196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0D6EF-AD29-4D01-8082-CBF9F4D8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184" y="819694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3225A-3CF1-411B-B7C0-92E4C3D7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12" y="8196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0FEFA-7228-4EE1-9A9F-9FA34535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422" y="8196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5B4A1-06C2-4DAA-A487-1466E6E4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231" y="8196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4C1E9-E6AA-4C1F-84CF-05FEFD18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040" y="8196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02342-966D-4B39-A715-9F6AC456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850" y="819694"/>
            <a:ext cx="229619" cy="249300"/>
          </a:xfrm>
          <a:custGeom xmlns:a="http://schemas.openxmlformats.org/drawingml/2006/main">
            <a:pathLst>
              <a:path w="229619" h="249300">
                <a:moveTo>
                  <a:pt x="0" y="249300"/>
                </a:moveTo>
                <a:lnTo>
                  <a:pt x="0" y="0"/>
                </a:lnTo>
                <a:lnTo>
                  <a:pt x="229619" y="0"/>
                </a:lnTo>
                <a:lnTo>
                  <a:pt x="22961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146D17-63A8-4237-A197-836709FA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469" y="8196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66CF0-7EC9-4887-A6B9-03B079E1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278" y="81969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A4185-D000-40C1-B2B1-2CDE5141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69" y="1068993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3EE45-DBF0-4D1B-92B9-A72C5E6B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97" y="1068993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C80D8-2007-4FE6-9863-FE002E25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06" y="1068993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0CC96-7842-44BD-BCEB-240FA084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35" y="1068993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AF7D0-4605-4D42-B37B-8C8F6ADF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44" y="1068993"/>
            <a:ext cx="574047" cy="249300"/>
          </a:xfrm>
          <a:custGeom xmlns:a="http://schemas.openxmlformats.org/drawingml/2006/main">
            <a:pathLst>
              <a:path w="574047" h="249300">
                <a:moveTo>
                  <a:pt x="0" y="249300"/>
                </a:moveTo>
                <a:lnTo>
                  <a:pt x="0" y="0"/>
                </a:lnTo>
                <a:lnTo>
                  <a:pt x="574047" y="0"/>
                </a:lnTo>
                <a:lnTo>
                  <a:pt x="57404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DE4A6-5619-4DF3-8660-8D713CF6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091" y="1068993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94D22-9FFB-46C9-B081-5975A48C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00" y="1068993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DEE00-A602-431F-9429-6E9C13B7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710" y="1068993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01BDA-CF9C-40E0-9472-ECA340A9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38" y="1068993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CA10F-C527-45C8-98C3-2211CB4E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947" y="1068993"/>
            <a:ext cx="229619" cy="249300"/>
          </a:xfrm>
          <a:custGeom xmlns:a="http://schemas.openxmlformats.org/drawingml/2006/main">
            <a:pathLst>
              <a:path w="229619" h="249300">
                <a:moveTo>
                  <a:pt x="0" y="249300"/>
                </a:moveTo>
                <a:lnTo>
                  <a:pt x="0" y="0"/>
                </a:lnTo>
                <a:lnTo>
                  <a:pt x="229619" y="0"/>
                </a:lnTo>
                <a:lnTo>
                  <a:pt x="22961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48202-E8FB-4236-8865-FA2DAF0E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566" y="1068993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0ADA3-0A1B-4BA4-9FA8-A379883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375" y="1068993"/>
            <a:ext cx="1033284" cy="249300"/>
          </a:xfrm>
          <a:custGeom xmlns:a="http://schemas.openxmlformats.org/drawingml/2006/main">
            <a:pathLst>
              <a:path w="1033284" h="249300">
                <a:moveTo>
                  <a:pt x="0" y="249300"/>
                </a:moveTo>
                <a:lnTo>
                  <a:pt x="0" y="0"/>
                </a:lnTo>
                <a:lnTo>
                  <a:pt x="1033284" y="0"/>
                </a:lnTo>
                <a:lnTo>
                  <a:pt x="1033284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9E7ECB-9F97-49F1-8018-40D37943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659" y="1068993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5C1E8-0382-4ABC-AF4D-D7BAE792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469" y="1068993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F7638-5265-4005-BB8B-A1D857DA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706" y="1068993"/>
            <a:ext cx="229619" cy="249300"/>
          </a:xfrm>
          <a:custGeom xmlns:a="http://schemas.openxmlformats.org/drawingml/2006/main">
            <a:pathLst>
              <a:path w="229619" h="249300">
                <a:moveTo>
                  <a:pt x="0" y="249300"/>
                </a:moveTo>
                <a:lnTo>
                  <a:pt x="0" y="0"/>
                </a:lnTo>
                <a:lnTo>
                  <a:pt x="229619" y="0"/>
                </a:lnTo>
                <a:lnTo>
                  <a:pt x="22961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727391-B690-47D9-ACFB-B74215D4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325" y="1068993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EF71D0-841C-40EB-B6C4-2CB3B4F6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134" y="1068993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BF36C-9A9E-485C-848C-D70605BC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69" y="1331415"/>
            <a:ext cx="803665" cy="249300"/>
          </a:xfrm>
          <a:custGeom xmlns:a="http://schemas.openxmlformats.org/drawingml/2006/main">
            <a:pathLst>
              <a:path w="803665" h="249300">
                <a:moveTo>
                  <a:pt x="0" y="249300"/>
                </a:moveTo>
                <a:lnTo>
                  <a:pt x="0" y="0"/>
                </a:lnTo>
                <a:lnTo>
                  <a:pt x="803665" y="0"/>
                </a:lnTo>
                <a:lnTo>
                  <a:pt x="803665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B1BE07-5CD8-400D-ABCE-2C83BF10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35" y="13314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825B4-4FF6-4AC8-BAD5-F2DDE29D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44" y="1331415"/>
            <a:ext cx="574047" cy="249300"/>
          </a:xfrm>
          <a:custGeom xmlns:a="http://schemas.openxmlformats.org/drawingml/2006/main">
            <a:pathLst>
              <a:path w="574047" h="249300">
                <a:moveTo>
                  <a:pt x="0" y="249300"/>
                </a:moveTo>
                <a:lnTo>
                  <a:pt x="0" y="0"/>
                </a:lnTo>
                <a:lnTo>
                  <a:pt x="574047" y="0"/>
                </a:lnTo>
                <a:lnTo>
                  <a:pt x="57404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B67F23-65CD-4E52-877D-402E6E11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091" y="13314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77028-DE39-4D44-BC35-F16AA9A0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00" y="13314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956F2-B848-4D18-96AB-393779C9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710" y="13314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34CA6-7D95-465D-8FA9-9D0B5BD2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519" y="1331415"/>
            <a:ext cx="688856" cy="249300"/>
          </a:xfrm>
          <a:custGeom xmlns:a="http://schemas.openxmlformats.org/drawingml/2006/main">
            <a:pathLst>
              <a:path w="688856" h="249300">
                <a:moveTo>
                  <a:pt x="0" y="249300"/>
                </a:moveTo>
                <a:lnTo>
                  <a:pt x="0" y="0"/>
                </a:lnTo>
                <a:lnTo>
                  <a:pt x="688856" y="0"/>
                </a:lnTo>
                <a:lnTo>
                  <a:pt x="688856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7C51E-BA2C-48D1-8B8A-638F3C3D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375" y="13314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7481F-8A80-4D7E-A36C-8F466360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184" y="13314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C89E0-C693-4ACA-A43F-12987C60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994" y="13314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555FD-ECA5-4DA3-A47E-8BD81534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803" y="1331415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B7404-3FF4-4BD7-BF87-6087A5CB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231" y="13314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13234-7A51-4528-9788-56CD45BB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040" y="13314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B769B-BFF5-42C0-812E-70F2F890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69" y="1580715"/>
            <a:ext cx="803665" cy="249300"/>
          </a:xfrm>
          <a:custGeom xmlns:a="http://schemas.openxmlformats.org/drawingml/2006/main">
            <a:pathLst>
              <a:path w="803665" h="249300">
                <a:moveTo>
                  <a:pt x="0" y="249300"/>
                </a:moveTo>
                <a:lnTo>
                  <a:pt x="0" y="0"/>
                </a:lnTo>
                <a:lnTo>
                  <a:pt x="803665" y="0"/>
                </a:lnTo>
                <a:lnTo>
                  <a:pt x="803665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C859C-C69C-4FE5-9267-44C41CD4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35" y="15807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81CCB-DDFE-4E14-80AC-1D01C4C8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44" y="1580715"/>
            <a:ext cx="229619" cy="249300"/>
          </a:xfrm>
          <a:custGeom xmlns:a="http://schemas.openxmlformats.org/drawingml/2006/main">
            <a:pathLst>
              <a:path w="229619" h="249300">
                <a:moveTo>
                  <a:pt x="0" y="249300"/>
                </a:moveTo>
                <a:lnTo>
                  <a:pt x="0" y="0"/>
                </a:lnTo>
                <a:lnTo>
                  <a:pt x="229619" y="0"/>
                </a:lnTo>
                <a:lnTo>
                  <a:pt x="22961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4021D-858B-4D90-9708-065ED10F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3" y="15807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4B473-6D37-43CF-B55B-9640F370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472" y="1580715"/>
            <a:ext cx="574047" cy="249300"/>
          </a:xfrm>
          <a:custGeom xmlns:a="http://schemas.openxmlformats.org/drawingml/2006/main">
            <a:pathLst>
              <a:path w="574047" h="249300">
                <a:moveTo>
                  <a:pt x="0" y="249300"/>
                </a:moveTo>
                <a:lnTo>
                  <a:pt x="0" y="0"/>
                </a:lnTo>
                <a:lnTo>
                  <a:pt x="574047" y="0"/>
                </a:lnTo>
                <a:lnTo>
                  <a:pt x="57404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DC32A-7D95-4677-823B-20E05104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519" y="15807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5E373F-9827-4497-995F-87C01D79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328" y="1580715"/>
            <a:ext cx="229619" cy="249300"/>
          </a:xfrm>
          <a:custGeom xmlns:a="http://schemas.openxmlformats.org/drawingml/2006/main">
            <a:pathLst>
              <a:path w="229619" h="249300">
                <a:moveTo>
                  <a:pt x="0" y="249300"/>
                </a:moveTo>
                <a:lnTo>
                  <a:pt x="0" y="0"/>
                </a:lnTo>
                <a:lnTo>
                  <a:pt x="229619" y="0"/>
                </a:lnTo>
                <a:lnTo>
                  <a:pt x="22961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9C71B-CECA-4BF4-99D6-BFDA2901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947" y="15807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2CCBE-8E6D-4896-8968-A9B513E0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756" y="1580715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5C1D4-E8C9-4344-BF28-4BEE4F6C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184" y="1580715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325EC-0376-41D6-BD32-C1206672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422" y="15807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35C91-4037-4E2E-AD16-09D4CB2C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231" y="15807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570F2-496A-488B-AFB1-97D555DE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040" y="158071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BBF94-7912-4615-8E06-C67844B4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69" y="1830017"/>
            <a:ext cx="1262903" cy="249300"/>
          </a:xfrm>
          <a:custGeom xmlns:a="http://schemas.openxmlformats.org/drawingml/2006/main">
            <a:pathLst>
              <a:path w="1262903" h="249300">
                <a:moveTo>
                  <a:pt x="0" y="249300"/>
                </a:moveTo>
                <a:lnTo>
                  <a:pt x="0" y="0"/>
                </a:lnTo>
                <a:lnTo>
                  <a:pt x="1262903" y="0"/>
                </a:lnTo>
                <a:lnTo>
                  <a:pt x="1262903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6DA24-E288-41F1-8B8A-045A861E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472" y="1830017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1EC88-D9B3-419A-BFF9-5E1DDF5D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282" y="1830017"/>
            <a:ext cx="688856" cy="249300"/>
          </a:xfrm>
          <a:custGeom xmlns:a="http://schemas.openxmlformats.org/drawingml/2006/main">
            <a:pathLst>
              <a:path w="688856" h="249300">
                <a:moveTo>
                  <a:pt x="0" y="249300"/>
                </a:moveTo>
                <a:lnTo>
                  <a:pt x="0" y="0"/>
                </a:lnTo>
                <a:lnTo>
                  <a:pt x="688856" y="0"/>
                </a:lnTo>
                <a:lnTo>
                  <a:pt x="688856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0AFBE-77CD-4522-941E-6700B556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38" y="1830017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FDA70-3BD7-4A5C-B85D-2D10A7AA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947" y="1830017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167AA-C1C6-4E8F-AB61-55442865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756" y="1830017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3F34B-68CB-48A7-A399-01ACEEB1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184" y="1830017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8A5A5-205B-408A-BD87-91E2DE8C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422" y="1830017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AEE4D-FB2D-4B5A-A2E6-E97BF017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231" y="1830017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69D5D-DB5F-4C18-890A-B113569C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659" y="1830017"/>
            <a:ext cx="229619" cy="249300"/>
          </a:xfrm>
          <a:custGeom xmlns:a="http://schemas.openxmlformats.org/drawingml/2006/main">
            <a:pathLst>
              <a:path w="229619" h="249300">
                <a:moveTo>
                  <a:pt x="0" y="249300"/>
                </a:moveTo>
                <a:lnTo>
                  <a:pt x="0" y="0"/>
                </a:lnTo>
                <a:lnTo>
                  <a:pt x="229619" y="0"/>
                </a:lnTo>
                <a:lnTo>
                  <a:pt x="22961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25B1C-06CA-4C85-8CA8-34C228BA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278" y="1830017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95454-3959-4AFA-8AC8-71CC48A8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706" y="1830017"/>
            <a:ext cx="574047" cy="249300"/>
          </a:xfrm>
          <a:custGeom xmlns:a="http://schemas.openxmlformats.org/drawingml/2006/main">
            <a:pathLst>
              <a:path w="574047" h="249300">
                <a:moveTo>
                  <a:pt x="0" y="249300"/>
                </a:moveTo>
                <a:lnTo>
                  <a:pt x="0" y="0"/>
                </a:lnTo>
                <a:lnTo>
                  <a:pt x="574047" y="0"/>
                </a:lnTo>
                <a:lnTo>
                  <a:pt x="57404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CD704-EA96-43E3-89E0-123FE225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753" y="1830017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64D3C-C6DA-42C7-AF09-C61C7743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562" y="1830017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1B358-6D78-4A74-B26E-D179B7F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371" y="1830017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6ED3B-7259-48BA-8197-94CF5A23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69" y="2079316"/>
            <a:ext cx="803665" cy="249300"/>
          </a:xfrm>
          <a:custGeom xmlns:a="http://schemas.openxmlformats.org/drawingml/2006/main">
            <a:pathLst>
              <a:path w="803665" h="249300">
                <a:moveTo>
                  <a:pt x="0" y="249300"/>
                </a:moveTo>
                <a:lnTo>
                  <a:pt x="0" y="0"/>
                </a:lnTo>
                <a:lnTo>
                  <a:pt x="803665" y="0"/>
                </a:lnTo>
                <a:lnTo>
                  <a:pt x="803665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1439F-5F79-4CBC-94EB-9B65EFE0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35" y="207931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F4B98-325E-4AE0-A9E6-AD76E66A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44" y="2079316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75DBE-A442-4432-A74C-85A440EC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472" y="2079316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1A526-C8D1-497C-903D-974CCE3C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710" y="207931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FAD61-6C38-4410-B1ED-87815F23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519" y="2079316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29F40-A90C-413F-AC3C-D0FA628E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947" y="207931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4A5BC-A811-4101-ADD8-30D8FEBC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756" y="207931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13899-D694-4B79-AD36-8CF8E833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566" y="207931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97C2E-8B13-4DC5-96A7-3E5A9DF2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375" y="207931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133B4-47BB-4D32-9FDC-4153E68D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184" y="2079316"/>
            <a:ext cx="574047" cy="249300"/>
          </a:xfrm>
          <a:custGeom xmlns:a="http://schemas.openxmlformats.org/drawingml/2006/main">
            <a:pathLst>
              <a:path w="574047" h="249300">
                <a:moveTo>
                  <a:pt x="0" y="249300"/>
                </a:moveTo>
                <a:lnTo>
                  <a:pt x="0" y="0"/>
                </a:lnTo>
                <a:lnTo>
                  <a:pt x="574047" y="0"/>
                </a:lnTo>
                <a:lnTo>
                  <a:pt x="57404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37B67B-316D-4CF4-AE0C-0A669C12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231" y="207931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87FDF8-228D-41CC-8316-ACEE76F4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040" y="207931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6C526-B158-4126-ACF9-C7009358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69" y="2328616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21B3D6-BDD5-48F2-91AF-C1696B0D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97" y="232861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3F2065-93BB-4250-B5C0-23EE9F08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06" y="2328616"/>
            <a:ext cx="688856" cy="249300"/>
          </a:xfrm>
          <a:custGeom xmlns:a="http://schemas.openxmlformats.org/drawingml/2006/main">
            <a:pathLst>
              <a:path w="688856" h="249300">
                <a:moveTo>
                  <a:pt x="0" y="249300"/>
                </a:moveTo>
                <a:lnTo>
                  <a:pt x="0" y="0"/>
                </a:lnTo>
                <a:lnTo>
                  <a:pt x="688856" y="0"/>
                </a:lnTo>
                <a:lnTo>
                  <a:pt x="688856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FABC3-C449-4D80-817A-3FD7FE58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3" y="232861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B08F6-A5DD-45C5-AD5F-512DFCD3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472" y="2328616"/>
            <a:ext cx="229619" cy="249300"/>
          </a:xfrm>
          <a:custGeom xmlns:a="http://schemas.openxmlformats.org/drawingml/2006/main">
            <a:pathLst>
              <a:path w="229619" h="249300">
                <a:moveTo>
                  <a:pt x="0" y="249300"/>
                </a:moveTo>
                <a:lnTo>
                  <a:pt x="0" y="0"/>
                </a:lnTo>
                <a:lnTo>
                  <a:pt x="229619" y="0"/>
                </a:lnTo>
                <a:lnTo>
                  <a:pt x="22961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def">
            <a:extLst xmlns:a="http://schemas.openxmlformats.org/drawingml/2006/main">
              <a:ext uri="{FF2B5EF4-FFF2-40B4-BE49-F238E27FC236}">
                <a16:creationId xmlns:a16="http://schemas.microsoft.com/office/drawing/2014/main" id="{C84089B8-369B-4F62-A743-380FD39B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43" y="620098"/>
            <a:ext cx="326192" cy="147920"/>
          </a:xfrm>
          <a:custGeom xmlns:a="http://schemas.openxmlformats.org/drawingml/2006/main">
            <a:pathLst>
              <a:path w="326192" h="147920">
                <a:moveTo>
                  <a:pt x="0" y="96768"/>
                </a:moveTo>
                <a:cubicBezTo>
                  <a:pt x="0" y="88020"/>
                  <a:pt x="1196" y="80247"/>
                  <a:pt x="3588" y="73447"/>
                </a:cubicBezTo>
                <a:cubicBezTo>
                  <a:pt x="5980" y="66648"/>
                  <a:pt x="9380" y="60907"/>
                  <a:pt x="13787" y="56226"/>
                </a:cubicBezTo>
                <a:cubicBezTo>
                  <a:pt x="18195" y="51545"/>
                  <a:pt x="23491" y="47991"/>
                  <a:pt x="29676" y="45565"/>
                </a:cubicBezTo>
                <a:cubicBezTo>
                  <a:pt x="35861" y="43139"/>
                  <a:pt x="42746" y="41926"/>
                  <a:pt x="50332" y="41926"/>
                </a:cubicBezTo>
                <a:cubicBezTo>
                  <a:pt x="53612" y="41926"/>
                  <a:pt x="56841" y="42131"/>
                  <a:pt x="60019" y="42541"/>
                </a:cubicBezTo>
                <a:cubicBezTo>
                  <a:pt x="63196" y="42951"/>
                  <a:pt x="66323" y="43600"/>
                  <a:pt x="69398" y="44489"/>
                </a:cubicBezTo>
                <a:lnTo>
                  <a:pt x="69398" y="1230"/>
                </a:lnTo>
                <a:lnTo>
                  <a:pt x="87337" y="1230"/>
                </a:lnTo>
                <a:lnTo>
                  <a:pt x="87337" y="146074"/>
                </a:lnTo>
                <a:lnTo>
                  <a:pt x="71346" y="146074"/>
                </a:lnTo>
                <a:lnTo>
                  <a:pt x="70731" y="126598"/>
                </a:lnTo>
                <a:cubicBezTo>
                  <a:pt x="65742" y="133842"/>
                  <a:pt x="60343" y="139206"/>
                  <a:pt x="54534" y="142692"/>
                </a:cubicBezTo>
                <a:cubicBezTo>
                  <a:pt x="48726" y="146177"/>
                  <a:pt x="42438" y="147920"/>
                  <a:pt x="35673" y="147920"/>
                </a:cubicBezTo>
                <a:cubicBezTo>
                  <a:pt x="29796" y="147920"/>
                  <a:pt x="24619" y="146689"/>
                  <a:pt x="20143" y="144229"/>
                </a:cubicBezTo>
                <a:cubicBezTo>
                  <a:pt x="15667" y="141769"/>
                  <a:pt x="11942" y="138301"/>
                  <a:pt x="8969" y="133825"/>
                </a:cubicBezTo>
                <a:cubicBezTo>
                  <a:pt x="5997" y="129348"/>
                  <a:pt x="3759" y="123967"/>
                  <a:pt x="2255" y="117680"/>
                </a:cubicBezTo>
                <a:cubicBezTo>
                  <a:pt x="752" y="111392"/>
                  <a:pt x="0" y="104422"/>
                  <a:pt x="0" y="96768"/>
                </a:cubicBezTo>
                <a:moveTo>
                  <a:pt x="18246" y="95640"/>
                </a:moveTo>
                <a:cubicBezTo>
                  <a:pt x="18246" y="108078"/>
                  <a:pt x="20075" y="117355"/>
                  <a:pt x="23731" y="123471"/>
                </a:cubicBezTo>
                <a:cubicBezTo>
                  <a:pt x="27387" y="129588"/>
                  <a:pt x="32563" y="132646"/>
                  <a:pt x="39261" y="132646"/>
                </a:cubicBezTo>
                <a:cubicBezTo>
                  <a:pt x="43771" y="132646"/>
                  <a:pt x="48538" y="130630"/>
                  <a:pt x="53561" y="126598"/>
                </a:cubicBezTo>
                <a:cubicBezTo>
                  <a:pt x="58584" y="122566"/>
                  <a:pt x="63863" y="116586"/>
                  <a:pt x="69398" y="108659"/>
                </a:cubicBezTo>
                <a:lnTo>
                  <a:pt x="69398" y="60890"/>
                </a:lnTo>
                <a:cubicBezTo>
                  <a:pt x="66460" y="59523"/>
                  <a:pt x="63213" y="58481"/>
                  <a:pt x="59660" y="57763"/>
                </a:cubicBezTo>
                <a:cubicBezTo>
                  <a:pt x="56106" y="57046"/>
                  <a:pt x="52587" y="56687"/>
                  <a:pt x="49101" y="56687"/>
                </a:cubicBezTo>
                <a:cubicBezTo>
                  <a:pt x="39397" y="56687"/>
                  <a:pt x="31829" y="59831"/>
                  <a:pt x="26396" y="66118"/>
                </a:cubicBezTo>
                <a:cubicBezTo>
                  <a:pt x="20963" y="72405"/>
                  <a:pt x="18246" y="82246"/>
                  <a:pt x="18246" y="95640"/>
                </a:cubicBezTo>
                <a:close/>
                <a:moveTo>
                  <a:pt x="206970" y="89182"/>
                </a:moveTo>
                <a:cubicBezTo>
                  <a:pt x="206970" y="91711"/>
                  <a:pt x="206935" y="93829"/>
                  <a:pt x="206867" y="95538"/>
                </a:cubicBezTo>
                <a:cubicBezTo>
                  <a:pt x="206799" y="97246"/>
                  <a:pt x="206696" y="98852"/>
                  <a:pt x="206560" y="100356"/>
                </a:cubicBezTo>
                <a:lnTo>
                  <a:pt x="134291" y="100356"/>
                </a:lnTo>
                <a:cubicBezTo>
                  <a:pt x="134291" y="110880"/>
                  <a:pt x="137230" y="118961"/>
                  <a:pt x="143107" y="124599"/>
                </a:cubicBezTo>
                <a:cubicBezTo>
                  <a:pt x="148984" y="130237"/>
                  <a:pt x="157458" y="133056"/>
                  <a:pt x="168529" y="133056"/>
                </a:cubicBezTo>
                <a:cubicBezTo>
                  <a:pt x="171536" y="133056"/>
                  <a:pt x="174543" y="132936"/>
                  <a:pt x="177550" y="132697"/>
                </a:cubicBezTo>
                <a:cubicBezTo>
                  <a:pt x="180557" y="132458"/>
                  <a:pt x="183461" y="132133"/>
                  <a:pt x="186263" y="131723"/>
                </a:cubicBezTo>
                <a:cubicBezTo>
                  <a:pt x="189065" y="131313"/>
                  <a:pt x="191747" y="130852"/>
                  <a:pt x="194310" y="130339"/>
                </a:cubicBezTo>
                <a:cubicBezTo>
                  <a:pt x="196873" y="129827"/>
                  <a:pt x="199247" y="129263"/>
                  <a:pt x="201434" y="128648"/>
                </a:cubicBezTo>
                <a:lnTo>
                  <a:pt x="201434" y="143307"/>
                </a:lnTo>
                <a:cubicBezTo>
                  <a:pt x="196582" y="144673"/>
                  <a:pt x="191098" y="145784"/>
                  <a:pt x="184982" y="146638"/>
                </a:cubicBezTo>
                <a:cubicBezTo>
                  <a:pt x="178865" y="147492"/>
                  <a:pt x="172527" y="147920"/>
                  <a:pt x="165966" y="147920"/>
                </a:cubicBezTo>
                <a:cubicBezTo>
                  <a:pt x="157151" y="147920"/>
                  <a:pt x="149565" y="146724"/>
                  <a:pt x="143209" y="144332"/>
                </a:cubicBezTo>
                <a:cubicBezTo>
                  <a:pt x="136854" y="141940"/>
                  <a:pt x="131643" y="138472"/>
                  <a:pt x="127577" y="133927"/>
                </a:cubicBezTo>
                <a:cubicBezTo>
                  <a:pt x="123511" y="129383"/>
                  <a:pt x="120504" y="123813"/>
                  <a:pt x="118556" y="117218"/>
                </a:cubicBezTo>
                <a:cubicBezTo>
                  <a:pt x="116608" y="110624"/>
                  <a:pt x="115635" y="103158"/>
                  <a:pt x="115635" y="94820"/>
                </a:cubicBezTo>
                <a:cubicBezTo>
                  <a:pt x="115635" y="87576"/>
                  <a:pt x="116677" y="80725"/>
                  <a:pt x="118761" y="74267"/>
                </a:cubicBezTo>
                <a:cubicBezTo>
                  <a:pt x="120845" y="67809"/>
                  <a:pt x="123887" y="62137"/>
                  <a:pt x="127884" y="57251"/>
                </a:cubicBezTo>
                <a:cubicBezTo>
                  <a:pt x="131882" y="52365"/>
                  <a:pt x="136786" y="48486"/>
                  <a:pt x="142594" y="45616"/>
                </a:cubicBezTo>
                <a:cubicBezTo>
                  <a:pt x="148403" y="42746"/>
                  <a:pt x="154998" y="41311"/>
                  <a:pt x="162378" y="41311"/>
                </a:cubicBezTo>
                <a:cubicBezTo>
                  <a:pt x="169554" y="41311"/>
                  <a:pt x="175910" y="42438"/>
                  <a:pt x="181445" y="44694"/>
                </a:cubicBezTo>
                <a:cubicBezTo>
                  <a:pt x="186980" y="46949"/>
                  <a:pt x="191645" y="50144"/>
                  <a:pt x="195437" y="54278"/>
                </a:cubicBezTo>
                <a:cubicBezTo>
                  <a:pt x="199230" y="58413"/>
                  <a:pt x="202100" y="63436"/>
                  <a:pt x="204048" y="69347"/>
                </a:cubicBezTo>
                <a:cubicBezTo>
                  <a:pt x="205996" y="75258"/>
                  <a:pt x="206970" y="81870"/>
                  <a:pt x="206970" y="89182"/>
                </a:cubicBezTo>
                <a:moveTo>
                  <a:pt x="188416" y="86620"/>
                </a:moveTo>
                <a:cubicBezTo>
                  <a:pt x="188621" y="82041"/>
                  <a:pt x="188176" y="77855"/>
                  <a:pt x="187083" y="74062"/>
                </a:cubicBezTo>
                <a:cubicBezTo>
                  <a:pt x="185990" y="70269"/>
                  <a:pt x="184298" y="67006"/>
                  <a:pt x="182009" y="64273"/>
                </a:cubicBezTo>
                <a:cubicBezTo>
                  <a:pt x="179719" y="61539"/>
                  <a:pt x="176866" y="59404"/>
                  <a:pt x="173449" y="57866"/>
                </a:cubicBezTo>
                <a:cubicBezTo>
                  <a:pt x="170032" y="56328"/>
                  <a:pt x="166069" y="55560"/>
                  <a:pt x="161558" y="55560"/>
                </a:cubicBezTo>
                <a:cubicBezTo>
                  <a:pt x="157663" y="55560"/>
                  <a:pt x="154109" y="56311"/>
                  <a:pt x="150898" y="57815"/>
                </a:cubicBezTo>
                <a:cubicBezTo>
                  <a:pt x="147686" y="59318"/>
                  <a:pt x="144918" y="61437"/>
                  <a:pt x="142594" y="64170"/>
                </a:cubicBezTo>
                <a:cubicBezTo>
                  <a:pt x="140271" y="66904"/>
                  <a:pt x="138391" y="70184"/>
                  <a:pt x="136956" y="74011"/>
                </a:cubicBezTo>
                <a:cubicBezTo>
                  <a:pt x="135521" y="77838"/>
                  <a:pt x="134633" y="82041"/>
                  <a:pt x="134291" y="86620"/>
                </a:cubicBezTo>
                <a:lnTo>
                  <a:pt x="188416" y="86620"/>
                </a:lnTo>
                <a:close/>
                <a:moveTo>
                  <a:pt x="326192" y="17836"/>
                </a:moveTo>
                <a:cubicBezTo>
                  <a:pt x="316830" y="15855"/>
                  <a:pt x="308766" y="14864"/>
                  <a:pt x="302000" y="14864"/>
                </a:cubicBezTo>
                <a:cubicBezTo>
                  <a:pt x="285940" y="14864"/>
                  <a:pt x="277911" y="23269"/>
                  <a:pt x="277911" y="40081"/>
                </a:cubicBezTo>
                <a:lnTo>
                  <a:pt x="277911" y="58122"/>
                </a:lnTo>
                <a:lnTo>
                  <a:pt x="323014" y="58122"/>
                </a:lnTo>
                <a:lnTo>
                  <a:pt x="323014" y="72986"/>
                </a:lnTo>
                <a:lnTo>
                  <a:pt x="277911" y="72986"/>
                </a:lnTo>
                <a:lnTo>
                  <a:pt x="277911" y="146074"/>
                </a:lnTo>
                <a:lnTo>
                  <a:pt x="259767" y="146074"/>
                </a:lnTo>
                <a:lnTo>
                  <a:pt x="259767" y="72986"/>
                </a:lnTo>
                <a:lnTo>
                  <a:pt x="226656" y="72986"/>
                </a:lnTo>
                <a:lnTo>
                  <a:pt x="226656" y="58122"/>
                </a:lnTo>
                <a:lnTo>
                  <a:pt x="259767" y="58122"/>
                </a:lnTo>
                <a:lnTo>
                  <a:pt x="259767" y="41106"/>
                </a:lnTo>
                <a:cubicBezTo>
                  <a:pt x="259767" y="13702"/>
                  <a:pt x="274049" y="0"/>
                  <a:pt x="302615" y="0"/>
                </a:cubicBezTo>
                <a:cubicBezTo>
                  <a:pt x="309722" y="0"/>
                  <a:pt x="317581" y="820"/>
                  <a:pt x="326192" y="2460"/>
                </a:cubicBezTo>
                <a:lnTo>
                  <a:pt x="326192" y="17836"/>
                </a:lnTo>
                <a:moveTo>
                  <a:pt x="218456" y="43156"/>
                </a:moveTo>
                <a:lnTo>
                  <a:pt x="218456" y="43156"/>
                </a:lnTo>
                <a:close/>
              </a:path>
            </a:pathLst>
          </a:custGeom>
          <a:solidFill xmlns:a="http://schemas.openxmlformats.org/drawingml/2006/main">
            <a:srgbClr val="D130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two_sum">
            <a:extLst xmlns:a="http://schemas.openxmlformats.org/drawingml/2006/main">
              <a:ext uri="{FF2B5EF4-FFF2-40B4-BE49-F238E27FC236}">
                <a16:creationId xmlns:a16="http://schemas.microsoft.com/office/drawing/2014/main" id="{138816D3-BCBB-44C1-8A0B-349BAE2F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65" y="630348"/>
            <a:ext cx="788613" cy="177852"/>
          </a:xfrm>
          <a:custGeom xmlns:a="http://schemas.openxmlformats.org/drawingml/2006/main">
            <a:pathLst>
              <a:path w="788613" h="177852">
                <a:moveTo>
                  <a:pt x="92873" y="134388"/>
                </a:moveTo>
                <a:cubicBezTo>
                  <a:pt x="88841" y="135414"/>
                  <a:pt x="84672" y="136148"/>
                  <a:pt x="80367" y="136592"/>
                </a:cubicBezTo>
                <a:cubicBezTo>
                  <a:pt x="76061" y="137037"/>
                  <a:pt x="71687" y="137259"/>
                  <a:pt x="67245" y="137259"/>
                </a:cubicBezTo>
                <a:cubicBezTo>
                  <a:pt x="54329" y="137259"/>
                  <a:pt x="44694" y="134337"/>
                  <a:pt x="38338" y="128494"/>
                </a:cubicBezTo>
                <a:cubicBezTo>
                  <a:pt x="31983" y="122651"/>
                  <a:pt x="28805" y="113682"/>
                  <a:pt x="28805" y="101586"/>
                </a:cubicBezTo>
                <a:lnTo>
                  <a:pt x="28805" y="47871"/>
                </a:lnTo>
                <a:lnTo>
                  <a:pt x="0" y="47871"/>
                </a:lnTo>
                <a:lnTo>
                  <a:pt x="0" y="32905"/>
                </a:lnTo>
                <a:lnTo>
                  <a:pt x="28805" y="32905"/>
                </a:lnTo>
                <a:lnTo>
                  <a:pt x="28805" y="4613"/>
                </a:lnTo>
                <a:lnTo>
                  <a:pt x="46641" y="0"/>
                </a:lnTo>
                <a:lnTo>
                  <a:pt x="46641" y="32905"/>
                </a:lnTo>
                <a:lnTo>
                  <a:pt x="92873" y="32905"/>
                </a:lnTo>
                <a:lnTo>
                  <a:pt x="92873" y="47871"/>
                </a:lnTo>
                <a:lnTo>
                  <a:pt x="46641" y="47871"/>
                </a:lnTo>
                <a:lnTo>
                  <a:pt x="46641" y="100151"/>
                </a:lnTo>
                <a:cubicBezTo>
                  <a:pt x="46641" y="107531"/>
                  <a:pt x="48606" y="113050"/>
                  <a:pt x="52536" y="116706"/>
                </a:cubicBezTo>
                <a:cubicBezTo>
                  <a:pt x="56465" y="120362"/>
                  <a:pt x="62257" y="122190"/>
                  <a:pt x="69911" y="122190"/>
                </a:cubicBezTo>
                <a:cubicBezTo>
                  <a:pt x="73191" y="122190"/>
                  <a:pt x="76779" y="121934"/>
                  <a:pt x="80674" y="121421"/>
                </a:cubicBezTo>
                <a:cubicBezTo>
                  <a:pt x="84569" y="120909"/>
                  <a:pt x="88636" y="120106"/>
                  <a:pt x="92873" y="119012"/>
                </a:cubicBezTo>
                <a:lnTo>
                  <a:pt x="92873" y="134388"/>
                </a:lnTo>
                <a:close/>
                <a:moveTo>
                  <a:pt x="220091" y="32905"/>
                </a:moveTo>
                <a:lnTo>
                  <a:pt x="205124" y="135824"/>
                </a:lnTo>
                <a:lnTo>
                  <a:pt x="183495" y="135824"/>
                </a:lnTo>
                <a:lnTo>
                  <a:pt x="168631" y="92770"/>
                </a:lnTo>
                <a:lnTo>
                  <a:pt x="165659" y="82314"/>
                </a:lnTo>
                <a:lnTo>
                  <a:pt x="162276" y="93385"/>
                </a:lnTo>
                <a:lnTo>
                  <a:pt x="148027" y="135824"/>
                </a:lnTo>
                <a:lnTo>
                  <a:pt x="127013" y="135824"/>
                </a:lnTo>
                <a:lnTo>
                  <a:pt x="112149" y="32905"/>
                </a:lnTo>
                <a:lnTo>
                  <a:pt x="129576" y="32905"/>
                </a:lnTo>
                <a:lnTo>
                  <a:pt x="138187" y="102816"/>
                </a:lnTo>
                <a:lnTo>
                  <a:pt x="140032" y="118397"/>
                </a:lnTo>
                <a:lnTo>
                  <a:pt x="144440" y="104764"/>
                </a:lnTo>
                <a:lnTo>
                  <a:pt x="159406" y="58532"/>
                </a:lnTo>
                <a:lnTo>
                  <a:pt x="172219" y="58532"/>
                </a:lnTo>
                <a:lnTo>
                  <a:pt x="188313" y="104148"/>
                </a:lnTo>
                <a:lnTo>
                  <a:pt x="192926" y="117782"/>
                </a:lnTo>
                <a:lnTo>
                  <a:pt x="194464" y="103328"/>
                </a:lnTo>
                <a:lnTo>
                  <a:pt x="202459" y="32905"/>
                </a:lnTo>
                <a:lnTo>
                  <a:pt x="220091" y="32905"/>
                </a:lnTo>
                <a:close/>
                <a:moveTo>
                  <a:pt x="329165" y="83544"/>
                </a:moveTo>
                <a:cubicBezTo>
                  <a:pt x="329165" y="91540"/>
                  <a:pt x="328037" y="98869"/>
                  <a:pt x="325782" y="105532"/>
                </a:cubicBezTo>
                <a:cubicBezTo>
                  <a:pt x="323527" y="112195"/>
                  <a:pt x="320281" y="117902"/>
                  <a:pt x="316044" y="122651"/>
                </a:cubicBezTo>
                <a:cubicBezTo>
                  <a:pt x="311807" y="127401"/>
                  <a:pt x="306647" y="131091"/>
                  <a:pt x="300565" y="133722"/>
                </a:cubicBezTo>
                <a:cubicBezTo>
                  <a:pt x="294483" y="136353"/>
                  <a:pt x="287581" y="137669"/>
                  <a:pt x="279858" y="137669"/>
                </a:cubicBezTo>
                <a:cubicBezTo>
                  <a:pt x="272478" y="137669"/>
                  <a:pt x="265866" y="136524"/>
                  <a:pt x="260023" y="134235"/>
                </a:cubicBezTo>
                <a:cubicBezTo>
                  <a:pt x="254180" y="131945"/>
                  <a:pt x="249225" y="128580"/>
                  <a:pt x="245159" y="124138"/>
                </a:cubicBezTo>
                <a:cubicBezTo>
                  <a:pt x="241093" y="119696"/>
                  <a:pt x="237984" y="114194"/>
                  <a:pt x="235831" y="107634"/>
                </a:cubicBezTo>
                <a:cubicBezTo>
                  <a:pt x="233678" y="101073"/>
                  <a:pt x="232602" y="93522"/>
                  <a:pt x="232602" y="84979"/>
                </a:cubicBezTo>
                <a:cubicBezTo>
                  <a:pt x="232602" y="76984"/>
                  <a:pt x="233729" y="69689"/>
                  <a:pt x="235985" y="63094"/>
                </a:cubicBezTo>
                <a:cubicBezTo>
                  <a:pt x="238240" y="56499"/>
                  <a:pt x="241486" y="50827"/>
                  <a:pt x="245723" y="46077"/>
                </a:cubicBezTo>
                <a:cubicBezTo>
                  <a:pt x="249960" y="41328"/>
                  <a:pt x="255120" y="37638"/>
                  <a:pt x="261202" y="35007"/>
                </a:cubicBezTo>
                <a:cubicBezTo>
                  <a:pt x="267284" y="32376"/>
                  <a:pt x="274186" y="31060"/>
                  <a:pt x="281908" y="31060"/>
                </a:cubicBezTo>
                <a:cubicBezTo>
                  <a:pt x="289289" y="31060"/>
                  <a:pt x="295901" y="32205"/>
                  <a:pt x="301744" y="34494"/>
                </a:cubicBezTo>
                <a:cubicBezTo>
                  <a:pt x="307587" y="36783"/>
                  <a:pt x="312541" y="40132"/>
                  <a:pt x="316607" y="44540"/>
                </a:cubicBezTo>
                <a:cubicBezTo>
                  <a:pt x="320674" y="48948"/>
                  <a:pt x="323783" y="54432"/>
                  <a:pt x="325936" y="60992"/>
                </a:cubicBezTo>
                <a:cubicBezTo>
                  <a:pt x="328088" y="67553"/>
                  <a:pt x="329165" y="75070"/>
                  <a:pt x="329165" y="83544"/>
                </a:cubicBezTo>
                <a:moveTo>
                  <a:pt x="310918" y="84364"/>
                </a:moveTo>
                <a:cubicBezTo>
                  <a:pt x="310918" y="78009"/>
                  <a:pt x="310218" y="72456"/>
                  <a:pt x="308817" y="67707"/>
                </a:cubicBezTo>
                <a:cubicBezTo>
                  <a:pt x="307416" y="62957"/>
                  <a:pt x="305417" y="58994"/>
                  <a:pt x="302820" y="55816"/>
                </a:cubicBezTo>
                <a:cubicBezTo>
                  <a:pt x="300223" y="52638"/>
                  <a:pt x="297063" y="50246"/>
                  <a:pt x="293338" y="48640"/>
                </a:cubicBezTo>
                <a:cubicBezTo>
                  <a:pt x="289614" y="47034"/>
                  <a:pt x="285462" y="46231"/>
                  <a:pt x="280883" y="46231"/>
                </a:cubicBezTo>
                <a:cubicBezTo>
                  <a:pt x="275553" y="46231"/>
                  <a:pt x="270991" y="47273"/>
                  <a:pt x="267198" y="49358"/>
                </a:cubicBezTo>
                <a:cubicBezTo>
                  <a:pt x="263406" y="51442"/>
                  <a:pt x="260296" y="54227"/>
                  <a:pt x="257870" y="57712"/>
                </a:cubicBezTo>
                <a:cubicBezTo>
                  <a:pt x="255444" y="61197"/>
                  <a:pt x="253667" y="65247"/>
                  <a:pt x="252540" y="69859"/>
                </a:cubicBezTo>
                <a:cubicBezTo>
                  <a:pt x="251412" y="74472"/>
                  <a:pt x="250848" y="79307"/>
                  <a:pt x="250848" y="84364"/>
                </a:cubicBezTo>
                <a:cubicBezTo>
                  <a:pt x="250848" y="90720"/>
                  <a:pt x="251549" y="96290"/>
                  <a:pt x="252950" y="101073"/>
                </a:cubicBezTo>
                <a:cubicBezTo>
                  <a:pt x="254351" y="105857"/>
                  <a:pt x="256350" y="109838"/>
                  <a:pt x="258947" y="113015"/>
                </a:cubicBezTo>
                <a:cubicBezTo>
                  <a:pt x="261543" y="116193"/>
                  <a:pt x="264687" y="118585"/>
                  <a:pt x="268377" y="120191"/>
                </a:cubicBezTo>
                <a:cubicBezTo>
                  <a:pt x="272068" y="121797"/>
                  <a:pt x="276236" y="122600"/>
                  <a:pt x="280883" y="122600"/>
                </a:cubicBezTo>
                <a:cubicBezTo>
                  <a:pt x="286214" y="122600"/>
                  <a:pt x="290775" y="121558"/>
                  <a:pt x="294568" y="119473"/>
                </a:cubicBezTo>
                <a:cubicBezTo>
                  <a:pt x="298361" y="117389"/>
                  <a:pt x="301470" y="114604"/>
                  <a:pt x="303896" y="111119"/>
                </a:cubicBezTo>
                <a:cubicBezTo>
                  <a:pt x="306322" y="107634"/>
                  <a:pt x="308099" y="103585"/>
                  <a:pt x="309227" y="98972"/>
                </a:cubicBezTo>
                <a:cubicBezTo>
                  <a:pt x="310354" y="94359"/>
                  <a:pt x="310918" y="89490"/>
                  <a:pt x="310918" y="84364"/>
                </a:cubicBezTo>
                <a:close/>
                <a:moveTo>
                  <a:pt x="453395" y="177852"/>
                </a:moveTo>
                <a:lnTo>
                  <a:pt x="337970" y="177852"/>
                </a:lnTo>
                <a:lnTo>
                  <a:pt x="337970" y="163091"/>
                </a:lnTo>
                <a:lnTo>
                  <a:pt x="453395" y="163091"/>
                </a:lnTo>
                <a:lnTo>
                  <a:pt x="453395" y="177852"/>
                </a:lnTo>
                <a:close/>
                <a:moveTo>
                  <a:pt x="550680" y="107736"/>
                </a:moveTo>
                <a:cubicBezTo>
                  <a:pt x="550680" y="111358"/>
                  <a:pt x="550065" y="114604"/>
                  <a:pt x="548835" y="117475"/>
                </a:cubicBezTo>
                <a:cubicBezTo>
                  <a:pt x="547605" y="120345"/>
                  <a:pt x="545931" y="122890"/>
                  <a:pt x="543812" y="125111"/>
                </a:cubicBezTo>
                <a:cubicBezTo>
                  <a:pt x="541694" y="127332"/>
                  <a:pt x="539234" y="129229"/>
                  <a:pt x="536432" y="130801"/>
                </a:cubicBezTo>
                <a:cubicBezTo>
                  <a:pt x="533630" y="132372"/>
                  <a:pt x="530640" y="133671"/>
                  <a:pt x="527462" y="134696"/>
                </a:cubicBezTo>
                <a:cubicBezTo>
                  <a:pt x="524284" y="135721"/>
                  <a:pt x="521021" y="136473"/>
                  <a:pt x="517673" y="136951"/>
                </a:cubicBezTo>
                <a:cubicBezTo>
                  <a:pt x="514324" y="137430"/>
                  <a:pt x="511044" y="137669"/>
                  <a:pt x="507832" y="137669"/>
                </a:cubicBezTo>
                <a:cubicBezTo>
                  <a:pt x="500861" y="137669"/>
                  <a:pt x="494454" y="137361"/>
                  <a:pt x="488612" y="136746"/>
                </a:cubicBezTo>
                <a:cubicBezTo>
                  <a:pt x="482769" y="136131"/>
                  <a:pt x="477045" y="135140"/>
                  <a:pt x="471441" y="133773"/>
                </a:cubicBezTo>
                <a:lnTo>
                  <a:pt x="471441" y="117372"/>
                </a:lnTo>
                <a:cubicBezTo>
                  <a:pt x="477455" y="119081"/>
                  <a:pt x="483435" y="120379"/>
                  <a:pt x="489380" y="121267"/>
                </a:cubicBezTo>
                <a:cubicBezTo>
                  <a:pt x="495326" y="122156"/>
                  <a:pt x="501237" y="122600"/>
                  <a:pt x="507114" y="122600"/>
                </a:cubicBezTo>
                <a:cubicBezTo>
                  <a:pt x="515657" y="122600"/>
                  <a:pt x="521978" y="121438"/>
                  <a:pt x="526078" y="119115"/>
                </a:cubicBezTo>
                <a:cubicBezTo>
                  <a:pt x="530179" y="116791"/>
                  <a:pt x="532229" y="113477"/>
                  <a:pt x="532229" y="109171"/>
                </a:cubicBezTo>
                <a:cubicBezTo>
                  <a:pt x="532229" y="107326"/>
                  <a:pt x="531904" y="105669"/>
                  <a:pt x="531255" y="104200"/>
                </a:cubicBezTo>
                <a:cubicBezTo>
                  <a:pt x="530606" y="102730"/>
                  <a:pt x="529427" y="101329"/>
                  <a:pt x="527718" y="99997"/>
                </a:cubicBezTo>
                <a:cubicBezTo>
                  <a:pt x="526010" y="98664"/>
                  <a:pt x="523362" y="97280"/>
                  <a:pt x="519774" y="95845"/>
                </a:cubicBezTo>
                <a:cubicBezTo>
                  <a:pt x="516186" y="94410"/>
                  <a:pt x="511283" y="92770"/>
                  <a:pt x="505064" y="90925"/>
                </a:cubicBezTo>
                <a:cubicBezTo>
                  <a:pt x="500417" y="89558"/>
                  <a:pt x="496129" y="88003"/>
                  <a:pt x="492199" y="86261"/>
                </a:cubicBezTo>
                <a:cubicBezTo>
                  <a:pt x="488270" y="84518"/>
                  <a:pt x="484870" y="82451"/>
                  <a:pt x="482000" y="80059"/>
                </a:cubicBezTo>
                <a:cubicBezTo>
                  <a:pt x="479130" y="77667"/>
                  <a:pt x="476874" y="74865"/>
                  <a:pt x="475234" y="71653"/>
                </a:cubicBezTo>
                <a:cubicBezTo>
                  <a:pt x="473594" y="68441"/>
                  <a:pt x="472774" y="64649"/>
                  <a:pt x="472774" y="60275"/>
                </a:cubicBezTo>
                <a:cubicBezTo>
                  <a:pt x="472774" y="57405"/>
                  <a:pt x="473440" y="54261"/>
                  <a:pt x="474773" y="50844"/>
                </a:cubicBezTo>
                <a:cubicBezTo>
                  <a:pt x="476106" y="47427"/>
                  <a:pt x="478378" y="44249"/>
                  <a:pt x="481590" y="41311"/>
                </a:cubicBezTo>
                <a:cubicBezTo>
                  <a:pt x="484802" y="38372"/>
                  <a:pt x="489141" y="35929"/>
                  <a:pt x="494608" y="33982"/>
                </a:cubicBezTo>
                <a:cubicBezTo>
                  <a:pt x="500075" y="32034"/>
                  <a:pt x="506909" y="31060"/>
                  <a:pt x="515110" y="31060"/>
                </a:cubicBezTo>
                <a:cubicBezTo>
                  <a:pt x="519142" y="31060"/>
                  <a:pt x="523618" y="31282"/>
                  <a:pt x="528539" y="31726"/>
                </a:cubicBezTo>
                <a:cubicBezTo>
                  <a:pt x="533459" y="32171"/>
                  <a:pt x="538584" y="32939"/>
                  <a:pt x="543915" y="34033"/>
                </a:cubicBezTo>
                <a:lnTo>
                  <a:pt x="543915" y="49922"/>
                </a:lnTo>
                <a:cubicBezTo>
                  <a:pt x="538311" y="48555"/>
                  <a:pt x="532998" y="47547"/>
                  <a:pt x="527975" y="46898"/>
                </a:cubicBezTo>
                <a:cubicBezTo>
                  <a:pt x="522952" y="46248"/>
                  <a:pt x="518595" y="45924"/>
                  <a:pt x="514905" y="45924"/>
                </a:cubicBezTo>
                <a:cubicBezTo>
                  <a:pt x="510463" y="45924"/>
                  <a:pt x="506721" y="46265"/>
                  <a:pt x="503680" y="46949"/>
                </a:cubicBezTo>
                <a:cubicBezTo>
                  <a:pt x="500639" y="47632"/>
                  <a:pt x="498179" y="48572"/>
                  <a:pt x="496300" y="49768"/>
                </a:cubicBezTo>
                <a:cubicBezTo>
                  <a:pt x="494420" y="50964"/>
                  <a:pt x="493071" y="52365"/>
                  <a:pt x="492251" y="53971"/>
                </a:cubicBezTo>
                <a:cubicBezTo>
                  <a:pt x="491431" y="55577"/>
                  <a:pt x="491020" y="57302"/>
                  <a:pt x="491020" y="59147"/>
                </a:cubicBezTo>
                <a:cubicBezTo>
                  <a:pt x="491020" y="60992"/>
                  <a:pt x="491379" y="62667"/>
                  <a:pt x="492097" y="64170"/>
                </a:cubicBezTo>
                <a:cubicBezTo>
                  <a:pt x="492814" y="65674"/>
                  <a:pt x="494147" y="67126"/>
                  <a:pt x="496095" y="68527"/>
                </a:cubicBezTo>
                <a:cubicBezTo>
                  <a:pt x="498042" y="69928"/>
                  <a:pt x="500759" y="71329"/>
                  <a:pt x="504244" y="72730"/>
                </a:cubicBezTo>
                <a:cubicBezTo>
                  <a:pt x="507729" y="74131"/>
                  <a:pt x="512274" y="75651"/>
                  <a:pt x="517878" y="77291"/>
                </a:cubicBezTo>
                <a:cubicBezTo>
                  <a:pt x="523960" y="79068"/>
                  <a:pt x="529085" y="80930"/>
                  <a:pt x="533254" y="82878"/>
                </a:cubicBezTo>
                <a:cubicBezTo>
                  <a:pt x="537423" y="84826"/>
                  <a:pt x="540805" y="86995"/>
                  <a:pt x="543402" y="89387"/>
                </a:cubicBezTo>
                <a:cubicBezTo>
                  <a:pt x="545999" y="91779"/>
                  <a:pt x="547861" y="94479"/>
                  <a:pt x="548989" y="97485"/>
                </a:cubicBezTo>
                <a:cubicBezTo>
                  <a:pt x="550117" y="100492"/>
                  <a:pt x="550680" y="103909"/>
                  <a:pt x="550680" y="107736"/>
                </a:cubicBezTo>
                <a:close/>
                <a:moveTo>
                  <a:pt x="666725" y="135824"/>
                </a:moveTo>
                <a:lnTo>
                  <a:pt x="650734" y="135824"/>
                </a:lnTo>
                <a:lnTo>
                  <a:pt x="650119" y="119217"/>
                </a:lnTo>
                <a:cubicBezTo>
                  <a:pt x="647043" y="122771"/>
                  <a:pt x="644122" y="125726"/>
                  <a:pt x="641354" y="128084"/>
                </a:cubicBezTo>
                <a:cubicBezTo>
                  <a:pt x="638586" y="130442"/>
                  <a:pt x="635836" y="132338"/>
                  <a:pt x="633102" y="133773"/>
                </a:cubicBezTo>
                <a:cubicBezTo>
                  <a:pt x="630369" y="135208"/>
                  <a:pt x="627618" y="136216"/>
                  <a:pt x="624850" y="136797"/>
                </a:cubicBezTo>
                <a:cubicBezTo>
                  <a:pt x="622083" y="137378"/>
                  <a:pt x="619161" y="137669"/>
                  <a:pt x="616086" y="137669"/>
                </a:cubicBezTo>
                <a:cubicBezTo>
                  <a:pt x="605493" y="137669"/>
                  <a:pt x="597498" y="134559"/>
                  <a:pt x="592099" y="128340"/>
                </a:cubicBezTo>
                <a:cubicBezTo>
                  <a:pt x="586700" y="122122"/>
                  <a:pt x="584001" y="112725"/>
                  <a:pt x="584001" y="100151"/>
                </a:cubicBezTo>
                <a:lnTo>
                  <a:pt x="584001" y="32905"/>
                </a:lnTo>
                <a:lnTo>
                  <a:pt x="601837" y="32905"/>
                </a:lnTo>
                <a:lnTo>
                  <a:pt x="601837" y="98716"/>
                </a:lnTo>
                <a:cubicBezTo>
                  <a:pt x="601837" y="114502"/>
                  <a:pt x="607783" y="122395"/>
                  <a:pt x="619674" y="122395"/>
                </a:cubicBezTo>
                <a:cubicBezTo>
                  <a:pt x="621860" y="122395"/>
                  <a:pt x="623996" y="122070"/>
                  <a:pt x="626080" y="121421"/>
                </a:cubicBezTo>
                <a:cubicBezTo>
                  <a:pt x="628165" y="120772"/>
                  <a:pt x="630352" y="119644"/>
                  <a:pt x="632641" y="118038"/>
                </a:cubicBezTo>
                <a:cubicBezTo>
                  <a:pt x="634930" y="116432"/>
                  <a:pt x="637390" y="114263"/>
                  <a:pt x="640021" y="111529"/>
                </a:cubicBezTo>
                <a:cubicBezTo>
                  <a:pt x="642653" y="108796"/>
                  <a:pt x="645608" y="105344"/>
                  <a:pt x="648888" y="101176"/>
                </a:cubicBezTo>
                <a:lnTo>
                  <a:pt x="648888" y="32905"/>
                </a:lnTo>
                <a:lnTo>
                  <a:pt x="666725" y="32905"/>
                </a:lnTo>
                <a:lnTo>
                  <a:pt x="666725" y="135824"/>
                </a:lnTo>
                <a:close/>
                <a:moveTo>
                  <a:pt x="772211" y="135824"/>
                </a:moveTo>
                <a:lnTo>
                  <a:pt x="772211" y="61915"/>
                </a:lnTo>
                <a:cubicBezTo>
                  <a:pt x="772211" y="58703"/>
                  <a:pt x="772092" y="56072"/>
                  <a:pt x="771852" y="54022"/>
                </a:cubicBezTo>
                <a:cubicBezTo>
                  <a:pt x="771613" y="51972"/>
                  <a:pt x="771237" y="50349"/>
                  <a:pt x="770725" y="49153"/>
                </a:cubicBezTo>
                <a:cubicBezTo>
                  <a:pt x="770212" y="47957"/>
                  <a:pt x="769563" y="47120"/>
                  <a:pt x="768777" y="46641"/>
                </a:cubicBezTo>
                <a:cubicBezTo>
                  <a:pt x="767991" y="46163"/>
                  <a:pt x="767018" y="45924"/>
                  <a:pt x="765856" y="45924"/>
                </a:cubicBezTo>
                <a:cubicBezTo>
                  <a:pt x="764489" y="45924"/>
                  <a:pt x="763225" y="46334"/>
                  <a:pt x="762063" y="47154"/>
                </a:cubicBezTo>
                <a:cubicBezTo>
                  <a:pt x="760901" y="47974"/>
                  <a:pt x="759654" y="49307"/>
                  <a:pt x="758321" y="51152"/>
                </a:cubicBezTo>
                <a:cubicBezTo>
                  <a:pt x="756989" y="52997"/>
                  <a:pt x="755519" y="55440"/>
                  <a:pt x="753914" y="58481"/>
                </a:cubicBezTo>
                <a:cubicBezTo>
                  <a:pt x="752308" y="61522"/>
                  <a:pt x="750411" y="65264"/>
                  <a:pt x="748224" y="69706"/>
                </a:cubicBezTo>
                <a:lnTo>
                  <a:pt x="748224" y="135824"/>
                </a:lnTo>
                <a:lnTo>
                  <a:pt x="731925" y="135824"/>
                </a:lnTo>
                <a:lnTo>
                  <a:pt x="731925" y="63863"/>
                </a:lnTo>
                <a:cubicBezTo>
                  <a:pt x="731925" y="60104"/>
                  <a:pt x="731806" y="57063"/>
                  <a:pt x="731567" y="54739"/>
                </a:cubicBezTo>
                <a:cubicBezTo>
                  <a:pt x="731328" y="52416"/>
                  <a:pt x="730952" y="50605"/>
                  <a:pt x="730439" y="49307"/>
                </a:cubicBezTo>
                <a:cubicBezTo>
                  <a:pt x="729927" y="48008"/>
                  <a:pt x="729260" y="47120"/>
                  <a:pt x="728440" y="46641"/>
                </a:cubicBezTo>
                <a:cubicBezTo>
                  <a:pt x="727620" y="46163"/>
                  <a:pt x="726629" y="45924"/>
                  <a:pt x="725467" y="45924"/>
                </a:cubicBezTo>
                <a:cubicBezTo>
                  <a:pt x="724237" y="45924"/>
                  <a:pt x="723076" y="46265"/>
                  <a:pt x="721982" y="46949"/>
                </a:cubicBezTo>
                <a:cubicBezTo>
                  <a:pt x="720889" y="47632"/>
                  <a:pt x="719676" y="48862"/>
                  <a:pt x="718343" y="50639"/>
                </a:cubicBezTo>
                <a:cubicBezTo>
                  <a:pt x="717011" y="52416"/>
                  <a:pt x="715524" y="54842"/>
                  <a:pt x="713884" y="57917"/>
                </a:cubicBezTo>
                <a:cubicBezTo>
                  <a:pt x="712244" y="60992"/>
                  <a:pt x="710296" y="64922"/>
                  <a:pt x="708041" y="69706"/>
                </a:cubicBezTo>
                <a:lnTo>
                  <a:pt x="708041" y="135824"/>
                </a:lnTo>
                <a:lnTo>
                  <a:pt x="691640" y="135824"/>
                </a:lnTo>
                <a:lnTo>
                  <a:pt x="691640" y="32905"/>
                </a:lnTo>
                <a:lnTo>
                  <a:pt x="705273" y="32905"/>
                </a:lnTo>
                <a:lnTo>
                  <a:pt x="706093" y="52484"/>
                </a:lnTo>
                <a:cubicBezTo>
                  <a:pt x="707870" y="48589"/>
                  <a:pt x="709596" y="45275"/>
                  <a:pt x="711270" y="42541"/>
                </a:cubicBezTo>
                <a:cubicBezTo>
                  <a:pt x="712944" y="39807"/>
                  <a:pt x="714670" y="37603"/>
                  <a:pt x="716447" y="35929"/>
                </a:cubicBezTo>
                <a:cubicBezTo>
                  <a:pt x="718224" y="34255"/>
                  <a:pt x="720120" y="33025"/>
                  <a:pt x="722136" y="32239"/>
                </a:cubicBezTo>
                <a:cubicBezTo>
                  <a:pt x="724152" y="31453"/>
                  <a:pt x="726390" y="31060"/>
                  <a:pt x="728850" y="31060"/>
                </a:cubicBezTo>
                <a:cubicBezTo>
                  <a:pt x="734386" y="31060"/>
                  <a:pt x="738589" y="32871"/>
                  <a:pt x="741459" y="36493"/>
                </a:cubicBezTo>
                <a:cubicBezTo>
                  <a:pt x="744329" y="40115"/>
                  <a:pt x="745764" y="45719"/>
                  <a:pt x="745764" y="53304"/>
                </a:cubicBezTo>
                <a:cubicBezTo>
                  <a:pt x="747404" y="49751"/>
                  <a:pt x="749010" y="46590"/>
                  <a:pt x="750582" y="43822"/>
                </a:cubicBezTo>
                <a:cubicBezTo>
                  <a:pt x="752154" y="41055"/>
                  <a:pt x="753845" y="38731"/>
                  <a:pt x="755656" y="36852"/>
                </a:cubicBezTo>
                <a:cubicBezTo>
                  <a:pt x="757467" y="34972"/>
                  <a:pt x="759466" y="33537"/>
                  <a:pt x="761653" y="32546"/>
                </a:cubicBezTo>
                <a:cubicBezTo>
                  <a:pt x="763840" y="31555"/>
                  <a:pt x="766368" y="31060"/>
                  <a:pt x="769239" y="31060"/>
                </a:cubicBezTo>
                <a:cubicBezTo>
                  <a:pt x="782155" y="31060"/>
                  <a:pt x="788613" y="41003"/>
                  <a:pt x="788613" y="60890"/>
                </a:cubicBezTo>
                <a:lnTo>
                  <a:pt x="788613" y="135824"/>
                </a:lnTo>
                <a:lnTo>
                  <a:pt x="772211" y="135824"/>
                </a:lnTo>
                <a:close/>
              </a:path>
            </a:pathLst>
          </a:custGeom>
          <a:solidFill xmlns:a="http://schemas.openxmlformats.org/drawingml/2006/main">
            <a:srgbClr val="6134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(nums:list[int],target:int)">
            <a:extLst xmlns:a="http://schemas.openxmlformats.org/drawingml/2006/main">
              <a:ext uri="{FF2B5EF4-FFF2-40B4-BE49-F238E27FC236}">
                <a16:creationId xmlns:a16="http://schemas.microsoft.com/office/drawing/2014/main" id="{90AC97EC-BA1F-4F2E-9190-916542D9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225" y="613537"/>
            <a:ext cx="3383390" cy="195688"/>
          </a:xfrm>
          <a:custGeom xmlns:a="http://schemas.openxmlformats.org/drawingml/2006/main">
            <a:pathLst>
              <a:path w="3383390" h="195688">
                <a:moveTo>
                  <a:pt x="47256" y="195688"/>
                </a:moveTo>
                <a:cubicBezTo>
                  <a:pt x="15752" y="166508"/>
                  <a:pt x="0" y="134252"/>
                  <a:pt x="0" y="98921"/>
                </a:cubicBezTo>
                <a:cubicBezTo>
                  <a:pt x="0" y="90652"/>
                  <a:pt x="837" y="82400"/>
                  <a:pt x="2511" y="74165"/>
                </a:cubicBezTo>
                <a:cubicBezTo>
                  <a:pt x="4186" y="65930"/>
                  <a:pt x="6885" y="57678"/>
                  <a:pt x="10610" y="49409"/>
                </a:cubicBezTo>
                <a:cubicBezTo>
                  <a:pt x="14334" y="41140"/>
                  <a:pt x="19254" y="32871"/>
                  <a:pt x="25371" y="24602"/>
                </a:cubicBezTo>
                <a:cubicBezTo>
                  <a:pt x="31487" y="16333"/>
                  <a:pt x="38919" y="8132"/>
                  <a:pt x="47666" y="0"/>
                </a:cubicBezTo>
                <a:lnTo>
                  <a:pt x="58020" y="10558"/>
                </a:lnTo>
                <a:cubicBezTo>
                  <a:pt x="31504" y="36732"/>
                  <a:pt x="18246" y="65742"/>
                  <a:pt x="18246" y="97588"/>
                </a:cubicBezTo>
                <a:cubicBezTo>
                  <a:pt x="18246" y="113443"/>
                  <a:pt x="21595" y="128682"/>
                  <a:pt x="28292" y="143307"/>
                </a:cubicBezTo>
                <a:cubicBezTo>
                  <a:pt x="34990" y="157931"/>
                  <a:pt x="44899" y="171736"/>
                  <a:pt x="58020" y="184720"/>
                </a:cubicBezTo>
                <a:lnTo>
                  <a:pt x="47256" y="195688"/>
                </a:lnTo>
                <a:close/>
                <a:moveTo>
                  <a:pt x="100458" y="49717"/>
                </a:moveTo>
                <a:lnTo>
                  <a:pt x="116347" y="49717"/>
                </a:lnTo>
                <a:lnTo>
                  <a:pt x="117065" y="66323"/>
                </a:lnTo>
                <a:cubicBezTo>
                  <a:pt x="120072" y="62769"/>
                  <a:pt x="122976" y="59814"/>
                  <a:pt x="125778" y="57456"/>
                </a:cubicBezTo>
                <a:cubicBezTo>
                  <a:pt x="128580" y="55098"/>
                  <a:pt x="131330" y="53202"/>
                  <a:pt x="134030" y="51767"/>
                </a:cubicBezTo>
                <a:cubicBezTo>
                  <a:pt x="136729" y="50332"/>
                  <a:pt x="139480" y="49324"/>
                  <a:pt x="142282" y="48743"/>
                </a:cubicBezTo>
                <a:cubicBezTo>
                  <a:pt x="145084" y="48162"/>
                  <a:pt x="147988" y="47871"/>
                  <a:pt x="150995" y="47871"/>
                </a:cubicBezTo>
                <a:cubicBezTo>
                  <a:pt x="161587" y="47871"/>
                  <a:pt x="169600" y="50998"/>
                  <a:pt x="175033" y="57251"/>
                </a:cubicBezTo>
                <a:cubicBezTo>
                  <a:pt x="180466" y="63504"/>
                  <a:pt x="183183" y="72918"/>
                  <a:pt x="183183" y="85492"/>
                </a:cubicBezTo>
                <a:lnTo>
                  <a:pt x="183183" y="152635"/>
                </a:lnTo>
                <a:lnTo>
                  <a:pt x="165346" y="152635"/>
                </a:lnTo>
                <a:lnTo>
                  <a:pt x="165346" y="86927"/>
                </a:lnTo>
                <a:cubicBezTo>
                  <a:pt x="165346" y="78863"/>
                  <a:pt x="163843" y="72901"/>
                  <a:pt x="160836" y="69039"/>
                </a:cubicBezTo>
                <a:cubicBezTo>
                  <a:pt x="157829" y="65178"/>
                  <a:pt x="153353" y="63248"/>
                  <a:pt x="147407" y="63248"/>
                </a:cubicBezTo>
                <a:cubicBezTo>
                  <a:pt x="145220" y="63248"/>
                  <a:pt x="143085" y="63572"/>
                  <a:pt x="141000" y="64221"/>
                </a:cubicBezTo>
                <a:cubicBezTo>
                  <a:pt x="138916" y="64871"/>
                  <a:pt x="136746" y="65998"/>
                  <a:pt x="134491" y="67604"/>
                </a:cubicBezTo>
                <a:cubicBezTo>
                  <a:pt x="132236" y="69210"/>
                  <a:pt x="129793" y="71380"/>
                  <a:pt x="127162" y="74114"/>
                </a:cubicBezTo>
                <a:cubicBezTo>
                  <a:pt x="124531" y="76847"/>
                  <a:pt x="121575" y="80264"/>
                  <a:pt x="118295" y="84364"/>
                </a:cubicBezTo>
                <a:lnTo>
                  <a:pt x="118295" y="152635"/>
                </a:lnTo>
                <a:lnTo>
                  <a:pt x="100458" y="152635"/>
                </a:lnTo>
                <a:lnTo>
                  <a:pt x="100458" y="49717"/>
                </a:lnTo>
                <a:close/>
                <a:moveTo>
                  <a:pt x="297997" y="152635"/>
                </a:moveTo>
                <a:lnTo>
                  <a:pt x="282006" y="152635"/>
                </a:lnTo>
                <a:lnTo>
                  <a:pt x="281391" y="136029"/>
                </a:lnTo>
                <a:cubicBezTo>
                  <a:pt x="278316" y="139582"/>
                  <a:pt x="275394" y="142538"/>
                  <a:pt x="272626" y="144896"/>
                </a:cubicBezTo>
                <a:cubicBezTo>
                  <a:pt x="269859" y="147253"/>
                  <a:pt x="267108" y="149150"/>
                  <a:pt x="264374" y="150585"/>
                </a:cubicBezTo>
                <a:cubicBezTo>
                  <a:pt x="261641" y="152020"/>
                  <a:pt x="258890" y="153028"/>
                  <a:pt x="256123" y="153609"/>
                </a:cubicBezTo>
                <a:cubicBezTo>
                  <a:pt x="253355" y="154190"/>
                  <a:pt x="250433" y="154480"/>
                  <a:pt x="247358" y="154480"/>
                </a:cubicBezTo>
                <a:cubicBezTo>
                  <a:pt x="236766" y="154480"/>
                  <a:pt x="228770" y="151371"/>
                  <a:pt x="223371" y="145152"/>
                </a:cubicBezTo>
                <a:cubicBezTo>
                  <a:pt x="217972" y="138933"/>
                  <a:pt x="215273" y="129536"/>
                  <a:pt x="215273" y="116962"/>
                </a:cubicBezTo>
                <a:lnTo>
                  <a:pt x="215273" y="49717"/>
                </a:lnTo>
                <a:lnTo>
                  <a:pt x="233109" y="49717"/>
                </a:lnTo>
                <a:lnTo>
                  <a:pt x="233109" y="115527"/>
                </a:lnTo>
                <a:cubicBezTo>
                  <a:pt x="233109" y="131313"/>
                  <a:pt x="239055" y="139206"/>
                  <a:pt x="250946" y="139206"/>
                </a:cubicBezTo>
                <a:cubicBezTo>
                  <a:pt x="253133" y="139206"/>
                  <a:pt x="255268" y="138882"/>
                  <a:pt x="257353" y="138232"/>
                </a:cubicBezTo>
                <a:cubicBezTo>
                  <a:pt x="259437" y="137583"/>
                  <a:pt x="261624" y="136456"/>
                  <a:pt x="263913" y="134850"/>
                </a:cubicBezTo>
                <a:cubicBezTo>
                  <a:pt x="266202" y="133244"/>
                  <a:pt x="268663" y="131074"/>
                  <a:pt x="271294" y="128340"/>
                </a:cubicBezTo>
                <a:cubicBezTo>
                  <a:pt x="273925" y="125607"/>
                  <a:pt x="276880" y="122156"/>
                  <a:pt x="280161" y="117987"/>
                </a:cubicBezTo>
                <a:lnTo>
                  <a:pt x="280161" y="49717"/>
                </a:lnTo>
                <a:lnTo>
                  <a:pt x="297997" y="49717"/>
                </a:lnTo>
                <a:lnTo>
                  <a:pt x="297997" y="152635"/>
                </a:lnTo>
                <a:close/>
                <a:moveTo>
                  <a:pt x="403484" y="152635"/>
                </a:moveTo>
                <a:lnTo>
                  <a:pt x="403484" y="78726"/>
                </a:lnTo>
                <a:cubicBezTo>
                  <a:pt x="403484" y="75514"/>
                  <a:pt x="403364" y="72883"/>
                  <a:pt x="403125" y="70833"/>
                </a:cubicBezTo>
                <a:cubicBezTo>
                  <a:pt x="402886" y="68783"/>
                  <a:pt x="402510" y="67160"/>
                  <a:pt x="401997" y="65964"/>
                </a:cubicBezTo>
                <a:cubicBezTo>
                  <a:pt x="401485" y="64768"/>
                  <a:pt x="400835" y="63931"/>
                  <a:pt x="400050" y="63453"/>
                </a:cubicBezTo>
                <a:cubicBezTo>
                  <a:pt x="399264" y="62974"/>
                  <a:pt x="398290" y="62735"/>
                  <a:pt x="397128" y="62735"/>
                </a:cubicBezTo>
                <a:cubicBezTo>
                  <a:pt x="395761" y="62735"/>
                  <a:pt x="394497" y="63145"/>
                  <a:pt x="393335" y="63965"/>
                </a:cubicBezTo>
                <a:cubicBezTo>
                  <a:pt x="392173" y="64785"/>
                  <a:pt x="390926" y="66118"/>
                  <a:pt x="389594" y="67963"/>
                </a:cubicBezTo>
                <a:cubicBezTo>
                  <a:pt x="388261" y="69808"/>
                  <a:pt x="386792" y="72251"/>
                  <a:pt x="385186" y="75292"/>
                </a:cubicBezTo>
                <a:cubicBezTo>
                  <a:pt x="383580" y="78333"/>
                  <a:pt x="381683" y="82075"/>
                  <a:pt x="379497" y="86517"/>
                </a:cubicBezTo>
                <a:lnTo>
                  <a:pt x="379497" y="152635"/>
                </a:lnTo>
                <a:lnTo>
                  <a:pt x="363198" y="152635"/>
                </a:lnTo>
                <a:lnTo>
                  <a:pt x="363198" y="80674"/>
                </a:lnTo>
                <a:cubicBezTo>
                  <a:pt x="363198" y="76915"/>
                  <a:pt x="363078" y="73874"/>
                  <a:pt x="362839" y="71551"/>
                </a:cubicBezTo>
                <a:cubicBezTo>
                  <a:pt x="362600" y="69227"/>
                  <a:pt x="362224" y="67416"/>
                  <a:pt x="361711" y="66118"/>
                </a:cubicBezTo>
                <a:cubicBezTo>
                  <a:pt x="361199" y="64819"/>
                  <a:pt x="360533" y="63931"/>
                  <a:pt x="359712" y="63453"/>
                </a:cubicBezTo>
                <a:cubicBezTo>
                  <a:pt x="358892" y="62974"/>
                  <a:pt x="357901" y="62735"/>
                  <a:pt x="356740" y="62735"/>
                </a:cubicBezTo>
                <a:cubicBezTo>
                  <a:pt x="355510" y="62735"/>
                  <a:pt x="354348" y="63077"/>
                  <a:pt x="353254" y="63760"/>
                </a:cubicBezTo>
                <a:cubicBezTo>
                  <a:pt x="352161" y="64444"/>
                  <a:pt x="350948" y="65674"/>
                  <a:pt x="349615" y="67450"/>
                </a:cubicBezTo>
                <a:cubicBezTo>
                  <a:pt x="348283" y="69227"/>
                  <a:pt x="346796" y="71653"/>
                  <a:pt x="345156" y="74729"/>
                </a:cubicBezTo>
                <a:cubicBezTo>
                  <a:pt x="343516" y="77804"/>
                  <a:pt x="341569" y="81733"/>
                  <a:pt x="339313" y="86517"/>
                </a:cubicBezTo>
                <a:lnTo>
                  <a:pt x="339313" y="152635"/>
                </a:lnTo>
                <a:lnTo>
                  <a:pt x="322912" y="152635"/>
                </a:lnTo>
                <a:lnTo>
                  <a:pt x="322912" y="49717"/>
                </a:lnTo>
                <a:lnTo>
                  <a:pt x="336546" y="49717"/>
                </a:lnTo>
                <a:lnTo>
                  <a:pt x="337366" y="69296"/>
                </a:lnTo>
                <a:cubicBezTo>
                  <a:pt x="339142" y="65400"/>
                  <a:pt x="340868" y="62086"/>
                  <a:pt x="342542" y="59352"/>
                </a:cubicBezTo>
                <a:cubicBezTo>
                  <a:pt x="344217" y="56619"/>
                  <a:pt x="345942" y="54415"/>
                  <a:pt x="347719" y="52741"/>
                </a:cubicBezTo>
                <a:cubicBezTo>
                  <a:pt x="349496" y="51066"/>
                  <a:pt x="351392" y="49836"/>
                  <a:pt x="353408" y="49050"/>
                </a:cubicBezTo>
                <a:cubicBezTo>
                  <a:pt x="355424" y="48264"/>
                  <a:pt x="357662" y="47871"/>
                  <a:pt x="360123" y="47871"/>
                </a:cubicBezTo>
                <a:cubicBezTo>
                  <a:pt x="365658" y="47871"/>
                  <a:pt x="369861" y="49682"/>
                  <a:pt x="372731" y="53304"/>
                </a:cubicBezTo>
                <a:cubicBezTo>
                  <a:pt x="375601" y="56926"/>
                  <a:pt x="377036" y="62530"/>
                  <a:pt x="377036" y="70116"/>
                </a:cubicBezTo>
                <a:cubicBezTo>
                  <a:pt x="378677" y="66562"/>
                  <a:pt x="380282" y="63401"/>
                  <a:pt x="381854" y="60634"/>
                </a:cubicBezTo>
                <a:cubicBezTo>
                  <a:pt x="383426" y="57866"/>
                  <a:pt x="385117" y="55542"/>
                  <a:pt x="386928" y="53663"/>
                </a:cubicBezTo>
                <a:cubicBezTo>
                  <a:pt x="388739" y="51784"/>
                  <a:pt x="390738" y="50349"/>
                  <a:pt x="392925" y="49358"/>
                </a:cubicBezTo>
                <a:cubicBezTo>
                  <a:pt x="395112" y="48367"/>
                  <a:pt x="397641" y="47871"/>
                  <a:pt x="400511" y="47871"/>
                </a:cubicBezTo>
                <a:cubicBezTo>
                  <a:pt x="413427" y="47871"/>
                  <a:pt x="419885" y="57815"/>
                  <a:pt x="419885" y="77701"/>
                </a:cubicBezTo>
                <a:lnTo>
                  <a:pt x="419885" y="152635"/>
                </a:lnTo>
                <a:lnTo>
                  <a:pt x="403484" y="152635"/>
                </a:lnTo>
                <a:close/>
                <a:moveTo>
                  <a:pt x="526396" y="124548"/>
                </a:moveTo>
                <a:cubicBezTo>
                  <a:pt x="526396" y="128170"/>
                  <a:pt x="525781" y="131416"/>
                  <a:pt x="524551" y="134286"/>
                </a:cubicBezTo>
                <a:cubicBezTo>
                  <a:pt x="523321" y="137156"/>
                  <a:pt x="521647" y="139702"/>
                  <a:pt x="519528" y="141923"/>
                </a:cubicBezTo>
                <a:cubicBezTo>
                  <a:pt x="517410" y="144144"/>
                  <a:pt x="514949" y="146040"/>
                  <a:pt x="512147" y="147612"/>
                </a:cubicBezTo>
                <a:cubicBezTo>
                  <a:pt x="509346" y="149184"/>
                  <a:pt x="506356" y="150482"/>
                  <a:pt x="503178" y="151507"/>
                </a:cubicBezTo>
                <a:cubicBezTo>
                  <a:pt x="500000" y="152532"/>
                  <a:pt x="496737" y="153284"/>
                  <a:pt x="493388" y="153763"/>
                </a:cubicBezTo>
                <a:cubicBezTo>
                  <a:pt x="490040" y="154241"/>
                  <a:pt x="486760" y="154480"/>
                  <a:pt x="483548" y="154480"/>
                </a:cubicBezTo>
                <a:cubicBezTo>
                  <a:pt x="476577" y="154480"/>
                  <a:pt x="470170" y="154173"/>
                  <a:pt x="464327" y="153557"/>
                </a:cubicBezTo>
                <a:cubicBezTo>
                  <a:pt x="458484" y="152942"/>
                  <a:pt x="452761" y="151952"/>
                  <a:pt x="447157" y="150585"/>
                </a:cubicBezTo>
                <a:lnTo>
                  <a:pt x="447157" y="134183"/>
                </a:lnTo>
                <a:cubicBezTo>
                  <a:pt x="453171" y="135892"/>
                  <a:pt x="459151" y="137190"/>
                  <a:pt x="465096" y="138079"/>
                </a:cubicBezTo>
                <a:cubicBezTo>
                  <a:pt x="471042" y="138967"/>
                  <a:pt x="476953" y="139411"/>
                  <a:pt x="482830" y="139411"/>
                </a:cubicBezTo>
                <a:cubicBezTo>
                  <a:pt x="491372" y="139411"/>
                  <a:pt x="497694" y="138250"/>
                  <a:pt x="501794" y="135926"/>
                </a:cubicBezTo>
                <a:cubicBezTo>
                  <a:pt x="505894" y="133603"/>
                  <a:pt x="507945" y="130288"/>
                  <a:pt x="507945" y="125983"/>
                </a:cubicBezTo>
                <a:cubicBezTo>
                  <a:pt x="507945" y="124138"/>
                  <a:pt x="507620" y="122480"/>
                  <a:pt x="506971" y="121011"/>
                </a:cubicBezTo>
                <a:cubicBezTo>
                  <a:pt x="506322" y="119542"/>
                  <a:pt x="505143" y="118141"/>
                  <a:pt x="503434" y="116808"/>
                </a:cubicBezTo>
                <a:cubicBezTo>
                  <a:pt x="501726" y="115476"/>
                  <a:pt x="499078" y="114092"/>
                  <a:pt x="495490" y="112657"/>
                </a:cubicBezTo>
                <a:cubicBezTo>
                  <a:pt x="491902" y="111222"/>
                  <a:pt x="486999" y="109581"/>
                  <a:pt x="480780" y="107736"/>
                </a:cubicBezTo>
                <a:cubicBezTo>
                  <a:pt x="476133" y="106369"/>
                  <a:pt x="471845" y="104815"/>
                  <a:pt x="467915" y="103072"/>
                </a:cubicBezTo>
                <a:cubicBezTo>
                  <a:pt x="463986" y="101329"/>
                  <a:pt x="460586" y="99262"/>
                  <a:pt x="457716" y="96870"/>
                </a:cubicBezTo>
                <a:cubicBezTo>
                  <a:pt x="454845" y="94479"/>
                  <a:pt x="452590" y="91677"/>
                  <a:pt x="450950" y="88465"/>
                </a:cubicBezTo>
                <a:cubicBezTo>
                  <a:pt x="449310" y="85253"/>
                  <a:pt x="448490" y="81460"/>
                  <a:pt x="448490" y="77086"/>
                </a:cubicBezTo>
                <a:cubicBezTo>
                  <a:pt x="448490" y="74216"/>
                  <a:pt x="449156" y="71072"/>
                  <a:pt x="450489" y="67656"/>
                </a:cubicBezTo>
                <a:cubicBezTo>
                  <a:pt x="451821" y="64239"/>
                  <a:pt x="454094" y="61061"/>
                  <a:pt x="457306" y="58122"/>
                </a:cubicBezTo>
                <a:cubicBezTo>
                  <a:pt x="460517" y="55184"/>
                  <a:pt x="464857" y="52741"/>
                  <a:pt x="470324" y="50793"/>
                </a:cubicBezTo>
                <a:cubicBezTo>
                  <a:pt x="475791" y="48845"/>
                  <a:pt x="482625" y="47871"/>
                  <a:pt x="490826" y="47871"/>
                </a:cubicBezTo>
                <a:cubicBezTo>
                  <a:pt x="494858" y="47871"/>
                  <a:pt x="499334" y="48093"/>
                  <a:pt x="504254" y="48538"/>
                </a:cubicBezTo>
                <a:cubicBezTo>
                  <a:pt x="509175" y="48982"/>
                  <a:pt x="514300" y="49751"/>
                  <a:pt x="519631" y="50844"/>
                </a:cubicBezTo>
                <a:lnTo>
                  <a:pt x="519631" y="66733"/>
                </a:lnTo>
                <a:cubicBezTo>
                  <a:pt x="514027" y="65366"/>
                  <a:pt x="508713" y="64358"/>
                  <a:pt x="503691" y="63709"/>
                </a:cubicBezTo>
                <a:cubicBezTo>
                  <a:pt x="498668" y="63060"/>
                  <a:pt x="494311" y="62735"/>
                  <a:pt x="490621" y="62735"/>
                </a:cubicBezTo>
                <a:cubicBezTo>
                  <a:pt x="486179" y="62735"/>
                  <a:pt x="482437" y="63077"/>
                  <a:pt x="479396" y="63760"/>
                </a:cubicBezTo>
                <a:cubicBezTo>
                  <a:pt x="476355" y="64444"/>
                  <a:pt x="473895" y="65383"/>
                  <a:pt x="472015" y="66579"/>
                </a:cubicBezTo>
                <a:cubicBezTo>
                  <a:pt x="470136" y="67775"/>
                  <a:pt x="468786" y="69176"/>
                  <a:pt x="467966" y="70782"/>
                </a:cubicBezTo>
                <a:cubicBezTo>
                  <a:pt x="467146" y="72388"/>
                  <a:pt x="466736" y="74114"/>
                  <a:pt x="466736" y="75959"/>
                </a:cubicBezTo>
                <a:cubicBezTo>
                  <a:pt x="466736" y="77804"/>
                  <a:pt x="467095" y="79478"/>
                  <a:pt x="467813" y="80982"/>
                </a:cubicBezTo>
                <a:cubicBezTo>
                  <a:pt x="468530" y="82485"/>
                  <a:pt x="469863" y="83937"/>
                  <a:pt x="471810" y="85338"/>
                </a:cubicBezTo>
                <a:cubicBezTo>
                  <a:pt x="473758" y="86739"/>
                  <a:pt x="476475" y="88140"/>
                  <a:pt x="479960" y="89541"/>
                </a:cubicBezTo>
                <a:cubicBezTo>
                  <a:pt x="483445" y="90942"/>
                  <a:pt x="487990" y="92463"/>
                  <a:pt x="493593" y="94103"/>
                </a:cubicBezTo>
                <a:cubicBezTo>
                  <a:pt x="499676" y="95879"/>
                  <a:pt x="504801" y="97742"/>
                  <a:pt x="508970" y="99689"/>
                </a:cubicBezTo>
                <a:cubicBezTo>
                  <a:pt x="513138" y="101637"/>
                  <a:pt x="516521" y="103807"/>
                  <a:pt x="519118" y="106199"/>
                </a:cubicBezTo>
                <a:cubicBezTo>
                  <a:pt x="521715" y="108591"/>
                  <a:pt x="523577" y="111290"/>
                  <a:pt x="524705" y="114297"/>
                </a:cubicBezTo>
                <a:cubicBezTo>
                  <a:pt x="525832" y="117304"/>
                  <a:pt x="526396" y="120721"/>
                  <a:pt x="526396" y="124548"/>
                </a:cubicBezTo>
                <a:close/>
                <a:moveTo>
                  <a:pt x="601006" y="47871"/>
                </a:moveTo>
                <a:cubicBezTo>
                  <a:pt x="603125" y="47871"/>
                  <a:pt x="605141" y="48299"/>
                  <a:pt x="607054" y="49153"/>
                </a:cubicBezTo>
                <a:cubicBezTo>
                  <a:pt x="608968" y="50007"/>
                  <a:pt x="610642" y="51152"/>
                  <a:pt x="612077" y="52587"/>
                </a:cubicBezTo>
                <a:cubicBezTo>
                  <a:pt x="613512" y="54022"/>
                  <a:pt x="614657" y="55696"/>
                  <a:pt x="615511" y="57610"/>
                </a:cubicBezTo>
                <a:cubicBezTo>
                  <a:pt x="616366" y="59523"/>
                  <a:pt x="616793" y="61539"/>
                  <a:pt x="616793" y="63658"/>
                </a:cubicBezTo>
                <a:cubicBezTo>
                  <a:pt x="616793" y="65845"/>
                  <a:pt x="616366" y="67878"/>
                  <a:pt x="615511" y="69757"/>
                </a:cubicBezTo>
                <a:cubicBezTo>
                  <a:pt x="614657" y="71636"/>
                  <a:pt x="613512" y="73293"/>
                  <a:pt x="612077" y="74729"/>
                </a:cubicBezTo>
                <a:cubicBezTo>
                  <a:pt x="610642" y="76164"/>
                  <a:pt x="608968" y="77291"/>
                  <a:pt x="607054" y="78111"/>
                </a:cubicBezTo>
                <a:cubicBezTo>
                  <a:pt x="605141" y="78931"/>
                  <a:pt x="603125" y="79341"/>
                  <a:pt x="601006" y="79341"/>
                </a:cubicBezTo>
                <a:cubicBezTo>
                  <a:pt x="598820" y="79341"/>
                  <a:pt x="596786" y="78931"/>
                  <a:pt x="594907" y="78111"/>
                </a:cubicBezTo>
                <a:cubicBezTo>
                  <a:pt x="593028" y="77291"/>
                  <a:pt x="591371" y="76164"/>
                  <a:pt x="589935" y="74729"/>
                </a:cubicBezTo>
                <a:cubicBezTo>
                  <a:pt x="588500" y="73293"/>
                  <a:pt x="587373" y="71636"/>
                  <a:pt x="586553" y="69757"/>
                </a:cubicBezTo>
                <a:cubicBezTo>
                  <a:pt x="585733" y="67878"/>
                  <a:pt x="585323" y="65845"/>
                  <a:pt x="585323" y="63658"/>
                </a:cubicBezTo>
                <a:cubicBezTo>
                  <a:pt x="585323" y="61539"/>
                  <a:pt x="585733" y="59523"/>
                  <a:pt x="586553" y="57610"/>
                </a:cubicBezTo>
                <a:cubicBezTo>
                  <a:pt x="587373" y="55696"/>
                  <a:pt x="588500" y="54022"/>
                  <a:pt x="589935" y="52587"/>
                </a:cubicBezTo>
                <a:cubicBezTo>
                  <a:pt x="591371" y="51152"/>
                  <a:pt x="593028" y="50007"/>
                  <a:pt x="594907" y="49153"/>
                </a:cubicBezTo>
                <a:cubicBezTo>
                  <a:pt x="596786" y="48299"/>
                  <a:pt x="598820" y="47871"/>
                  <a:pt x="601006" y="47871"/>
                </a:cubicBezTo>
                <a:moveTo>
                  <a:pt x="601006" y="123010"/>
                </a:moveTo>
                <a:cubicBezTo>
                  <a:pt x="603125" y="123010"/>
                  <a:pt x="605141" y="123437"/>
                  <a:pt x="607054" y="124291"/>
                </a:cubicBezTo>
                <a:cubicBezTo>
                  <a:pt x="608968" y="125146"/>
                  <a:pt x="610642" y="126290"/>
                  <a:pt x="612077" y="127725"/>
                </a:cubicBezTo>
                <a:cubicBezTo>
                  <a:pt x="613512" y="129161"/>
                  <a:pt x="614657" y="130835"/>
                  <a:pt x="615511" y="132748"/>
                </a:cubicBezTo>
                <a:cubicBezTo>
                  <a:pt x="616366" y="134662"/>
                  <a:pt x="616793" y="136678"/>
                  <a:pt x="616793" y="138796"/>
                </a:cubicBezTo>
                <a:cubicBezTo>
                  <a:pt x="616793" y="140983"/>
                  <a:pt x="616366" y="143016"/>
                  <a:pt x="615511" y="144896"/>
                </a:cubicBezTo>
                <a:cubicBezTo>
                  <a:pt x="614657" y="146775"/>
                  <a:pt x="613512" y="148432"/>
                  <a:pt x="612077" y="149867"/>
                </a:cubicBezTo>
                <a:cubicBezTo>
                  <a:pt x="610642" y="151302"/>
                  <a:pt x="608968" y="152430"/>
                  <a:pt x="607054" y="153250"/>
                </a:cubicBezTo>
                <a:cubicBezTo>
                  <a:pt x="605141" y="154070"/>
                  <a:pt x="603125" y="154480"/>
                  <a:pt x="601006" y="154480"/>
                </a:cubicBezTo>
                <a:cubicBezTo>
                  <a:pt x="598820" y="154480"/>
                  <a:pt x="596786" y="154070"/>
                  <a:pt x="594907" y="153250"/>
                </a:cubicBezTo>
                <a:cubicBezTo>
                  <a:pt x="593028" y="152430"/>
                  <a:pt x="591371" y="151302"/>
                  <a:pt x="589935" y="149867"/>
                </a:cubicBezTo>
                <a:cubicBezTo>
                  <a:pt x="588500" y="148432"/>
                  <a:pt x="587373" y="146775"/>
                  <a:pt x="586553" y="144896"/>
                </a:cubicBezTo>
                <a:cubicBezTo>
                  <a:pt x="585733" y="143016"/>
                  <a:pt x="585323" y="140983"/>
                  <a:pt x="585323" y="138796"/>
                </a:cubicBezTo>
                <a:cubicBezTo>
                  <a:pt x="585323" y="136678"/>
                  <a:pt x="585733" y="134662"/>
                  <a:pt x="586553" y="132748"/>
                </a:cubicBezTo>
                <a:cubicBezTo>
                  <a:pt x="587373" y="130835"/>
                  <a:pt x="588500" y="129161"/>
                  <a:pt x="589935" y="127725"/>
                </a:cubicBezTo>
                <a:cubicBezTo>
                  <a:pt x="591371" y="126290"/>
                  <a:pt x="593028" y="125146"/>
                  <a:pt x="594907" y="124291"/>
                </a:cubicBezTo>
                <a:cubicBezTo>
                  <a:pt x="596786" y="123437"/>
                  <a:pt x="598820" y="123010"/>
                  <a:pt x="601006" y="123010"/>
                </a:cubicBezTo>
                <a:close/>
                <a:moveTo>
                  <a:pt x="824372" y="22449"/>
                </a:moveTo>
                <a:lnTo>
                  <a:pt x="793927" y="22449"/>
                </a:lnTo>
                <a:lnTo>
                  <a:pt x="793927" y="7791"/>
                </a:lnTo>
                <a:lnTo>
                  <a:pt x="842414" y="7791"/>
                </a:lnTo>
                <a:lnTo>
                  <a:pt x="842414" y="137771"/>
                </a:lnTo>
                <a:lnTo>
                  <a:pt x="873064" y="137771"/>
                </a:lnTo>
                <a:lnTo>
                  <a:pt x="873064" y="152635"/>
                </a:lnTo>
                <a:lnTo>
                  <a:pt x="790545" y="152635"/>
                </a:lnTo>
                <a:lnTo>
                  <a:pt x="790545" y="137771"/>
                </a:lnTo>
                <a:lnTo>
                  <a:pt x="824372" y="137771"/>
                </a:lnTo>
                <a:lnTo>
                  <a:pt x="824372" y="22449"/>
                </a:lnTo>
                <a:close/>
                <a:moveTo>
                  <a:pt x="939187" y="64478"/>
                </a:moveTo>
                <a:lnTo>
                  <a:pt x="908742" y="64478"/>
                </a:lnTo>
                <a:lnTo>
                  <a:pt x="908742" y="49717"/>
                </a:lnTo>
                <a:lnTo>
                  <a:pt x="957228" y="49717"/>
                </a:lnTo>
                <a:lnTo>
                  <a:pt x="957228" y="137771"/>
                </a:lnTo>
                <a:lnTo>
                  <a:pt x="987878" y="137771"/>
                </a:lnTo>
                <a:lnTo>
                  <a:pt x="987878" y="152635"/>
                </a:lnTo>
                <a:lnTo>
                  <a:pt x="905359" y="152635"/>
                </a:lnTo>
                <a:lnTo>
                  <a:pt x="905359" y="137771"/>
                </a:lnTo>
                <a:lnTo>
                  <a:pt x="939187" y="137771"/>
                </a:lnTo>
                <a:lnTo>
                  <a:pt x="939187" y="64478"/>
                </a:lnTo>
                <a:moveTo>
                  <a:pt x="945440" y="6561"/>
                </a:moveTo>
                <a:cubicBezTo>
                  <a:pt x="947422" y="6561"/>
                  <a:pt x="949267" y="6919"/>
                  <a:pt x="950975" y="7637"/>
                </a:cubicBezTo>
                <a:cubicBezTo>
                  <a:pt x="952684" y="8354"/>
                  <a:pt x="954170" y="9362"/>
                  <a:pt x="955434" y="10661"/>
                </a:cubicBezTo>
                <a:cubicBezTo>
                  <a:pt x="956699" y="11959"/>
                  <a:pt x="957689" y="13446"/>
                  <a:pt x="958407" y="15120"/>
                </a:cubicBezTo>
                <a:cubicBezTo>
                  <a:pt x="959125" y="16794"/>
                  <a:pt x="959483" y="18622"/>
                  <a:pt x="959483" y="20604"/>
                </a:cubicBezTo>
                <a:cubicBezTo>
                  <a:pt x="959483" y="22518"/>
                  <a:pt x="959125" y="24329"/>
                  <a:pt x="958407" y="26037"/>
                </a:cubicBezTo>
                <a:cubicBezTo>
                  <a:pt x="957689" y="27746"/>
                  <a:pt x="956699" y="29249"/>
                  <a:pt x="955434" y="30547"/>
                </a:cubicBezTo>
                <a:cubicBezTo>
                  <a:pt x="954170" y="31846"/>
                  <a:pt x="952684" y="32854"/>
                  <a:pt x="950975" y="33571"/>
                </a:cubicBezTo>
                <a:cubicBezTo>
                  <a:pt x="949267" y="34289"/>
                  <a:pt x="947422" y="34648"/>
                  <a:pt x="945440" y="34648"/>
                </a:cubicBezTo>
                <a:cubicBezTo>
                  <a:pt x="943458" y="34648"/>
                  <a:pt x="941613" y="34289"/>
                  <a:pt x="939904" y="33571"/>
                </a:cubicBezTo>
                <a:cubicBezTo>
                  <a:pt x="938196" y="32854"/>
                  <a:pt x="936709" y="31846"/>
                  <a:pt x="935445" y="30547"/>
                </a:cubicBezTo>
                <a:cubicBezTo>
                  <a:pt x="934181" y="29249"/>
                  <a:pt x="933190" y="27746"/>
                  <a:pt x="932472" y="26037"/>
                </a:cubicBezTo>
                <a:cubicBezTo>
                  <a:pt x="931755" y="24329"/>
                  <a:pt x="931396" y="22518"/>
                  <a:pt x="931396" y="20604"/>
                </a:cubicBezTo>
                <a:cubicBezTo>
                  <a:pt x="931396" y="18622"/>
                  <a:pt x="931755" y="16794"/>
                  <a:pt x="932472" y="15120"/>
                </a:cubicBezTo>
                <a:cubicBezTo>
                  <a:pt x="933190" y="13446"/>
                  <a:pt x="934181" y="11959"/>
                  <a:pt x="935445" y="10661"/>
                </a:cubicBezTo>
                <a:cubicBezTo>
                  <a:pt x="936709" y="9362"/>
                  <a:pt x="938196" y="8354"/>
                  <a:pt x="939904" y="7637"/>
                </a:cubicBezTo>
                <a:cubicBezTo>
                  <a:pt x="941613" y="6919"/>
                  <a:pt x="943458" y="6561"/>
                  <a:pt x="945440" y="6561"/>
                </a:cubicBezTo>
                <a:close/>
                <a:moveTo>
                  <a:pt x="1100438" y="124548"/>
                </a:moveTo>
                <a:cubicBezTo>
                  <a:pt x="1100438" y="128170"/>
                  <a:pt x="1099823" y="131416"/>
                  <a:pt x="1098592" y="134286"/>
                </a:cubicBezTo>
                <a:cubicBezTo>
                  <a:pt x="1097362" y="137156"/>
                  <a:pt x="1095688" y="139702"/>
                  <a:pt x="1093570" y="141923"/>
                </a:cubicBezTo>
                <a:cubicBezTo>
                  <a:pt x="1091451" y="144144"/>
                  <a:pt x="1088991" y="146040"/>
                  <a:pt x="1086189" y="147612"/>
                </a:cubicBezTo>
                <a:cubicBezTo>
                  <a:pt x="1083387" y="149184"/>
                  <a:pt x="1080397" y="150482"/>
                  <a:pt x="1077219" y="151507"/>
                </a:cubicBezTo>
                <a:cubicBezTo>
                  <a:pt x="1074042" y="152532"/>
                  <a:pt x="1070779" y="153284"/>
                  <a:pt x="1067430" y="153763"/>
                </a:cubicBezTo>
                <a:cubicBezTo>
                  <a:pt x="1064081" y="154241"/>
                  <a:pt x="1060801" y="154480"/>
                  <a:pt x="1057589" y="154480"/>
                </a:cubicBezTo>
                <a:cubicBezTo>
                  <a:pt x="1050619" y="154480"/>
                  <a:pt x="1044212" y="154173"/>
                  <a:pt x="1038369" y="153557"/>
                </a:cubicBezTo>
                <a:cubicBezTo>
                  <a:pt x="1032526" y="152942"/>
                  <a:pt x="1026802" y="151952"/>
                  <a:pt x="1021199" y="150585"/>
                </a:cubicBezTo>
                <a:lnTo>
                  <a:pt x="1021199" y="134183"/>
                </a:lnTo>
                <a:cubicBezTo>
                  <a:pt x="1027212" y="135892"/>
                  <a:pt x="1033192" y="137190"/>
                  <a:pt x="1039138" y="138079"/>
                </a:cubicBezTo>
                <a:cubicBezTo>
                  <a:pt x="1045083" y="138967"/>
                  <a:pt x="1050994" y="139411"/>
                  <a:pt x="1056872" y="139411"/>
                </a:cubicBezTo>
                <a:cubicBezTo>
                  <a:pt x="1065414" y="139411"/>
                  <a:pt x="1071735" y="138250"/>
                  <a:pt x="1075836" y="135926"/>
                </a:cubicBezTo>
                <a:cubicBezTo>
                  <a:pt x="1079936" y="133603"/>
                  <a:pt x="1081986" y="130288"/>
                  <a:pt x="1081986" y="125983"/>
                </a:cubicBezTo>
                <a:cubicBezTo>
                  <a:pt x="1081986" y="124138"/>
                  <a:pt x="1081662" y="122480"/>
                  <a:pt x="1081012" y="121011"/>
                </a:cubicBezTo>
                <a:cubicBezTo>
                  <a:pt x="1080363" y="119542"/>
                  <a:pt x="1079184" y="118141"/>
                  <a:pt x="1077476" y="116808"/>
                </a:cubicBezTo>
                <a:cubicBezTo>
                  <a:pt x="1075767" y="115476"/>
                  <a:pt x="1073119" y="114092"/>
                  <a:pt x="1069531" y="112657"/>
                </a:cubicBezTo>
                <a:cubicBezTo>
                  <a:pt x="1065944" y="111222"/>
                  <a:pt x="1061040" y="109581"/>
                  <a:pt x="1054821" y="107736"/>
                </a:cubicBezTo>
                <a:cubicBezTo>
                  <a:pt x="1050174" y="106369"/>
                  <a:pt x="1045886" y="104815"/>
                  <a:pt x="1041957" y="103072"/>
                </a:cubicBezTo>
                <a:cubicBezTo>
                  <a:pt x="1038027" y="101329"/>
                  <a:pt x="1034627" y="99262"/>
                  <a:pt x="1031757" y="96870"/>
                </a:cubicBezTo>
                <a:cubicBezTo>
                  <a:pt x="1028887" y="94479"/>
                  <a:pt x="1026632" y="91677"/>
                  <a:pt x="1024991" y="88465"/>
                </a:cubicBezTo>
                <a:cubicBezTo>
                  <a:pt x="1023351" y="85253"/>
                  <a:pt x="1022531" y="81460"/>
                  <a:pt x="1022531" y="77086"/>
                </a:cubicBezTo>
                <a:cubicBezTo>
                  <a:pt x="1022531" y="74216"/>
                  <a:pt x="1023198" y="71072"/>
                  <a:pt x="1024530" y="67656"/>
                </a:cubicBezTo>
                <a:cubicBezTo>
                  <a:pt x="1025863" y="64239"/>
                  <a:pt x="1028135" y="61061"/>
                  <a:pt x="1031347" y="58122"/>
                </a:cubicBezTo>
                <a:cubicBezTo>
                  <a:pt x="1034559" y="55184"/>
                  <a:pt x="1038898" y="52741"/>
                  <a:pt x="1044366" y="50793"/>
                </a:cubicBezTo>
                <a:cubicBezTo>
                  <a:pt x="1049833" y="48845"/>
                  <a:pt x="1056667" y="47871"/>
                  <a:pt x="1064867" y="47871"/>
                </a:cubicBezTo>
                <a:cubicBezTo>
                  <a:pt x="1068899" y="47871"/>
                  <a:pt x="1073375" y="48093"/>
                  <a:pt x="1078296" y="48538"/>
                </a:cubicBezTo>
                <a:cubicBezTo>
                  <a:pt x="1083216" y="48982"/>
                  <a:pt x="1088342" y="49751"/>
                  <a:pt x="1093672" y="50844"/>
                </a:cubicBezTo>
                <a:lnTo>
                  <a:pt x="1093672" y="66733"/>
                </a:lnTo>
                <a:cubicBezTo>
                  <a:pt x="1088068" y="65366"/>
                  <a:pt x="1082755" y="64358"/>
                  <a:pt x="1077732" y="63709"/>
                </a:cubicBezTo>
                <a:cubicBezTo>
                  <a:pt x="1072709" y="63060"/>
                  <a:pt x="1068353" y="62735"/>
                  <a:pt x="1064662" y="62735"/>
                </a:cubicBezTo>
                <a:cubicBezTo>
                  <a:pt x="1060220" y="62735"/>
                  <a:pt x="1056479" y="63077"/>
                  <a:pt x="1053438" y="63760"/>
                </a:cubicBezTo>
                <a:cubicBezTo>
                  <a:pt x="1050396" y="64444"/>
                  <a:pt x="1047936" y="65383"/>
                  <a:pt x="1046057" y="66579"/>
                </a:cubicBezTo>
                <a:cubicBezTo>
                  <a:pt x="1044178" y="67775"/>
                  <a:pt x="1042828" y="69176"/>
                  <a:pt x="1042008" y="70782"/>
                </a:cubicBezTo>
                <a:cubicBezTo>
                  <a:pt x="1041188" y="72388"/>
                  <a:pt x="1040778" y="74114"/>
                  <a:pt x="1040778" y="75959"/>
                </a:cubicBezTo>
                <a:cubicBezTo>
                  <a:pt x="1040778" y="77804"/>
                  <a:pt x="1041137" y="79478"/>
                  <a:pt x="1041854" y="80982"/>
                </a:cubicBezTo>
                <a:cubicBezTo>
                  <a:pt x="1042572" y="82485"/>
                  <a:pt x="1043904" y="83937"/>
                  <a:pt x="1045852" y="85338"/>
                </a:cubicBezTo>
                <a:cubicBezTo>
                  <a:pt x="1047800" y="86739"/>
                  <a:pt x="1050516" y="88140"/>
                  <a:pt x="1054001" y="89541"/>
                </a:cubicBezTo>
                <a:cubicBezTo>
                  <a:pt x="1057487" y="90942"/>
                  <a:pt x="1062031" y="92463"/>
                  <a:pt x="1067635" y="94103"/>
                </a:cubicBezTo>
                <a:cubicBezTo>
                  <a:pt x="1073717" y="95879"/>
                  <a:pt x="1078843" y="97742"/>
                  <a:pt x="1083011" y="99689"/>
                </a:cubicBezTo>
                <a:cubicBezTo>
                  <a:pt x="1087180" y="101637"/>
                  <a:pt x="1090563" y="103807"/>
                  <a:pt x="1093160" y="106199"/>
                </a:cubicBezTo>
                <a:cubicBezTo>
                  <a:pt x="1095756" y="108591"/>
                  <a:pt x="1097619" y="111290"/>
                  <a:pt x="1098746" y="114297"/>
                </a:cubicBezTo>
                <a:cubicBezTo>
                  <a:pt x="1099874" y="117304"/>
                  <a:pt x="1100438" y="120721"/>
                  <a:pt x="1100438" y="124548"/>
                </a:cubicBezTo>
                <a:close/>
                <a:moveTo>
                  <a:pt x="1216687" y="151200"/>
                </a:moveTo>
                <a:cubicBezTo>
                  <a:pt x="1212655" y="152225"/>
                  <a:pt x="1208487" y="152960"/>
                  <a:pt x="1204181" y="153404"/>
                </a:cubicBezTo>
                <a:cubicBezTo>
                  <a:pt x="1199876" y="153848"/>
                  <a:pt x="1195502" y="154070"/>
                  <a:pt x="1191060" y="154070"/>
                </a:cubicBezTo>
                <a:cubicBezTo>
                  <a:pt x="1178144" y="154070"/>
                  <a:pt x="1168508" y="151149"/>
                  <a:pt x="1162153" y="145306"/>
                </a:cubicBezTo>
                <a:cubicBezTo>
                  <a:pt x="1155797" y="139463"/>
                  <a:pt x="1152620" y="130493"/>
                  <a:pt x="1152620" y="118397"/>
                </a:cubicBezTo>
                <a:lnTo>
                  <a:pt x="1152620" y="64683"/>
                </a:lnTo>
                <a:lnTo>
                  <a:pt x="1123815" y="64683"/>
                </a:lnTo>
                <a:lnTo>
                  <a:pt x="1123815" y="49717"/>
                </a:lnTo>
                <a:lnTo>
                  <a:pt x="1152620" y="49717"/>
                </a:lnTo>
                <a:lnTo>
                  <a:pt x="1152620" y="21424"/>
                </a:lnTo>
                <a:lnTo>
                  <a:pt x="1170456" y="16811"/>
                </a:lnTo>
                <a:lnTo>
                  <a:pt x="1170456" y="49717"/>
                </a:lnTo>
                <a:lnTo>
                  <a:pt x="1216687" y="49717"/>
                </a:lnTo>
                <a:lnTo>
                  <a:pt x="1216687" y="64683"/>
                </a:lnTo>
                <a:lnTo>
                  <a:pt x="1170456" y="64683"/>
                </a:lnTo>
                <a:lnTo>
                  <a:pt x="1170456" y="116962"/>
                </a:lnTo>
                <a:cubicBezTo>
                  <a:pt x="1170456" y="124343"/>
                  <a:pt x="1172421" y="129861"/>
                  <a:pt x="1176350" y="133517"/>
                </a:cubicBezTo>
                <a:cubicBezTo>
                  <a:pt x="1180280" y="137173"/>
                  <a:pt x="1186072" y="139001"/>
                  <a:pt x="1193726" y="139001"/>
                </a:cubicBezTo>
                <a:cubicBezTo>
                  <a:pt x="1197006" y="139001"/>
                  <a:pt x="1200594" y="138745"/>
                  <a:pt x="1204489" y="138232"/>
                </a:cubicBezTo>
                <a:cubicBezTo>
                  <a:pt x="1208384" y="137720"/>
                  <a:pt x="1212450" y="136917"/>
                  <a:pt x="1216687" y="135824"/>
                </a:cubicBezTo>
                <a:lnTo>
                  <a:pt x="1216687" y="151200"/>
                </a:lnTo>
                <a:close/>
                <a:moveTo>
                  <a:pt x="1318052" y="194663"/>
                </a:moveTo>
                <a:lnTo>
                  <a:pt x="1267515" y="194663"/>
                </a:lnTo>
                <a:lnTo>
                  <a:pt x="1267515" y="4203"/>
                </a:lnTo>
                <a:lnTo>
                  <a:pt x="1318052" y="4203"/>
                </a:lnTo>
                <a:lnTo>
                  <a:pt x="1318052" y="18554"/>
                </a:lnTo>
                <a:lnTo>
                  <a:pt x="1284532" y="18554"/>
                </a:lnTo>
                <a:lnTo>
                  <a:pt x="1284532" y="180312"/>
                </a:lnTo>
                <a:lnTo>
                  <a:pt x="1318052" y="180312"/>
                </a:lnTo>
                <a:lnTo>
                  <a:pt x="1318052" y="194663"/>
                </a:lnTo>
                <a:close/>
                <a:moveTo>
                  <a:pt x="1398424" y="64478"/>
                </a:moveTo>
                <a:lnTo>
                  <a:pt x="1367979" y="64478"/>
                </a:lnTo>
                <a:lnTo>
                  <a:pt x="1367979" y="49717"/>
                </a:lnTo>
                <a:lnTo>
                  <a:pt x="1416465" y="49717"/>
                </a:lnTo>
                <a:lnTo>
                  <a:pt x="1416465" y="137771"/>
                </a:lnTo>
                <a:lnTo>
                  <a:pt x="1447115" y="137771"/>
                </a:lnTo>
                <a:lnTo>
                  <a:pt x="1447115" y="152635"/>
                </a:lnTo>
                <a:lnTo>
                  <a:pt x="1364596" y="152635"/>
                </a:lnTo>
                <a:lnTo>
                  <a:pt x="1364596" y="137771"/>
                </a:lnTo>
                <a:lnTo>
                  <a:pt x="1398424" y="137771"/>
                </a:lnTo>
                <a:lnTo>
                  <a:pt x="1398424" y="64478"/>
                </a:lnTo>
                <a:moveTo>
                  <a:pt x="1404677" y="6561"/>
                </a:moveTo>
                <a:cubicBezTo>
                  <a:pt x="1406659" y="6561"/>
                  <a:pt x="1408504" y="6919"/>
                  <a:pt x="1410212" y="7637"/>
                </a:cubicBezTo>
                <a:cubicBezTo>
                  <a:pt x="1411921" y="8354"/>
                  <a:pt x="1413407" y="9362"/>
                  <a:pt x="1414671" y="10661"/>
                </a:cubicBezTo>
                <a:cubicBezTo>
                  <a:pt x="1415936" y="11959"/>
                  <a:pt x="1416927" y="13446"/>
                  <a:pt x="1417644" y="15120"/>
                </a:cubicBezTo>
                <a:cubicBezTo>
                  <a:pt x="1418362" y="16794"/>
                  <a:pt x="1418720" y="18622"/>
                  <a:pt x="1418720" y="20604"/>
                </a:cubicBezTo>
                <a:cubicBezTo>
                  <a:pt x="1418720" y="22518"/>
                  <a:pt x="1418362" y="24329"/>
                  <a:pt x="1417644" y="26037"/>
                </a:cubicBezTo>
                <a:cubicBezTo>
                  <a:pt x="1416927" y="27746"/>
                  <a:pt x="1415936" y="29249"/>
                  <a:pt x="1414671" y="30547"/>
                </a:cubicBezTo>
                <a:cubicBezTo>
                  <a:pt x="1413407" y="31846"/>
                  <a:pt x="1411921" y="32854"/>
                  <a:pt x="1410212" y="33571"/>
                </a:cubicBezTo>
                <a:cubicBezTo>
                  <a:pt x="1408504" y="34289"/>
                  <a:pt x="1406659" y="34648"/>
                  <a:pt x="1404677" y="34648"/>
                </a:cubicBezTo>
                <a:cubicBezTo>
                  <a:pt x="1402695" y="34648"/>
                  <a:pt x="1400850" y="34289"/>
                  <a:pt x="1399141" y="33571"/>
                </a:cubicBezTo>
                <a:cubicBezTo>
                  <a:pt x="1397433" y="32854"/>
                  <a:pt x="1395947" y="31846"/>
                  <a:pt x="1394682" y="30547"/>
                </a:cubicBezTo>
                <a:cubicBezTo>
                  <a:pt x="1393418" y="29249"/>
                  <a:pt x="1392427" y="27746"/>
                  <a:pt x="1391710" y="26037"/>
                </a:cubicBezTo>
                <a:cubicBezTo>
                  <a:pt x="1390992" y="24329"/>
                  <a:pt x="1390633" y="22518"/>
                  <a:pt x="1390633" y="20604"/>
                </a:cubicBezTo>
                <a:cubicBezTo>
                  <a:pt x="1390633" y="18622"/>
                  <a:pt x="1390992" y="16794"/>
                  <a:pt x="1391710" y="15120"/>
                </a:cubicBezTo>
                <a:cubicBezTo>
                  <a:pt x="1392427" y="13446"/>
                  <a:pt x="1393418" y="11959"/>
                  <a:pt x="1394682" y="10661"/>
                </a:cubicBezTo>
                <a:cubicBezTo>
                  <a:pt x="1395947" y="9362"/>
                  <a:pt x="1397433" y="8354"/>
                  <a:pt x="1399141" y="7637"/>
                </a:cubicBezTo>
                <a:cubicBezTo>
                  <a:pt x="1400850" y="6919"/>
                  <a:pt x="1402695" y="6561"/>
                  <a:pt x="1404677" y="6561"/>
                </a:cubicBezTo>
                <a:close/>
                <a:moveTo>
                  <a:pt x="1478181" y="49717"/>
                </a:moveTo>
                <a:lnTo>
                  <a:pt x="1494069" y="49717"/>
                </a:lnTo>
                <a:lnTo>
                  <a:pt x="1494787" y="66323"/>
                </a:lnTo>
                <a:cubicBezTo>
                  <a:pt x="1497794" y="62769"/>
                  <a:pt x="1500698" y="59814"/>
                  <a:pt x="1503500" y="57456"/>
                </a:cubicBezTo>
                <a:cubicBezTo>
                  <a:pt x="1506302" y="55098"/>
                  <a:pt x="1509053" y="53202"/>
                  <a:pt x="1511752" y="51767"/>
                </a:cubicBezTo>
                <a:cubicBezTo>
                  <a:pt x="1514451" y="50332"/>
                  <a:pt x="1517202" y="49324"/>
                  <a:pt x="1520004" y="48743"/>
                </a:cubicBezTo>
                <a:cubicBezTo>
                  <a:pt x="1522806" y="48162"/>
                  <a:pt x="1525710" y="47871"/>
                  <a:pt x="1528717" y="47871"/>
                </a:cubicBezTo>
                <a:cubicBezTo>
                  <a:pt x="1539310" y="47871"/>
                  <a:pt x="1547322" y="50998"/>
                  <a:pt x="1552755" y="57251"/>
                </a:cubicBezTo>
                <a:cubicBezTo>
                  <a:pt x="1558188" y="63504"/>
                  <a:pt x="1560905" y="72918"/>
                  <a:pt x="1560905" y="85492"/>
                </a:cubicBezTo>
                <a:lnTo>
                  <a:pt x="1560905" y="152635"/>
                </a:lnTo>
                <a:lnTo>
                  <a:pt x="1543068" y="152635"/>
                </a:lnTo>
                <a:lnTo>
                  <a:pt x="1543068" y="86927"/>
                </a:lnTo>
                <a:cubicBezTo>
                  <a:pt x="1543068" y="78863"/>
                  <a:pt x="1541565" y="72901"/>
                  <a:pt x="1538558" y="69039"/>
                </a:cubicBezTo>
                <a:cubicBezTo>
                  <a:pt x="1535551" y="65178"/>
                  <a:pt x="1531075" y="63248"/>
                  <a:pt x="1525129" y="63248"/>
                </a:cubicBezTo>
                <a:cubicBezTo>
                  <a:pt x="1522943" y="63248"/>
                  <a:pt x="1520807" y="63572"/>
                  <a:pt x="1518723" y="64221"/>
                </a:cubicBezTo>
                <a:cubicBezTo>
                  <a:pt x="1516638" y="64871"/>
                  <a:pt x="1514469" y="65998"/>
                  <a:pt x="1512213" y="67604"/>
                </a:cubicBezTo>
                <a:cubicBezTo>
                  <a:pt x="1509958" y="69210"/>
                  <a:pt x="1507515" y="71380"/>
                  <a:pt x="1504884" y="74114"/>
                </a:cubicBezTo>
                <a:cubicBezTo>
                  <a:pt x="1502253" y="76847"/>
                  <a:pt x="1499297" y="80264"/>
                  <a:pt x="1496017" y="84364"/>
                </a:cubicBezTo>
                <a:lnTo>
                  <a:pt x="1496017" y="152635"/>
                </a:lnTo>
                <a:lnTo>
                  <a:pt x="1478181" y="152635"/>
                </a:lnTo>
                <a:lnTo>
                  <a:pt x="1478181" y="49717"/>
                </a:lnTo>
                <a:close/>
                <a:moveTo>
                  <a:pt x="1675924" y="151200"/>
                </a:moveTo>
                <a:cubicBezTo>
                  <a:pt x="1671892" y="152225"/>
                  <a:pt x="1667724" y="152960"/>
                  <a:pt x="1663418" y="153404"/>
                </a:cubicBezTo>
                <a:cubicBezTo>
                  <a:pt x="1659113" y="153848"/>
                  <a:pt x="1654739" y="154070"/>
                  <a:pt x="1650297" y="154070"/>
                </a:cubicBezTo>
                <a:cubicBezTo>
                  <a:pt x="1637381" y="154070"/>
                  <a:pt x="1627746" y="151149"/>
                  <a:pt x="1621390" y="145306"/>
                </a:cubicBezTo>
                <a:cubicBezTo>
                  <a:pt x="1615035" y="139463"/>
                  <a:pt x="1611857" y="130493"/>
                  <a:pt x="1611857" y="118397"/>
                </a:cubicBezTo>
                <a:lnTo>
                  <a:pt x="1611857" y="64683"/>
                </a:lnTo>
                <a:lnTo>
                  <a:pt x="1583052" y="64683"/>
                </a:lnTo>
                <a:lnTo>
                  <a:pt x="1583052" y="49717"/>
                </a:lnTo>
                <a:lnTo>
                  <a:pt x="1611857" y="49717"/>
                </a:lnTo>
                <a:lnTo>
                  <a:pt x="1611857" y="21424"/>
                </a:lnTo>
                <a:lnTo>
                  <a:pt x="1629693" y="16811"/>
                </a:lnTo>
                <a:lnTo>
                  <a:pt x="1629693" y="49717"/>
                </a:lnTo>
                <a:lnTo>
                  <a:pt x="1675924" y="49717"/>
                </a:lnTo>
                <a:lnTo>
                  <a:pt x="1675924" y="64683"/>
                </a:lnTo>
                <a:lnTo>
                  <a:pt x="1629693" y="64683"/>
                </a:lnTo>
                <a:lnTo>
                  <a:pt x="1629693" y="116962"/>
                </a:lnTo>
                <a:cubicBezTo>
                  <a:pt x="1629693" y="124343"/>
                  <a:pt x="1631658" y="129861"/>
                  <a:pt x="1635587" y="133517"/>
                </a:cubicBezTo>
                <a:cubicBezTo>
                  <a:pt x="1639517" y="137173"/>
                  <a:pt x="1645309" y="139001"/>
                  <a:pt x="1652963" y="139001"/>
                </a:cubicBezTo>
                <a:cubicBezTo>
                  <a:pt x="1656243" y="139001"/>
                  <a:pt x="1659831" y="138745"/>
                  <a:pt x="1663726" y="138232"/>
                </a:cubicBezTo>
                <a:cubicBezTo>
                  <a:pt x="1667621" y="137720"/>
                  <a:pt x="1671687" y="136917"/>
                  <a:pt x="1675924" y="135824"/>
                </a:cubicBezTo>
                <a:lnTo>
                  <a:pt x="1675924" y="151200"/>
                </a:lnTo>
                <a:close/>
                <a:moveTo>
                  <a:pt x="1771446" y="194663"/>
                </a:moveTo>
                <a:lnTo>
                  <a:pt x="1720910" y="194663"/>
                </a:lnTo>
                <a:lnTo>
                  <a:pt x="1720910" y="180312"/>
                </a:lnTo>
                <a:lnTo>
                  <a:pt x="1754225" y="180312"/>
                </a:lnTo>
                <a:lnTo>
                  <a:pt x="1754225" y="18554"/>
                </a:lnTo>
                <a:lnTo>
                  <a:pt x="1720910" y="18554"/>
                </a:lnTo>
                <a:lnTo>
                  <a:pt x="1720910" y="4203"/>
                </a:lnTo>
                <a:lnTo>
                  <a:pt x="1771446" y="4203"/>
                </a:lnTo>
                <a:lnTo>
                  <a:pt x="1771446" y="194663"/>
                </a:lnTo>
                <a:close/>
                <a:moveTo>
                  <a:pt x="1830599" y="173649"/>
                </a:moveTo>
                <a:cubicBezTo>
                  <a:pt x="1834084" y="173786"/>
                  <a:pt x="1837467" y="173478"/>
                  <a:pt x="1840747" y="172727"/>
                </a:cubicBezTo>
                <a:cubicBezTo>
                  <a:pt x="1844028" y="171975"/>
                  <a:pt x="1846915" y="170864"/>
                  <a:pt x="1849409" y="169395"/>
                </a:cubicBezTo>
                <a:cubicBezTo>
                  <a:pt x="1851904" y="167926"/>
                  <a:pt x="1853903" y="166098"/>
                  <a:pt x="1855406" y="163911"/>
                </a:cubicBezTo>
                <a:cubicBezTo>
                  <a:pt x="1856909" y="161724"/>
                  <a:pt x="1857661" y="159230"/>
                  <a:pt x="1857661" y="156428"/>
                </a:cubicBezTo>
                <a:cubicBezTo>
                  <a:pt x="1857661" y="153557"/>
                  <a:pt x="1857166" y="151234"/>
                  <a:pt x="1856175" y="149457"/>
                </a:cubicBezTo>
                <a:cubicBezTo>
                  <a:pt x="1855184" y="147680"/>
                  <a:pt x="1854073" y="146040"/>
                  <a:pt x="1852843" y="144537"/>
                </a:cubicBezTo>
                <a:cubicBezTo>
                  <a:pt x="1851613" y="143033"/>
                  <a:pt x="1850503" y="141427"/>
                  <a:pt x="1849512" y="139719"/>
                </a:cubicBezTo>
                <a:cubicBezTo>
                  <a:pt x="1848521" y="138010"/>
                  <a:pt x="1848025" y="135721"/>
                  <a:pt x="1848025" y="132851"/>
                </a:cubicBezTo>
                <a:cubicBezTo>
                  <a:pt x="1848025" y="131416"/>
                  <a:pt x="1848299" y="129912"/>
                  <a:pt x="1848845" y="128340"/>
                </a:cubicBezTo>
                <a:cubicBezTo>
                  <a:pt x="1849392" y="126769"/>
                  <a:pt x="1850229" y="125334"/>
                  <a:pt x="1851357" y="124035"/>
                </a:cubicBezTo>
                <a:cubicBezTo>
                  <a:pt x="1852485" y="122737"/>
                  <a:pt x="1853920" y="121677"/>
                  <a:pt x="1855662" y="120857"/>
                </a:cubicBezTo>
                <a:cubicBezTo>
                  <a:pt x="1857405" y="120037"/>
                  <a:pt x="1859472" y="119627"/>
                  <a:pt x="1861864" y="119627"/>
                </a:cubicBezTo>
                <a:cubicBezTo>
                  <a:pt x="1864256" y="119627"/>
                  <a:pt x="1866562" y="120123"/>
                  <a:pt x="1868783" y="121114"/>
                </a:cubicBezTo>
                <a:cubicBezTo>
                  <a:pt x="1871004" y="122105"/>
                  <a:pt x="1872952" y="123625"/>
                  <a:pt x="1874626" y="125675"/>
                </a:cubicBezTo>
                <a:cubicBezTo>
                  <a:pt x="1876301" y="127725"/>
                  <a:pt x="1877633" y="130288"/>
                  <a:pt x="1878624" y="133363"/>
                </a:cubicBezTo>
                <a:cubicBezTo>
                  <a:pt x="1879615" y="136439"/>
                  <a:pt x="1880111" y="140061"/>
                  <a:pt x="1880111" y="144229"/>
                </a:cubicBezTo>
                <a:cubicBezTo>
                  <a:pt x="1880111" y="149901"/>
                  <a:pt x="1879068" y="155351"/>
                  <a:pt x="1876984" y="160579"/>
                </a:cubicBezTo>
                <a:cubicBezTo>
                  <a:pt x="1874900" y="165807"/>
                  <a:pt x="1871790" y="170437"/>
                  <a:pt x="1867656" y="174469"/>
                </a:cubicBezTo>
                <a:cubicBezTo>
                  <a:pt x="1863521" y="178501"/>
                  <a:pt x="1858362" y="181713"/>
                  <a:pt x="1852177" y="184105"/>
                </a:cubicBezTo>
                <a:cubicBezTo>
                  <a:pt x="1845992" y="186497"/>
                  <a:pt x="1838800" y="187693"/>
                  <a:pt x="1830599" y="187693"/>
                </a:cubicBezTo>
                <a:lnTo>
                  <a:pt x="1830599" y="173649"/>
                </a:lnTo>
                <a:close/>
                <a:moveTo>
                  <a:pt x="2135146" y="151200"/>
                </a:moveTo>
                <a:cubicBezTo>
                  <a:pt x="2131114" y="152225"/>
                  <a:pt x="2126945" y="152960"/>
                  <a:pt x="2122640" y="153404"/>
                </a:cubicBezTo>
                <a:cubicBezTo>
                  <a:pt x="2118335" y="153848"/>
                  <a:pt x="2113961" y="154070"/>
                  <a:pt x="2109519" y="154070"/>
                </a:cubicBezTo>
                <a:cubicBezTo>
                  <a:pt x="2096603" y="154070"/>
                  <a:pt x="2086967" y="151149"/>
                  <a:pt x="2080612" y="145306"/>
                </a:cubicBezTo>
                <a:cubicBezTo>
                  <a:pt x="2074256" y="139463"/>
                  <a:pt x="2071078" y="130493"/>
                  <a:pt x="2071078" y="118397"/>
                </a:cubicBezTo>
                <a:lnTo>
                  <a:pt x="2071078" y="64683"/>
                </a:lnTo>
                <a:lnTo>
                  <a:pt x="2042274" y="64683"/>
                </a:lnTo>
                <a:lnTo>
                  <a:pt x="2042274" y="49717"/>
                </a:lnTo>
                <a:lnTo>
                  <a:pt x="2071078" y="49717"/>
                </a:lnTo>
                <a:lnTo>
                  <a:pt x="2071078" y="21424"/>
                </a:lnTo>
                <a:lnTo>
                  <a:pt x="2088915" y="16811"/>
                </a:lnTo>
                <a:lnTo>
                  <a:pt x="2088915" y="49717"/>
                </a:lnTo>
                <a:lnTo>
                  <a:pt x="2135146" y="49717"/>
                </a:lnTo>
                <a:lnTo>
                  <a:pt x="2135146" y="64683"/>
                </a:lnTo>
                <a:lnTo>
                  <a:pt x="2088915" y="64683"/>
                </a:lnTo>
                <a:lnTo>
                  <a:pt x="2088915" y="116962"/>
                </a:lnTo>
                <a:cubicBezTo>
                  <a:pt x="2088915" y="124343"/>
                  <a:pt x="2090880" y="129861"/>
                  <a:pt x="2094809" y="133517"/>
                </a:cubicBezTo>
                <a:cubicBezTo>
                  <a:pt x="2098739" y="137173"/>
                  <a:pt x="2104530" y="139001"/>
                  <a:pt x="2112184" y="139001"/>
                </a:cubicBezTo>
                <a:cubicBezTo>
                  <a:pt x="2115465" y="139001"/>
                  <a:pt x="2119052" y="138745"/>
                  <a:pt x="2122948" y="138232"/>
                </a:cubicBezTo>
                <a:cubicBezTo>
                  <a:pt x="2126843" y="137720"/>
                  <a:pt x="2130909" y="136917"/>
                  <a:pt x="2135146" y="135824"/>
                </a:cubicBezTo>
                <a:lnTo>
                  <a:pt x="2135146" y="151200"/>
                </a:lnTo>
                <a:close/>
                <a:moveTo>
                  <a:pt x="2233149" y="152635"/>
                </a:moveTo>
                <a:lnTo>
                  <a:pt x="2232739" y="138796"/>
                </a:lnTo>
                <a:cubicBezTo>
                  <a:pt x="2227136" y="144332"/>
                  <a:pt x="2221446" y="148330"/>
                  <a:pt x="2215672" y="150790"/>
                </a:cubicBezTo>
                <a:cubicBezTo>
                  <a:pt x="2209897" y="153250"/>
                  <a:pt x="2203832" y="154480"/>
                  <a:pt x="2197477" y="154480"/>
                </a:cubicBezTo>
                <a:cubicBezTo>
                  <a:pt x="2191599" y="154480"/>
                  <a:pt x="2186576" y="153728"/>
                  <a:pt x="2182408" y="152225"/>
                </a:cubicBezTo>
                <a:cubicBezTo>
                  <a:pt x="2178239" y="150721"/>
                  <a:pt x="2174805" y="148654"/>
                  <a:pt x="2172106" y="146023"/>
                </a:cubicBezTo>
                <a:cubicBezTo>
                  <a:pt x="2169406" y="143392"/>
                  <a:pt x="2167425" y="140300"/>
                  <a:pt x="2166160" y="136746"/>
                </a:cubicBezTo>
                <a:cubicBezTo>
                  <a:pt x="2164896" y="133192"/>
                  <a:pt x="2164264" y="129331"/>
                  <a:pt x="2164264" y="125163"/>
                </a:cubicBezTo>
                <a:cubicBezTo>
                  <a:pt x="2164264" y="114844"/>
                  <a:pt x="2168108" y="106762"/>
                  <a:pt x="2175796" y="100919"/>
                </a:cubicBezTo>
                <a:cubicBezTo>
                  <a:pt x="2183484" y="95076"/>
                  <a:pt x="2194845" y="92155"/>
                  <a:pt x="2209880" y="92155"/>
                </a:cubicBezTo>
                <a:lnTo>
                  <a:pt x="2231202" y="92155"/>
                </a:lnTo>
                <a:lnTo>
                  <a:pt x="2231202" y="83134"/>
                </a:lnTo>
                <a:cubicBezTo>
                  <a:pt x="2231202" y="77052"/>
                  <a:pt x="2229254" y="72183"/>
                  <a:pt x="2225359" y="68527"/>
                </a:cubicBezTo>
                <a:cubicBezTo>
                  <a:pt x="2221463" y="64871"/>
                  <a:pt x="2215518" y="63043"/>
                  <a:pt x="2207522" y="63043"/>
                </a:cubicBezTo>
                <a:cubicBezTo>
                  <a:pt x="2201714" y="63043"/>
                  <a:pt x="2195990" y="63692"/>
                  <a:pt x="2190352" y="64990"/>
                </a:cubicBezTo>
                <a:cubicBezTo>
                  <a:pt x="2184714" y="66289"/>
                  <a:pt x="2178888" y="68134"/>
                  <a:pt x="2172875" y="70526"/>
                </a:cubicBezTo>
                <a:lnTo>
                  <a:pt x="2172875" y="54432"/>
                </a:lnTo>
                <a:cubicBezTo>
                  <a:pt x="2175130" y="53612"/>
                  <a:pt x="2177641" y="52809"/>
                  <a:pt x="2180409" y="52023"/>
                </a:cubicBezTo>
                <a:cubicBezTo>
                  <a:pt x="2183177" y="51237"/>
                  <a:pt x="2186098" y="50537"/>
                  <a:pt x="2189173" y="49922"/>
                </a:cubicBezTo>
                <a:cubicBezTo>
                  <a:pt x="2192249" y="49307"/>
                  <a:pt x="2195461" y="48811"/>
                  <a:pt x="2198809" y="48435"/>
                </a:cubicBezTo>
                <a:cubicBezTo>
                  <a:pt x="2202158" y="48059"/>
                  <a:pt x="2205541" y="47871"/>
                  <a:pt x="2208957" y="47871"/>
                </a:cubicBezTo>
                <a:cubicBezTo>
                  <a:pt x="2215176" y="47871"/>
                  <a:pt x="2220780" y="48555"/>
                  <a:pt x="2225769" y="49922"/>
                </a:cubicBezTo>
                <a:cubicBezTo>
                  <a:pt x="2230758" y="51288"/>
                  <a:pt x="2234977" y="53373"/>
                  <a:pt x="2238429" y="56175"/>
                </a:cubicBezTo>
                <a:cubicBezTo>
                  <a:pt x="2241880" y="58976"/>
                  <a:pt x="2244528" y="62496"/>
                  <a:pt x="2246373" y="66733"/>
                </a:cubicBezTo>
                <a:cubicBezTo>
                  <a:pt x="2248218" y="70970"/>
                  <a:pt x="2249141" y="75959"/>
                  <a:pt x="2249141" y="81699"/>
                </a:cubicBezTo>
                <a:lnTo>
                  <a:pt x="2249141" y="152635"/>
                </a:lnTo>
                <a:lnTo>
                  <a:pt x="2233149" y="152635"/>
                </a:lnTo>
                <a:moveTo>
                  <a:pt x="2231202" y="105789"/>
                </a:moveTo>
                <a:lnTo>
                  <a:pt x="2208547" y="105789"/>
                </a:lnTo>
                <a:cubicBezTo>
                  <a:pt x="2204105" y="105789"/>
                  <a:pt x="2200278" y="106233"/>
                  <a:pt x="2197066" y="107121"/>
                </a:cubicBezTo>
                <a:cubicBezTo>
                  <a:pt x="2193855" y="108010"/>
                  <a:pt x="2191224" y="109274"/>
                  <a:pt x="2189173" y="110914"/>
                </a:cubicBezTo>
                <a:cubicBezTo>
                  <a:pt x="2187123" y="112554"/>
                  <a:pt x="2185603" y="114519"/>
                  <a:pt x="2184612" y="116808"/>
                </a:cubicBezTo>
                <a:cubicBezTo>
                  <a:pt x="2183621" y="119098"/>
                  <a:pt x="2183125" y="121677"/>
                  <a:pt x="2183125" y="124548"/>
                </a:cubicBezTo>
                <a:cubicBezTo>
                  <a:pt x="2183125" y="126529"/>
                  <a:pt x="2183433" y="128426"/>
                  <a:pt x="2184048" y="130237"/>
                </a:cubicBezTo>
                <a:cubicBezTo>
                  <a:pt x="2184663" y="132048"/>
                  <a:pt x="2185654" y="133654"/>
                  <a:pt x="2187021" y="135055"/>
                </a:cubicBezTo>
                <a:cubicBezTo>
                  <a:pt x="2188387" y="136456"/>
                  <a:pt x="2190164" y="137566"/>
                  <a:pt x="2192351" y="138386"/>
                </a:cubicBezTo>
                <a:cubicBezTo>
                  <a:pt x="2194538" y="139206"/>
                  <a:pt x="2197203" y="139616"/>
                  <a:pt x="2200347" y="139616"/>
                </a:cubicBezTo>
                <a:cubicBezTo>
                  <a:pt x="2204447" y="139616"/>
                  <a:pt x="2209145" y="138369"/>
                  <a:pt x="2214442" y="135875"/>
                </a:cubicBezTo>
                <a:cubicBezTo>
                  <a:pt x="2219738" y="133380"/>
                  <a:pt x="2225325" y="129434"/>
                  <a:pt x="2231202" y="124035"/>
                </a:cubicBezTo>
                <a:lnTo>
                  <a:pt x="2231202" y="105789"/>
                </a:lnTo>
                <a:close/>
                <a:moveTo>
                  <a:pt x="2286049" y="49717"/>
                </a:moveTo>
                <a:lnTo>
                  <a:pt x="2302348" y="49717"/>
                </a:lnTo>
                <a:lnTo>
                  <a:pt x="2302860" y="68681"/>
                </a:lnTo>
                <a:cubicBezTo>
                  <a:pt x="2308942" y="61368"/>
                  <a:pt x="2314939" y="56072"/>
                  <a:pt x="2320850" y="52792"/>
                </a:cubicBezTo>
                <a:cubicBezTo>
                  <a:pt x="2326762" y="49512"/>
                  <a:pt x="2332724" y="47871"/>
                  <a:pt x="2338738" y="47871"/>
                </a:cubicBezTo>
                <a:cubicBezTo>
                  <a:pt x="2349399" y="47871"/>
                  <a:pt x="2357480" y="51323"/>
                  <a:pt x="2362981" y="58225"/>
                </a:cubicBezTo>
                <a:cubicBezTo>
                  <a:pt x="2368483" y="65127"/>
                  <a:pt x="2371028" y="75378"/>
                  <a:pt x="2370618" y="88977"/>
                </a:cubicBezTo>
                <a:lnTo>
                  <a:pt x="2352577" y="88977"/>
                </a:lnTo>
                <a:cubicBezTo>
                  <a:pt x="2352782" y="79957"/>
                  <a:pt x="2351466" y="73413"/>
                  <a:pt x="2348630" y="69347"/>
                </a:cubicBezTo>
                <a:cubicBezTo>
                  <a:pt x="2345794" y="65281"/>
                  <a:pt x="2341642" y="63248"/>
                  <a:pt x="2336175" y="63248"/>
                </a:cubicBezTo>
                <a:cubicBezTo>
                  <a:pt x="2333783" y="63248"/>
                  <a:pt x="2331375" y="63675"/>
                  <a:pt x="2328948" y="64529"/>
                </a:cubicBezTo>
                <a:cubicBezTo>
                  <a:pt x="2326522" y="65383"/>
                  <a:pt x="2324028" y="66750"/>
                  <a:pt x="2321465" y="68629"/>
                </a:cubicBezTo>
                <a:cubicBezTo>
                  <a:pt x="2318903" y="70509"/>
                  <a:pt x="2316186" y="72918"/>
                  <a:pt x="2313316" y="75856"/>
                </a:cubicBezTo>
                <a:cubicBezTo>
                  <a:pt x="2310446" y="78795"/>
                  <a:pt x="2307370" y="82348"/>
                  <a:pt x="2304090" y="86517"/>
                </a:cubicBezTo>
                <a:lnTo>
                  <a:pt x="2304090" y="152635"/>
                </a:lnTo>
                <a:lnTo>
                  <a:pt x="2286049" y="152635"/>
                </a:lnTo>
                <a:lnTo>
                  <a:pt x="2286049" y="49717"/>
                </a:lnTo>
                <a:close/>
                <a:moveTo>
                  <a:pt x="2470775" y="64273"/>
                </a:moveTo>
                <a:cubicBezTo>
                  <a:pt x="2472688" y="66665"/>
                  <a:pt x="2474175" y="69449"/>
                  <a:pt x="2475234" y="72627"/>
                </a:cubicBezTo>
                <a:cubicBezTo>
                  <a:pt x="2476293" y="75805"/>
                  <a:pt x="2476823" y="79239"/>
                  <a:pt x="2476823" y="82929"/>
                </a:cubicBezTo>
                <a:cubicBezTo>
                  <a:pt x="2476823" y="88260"/>
                  <a:pt x="2475849" y="93129"/>
                  <a:pt x="2473901" y="97537"/>
                </a:cubicBezTo>
                <a:cubicBezTo>
                  <a:pt x="2471953" y="101945"/>
                  <a:pt x="2469203" y="105720"/>
                  <a:pt x="2465649" y="108864"/>
                </a:cubicBezTo>
                <a:cubicBezTo>
                  <a:pt x="2462096" y="112007"/>
                  <a:pt x="2457842" y="114451"/>
                  <a:pt x="2452887" y="116193"/>
                </a:cubicBezTo>
                <a:cubicBezTo>
                  <a:pt x="2447932" y="117936"/>
                  <a:pt x="2442482" y="118807"/>
                  <a:pt x="2436537" y="118807"/>
                </a:cubicBezTo>
                <a:cubicBezTo>
                  <a:pt x="2432232" y="118807"/>
                  <a:pt x="2428200" y="118346"/>
                  <a:pt x="2424441" y="117423"/>
                </a:cubicBezTo>
                <a:cubicBezTo>
                  <a:pt x="2420682" y="116501"/>
                  <a:pt x="2417709" y="115356"/>
                  <a:pt x="2415523" y="113989"/>
                </a:cubicBezTo>
                <a:cubicBezTo>
                  <a:pt x="2414224" y="115903"/>
                  <a:pt x="2413131" y="117714"/>
                  <a:pt x="2412242" y="119422"/>
                </a:cubicBezTo>
                <a:cubicBezTo>
                  <a:pt x="2411354" y="121131"/>
                  <a:pt x="2410910" y="123044"/>
                  <a:pt x="2410910" y="125163"/>
                </a:cubicBezTo>
                <a:cubicBezTo>
                  <a:pt x="2410910" y="127760"/>
                  <a:pt x="2412157" y="129912"/>
                  <a:pt x="2414651" y="131621"/>
                </a:cubicBezTo>
                <a:cubicBezTo>
                  <a:pt x="2417146" y="133329"/>
                  <a:pt x="2420443" y="134252"/>
                  <a:pt x="2424543" y="134388"/>
                </a:cubicBezTo>
                <a:lnTo>
                  <a:pt x="2451606" y="135414"/>
                </a:lnTo>
                <a:cubicBezTo>
                  <a:pt x="2456731" y="135550"/>
                  <a:pt x="2461463" y="136199"/>
                  <a:pt x="2465803" y="137361"/>
                </a:cubicBezTo>
                <a:cubicBezTo>
                  <a:pt x="2470143" y="138523"/>
                  <a:pt x="2473867" y="140197"/>
                  <a:pt x="2476976" y="142384"/>
                </a:cubicBezTo>
                <a:cubicBezTo>
                  <a:pt x="2480086" y="144571"/>
                  <a:pt x="2482512" y="147270"/>
                  <a:pt x="2484254" y="150482"/>
                </a:cubicBezTo>
                <a:cubicBezTo>
                  <a:pt x="2485997" y="153694"/>
                  <a:pt x="2486868" y="157419"/>
                  <a:pt x="2486868" y="161656"/>
                </a:cubicBezTo>
                <a:cubicBezTo>
                  <a:pt x="2486868" y="166234"/>
                  <a:pt x="2485878" y="170574"/>
                  <a:pt x="2483896" y="174674"/>
                </a:cubicBezTo>
                <a:cubicBezTo>
                  <a:pt x="2481914" y="178775"/>
                  <a:pt x="2478856" y="182379"/>
                  <a:pt x="2474721" y="185489"/>
                </a:cubicBezTo>
                <a:cubicBezTo>
                  <a:pt x="2470587" y="188598"/>
                  <a:pt x="2465342" y="191076"/>
                  <a:pt x="2458986" y="192921"/>
                </a:cubicBezTo>
                <a:cubicBezTo>
                  <a:pt x="2452631" y="194766"/>
                  <a:pt x="2445079" y="195688"/>
                  <a:pt x="2436332" y="195688"/>
                </a:cubicBezTo>
                <a:cubicBezTo>
                  <a:pt x="2427994" y="195688"/>
                  <a:pt x="2420904" y="195022"/>
                  <a:pt x="2415061" y="193690"/>
                </a:cubicBezTo>
                <a:cubicBezTo>
                  <a:pt x="2409218" y="192357"/>
                  <a:pt x="2404418" y="190512"/>
                  <a:pt x="2400659" y="188154"/>
                </a:cubicBezTo>
                <a:cubicBezTo>
                  <a:pt x="2396900" y="185796"/>
                  <a:pt x="2394167" y="182994"/>
                  <a:pt x="2392458" y="179748"/>
                </a:cubicBezTo>
                <a:cubicBezTo>
                  <a:pt x="2390750" y="176502"/>
                  <a:pt x="2389896" y="172932"/>
                  <a:pt x="2389896" y="169036"/>
                </a:cubicBezTo>
                <a:cubicBezTo>
                  <a:pt x="2389896" y="164048"/>
                  <a:pt x="2391057" y="159674"/>
                  <a:pt x="2393381" y="155915"/>
                </a:cubicBezTo>
                <a:cubicBezTo>
                  <a:pt x="2395704" y="152157"/>
                  <a:pt x="2399292" y="148535"/>
                  <a:pt x="2404144" y="145049"/>
                </a:cubicBezTo>
                <a:cubicBezTo>
                  <a:pt x="2402367" y="144229"/>
                  <a:pt x="2400830" y="143204"/>
                  <a:pt x="2399531" y="141974"/>
                </a:cubicBezTo>
                <a:cubicBezTo>
                  <a:pt x="2398233" y="140744"/>
                  <a:pt x="2397174" y="139394"/>
                  <a:pt x="2396354" y="137925"/>
                </a:cubicBezTo>
                <a:cubicBezTo>
                  <a:pt x="2395534" y="136456"/>
                  <a:pt x="2394918" y="134901"/>
                  <a:pt x="2394508" y="133261"/>
                </a:cubicBezTo>
                <a:cubicBezTo>
                  <a:pt x="2394098" y="131621"/>
                  <a:pt x="2393893" y="130015"/>
                  <a:pt x="2393893" y="128443"/>
                </a:cubicBezTo>
                <a:cubicBezTo>
                  <a:pt x="2393893" y="124001"/>
                  <a:pt x="2394936" y="119935"/>
                  <a:pt x="2397020" y="116244"/>
                </a:cubicBezTo>
                <a:cubicBezTo>
                  <a:pt x="2399104" y="112554"/>
                  <a:pt x="2401582" y="109069"/>
                  <a:pt x="2404452" y="105789"/>
                </a:cubicBezTo>
                <a:cubicBezTo>
                  <a:pt x="2403153" y="104217"/>
                  <a:pt x="2402009" y="102679"/>
                  <a:pt x="2401018" y="101176"/>
                </a:cubicBezTo>
                <a:cubicBezTo>
                  <a:pt x="2400027" y="99672"/>
                  <a:pt x="2399173" y="98049"/>
                  <a:pt x="2398455" y="96307"/>
                </a:cubicBezTo>
                <a:cubicBezTo>
                  <a:pt x="2397737" y="94564"/>
                  <a:pt x="2397191" y="92685"/>
                  <a:pt x="2396815" y="90669"/>
                </a:cubicBezTo>
                <a:cubicBezTo>
                  <a:pt x="2396439" y="88653"/>
                  <a:pt x="2396251" y="86346"/>
                  <a:pt x="2396251" y="83749"/>
                </a:cubicBezTo>
                <a:cubicBezTo>
                  <a:pt x="2396251" y="78419"/>
                  <a:pt x="2397225" y="73550"/>
                  <a:pt x="2399173" y="69142"/>
                </a:cubicBezTo>
                <a:cubicBezTo>
                  <a:pt x="2401120" y="64734"/>
                  <a:pt x="2403854" y="60958"/>
                  <a:pt x="2407373" y="57815"/>
                </a:cubicBezTo>
                <a:cubicBezTo>
                  <a:pt x="2410893" y="54671"/>
                  <a:pt x="2415130" y="52228"/>
                  <a:pt x="2420084" y="50485"/>
                </a:cubicBezTo>
                <a:cubicBezTo>
                  <a:pt x="2425039" y="48743"/>
                  <a:pt x="2430523" y="47871"/>
                  <a:pt x="2436537" y="47871"/>
                </a:cubicBezTo>
                <a:cubicBezTo>
                  <a:pt x="2439065" y="47871"/>
                  <a:pt x="2441491" y="48042"/>
                  <a:pt x="2443815" y="48384"/>
                </a:cubicBezTo>
                <a:cubicBezTo>
                  <a:pt x="2446138" y="48726"/>
                  <a:pt x="2448189" y="49170"/>
                  <a:pt x="2449965" y="49717"/>
                </a:cubicBezTo>
                <a:lnTo>
                  <a:pt x="2487278" y="49717"/>
                </a:lnTo>
                <a:lnTo>
                  <a:pt x="2487278" y="64273"/>
                </a:lnTo>
                <a:lnTo>
                  <a:pt x="2470775" y="64273"/>
                </a:lnTo>
                <a:moveTo>
                  <a:pt x="2408860" y="167499"/>
                </a:moveTo>
                <a:cubicBezTo>
                  <a:pt x="2408860" y="172351"/>
                  <a:pt x="2411388" y="175887"/>
                  <a:pt x="2416445" y="178108"/>
                </a:cubicBezTo>
                <a:cubicBezTo>
                  <a:pt x="2421502" y="180329"/>
                  <a:pt x="2428541" y="181440"/>
                  <a:pt x="2437562" y="181440"/>
                </a:cubicBezTo>
                <a:cubicBezTo>
                  <a:pt x="2443234" y="181440"/>
                  <a:pt x="2448001" y="180927"/>
                  <a:pt x="2451862" y="179902"/>
                </a:cubicBezTo>
                <a:cubicBezTo>
                  <a:pt x="2455723" y="178877"/>
                  <a:pt x="2458832" y="177527"/>
                  <a:pt x="2461190" y="175853"/>
                </a:cubicBezTo>
                <a:cubicBezTo>
                  <a:pt x="2463548" y="174179"/>
                  <a:pt x="2465239" y="172265"/>
                  <a:pt x="2466264" y="170113"/>
                </a:cubicBezTo>
                <a:cubicBezTo>
                  <a:pt x="2467289" y="167960"/>
                  <a:pt x="2467802" y="165756"/>
                  <a:pt x="2467802" y="163501"/>
                </a:cubicBezTo>
                <a:cubicBezTo>
                  <a:pt x="2467802" y="159332"/>
                  <a:pt x="2466093" y="156257"/>
                  <a:pt x="2462676" y="154275"/>
                </a:cubicBezTo>
                <a:cubicBezTo>
                  <a:pt x="2459260" y="152293"/>
                  <a:pt x="2454032" y="151131"/>
                  <a:pt x="2446993" y="150790"/>
                </a:cubicBezTo>
                <a:lnTo>
                  <a:pt x="2420136" y="149867"/>
                </a:lnTo>
                <a:cubicBezTo>
                  <a:pt x="2417880" y="151371"/>
                  <a:pt x="2416018" y="152840"/>
                  <a:pt x="2414549" y="154275"/>
                </a:cubicBezTo>
                <a:cubicBezTo>
                  <a:pt x="2413080" y="155710"/>
                  <a:pt x="2411935" y="157162"/>
                  <a:pt x="2411115" y="158632"/>
                </a:cubicBezTo>
                <a:cubicBezTo>
                  <a:pt x="2410295" y="160101"/>
                  <a:pt x="2409714" y="161570"/>
                  <a:pt x="2409372" y="163040"/>
                </a:cubicBezTo>
                <a:cubicBezTo>
                  <a:pt x="2409030" y="164509"/>
                  <a:pt x="2408860" y="165995"/>
                  <a:pt x="2408860" y="167499"/>
                </a:cubicBezTo>
                <a:moveTo>
                  <a:pt x="2414293" y="83339"/>
                </a:moveTo>
                <a:cubicBezTo>
                  <a:pt x="2414293" y="86620"/>
                  <a:pt x="2414839" y="89626"/>
                  <a:pt x="2415933" y="92360"/>
                </a:cubicBezTo>
                <a:cubicBezTo>
                  <a:pt x="2417026" y="95094"/>
                  <a:pt x="2418564" y="97417"/>
                  <a:pt x="2420546" y="99331"/>
                </a:cubicBezTo>
                <a:cubicBezTo>
                  <a:pt x="2422527" y="101244"/>
                  <a:pt x="2424868" y="102730"/>
                  <a:pt x="2427567" y="103790"/>
                </a:cubicBezTo>
                <a:cubicBezTo>
                  <a:pt x="2430267" y="104849"/>
                  <a:pt x="2433257" y="105379"/>
                  <a:pt x="2436537" y="105379"/>
                </a:cubicBezTo>
                <a:cubicBezTo>
                  <a:pt x="2440090" y="105379"/>
                  <a:pt x="2443251" y="104781"/>
                  <a:pt x="2446019" y="103585"/>
                </a:cubicBezTo>
                <a:cubicBezTo>
                  <a:pt x="2448787" y="102389"/>
                  <a:pt x="2451110" y="100766"/>
                  <a:pt x="2452989" y="98716"/>
                </a:cubicBezTo>
                <a:cubicBezTo>
                  <a:pt x="2454869" y="96665"/>
                  <a:pt x="2456304" y="94308"/>
                  <a:pt x="2457295" y="91642"/>
                </a:cubicBezTo>
                <a:cubicBezTo>
                  <a:pt x="2458286" y="88977"/>
                  <a:pt x="2458781" y="86210"/>
                  <a:pt x="2458781" y="83339"/>
                </a:cubicBezTo>
                <a:cubicBezTo>
                  <a:pt x="2458781" y="80059"/>
                  <a:pt x="2458234" y="77052"/>
                  <a:pt x="2457141" y="74319"/>
                </a:cubicBezTo>
                <a:cubicBezTo>
                  <a:pt x="2456048" y="71585"/>
                  <a:pt x="2454510" y="69261"/>
                  <a:pt x="2452528" y="67348"/>
                </a:cubicBezTo>
                <a:cubicBezTo>
                  <a:pt x="2450546" y="65434"/>
                  <a:pt x="2448206" y="63948"/>
                  <a:pt x="2445506" y="62889"/>
                </a:cubicBezTo>
                <a:cubicBezTo>
                  <a:pt x="2442807" y="61830"/>
                  <a:pt x="2439817" y="61300"/>
                  <a:pt x="2436537" y="61300"/>
                </a:cubicBezTo>
                <a:cubicBezTo>
                  <a:pt x="2432983" y="61300"/>
                  <a:pt x="2429823" y="61915"/>
                  <a:pt x="2427055" y="63145"/>
                </a:cubicBezTo>
                <a:cubicBezTo>
                  <a:pt x="2424287" y="64375"/>
                  <a:pt x="2421964" y="65998"/>
                  <a:pt x="2420084" y="68014"/>
                </a:cubicBezTo>
                <a:cubicBezTo>
                  <a:pt x="2418205" y="70030"/>
                  <a:pt x="2416770" y="72371"/>
                  <a:pt x="2415779" y="75036"/>
                </a:cubicBezTo>
                <a:cubicBezTo>
                  <a:pt x="2414788" y="77701"/>
                  <a:pt x="2414293" y="80469"/>
                  <a:pt x="2414293" y="83339"/>
                </a:cubicBezTo>
                <a:close/>
                <a:moveTo>
                  <a:pt x="2598403" y="95743"/>
                </a:moveTo>
                <a:cubicBezTo>
                  <a:pt x="2598403" y="98271"/>
                  <a:pt x="2598368" y="100390"/>
                  <a:pt x="2598300" y="102098"/>
                </a:cubicBezTo>
                <a:cubicBezTo>
                  <a:pt x="2598232" y="103807"/>
                  <a:pt x="2598129" y="105413"/>
                  <a:pt x="2597992" y="106916"/>
                </a:cubicBezTo>
                <a:lnTo>
                  <a:pt x="2525724" y="106916"/>
                </a:lnTo>
                <a:cubicBezTo>
                  <a:pt x="2525724" y="117440"/>
                  <a:pt x="2528663" y="125521"/>
                  <a:pt x="2534540" y="131159"/>
                </a:cubicBezTo>
                <a:cubicBezTo>
                  <a:pt x="2540417" y="136797"/>
                  <a:pt x="2548891" y="139616"/>
                  <a:pt x="2559962" y="139616"/>
                </a:cubicBezTo>
                <a:cubicBezTo>
                  <a:pt x="2562969" y="139616"/>
                  <a:pt x="2565976" y="139497"/>
                  <a:pt x="2568983" y="139258"/>
                </a:cubicBezTo>
                <a:cubicBezTo>
                  <a:pt x="2571990" y="139018"/>
                  <a:pt x="2574894" y="138694"/>
                  <a:pt x="2577696" y="138284"/>
                </a:cubicBezTo>
                <a:cubicBezTo>
                  <a:pt x="2580498" y="137874"/>
                  <a:pt x="2583180" y="137412"/>
                  <a:pt x="2585743" y="136900"/>
                </a:cubicBezTo>
                <a:cubicBezTo>
                  <a:pt x="2588305" y="136387"/>
                  <a:pt x="2590680" y="135824"/>
                  <a:pt x="2592867" y="135208"/>
                </a:cubicBezTo>
                <a:lnTo>
                  <a:pt x="2592867" y="149867"/>
                </a:lnTo>
                <a:cubicBezTo>
                  <a:pt x="2588015" y="151234"/>
                  <a:pt x="2582531" y="152344"/>
                  <a:pt x="2576414" y="153199"/>
                </a:cubicBezTo>
                <a:cubicBezTo>
                  <a:pt x="2570298" y="154053"/>
                  <a:pt x="2563960" y="154480"/>
                  <a:pt x="2557399" y="154480"/>
                </a:cubicBezTo>
                <a:cubicBezTo>
                  <a:pt x="2548583" y="154480"/>
                  <a:pt x="2540998" y="153284"/>
                  <a:pt x="2534642" y="150892"/>
                </a:cubicBezTo>
                <a:cubicBezTo>
                  <a:pt x="2528287" y="148500"/>
                  <a:pt x="2523076" y="145032"/>
                  <a:pt x="2519010" y="140488"/>
                </a:cubicBezTo>
                <a:cubicBezTo>
                  <a:pt x="2514944" y="135943"/>
                  <a:pt x="2511937" y="130374"/>
                  <a:pt x="2509989" y="123779"/>
                </a:cubicBezTo>
                <a:cubicBezTo>
                  <a:pt x="2508041" y="117184"/>
                  <a:pt x="2507068" y="109718"/>
                  <a:pt x="2507068" y="101381"/>
                </a:cubicBezTo>
                <a:cubicBezTo>
                  <a:pt x="2507068" y="94137"/>
                  <a:pt x="2508110" y="87286"/>
                  <a:pt x="2510194" y="80828"/>
                </a:cubicBezTo>
                <a:cubicBezTo>
                  <a:pt x="2512278" y="74370"/>
                  <a:pt x="2515320" y="68698"/>
                  <a:pt x="2519317" y="63811"/>
                </a:cubicBezTo>
                <a:cubicBezTo>
                  <a:pt x="2523315" y="58925"/>
                  <a:pt x="2528218" y="55047"/>
                  <a:pt x="2534027" y="52177"/>
                </a:cubicBezTo>
                <a:cubicBezTo>
                  <a:pt x="2539836" y="49307"/>
                  <a:pt x="2546431" y="47871"/>
                  <a:pt x="2553811" y="47871"/>
                </a:cubicBezTo>
                <a:cubicBezTo>
                  <a:pt x="2560987" y="47871"/>
                  <a:pt x="2567343" y="48999"/>
                  <a:pt x="2572878" y="51254"/>
                </a:cubicBezTo>
                <a:cubicBezTo>
                  <a:pt x="2578413" y="53509"/>
                  <a:pt x="2583078" y="56704"/>
                  <a:pt x="2586870" y="60839"/>
                </a:cubicBezTo>
                <a:cubicBezTo>
                  <a:pt x="2590663" y="64973"/>
                  <a:pt x="2593533" y="69996"/>
                  <a:pt x="2595481" y="75907"/>
                </a:cubicBezTo>
                <a:cubicBezTo>
                  <a:pt x="2597429" y="81819"/>
                  <a:pt x="2598403" y="88431"/>
                  <a:pt x="2598403" y="95743"/>
                </a:cubicBezTo>
                <a:moveTo>
                  <a:pt x="2579849" y="93180"/>
                </a:moveTo>
                <a:cubicBezTo>
                  <a:pt x="2580054" y="88601"/>
                  <a:pt x="2579609" y="84416"/>
                  <a:pt x="2578516" y="80623"/>
                </a:cubicBezTo>
                <a:cubicBezTo>
                  <a:pt x="2577422" y="76830"/>
                  <a:pt x="2575731" y="73567"/>
                  <a:pt x="2573442" y="70833"/>
                </a:cubicBezTo>
                <a:cubicBezTo>
                  <a:pt x="2571152" y="68100"/>
                  <a:pt x="2568299" y="65964"/>
                  <a:pt x="2564882" y="64426"/>
                </a:cubicBezTo>
                <a:cubicBezTo>
                  <a:pt x="2561465" y="62889"/>
                  <a:pt x="2557502" y="62120"/>
                  <a:pt x="2552991" y="62120"/>
                </a:cubicBezTo>
                <a:cubicBezTo>
                  <a:pt x="2549096" y="62120"/>
                  <a:pt x="2545542" y="62872"/>
                  <a:pt x="2542330" y="64375"/>
                </a:cubicBezTo>
                <a:cubicBezTo>
                  <a:pt x="2539119" y="65879"/>
                  <a:pt x="2536351" y="67997"/>
                  <a:pt x="2534027" y="70731"/>
                </a:cubicBezTo>
                <a:cubicBezTo>
                  <a:pt x="2531704" y="73464"/>
                  <a:pt x="2529824" y="76745"/>
                  <a:pt x="2528389" y="80572"/>
                </a:cubicBezTo>
                <a:cubicBezTo>
                  <a:pt x="2526954" y="84399"/>
                  <a:pt x="2526066" y="88601"/>
                  <a:pt x="2525724" y="93180"/>
                </a:cubicBezTo>
                <a:lnTo>
                  <a:pt x="2579849" y="93180"/>
                </a:lnTo>
                <a:close/>
                <a:moveTo>
                  <a:pt x="2709219" y="151200"/>
                </a:moveTo>
                <a:cubicBezTo>
                  <a:pt x="2705187" y="152225"/>
                  <a:pt x="2701019" y="152960"/>
                  <a:pt x="2696713" y="153404"/>
                </a:cubicBezTo>
                <a:cubicBezTo>
                  <a:pt x="2692408" y="153848"/>
                  <a:pt x="2688034" y="154070"/>
                  <a:pt x="2683592" y="154070"/>
                </a:cubicBezTo>
                <a:cubicBezTo>
                  <a:pt x="2670676" y="154070"/>
                  <a:pt x="2661040" y="151149"/>
                  <a:pt x="2654685" y="145306"/>
                </a:cubicBezTo>
                <a:cubicBezTo>
                  <a:pt x="2648329" y="139463"/>
                  <a:pt x="2645152" y="130493"/>
                  <a:pt x="2645152" y="118397"/>
                </a:cubicBezTo>
                <a:lnTo>
                  <a:pt x="2645152" y="64683"/>
                </a:lnTo>
                <a:lnTo>
                  <a:pt x="2616347" y="64683"/>
                </a:lnTo>
                <a:lnTo>
                  <a:pt x="2616347" y="49717"/>
                </a:lnTo>
                <a:lnTo>
                  <a:pt x="2645152" y="49717"/>
                </a:lnTo>
                <a:lnTo>
                  <a:pt x="2645152" y="21424"/>
                </a:lnTo>
                <a:lnTo>
                  <a:pt x="2662988" y="16811"/>
                </a:lnTo>
                <a:lnTo>
                  <a:pt x="2662988" y="49717"/>
                </a:lnTo>
                <a:lnTo>
                  <a:pt x="2709219" y="49717"/>
                </a:lnTo>
                <a:lnTo>
                  <a:pt x="2709219" y="64683"/>
                </a:lnTo>
                <a:lnTo>
                  <a:pt x="2662988" y="64683"/>
                </a:lnTo>
                <a:lnTo>
                  <a:pt x="2662988" y="116962"/>
                </a:lnTo>
                <a:cubicBezTo>
                  <a:pt x="2662988" y="124343"/>
                  <a:pt x="2664953" y="129861"/>
                  <a:pt x="2668882" y="133517"/>
                </a:cubicBezTo>
                <a:cubicBezTo>
                  <a:pt x="2672812" y="137173"/>
                  <a:pt x="2678604" y="139001"/>
                  <a:pt x="2686257" y="139001"/>
                </a:cubicBezTo>
                <a:cubicBezTo>
                  <a:pt x="2689538" y="139001"/>
                  <a:pt x="2693126" y="138745"/>
                  <a:pt x="2697021" y="138232"/>
                </a:cubicBezTo>
                <a:cubicBezTo>
                  <a:pt x="2700916" y="137720"/>
                  <a:pt x="2704982" y="136917"/>
                  <a:pt x="2709219" y="135824"/>
                </a:cubicBezTo>
                <a:lnTo>
                  <a:pt x="2709219" y="151200"/>
                </a:lnTo>
                <a:close/>
                <a:moveTo>
                  <a:pt x="2782384" y="47871"/>
                </a:moveTo>
                <a:cubicBezTo>
                  <a:pt x="2784502" y="47871"/>
                  <a:pt x="2786518" y="48299"/>
                  <a:pt x="2788432" y="49153"/>
                </a:cubicBezTo>
                <a:cubicBezTo>
                  <a:pt x="2790345" y="50007"/>
                  <a:pt x="2792020" y="51152"/>
                  <a:pt x="2793455" y="52587"/>
                </a:cubicBezTo>
                <a:cubicBezTo>
                  <a:pt x="2794890" y="54022"/>
                  <a:pt x="2796035" y="55696"/>
                  <a:pt x="2796889" y="57610"/>
                </a:cubicBezTo>
                <a:cubicBezTo>
                  <a:pt x="2797743" y="59523"/>
                  <a:pt x="2798170" y="61539"/>
                  <a:pt x="2798170" y="63658"/>
                </a:cubicBezTo>
                <a:cubicBezTo>
                  <a:pt x="2798170" y="65845"/>
                  <a:pt x="2797743" y="67878"/>
                  <a:pt x="2796889" y="69757"/>
                </a:cubicBezTo>
                <a:cubicBezTo>
                  <a:pt x="2796035" y="71636"/>
                  <a:pt x="2794890" y="73293"/>
                  <a:pt x="2793455" y="74729"/>
                </a:cubicBezTo>
                <a:cubicBezTo>
                  <a:pt x="2792020" y="76164"/>
                  <a:pt x="2790345" y="77291"/>
                  <a:pt x="2788432" y="78111"/>
                </a:cubicBezTo>
                <a:cubicBezTo>
                  <a:pt x="2786518" y="78931"/>
                  <a:pt x="2784502" y="79341"/>
                  <a:pt x="2782384" y="79341"/>
                </a:cubicBezTo>
                <a:cubicBezTo>
                  <a:pt x="2780197" y="79341"/>
                  <a:pt x="2778164" y="78931"/>
                  <a:pt x="2776285" y="78111"/>
                </a:cubicBezTo>
                <a:cubicBezTo>
                  <a:pt x="2774405" y="77291"/>
                  <a:pt x="2772748" y="76164"/>
                  <a:pt x="2771313" y="74729"/>
                </a:cubicBezTo>
                <a:cubicBezTo>
                  <a:pt x="2769878" y="73293"/>
                  <a:pt x="2768750" y="71636"/>
                  <a:pt x="2767930" y="69757"/>
                </a:cubicBezTo>
                <a:cubicBezTo>
                  <a:pt x="2767110" y="67878"/>
                  <a:pt x="2766700" y="65845"/>
                  <a:pt x="2766700" y="63658"/>
                </a:cubicBezTo>
                <a:cubicBezTo>
                  <a:pt x="2766700" y="61539"/>
                  <a:pt x="2767110" y="59523"/>
                  <a:pt x="2767930" y="57610"/>
                </a:cubicBezTo>
                <a:cubicBezTo>
                  <a:pt x="2768750" y="55696"/>
                  <a:pt x="2769878" y="54022"/>
                  <a:pt x="2771313" y="52587"/>
                </a:cubicBezTo>
                <a:cubicBezTo>
                  <a:pt x="2772748" y="51152"/>
                  <a:pt x="2774405" y="50007"/>
                  <a:pt x="2776285" y="49153"/>
                </a:cubicBezTo>
                <a:cubicBezTo>
                  <a:pt x="2778164" y="48299"/>
                  <a:pt x="2780197" y="47871"/>
                  <a:pt x="2782384" y="47871"/>
                </a:cubicBezTo>
                <a:moveTo>
                  <a:pt x="2782384" y="123010"/>
                </a:moveTo>
                <a:cubicBezTo>
                  <a:pt x="2784502" y="123010"/>
                  <a:pt x="2786518" y="123437"/>
                  <a:pt x="2788432" y="124291"/>
                </a:cubicBezTo>
                <a:cubicBezTo>
                  <a:pt x="2790345" y="125146"/>
                  <a:pt x="2792020" y="126290"/>
                  <a:pt x="2793455" y="127725"/>
                </a:cubicBezTo>
                <a:cubicBezTo>
                  <a:pt x="2794890" y="129161"/>
                  <a:pt x="2796035" y="130835"/>
                  <a:pt x="2796889" y="132748"/>
                </a:cubicBezTo>
                <a:cubicBezTo>
                  <a:pt x="2797743" y="134662"/>
                  <a:pt x="2798170" y="136678"/>
                  <a:pt x="2798170" y="138796"/>
                </a:cubicBezTo>
                <a:cubicBezTo>
                  <a:pt x="2798170" y="140983"/>
                  <a:pt x="2797743" y="143016"/>
                  <a:pt x="2796889" y="144896"/>
                </a:cubicBezTo>
                <a:cubicBezTo>
                  <a:pt x="2796035" y="146775"/>
                  <a:pt x="2794890" y="148432"/>
                  <a:pt x="2793455" y="149867"/>
                </a:cubicBezTo>
                <a:cubicBezTo>
                  <a:pt x="2792020" y="151302"/>
                  <a:pt x="2790345" y="152430"/>
                  <a:pt x="2788432" y="153250"/>
                </a:cubicBezTo>
                <a:cubicBezTo>
                  <a:pt x="2786518" y="154070"/>
                  <a:pt x="2784502" y="154480"/>
                  <a:pt x="2782384" y="154480"/>
                </a:cubicBezTo>
                <a:cubicBezTo>
                  <a:pt x="2780197" y="154480"/>
                  <a:pt x="2778164" y="154070"/>
                  <a:pt x="2776285" y="153250"/>
                </a:cubicBezTo>
                <a:cubicBezTo>
                  <a:pt x="2774405" y="152430"/>
                  <a:pt x="2772748" y="151302"/>
                  <a:pt x="2771313" y="149867"/>
                </a:cubicBezTo>
                <a:cubicBezTo>
                  <a:pt x="2769878" y="148432"/>
                  <a:pt x="2768750" y="146775"/>
                  <a:pt x="2767930" y="144896"/>
                </a:cubicBezTo>
                <a:cubicBezTo>
                  <a:pt x="2767110" y="143016"/>
                  <a:pt x="2766700" y="140983"/>
                  <a:pt x="2766700" y="138796"/>
                </a:cubicBezTo>
                <a:cubicBezTo>
                  <a:pt x="2766700" y="136678"/>
                  <a:pt x="2767110" y="134662"/>
                  <a:pt x="2767930" y="132748"/>
                </a:cubicBezTo>
                <a:cubicBezTo>
                  <a:pt x="2768750" y="130835"/>
                  <a:pt x="2769878" y="129161"/>
                  <a:pt x="2771313" y="127725"/>
                </a:cubicBezTo>
                <a:cubicBezTo>
                  <a:pt x="2772748" y="126290"/>
                  <a:pt x="2774405" y="125146"/>
                  <a:pt x="2776285" y="124291"/>
                </a:cubicBezTo>
                <a:cubicBezTo>
                  <a:pt x="2778164" y="123437"/>
                  <a:pt x="2780197" y="123010"/>
                  <a:pt x="2782384" y="123010"/>
                </a:cubicBezTo>
                <a:close/>
                <a:moveTo>
                  <a:pt x="3005750" y="64478"/>
                </a:moveTo>
                <a:lnTo>
                  <a:pt x="2975305" y="64478"/>
                </a:lnTo>
                <a:lnTo>
                  <a:pt x="2975305" y="49717"/>
                </a:lnTo>
                <a:lnTo>
                  <a:pt x="3023791" y="49717"/>
                </a:lnTo>
                <a:lnTo>
                  <a:pt x="3023791" y="137771"/>
                </a:lnTo>
                <a:lnTo>
                  <a:pt x="3054441" y="137771"/>
                </a:lnTo>
                <a:lnTo>
                  <a:pt x="3054441" y="152635"/>
                </a:lnTo>
                <a:lnTo>
                  <a:pt x="2971922" y="152635"/>
                </a:lnTo>
                <a:lnTo>
                  <a:pt x="2971922" y="137771"/>
                </a:lnTo>
                <a:lnTo>
                  <a:pt x="3005750" y="137771"/>
                </a:lnTo>
                <a:lnTo>
                  <a:pt x="3005750" y="64478"/>
                </a:lnTo>
                <a:moveTo>
                  <a:pt x="3012003" y="6561"/>
                </a:moveTo>
                <a:cubicBezTo>
                  <a:pt x="3013984" y="6561"/>
                  <a:pt x="3015830" y="6919"/>
                  <a:pt x="3017538" y="7637"/>
                </a:cubicBezTo>
                <a:cubicBezTo>
                  <a:pt x="3019247" y="8354"/>
                  <a:pt x="3020733" y="9362"/>
                  <a:pt x="3021997" y="10661"/>
                </a:cubicBezTo>
                <a:cubicBezTo>
                  <a:pt x="3023261" y="11959"/>
                  <a:pt x="3024252" y="13446"/>
                  <a:pt x="3024970" y="15120"/>
                </a:cubicBezTo>
                <a:cubicBezTo>
                  <a:pt x="3025687" y="16794"/>
                  <a:pt x="3026046" y="18622"/>
                  <a:pt x="3026046" y="20604"/>
                </a:cubicBezTo>
                <a:cubicBezTo>
                  <a:pt x="3026046" y="22518"/>
                  <a:pt x="3025687" y="24329"/>
                  <a:pt x="3024970" y="26037"/>
                </a:cubicBezTo>
                <a:cubicBezTo>
                  <a:pt x="3024252" y="27746"/>
                  <a:pt x="3023261" y="29249"/>
                  <a:pt x="3021997" y="30547"/>
                </a:cubicBezTo>
                <a:cubicBezTo>
                  <a:pt x="3020733" y="31846"/>
                  <a:pt x="3019247" y="32854"/>
                  <a:pt x="3017538" y="33571"/>
                </a:cubicBezTo>
                <a:cubicBezTo>
                  <a:pt x="3015830" y="34289"/>
                  <a:pt x="3013984" y="34648"/>
                  <a:pt x="3012003" y="34648"/>
                </a:cubicBezTo>
                <a:cubicBezTo>
                  <a:pt x="3010021" y="34648"/>
                  <a:pt x="3008176" y="34289"/>
                  <a:pt x="3006467" y="33571"/>
                </a:cubicBezTo>
                <a:cubicBezTo>
                  <a:pt x="3004759" y="32854"/>
                  <a:pt x="3003272" y="31846"/>
                  <a:pt x="3002008" y="30547"/>
                </a:cubicBezTo>
                <a:cubicBezTo>
                  <a:pt x="3000744" y="29249"/>
                  <a:pt x="2999753" y="27746"/>
                  <a:pt x="2999035" y="26037"/>
                </a:cubicBezTo>
                <a:cubicBezTo>
                  <a:pt x="2998318" y="24329"/>
                  <a:pt x="2997959" y="22518"/>
                  <a:pt x="2997959" y="20604"/>
                </a:cubicBezTo>
                <a:cubicBezTo>
                  <a:pt x="2997959" y="18622"/>
                  <a:pt x="2998318" y="16794"/>
                  <a:pt x="2999035" y="15120"/>
                </a:cubicBezTo>
                <a:cubicBezTo>
                  <a:pt x="2999753" y="13446"/>
                  <a:pt x="3000744" y="11959"/>
                  <a:pt x="3002008" y="10661"/>
                </a:cubicBezTo>
                <a:cubicBezTo>
                  <a:pt x="3003272" y="9362"/>
                  <a:pt x="3004759" y="8354"/>
                  <a:pt x="3006467" y="7637"/>
                </a:cubicBezTo>
                <a:cubicBezTo>
                  <a:pt x="3008176" y="6919"/>
                  <a:pt x="3010021" y="6561"/>
                  <a:pt x="3012003" y="6561"/>
                </a:cubicBezTo>
                <a:close/>
                <a:moveTo>
                  <a:pt x="3085506" y="49717"/>
                </a:moveTo>
                <a:lnTo>
                  <a:pt x="3101395" y="49717"/>
                </a:lnTo>
                <a:lnTo>
                  <a:pt x="3102112" y="66323"/>
                </a:lnTo>
                <a:cubicBezTo>
                  <a:pt x="3105119" y="62769"/>
                  <a:pt x="3108024" y="59814"/>
                  <a:pt x="3110826" y="57456"/>
                </a:cubicBezTo>
                <a:cubicBezTo>
                  <a:pt x="3113628" y="55098"/>
                  <a:pt x="3116378" y="53202"/>
                  <a:pt x="3119078" y="51767"/>
                </a:cubicBezTo>
                <a:cubicBezTo>
                  <a:pt x="3121777" y="50332"/>
                  <a:pt x="3124528" y="49324"/>
                  <a:pt x="3127329" y="48743"/>
                </a:cubicBezTo>
                <a:cubicBezTo>
                  <a:pt x="3130131" y="48162"/>
                  <a:pt x="3133036" y="47871"/>
                  <a:pt x="3136043" y="47871"/>
                </a:cubicBezTo>
                <a:cubicBezTo>
                  <a:pt x="3146635" y="47871"/>
                  <a:pt x="3154648" y="50998"/>
                  <a:pt x="3160081" y="57251"/>
                </a:cubicBezTo>
                <a:cubicBezTo>
                  <a:pt x="3165514" y="63504"/>
                  <a:pt x="3168230" y="72918"/>
                  <a:pt x="3168230" y="85492"/>
                </a:cubicBezTo>
                <a:lnTo>
                  <a:pt x="3168230" y="152635"/>
                </a:lnTo>
                <a:lnTo>
                  <a:pt x="3150394" y="152635"/>
                </a:lnTo>
                <a:lnTo>
                  <a:pt x="3150394" y="86927"/>
                </a:lnTo>
                <a:cubicBezTo>
                  <a:pt x="3150394" y="78863"/>
                  <a:pt x="3148890" y="72901"/>
                  <a:pt x="3145883" y="69039"/>
                </a:cubicBezTo>
                <a:cubicBezTo>
                  <a:pt x="3142877" y="65178"/>
                  <a:pt x="3138400" y="63248"/>
                  <a:pt x="3132455" y="63248"/>
                </a:cubicBezTo>
                <a:cubicBezTo>
                  <a:pt x="3130268" y="63248"/>
                  <a:pt x="3128132" y="63572"/>
                  <a:pt x="3126048" y="64221"/>
                </a:cubicBezTo>
                <a:cubicBezTo>
                  <a:pt x="3123964" y="64871"/>
                  <a:pt x="3121794" y="65998"/>
                  <a:pt x="3119539" y="67604"/>
                </a:cubicBezTo>
                <a:cubicBezTo>
                  <a:pt x="3117284" y="69210"/>
                  <a:pt x="3114841" y="71380"/>
                  <a:pt x="3112209" y="74114"/>
                </a:cubicBezTo>
                <a:cubicBezTo>
                  <a:pt x="3109578" y="76847"/>
                  <a:pt x="3106623" y="80264"/>
                  <a:pt x="3103343" y="84364"/>
                </a:cubicBezTo>
                <a:lnTo>
                  <a:pt x="3103343" y="152635"/>
                </a:lnTo>
                <a:lnTo>
                  <a:pt x="3085506" y="152635"/>
                </a:lnTo>
                <a:lnTo>
                  <a:pt x="3085506" y="49717"/>
                </a:lnTo>
                <a:close/>
                <a:moveTo>
                  <a:pt x="3283250" y="151200"/>
                </a:moveTo>
                <a:cubicBezTo>
                  <a:pt x="3279218" y="152225"/>
                  <a:pt x="3275049" y="152960"/>
                  <a:pt x="3270744" y="153404"/>
                </a:cubicBezTo>
                <a:cubicBezTo>
                  <a:pt x="3266439" y="153848"/>
                  <a:pt x="3262065" y="154070"/>
                  <a:pt x="3257623" y="154070"/>
                </a:cubicBezTo>
                <a:cubicBezTo>
                  <a:pt x="3244707" y="154070"/>
                  <a:pt x="3235071" y="151149"/>
                  <a:pt x="3228716" y="145306"/>
                </a:cubicBezTo>
                <a:cubicBezTo>
                  <a:pt x="3222360" y="139463"/>
                  <a:pt x="3219182" y="130493"/>
                  <a:pt x="3219182" y="118397"/>
                </a:cubicBezTo>
                <a:lnTo>
                  <a:pt x="3219182" y="64683"/>
                </a:lnTo>
                <a:lnTo>
                  <a:pt x="3190377" y="64683"/>
                </a:lnTo>
                <a:lnTo>
                  <a:pt x="3190377" y="49717"/>
                </a:lnTo>
                <a:lnTo>
                  <a:pt x="3219182" y="49717"/>
                </a:lnTo>
                <a:lnTo>
                  <a:pt x="3219182" y="21424"/>
                </a:lnTo>
                <a:lnTo>
                  <a:pt x="3237019" y="16811"/>
                </a:lnTo>
                <a:lnTo>
                  <a:pt x="3237019" y="49717"/>
                </a:lnTo>
                <a:lnTo>
                  <a:pt x="3283250" y="49717"/>
                </a:lnTo>
                <a:lnTo>
                  <a:pt x="3283250" y="64683"/>
                </a:lnTo>
                <a:lnTo>
                  <a:pt x="3237019" y="64683"/>
                </a:lnTo>
                <a:lnTo>
                  <a:pt x="3237019" y="116962"/>
                </a:lnTo>
                <a:cubicBezTo>
                  <a:pt x="3237019" y="124343"/>
                  <a:pt x="3238983" y="129861"/>
                  <a:pt x="3242913" y="133517"/>
                </a:cubicBezTo>
                <a:cubicBezTo>
                  <a:pt x="3246842" y="137173"/>
                  <a:pt x="3252634" y="139001"/>
                  <a:pt x="3260288" y="139001"/>
                </a:cubicBezTo>
                <a:cubicBezTo>
                  <a:pt x="3263568" y="139001"/>
                  <a:pt x="3267156" y="138745"/>
                  <a:pt x="3271051" y="138232"/>
                </a:cubicBezTo>
                <a:cubicBezTo>
                  <a:pt x="3274947" y="137720"/>
                  <a:pt x="3279013" y="136917"/>
                  <a:pt x="3283250" y="135824"/>
                </a:cubicBezTo>
                <a:lnTo>
                  <a:pt x="3283250" y="151200"/>
                </a:lnTo>
                <a:close/>
                <a:moveTo>
                  <a:pt x="3336134" y="0"/>
                </a:moveTo>
                <a:cubicBezTo>
                  <a:pt x="3367638" y="29181"/>
                  <a:pt x="3383390" y="61642"/>
                  <a:pt x="3383390" y="97383"/>
                </a:cubicBezTo>
                <a:cubicBezTo>
                  <a:pt x="3383390" y="104764"/>
                  <a:pt x="3382639" y="112417"/>
                  <a:pt x="3381135" y="120345"/>
                </a:cubicBezTo>
                <a:cubicBezTo>
                  <a:pt x="3379632" y="128272"/>
                  <a:pt x="3377069" y="136387"/>
                  <a:pt x="3373447" y="144691"/>
                </a:cubicBezTo>
                <a:cubicBezTo>
                  <a:pt x="3369825" y="152994"/>
                  <a:pt x="3364956" y="161416"/>
                  <a:pt x="3358840" y="169959"/>
                </a:cubicBezTo>
                <a:cubicBezTo>
                  <a:pt x="3352723" y="178501"/>
                  <a:pt x="3345018" y="187078"/>
                  <a:pt x="3335724" y="195688"/>
                </a:cubicBezTo>
                <a:lnTo>
                  <a:pt x="3325371" y="185130"/>
                </a:lnTo>
                <a:cubicBezTo>
                  <a:pt x="3338697" y="171941"/>
                  <a:pt x="3348640" y="158170"/>
                  <a:pt x="3355201" y="143819"/>
                </a:cubicBezTo>
                <a:cubicBezTo>
                  <a:pt x="3361761" y="129468"/>
                  <a:pt x="3365041" y="114433"/>
                  <a:pt x="3365041" y="98716"/>
                </a:cubicBezTo>
                <a:cubicBezTo>
                  <a:pt x="3365041" y="66186"/>
                  <a:pt x="3351818" y="36937"/>
                  <a:pt x="3325371" y="10968"/>
                </a:cubicBezTo>
                <a:lnTo>
                  <a:pt x="33361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-&gt;">
            <a:extLst xmlns:a="http://schemas.openxmlformats.org/drawingml/2006/main">
              <a:ext uri="{FF2B5EF4-FFF2-40B4-BE49-F238E27FC236}">
                <a16:creationId xmlns:a16="http://schemas.microsoft.com/office/drawing/2014/main" id="{D309FF55-E8AF-421E-948C-EA882458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624" y="652798"/>
            <a:ext cx="189128" cy="115014"/>
          </a:xfrm>
          <a:custGeom xmlns:a="http://schemas.openxmlformats.org/drawingml/2006/main">
            <a:pathLst>
              <a:path w="189128" h="115014">
                <a:moveTo>
                  <a:pt x="61300" y="65913"/>
                </a:moveTo>
                <a:lnTo>
                  <a:pt x="0" y="65913"/>
                </a:lnTo>
                <a:lnTo>
                  <a:pt x="0" y="49101"/>
                </a:lnTo>
                <a:lnTo>
                  <a:pt x="61300" y="49101"/>
                </a:lnTo>
                <a:lnTo>
                  <a:pt x="61300" y="65913"/>
                </a:lnTo>
                <a:close/>
                <a:moveTo>
                  <a:pt x="109171" y="11378"/>
                </a:moveTo>
                <a:lnTo>
                  <a:pt x="120242" y="0"/>
                </a:lnTo>
                <a:lnTo>
                  <a:pt x="189128" y="57507"/>
                </a:lnTo>
                <a:lnTo>
                  <a:pt x="120242" y="115014"/>
                </a:lnTo>
                <a:lnTo>
                  <a:pt x="109171" y="103738"/>
                </a:lnTo>
                <a:lnTo>
                  <a:pt x="165038" y="57712"/>
                </a:lnTo>
                <a:lnTo>
                  <a:pt x="109171" y="11378"/>
                </a:lnTo>
                <a:close/>
              </a:path>
            </a:pathLst>
          </a:custGeom>
          <a:solidFill xmlns:a="http://schemas.openxmlformats.org/drawingml/2006/main">
            <a:srgbClr val="054F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list[int]:">
            <a:extLst xmlns:a="http://schemas.openxmlformats.org/drawingml/2006/main">
              <a:ext uri="{FF2B5EF4-FFF2-40B4-BE49-F238E27FC236}">
                <a16:creationId xmlns:a16="http://schemas.microsoft.com/office/drawing/2014/main" id="{0FC2D3DB-801C-4B08-8CAB-55B548EC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622" y="617740"/>
            <a:ext cx="1089155" cy="190460"/>
          </a:xfrm>
          <a:custGeom xmlns:a="http://schemas.openxmlformats.org/drawingml/2006/main">
            <a:pathLst>
              <a:path w="1089155" h="190460">
                <a:moveTo>
                  <a:pt x="33828" y="18246"/>
                </a:moveTo>
                <a:lnTo>
                  <a:pt x="3383" y="18246"/>
                </a:lnTo>
                <a:lnTo>
                  <a:pt x="3383" y="3588"/>
                </a:lnTo>
                <a:lnTo>
                  <a:pt x="51869" y="3588"/>
                </a:lnTo>
                <a:lnTo>
                  <a:pt x="51869" y="133568"/>
                </a:lnTo>
                <a:lnTo>
                  <a:pt x="82519" y="133568"/>
                </a:lnTo>
                <a:lnTo>
                  <a:pt x="82519" y="148432"/>
                </a:lnTo>
                <a:lnTo>
                  <a:pt x="0" y="148432"/>
                </a:lnTo>
                <a:lnTo>
                  <a:pt x="0" y="133568"/>
                </a:lnTo>
                <a:lnTo>
                  <a:pt x="33828" y="133568"/>
                </a:lnTo>
                <a:lnTo>
                  <a:pt x="33828" y="18246"/>
                </a:lnTo>
                <a:close/>
                <a:moveTo>
                  <a:pt x="148642" y="60275"/>
                </a:moveTo>
                <a:lnTo>
                  <a:pt x="118197" y="60275"/>
                </a:lnTo>
                <a:lnTo>
                  <a:pt x="118197" y="45514"/>
                </a:lnTo>
                <a:lnTo>
                  <a:pt x="166684" y="45514"/>
                </a:lnTo>
                <a:lnTo>
                  <a:pt x="166684" y="133568"/>
                </a:lnTo>
                <a:lnTo>
                  <a:pt x="197334" y="133568"/>
                </a:lnTo>
                <a:lnTo>
                  <a:pt x="197334" y="148432"/>
                </a:lnTo>
                <a:lnTo>
                  <a:pt x="114814" y="148432"/>
                </a:lnTo>
                <a:lnTo>
                  <a:pt x="114814" y="133568"/>
                </a:lnTo>
                <a:lnTo>
                  <a:pt x="148642" y="133568"/>
                </a:lnTo>
                <a:lnTo>
                  <a:pt x="148642" y="60275"/>
                </a:lnTo>
                <a:moveTo>
                  <a:pt x="154895" y="2358"/>
                </a:moveTo>
                <a:cubicBezTo>
                  <a:pt x="156877" y="2358"/>
                  <a:pt x="158722" y="2716"/>
                  <a:pt x="160431" y="3434"/>
                </a:cubicBezTo>
                <a:cubicBezTo>
                  <a:pt x="162139" y="4152"/>
                  <a:pt x="163625" y="5160"/>
                  <a:pt x="164890" y="6458"/>
                </a:cubicBezTo>
                <a:cubicBezTo>
                  <a:pt x="166154" y="7756"/>
                  <a:pt x="167145" y="9243"/>
                  <a:pt x="167862" y="10917"/>
                </a:cubicBezTo>
                <a:cubicBezTo>
                  <a:pt x="168580" y="12591"/>
                  <a:pt x="168939" y="14420"/>
                  <a:pt x="168939" y="16401"/>
                </a:cubicBezTo>
                <a:cubicBezTo>
                  <a:pt x="168939" y="18315"/>
                  <a:pt x="168580" y="20126"/>
                  <a:pt x="167862" y="21834"/>
                </a:cubicBezTo>
                <a:cubicBezTo>
                  <a:pt x="167145" y="23543"/>
                  <a:pt x="166154" y="25046"/>
                  <a:pt x="164890" y="26345"/>
                </a:cubicBezTo>
                <a:cubicBezTo>
                  <a:pt x="163625" y="27643"/>
                  <a:pt x="162139" y="28651"/>
                  <a:pt x="160431" y="29369"/>
                </a:cubicBezTo>
                <a:cubicBezTo>
                  <a:pt x="158722" y="30086"/>
                  <a:pt x="156877" y="30445"/>
                  <a:pt x="154895" y="30445"/>
                </a:cubicBezTo>
                <a:cubicBezTo>
                  <a:pt x="152913" y="30445"/>
                  <a:pt x="151068" y="30086"/>
                  <a:pt x="149360" y="29369"/>
                </a:cubicBezTo>
                <a:cubicBezTo>
                  <a:pt x="147651" y="28651"/>
                  <a:pt x="146165" y="27643"/>
                  <a:pt x="144901" y="26345"/>
                </a:cubicBezTo>
                <a:cubicBezTo>
                  <a:pt x="143636" y="25046"/>
                  <a:pt x="142645" y="23543"/>
                  <a:pt x="141928" y="21834"/>
                </a:cubicBezTo>
                <a:cubicBezTo>
                  <a:pt x="141210" y="20126"/>
                  <a:pt x="140851" y="18315"/>
                  <a:pt x="140851" y="16401"/>
                </a:cubicBezTo>
                <a:cubicBezTo>
                  <a:pt x="140851" y="14420"/>
                  <a:pt x="141210" y="12591"/>
                  <a:pt x="141928" y="10917"/>
                </a:cubicBezTo>
                <a:cubicBezTo>
                  <a:pt x="142645" y="9243"/>
                  <a:pt x="143636" y="7756"/>
                  <a:pt x="144901" y="6458"/>
                </a:cubicBezTo>
                <a:cubicBezTo>
                  <a:pt x="146165" y="5160"/>
                  <a:pt x="147651" y="4152"/>
                  <a:pt x="149360" y="3434"/>
                </a:cubicBezTo>
                <a:cubicBezTo>
                  <a:pt x="151068" y="2716"/>
                  <a:pt x="152913" y="2358"/>
                  <a:pt x="154895" y="2358"/>
                </a:cubicBezTo>
                <a:close/>
                <a:moveTo>
                  <a:pt x="309893" y="120345"/>
                </a:moveTo>
                <a:cubicBezTo>
                  <a:pt x="309893" y="123967"/>
                  <a:pt x="309278" y="127213"/>
                  <a:pt x="308048" y="130083"/>
                </a:cubicBezTo>
                <a:cubicBezTo>
                  <a:pt x="306817" y="132953"/>
                  <a:pt x="305143" y="135499"/>
                  <a:pt x="303025" y="137720"/>
                </a:cubicBezTo>
                <a:cubicBezTo>
                  <a:pt x="300906" y="139941"/>
                  <a:pt x="298446" y="141837"/>
                  <a:pt x="295644" y="143409"/>
                </a:cubicBezTo>
                <a:cubicBezTo>
                  <a:pt x="292842" y="144981"/>
                  <a:pt x="289852" y="146279"/>
                  <a:pt x="286675" y="147304"/>
                </a:cubicBezTo>
                <a:cubicBezTo>
                  <a:pt x="283497" y="148330"/>
                  <a:pt x="280234" y="149081"/>
                  <a:pt x="276885" y="149560"/>
                </a:cubicBezTo>
                <a:cubicBezTo>
                  <a:pt x="273536" y="150038"/>
                  <a:pt x="270256" y="150277"/>
                  <a:pt x="267044" y="150277"/>
                </a:cubicBezTo>
                <a:cubicBezTo>
                  <a:pt x="260074" y="150277"/>
                  <a:pt x="253667" y="149970"/>
                  <a:pt x="247824" y="149355"/>
                </a:cubicBezTo>
                <a:cubicBezTo>
                  <a:pt x="241981" y="148740"/>
                  <a:pt x="236258" y="147749"/>
                  <a:pt x="230654" y="146382"/>
                </a:cubicBezTo>
                <a:lnTo>
                  <a:pt x="230654" y="129981"/>
                </a:lnTo>
                <a:cubicBezTo>
                  <a:pt x="236668" y="131689"/>
                  <a:pt x="242647" y="132987"/>
                  <a:pt x="248593" y="133876"/>
                </a:cubicBezTo>
                <a:cubicBezTo>
                  <a:pt x="254538" y="134764"/>
                  <a:pt x="260450" y="135208"/>
                  <a:pt x="266327" y="135208"/>
                </a:cubicBezTo>
                <a:cubicBezTo>
                  <a:pt x="274869" y="135208"/>
                  <a:pt x="281190" y="134047"/>
                  <a:pt x="285291" y="131723"/>
                </a:cubicBezTo>
                <a:cubicBezTo>
                  <a:pt x="289391" y="129400"/>
                  <a:pt x="291441" y="126085"/>
                  <a:pt x="291441" y="121780"/>
                </a:cubicBezTo>
                <a:cubicBezTo>
                  <a:pt x="291441" y="119935"/>
                  <a:pt x="291117" y="118278"/>
                  <a:pt x="290467" y="116808"/>
                </a:cubicBezTo>
                <a:cubicBezTo>
                  <a:pt x="289818" y="115339"/>
                  <a:pt x="288639" y="113938"/>
                  <a:pt x="286931" y="112605"/>
                </a:cubicBezTo>
                <a:cubicBezTo>
                  <a:pt x="285222" y="111273"/>
                  <a:pt x="282574" y="109889"/>
                  <a:pt x="278986" y="108454"/>
                </a:cubicBezTo>
                <a:cubicBezTo>
                  <a:pt x="275399" y="107019"/>
                  <a:pt x="270495" y="105379"/>
                  <a:pt x="264277" y="103533"/>
                </a:cubicBezTo>
                <a:cubicBezTo>
                  <a:pt x="259629" y="102167"/>
                  <a:pt x="255341" y="100612"/>
                  <a:pt x="251412" y="98869"/>
                </a:cubicBezTo>
                <a:cubicBezTo>
                  <a:pt x="247482" y="97127"/>
                  <a:pt x="244082" y="95059"/>
                  <a:pt x="241212" y="92668"/>
                </a:cubicBezTo>
                <a:cubicBezTo>
                  <a:pt x="238342" y="90276"/>
                  <a:pt x="236087" y="87474"/>
                  <a:pt x="234447" y="84262"/>
                </a:cubicBezTo>
                <a:cubicBezTo>
                  <a:pt x="232806" y="81050"/>
                  <a:pt x="231986" y="77257"/>
                  <a:pt x="231986" y="72883"/>
                </a:cubicBezTo>
                <a:cubicBezTo>
                  <a:pt x="231986" y="70013"/>
                  <a:pt x="232653" y="66870"/>
                  <a:pt x="233985" y="63453"/>
                </a:cubicBezTo>
                <a:cubicBezTo>
                  <a:pt x="235318" y="60036"/>
                  <a:pt x="237590" y="56858"/>
                  <a:pt x="240802" y="53919"/>
                </a:cubicBezTo>
                <a:cubicBezTo>
                  <a:pt x="244014" y="50981"/>
                  <a:pt x="248354" y="48538"/>
                  <a:pt x="253821" y="46590"/>
                </a:cubicBezTo>
                <a:cubicBezTo>
                  <a:pt x="259288" y="44642"/>
                  <a:pt x="266122" y="43669"/>
                  <a:pt x="274322" y="43669"/>
                </a:cubicBezTo>
                <a:cubicBezTo>
                  <a:pt x="278354" y="43669"/>
                  <a:pt x="282831" y="43891"/>
                  <a:pt x="287751" y="44335"/>
                </a:cubicBezTo>
                <a:cubicBezTo>
                  <a:pt x="292671" y="44779"/>
                  <a:pt x="297797" y="45548"/>
                  <a:pt x="303127" y="46641"/>
                </a:cubicBezTo>
                <a:lnTo>
                  <a:pt x="303127" y="62530"/>
                </a:lnTo>
                <a:cubicBezTo>
                  <a:pt x="297523" y="61163"/>
                  <a:pt x="292210" y="60155"/>
                  <a:pt x="287187" y="59506"/>
                </a:cubicBezTo>
                <a:cubicBezTo>
                  <a:pt x="282164" y="58857"/>
                  <a:pt x="277808" y="58532"/>
                  <a:pt x="274117" y="58532"/>
                </a:cubicBezTo>
                <a:cubicBezTo>
                  <a:pt x="269675" y="58532"/>
                  <a:pt x="265934" y="58874"/>
                  <a:pt x="262893" y="59557"/>
                </a:cubicBezTo>
                <a:cubicBezTo>
                  <a:pt x="259852" y="60241"/>
                  <a:pt x="257391" y="61180"/>
                  <a:pt x="255512" y="62376"/>
                </a:cubicBezTo>
                <a:cubicBezTo>
                  <a:pt x="253633" y="63572"/>
                  <a:pt x="252283" y="64973"/>
                  <a:pt x="251463" y="66579"/>
                </a:cubicBezTo>
                <a:cubicBezTo>
                  <a:pt x="250643" y="68185"/>
                  <a:pt x="250233" y="69911"/>
                  <a:pt x="250233" y="71756"/>
                </a:cubicBezTo>
                <a:cubicBezTo>
                  <a:pt x="250233" y="73601"/>
                  <a:pt x="250592" y="75275"/>
                  <a:pt x="251309" y="76779"/>
                </a:cubicBezTo>
                <a:cubicBezTo>
                  <a:pt x="252027" y="78282"/>
                  <a:pt x="253359" y="79734"/>
                  <a:pt x="255307" y="81135"/>
                </a:cubicBezTo>
                <a:cubicBezTo>
                  <a:pt x="257255" y="82536"/>
                  <a:pt x="259971" y="83937"/>
                  <a:pt x="263456" y="85338"/>
                </a:cubicBezTo>
                <a:cubicBezTo>
                  <a:pt x="266942" y="86739"/>
                  <a:pt x="271486" y="88260"/>
                  <a:pt x="277090" y="89900"/>
                </a:cubicBezTo>
                <a:cubicBezTo>
                  <a:pt x="283172" y="91677"/>
                  <a:pt x="288298" y="93539"/>
                  <a:pt x="292466" y="95487"/>
                </a:cubicBezTo>
                <a:cubicBezTo>
                  <a:pt x="296635" y="97434"/>
                  <a:pt x="300018" y="99604"/>
                  <a:pt x="302615" y="101996"/>
                </a:cubicBezTo>
                <a:cubicBezTo>
                  <a:pt x="305212" y="104388"/>
                  <a:pt x="307074" y="107087"/>
                  <a:pt x="308201" y="110094"/>
                </a:cubicBezTo>
                <a:cubicBezTo>
                  <a:pt x="309329" y="113101"/>
                  <a:pt x="309893" y="116518"/>
                  <a:pt x="309893" y="120345"/>
                </a:cubicBezTo>
                <a:close/>
                <a:moveTo>
                  <a:pt x="426143" y="146997"/>
                </a:moveTo>
                <a:cubicBezTo>
                  <a:pt x="422111" y="148022"/>
                  <a:pt x="417942" y="148757"/>
                  <a:pt x="413637" y="149201"/>
                </a:cubicBezTo>
                <a:cubicBezTo>
                  <a:pt x="409332" y="149645"/>
                  <a:pt x="404958" y="149867"/>
                  <a:pt x="400516" y="149867"/>
                </a:cubicBezTo>
                <a:cubicBezTo>
                  <a:pt x="387600" y="149867"/>
                  <a:pt x="377964" y="146946"/>
                  <a:pt x="371609" y="141103"/>
                </a:cubicBezTo>
                <a:cubicBezTo>
                  <a:pt x="365253" y="135260"/>
                  <a:pt x="362075" y="126290"/>
                  <a:pt x="362075" y="114194"/>
                </a:cubicBezTo>
                <a:lnTo>
                  <a:pt x="362075" y="60480"/>
                </a:lnTo>
                <a:lnTo>
                  <a:pt x="333270" y="60480"/>
                </a:lnTo>
                <a:lnTo>
                  <a:pt x="333270" y="45514"/>
                </a:lnTo>
                <a:lnTo>
                  <a:pt x="362075" y="45514"/>
                </a:lnTo>
                <a:lnTo>
                  <a:pt x="362075" y="17221"/>
                </a:lnTo>
                <a:lnTo>
                  <a:pt x="379912" y="12609"/>
                </a:lnTo>
                <a:lnTo>
                  <a:pt x="379912" y="45514"/>
                </a:lnTo>
                <a:lnTo>
                  <a:pt x="426143" y="45514"/>
                </a:lnTo>
                <a:lnTo>
                  <a:pt x="426143" y="60480"/>
                </a:lnTo>
                <a:lnTo>
                  <a:pt x="379912" y="60480"/>
                </a:lnTo>
                <a:lnTo>
                  <a:pt x="379912" y="112759"/>
                </a:lnTo>
                <a:cubicBezTo>
                  <a:pt x="379912" y="120140"/>
                  <a:pt x="381877" y="125658"/>
                  <a:pt x="385806" y="129314"/>
                </a:cubicBezTo>
                <a:cubicBezTo>
                  <a:pt x="389736" y="132970"/>
                  <a:pt x="395527" y="134798"/>
                  <a:pt x="403181" y="134798"/>
                </a:cubicBezTo>
                <a:cubicBezTo>
                  <a:pt x="406461" y="134798"/>
                  <a:pt x="410049" y="134542"/>
                  <a:pt x="413945" y="134030"/>
                </a:cubicBezTo>
                <a:cubicBezTo>
                  <a:pt x="417840" y="133517"/>
                  <a:pt x="421906" y="132714"/>
                  <a:pt x="426143" y="131621"/>
                </a:cubicBezTo>
                <a:lnTo>
                  <a:pt x="426143" y="146997"/>
                </a:lnTo>
                <a:close/>
                <a:moveTo>
                  <a:pt x="527508" y="190460"/>
                </a:moveTo>
                <a:lnTo>
                  <a:pt x="476971" y="190460"/>
                </a:lnTo>
                <a:lnTo>
                  <a:pt x="476971" y="0"/>
                </a:lnTo>
                <a:lnTo>
                  <a:pt x="527508" y="0"/>
                </a:lnTo>
                <a:lnTo>
                  <a:pt x="527508" y="14351"/>
                </a:lnTo>
                <a:lnTo>
                  <a:pt x="493988" y="14351"/>
                </a:lnTo>
                <a:lnTo>
                  <a:pt x="493988" y="176109"/>
                </a:lnTo>
                <a:lnTo>
                  <a:pt x="527508" y="176109"/>
                </a:lnTo>
                <a:lnTo>
                  <a:pt x="527508" y="190460"/>
                </a:lnTo>
                <a:close/>
                <a:moveTo>
                  <a:pt x="607879" y="60275"/>
                </a:moveTo>
                <a:lnTo>
                  <a:pt x="577435" y="60275"/>
                </a:lnTo>
                <a:lnTo>
                  <a:pt x="577435" y="45514"/>
                </a:lnTo>
                <a:lnTo>
                  <a:pt x="625921" y="45514"/>
                </a:lnTo>
                <a:lnTo>
                  <a:pt x="625921" y="133568"/>
                </a:lnTo>
                <a:lnTo>
                  <a:pt x="656571" y="133568"/>
                </a:lnTo>
                <a:lnTo>
                  <a:pt x="656571" y="148432"/>
                </a:lnTo>
                <a:lnTo>
                  <a:pt x="574052" y="148432"/>
                </a:lnTo>
                <a:lnTo>
                  <a:pt x="574052" y="133568"/>
                </a:lnTo>
                <a:lnTo>
                  <a:pt x="607879" y="133568"/>
                </a:lnTo>
                <a:lnTo>
                  <a:pt x="607879" y="60275"/>
                </a:lnTo>
                <a:moveTo>
                  <a:pt x="614133" y="2358"/>
                </a:moveTo>
                <a:cubicBezTo>
                  <a:pt x="616114" y="2358"/>
                  <a:pt x="617959" y="2716"/>
                  <a:pt x="619668" y="3434"/>
                </a:cubicBezTo>
                <a:cubicBezTo>
                  <a:pt x="621376" y="4152"/>
                  <a:pt x="622863" y="5160"/>
                  <a:pt x="624127" y="6458"/>
                </a:cubicBezTo>
                <a:cubicBezTo>
                  <a:pt x="625391" y="7756"/>
                  <a:pt x="626382" y="9243"/>
                  <a:pt x="627100" y="10917"/>
                </a:cubicBezTo>
                <a:cubicBezTo>
                  <a:pt x="627817" y="12591"/>
                  <a:pt x="628176" y="14420"/>
                  <a:pt x="628176" y="16401"/>
                </a:cubicBezTo>
                <a:cubicBezTo>
                  <a:pt x="628176" y="18315"/>
                  <a:pt x="627817" y="20126"/>
                  <a:pt x="627100" y="21834"/>
                </a:cubicBezTo>
                <a:cubicBezTo>
                  <a:pt x="626382" y="23543"/>
                  <a:pt x="625391" y="25046"/>
                  <a:pt x="624127" y="26345"/>
                </a:cubicBezTo>
                <a:cubicBezTo>
                  <a:pt x="622863" y="27643"/>
                  <a:pt x="621376" y="28651"/>
                  <a:pt x="619668" y="29369"/>
                </a:cubicBezTo>
                <a:cubicBezTo>
                  <a:pt x="617959" y="30086"/>
                  <a:pt x="616114" y="30445"/>
                  <a:pt x="614133" y="30445"/>
                </a:cubicBezTo>
                <a:cubicBezTo>
                  <a:pt x="612151" y="30445"/>
                  <a:pt x="610306" y="30086"/>
                  <a:pt x="608597" y="29369"/>
                </a:cubicBezTo>
                <a:cubicBezTo>
                  <a:pt x="606889" y="28651"/>
                  <a:pt x="605402" y="27643"/>
                  <a:pt x="604138" y="26345"/>
                </a:cubicBezTo>
                <a:cubicBezTo>
                  <a:pt x="602874" y="25046"/>
                  <a:pt x="601883" y="23543"/>
                  <a:pt x="601165" y="21834"/>
                </a:cubicBezTo>
                <a:cubicBezTo>
                  <a:pt x="600448" y="20126"/>
                  <a:pt x="600089" y="18315"/>
                  <a:pt x="600089" y="16401"/>
                </a:cubicBezTo>
                <a:cubicBezTo>
                  <a:pt x="600089" y="14420"/>
                  <a:pt x="600448" y="12591"/>
                  <a:pt x="601165" y="10917"/>
                </a:cubicBezTo>
                <a:cubicBezTo>
                  <a:pt x="601883" y="9243"/>
                  <a:pt x="602874" y="7756"/>
                  <a:pt x="604138" y="6458"/>
                </a:cubicBezTo>
                <a:cubicBezTo>
                  <a:pt x="605402" y="5160"/>
                  <a:pt x="606889" y="4152"/>
                  <a:pt x="608597" y="3434"/>
                </a:cubicBezTo>
                <a:cubicBezTo>
                  <a:pt x="610306" y="2716"/>
                  <a:pt x="612151" y="2358"/>
                  <a:pt x="614133" y="2358"/>
                </a:cubicBezTo>
                <a:close/>
                <a:moveTo>
                  <a:pt x="687636" y="45514"/>
                </a:moveTo>
                <a:lnTo>
                  <a:pt x="703525" y="45514"/>
                </a:lnTo>
                <a:lnTo>
                  <a:pt x="704243" y="62120"/>
                </a:lnTo>
                <a:cubicBezTo>
                  <a:pt x="707250" y="58566"/>
                  <a:pt x="710154" y="55611"/>
                  <a:pt x="712956" y="53253"/>
                </a:cubicBezTo>
                <a:cubicBezTo>
                  <a:pt x="715758" y="50895"/>
                  <a:pt x="718508" y="48999"/>
                  <a:pt x="721208" y="47564"/>
                </a:cubicBezTo>
                <a:cubicBezTo>
                  <a:pt x="723907" y="46129"/>
                  <a:pt x="726658" y="45121"/>
                  <a:pt x="729460" y="44540"/>
                </a:cubicBezTo>
                <a:cubicBezTo>
                  <a:pt x="732262" y="43959"/>
                  <a:pt x="735166" y="43669"/>
                  <a:pt x="738173" y="43669"/>
                </a:cubicBezTo>
                <a:cubicBezTo>
                  <a:pt x="748765" y="43669"/>
                  <a:pt x="756778" y="46795"/>
                  <a:pt x="762211" y="53048"/>
                </a:cubicBezTo>
                <a:cubicBezTo>
                  <a:pt x="767644" y="59301"/>
                  <a:pt x="770361" y="68715"/>
                  <a:pt x="770361" y="81289"/>
                </a:cubicBezTo>
                <a:lnTo>
                  <a:pt x="770361" y="148432"/>
                </a:lnTo>
                <a:lnTo>
                  <a:pt x="752524" y="148432"/>
                </a:lnTo>
                <a:lnTo>
                  <a:pt x="752524" y="82724"/>
                </a:lnTo>
                <a:cubicBezTo>
                  <a:pt x="752524" y="74660"/>
                  <a:pt x="751021" y="68698"/>
                  <a:pt x="748014" y="64837"/>
                </a:cubicBezTo>
                <a:cubicBezTo>
                  <a:pt x="745007" y="60975"/>
                  <a:pt x="740531" y="59045"/>
                  <a:pt x="734585" y="59045"/>
                </a:cubicBezTo>
                <a:cubicBezTo>
                  <a:pt x="732398" y="59045"/>
                  <a:pt x="730263" y="59369"/>
                  <a:pt x="728178" y="60019"/>
                </a:cubicBezTo>
                <a:cubicBezTo>
                  <a:pt x="726094" y="60668"/>
                  <a:pt x="723924" y="61795"/>
                  <a:pt x="721669" y="63401"/>
                </a:cubicBezTo>
                <a:cubicBezTo>
                  <a:pt x="719414" y="65007"/>
                  <a:pt x="716971" y="67177"/>
                  <a:pt x="714340" y="69911"/>
                </a:cubicBezTo>
                <a:cubicBezTo>
                  <a:pt x="711709" y="72644"/>
                  <a:pt x="708753" y="76061"/>
                  <a:pt x="705473" y="80162"/>
                </a:cubicBezTo>
                <a:lnTo>
                  <a:pt x="705473" y="148432"/>
                </a:lnTo>
                <a:lnTo>
                  <a:pt x="687636" y="148432"/>
                </a:lnTo>
                <a:lnTo>
                  <a:pt x="687636" y="45514"/>
                </a:lnTo>
                <a:close/>
                <a:moveTo>
                  <a:pt x="885380" y="146997"/>
                </a:moveTo>
                <a:cubicBezTo>
                  <a:pt x="881348" y="148022"/>
                  <a:pt x="877180" y="148757"/>
                  <a:pt x="872874" y="149201"/>
                </a:cubicBezTo>
                <a:cubicBezTo>
                  <a:pt x="868569" y="149645"/>
                  <a:pt x="864195" y="149867"/>
                  <a:pt x="859753" y="149867"/>
                </a:cubicBezTo>
                <a:cubicBezTo>
                  <a:pt x="846837" y="149867"/>
                  <a:pt x="837202" y="146946"/>
                  <a:pt x="830846" y="141103"/>
                </a:cubicBezTo>
                <a:cubicBezTo>
                  <a:pt x="824490" y="135260"/>
                  <a:pt x="821313" y="126290"/>
                  <a:pt x="821313" y="114194"/>
                </a:cubicBezTo>
                <a:lnTo>
                  <a:pt x="821313" y="60480"/>
                </a:lnTo>
                <a:lnTo>
                  <a:pt x="792508" y="60480"/>
                </a:lnTo>
                <a:lnTo>
                  <a:pt x="792508" y="45514"/>
                </a:lnTo>
                <a:lnTo>
                  <a:pt x="821313" y="45514"/>
                </a:lnTo>
                <a:lnTo>
                  <a:pt x="821313" y="17221"/>
                </a:lnTo>
                <a:lnTo>
                  <a:pt x="839149" y="12609"/>
                </a:lnTo>
                <a:lnTo>
                  <a:pt x="839149" y="45514"/>
                </a:lnTo>
                <a:lnTo>
                  <a:pt x="885380" y="45514"/>
                </a:lnTo>
                <a:lnTo>
                  <a:pt x="885380" y="60480"/>
                </a:lnTo>
                <a:lnTo>
                  <a:pt x="839149" y="60480"/>
                </a:lnTo>
                <a:lnTo>
                  <a:pt x="839149" y="112759"/>
                </a:lnTo>
                <a:cubicBezTo>
                  <a:pt x="839149" y="120140"/>
                  <a:pt x="841114" y="125658"/>
                  <a:pt x="845043" y="129314"/>
                </a:cubicBezTo>
                <a:cubicBezTo>
                  <a:pt x="848973" y="132970"/>
                  <a:pt x="854765" y="134798"/>
                  <a:pt x="862419" y="134798"/>
                </a:cubicBezTo>
                <a:cubicBezTo>
                  <a:pt x="865699" y="134798"/>
                  <a:pt x="869287" y="134542"/>
                  <a:pt x="873182" y="134030"/>
                </a:cubicBezTo>
                <a:cubicBezTo>
                  <a:pt x="877077" y="133517"/>
                  <a:pt x="881143" y="132714"/>
                  <a:pt x="885380" y="131621"/>
                </a:cubicBezTo>
                <a:lnTo>
                  <a:pt x="885380" y="146997"/>
                </a:lnTo>
                <a:close/>
                <a:moveTo>
                  <a:pt x="980901" y="190460"/>
                </a:moveTo>
                <a:lnTo>
                  <a:pt x="930364" y="190460"/>
                </a:lnTo>
                <a:lnTo>
                  <a:pt x="930364" y="176109"/>
                </a:lnTo>
                <a:lnTo>
                  <a:pt x="963679" y="176109"/>
                </a:lnTo>
                <a:lnTo>
                  <a:pt x="963679" y="14351"/>
                </a:lnTo>
                <a:lnTo>
                  <a:pt x="930364" y="14351"/>
                </a:lnTo>
                <a:lnTo>
                  <a:pt x="930364" y="0"/>
                </a:lnTo>
                <a:lnTo>
                  <a:pt x="980901" y="0"/>
                </a:lnTo>
                <a:lnTo>
                  <a:pt x="980901" y="190460"/>
                </a:lnTo>
                <a:close/>
                <a:moveTo>
                  <a:pt x="1073368" y="43669"/>
                </a:moveTo>
                <a:cubicBezTo>
                  <a:pt x="1075487" y="43669"/>
                  <a:pt x="1077503" y="44096"/>
                  <a:pt x="1079416" y="44950"/>
                </a:cubicBezTo>
                <a:cubicBezTo>
                  <a:pt x="1081330" y="45804"/>
                  <a:pt x="1083004" y="46949"/>
                  <a:pt x="1084439" y="48384"/>
                </a:cubicBezTo>
                <a:cubicBezTo>
                  <a:pt x="1085874" y="49819"/>
                  <a:pt x="1087019" y="51493"/>
                  <a:pt x="1087873" y="53407"/>
                </a:cubicBezTo>
                <a:cubicBezTo>
                  <a:pt x="1088728" y="55320"/>
                  <a:pt x="1089155" y="57336"/>
                  <a:pt x="1089155" y="59455"/>
                </a:cubicBezTo>
                <a:cubicBezTo>
                  <a:pt x="1089155" y="61642"/>
                  <a:pt x="1088728" y="63675"/>
                  <a:pt x="1087873" y="65554"/>
                </a:cubicBezTo>
                <a:cubicBezTo>
                  <a:pt x="1087019" y="67433"/>
                  <a:pt x="1085874" y="69091"/>
                  <a:pt x="1084439" y="70526"/>
                </a:cubicBezTo>
                <a:cubicBezTo>
                  <a:pt x="1083004" y="71961"/>
                  <a:pt x="1081330" y="73088"/>
                  <a:pt x="1079416" y="73909"/>
                </a:cubicBezTo>
                <a:cubicBezTo>
                  <a:pt x="1077503" y="74729"/>
                  <a:pt x="1075487" y="75139"/>
                  <a:pt x="1073368" y="75139"/>
                </a:cubicBezTo>
                <a:cubicBezTo>
                  <a:pt x="1071182" y="75139"/>
                  <a:pt x="1069149" y="74729"/>
                  <a:pt x="1067269" y="73909"/>
                </a:cubicBezTo>
                <a:cubicBezTo>
                  <a:pt x="1065390" y="73088"/>
                  <a:pt x="1063733" y="71961"/>
                  <a:pt x="1062298" y="70526"/>
                </a:cubicBezTo>
                <a:cubicBezTo>
                  <a:pt x="1060862" y="69091"/>
                  <a:pt x="1059735" y="67433"/>
                  <a:pt x="1058915" y="65554"/>
                </a:cubicBezTo>
                <a:cubicBezTo>
                  <a:pt x="1058095" y="63675"/>
                  <a:pt x="1057685" y="61642"/>
                  <a:pt x="1057685" y="59455"/>
                </a:cubicBezTo>
                <a:cubicBezTo>
                  <a:pt x="1057685" y="57336"/>
                  <a:pt x="1058095" y="55320"/>
                  <a:pt x="1058915" y="53407"/>
                </a:cubicBezTo>
                <a:cubicBezTo>
                  <a:pt x="1059735" y="51493"/>
                  <a:pt x="1060862" y="49819"/>
                  <a:pt x="1062298" y="48384"/>
                </a:cubicBezTo>
                <a:cubicBezTo>
                  <a:pt x="1063733" y="46949"/>
                  <a:pt x="1065390" y="45804"/>
                  <a:pt x="1067269" y="44950"/>
                </a:cubicBezTo>
                <a:cubicBezTo>
                  <a:pt x="1069149" y="44096"/>
                  <a:pt x="1071182" y="43669"/>
                  <a:pt x="1073368" y="43669"/>
                </a:cubicBezTo>
                <a:moveTo>
                  <a:pt x="1073368" y="118807"/>
                </a:moveTo>
                <a:cubicBezTo>
                  <a:pt x="1075487" y="118807"/>
                  <a:pt x="1077503" y="119234"/>
                  <a:pt x="1079416" y="120089"/>
                </a:cubicBezTo>
                <a:cubicBezTo>
                  <a:pt x="1081330" y="120943"/>
                  <a:pt x="1083004" y="122087"/>
                  <a:pt x="1084439" y="123523"/>
                </a:cubicBezTo>
                <a:cubicBezTo>
                  <a:pt x="1085874" y="124958"/>
                  <a:pt x="1087019" y="126632"/>
                  <a:pt x="1087873" y="128545"/>
                </a:cubicBezTo>
                <a:cubicBezTo>
                  <a:pt x="1088728" y="130459"/>
                  <a:pt x="1089155" y="132475"/>
                  <a:pt x="1089155" y="134593"/>
                </a:cubicBezTo>
                <a:cubicBezTo>
                  <a:pt x="1089155" y="136780"/>
                  <a:pt x="1088728" y="138813"/>
                  <a:pt x="1087873" y="140693"/>
                </a:cubicBezTo>
                <a:cubicBezTo>
                  <a:pt x="1087019" y="142572"/>
                  <a:pt x="1085874" y="144229"/>
                  <a:pt x="1084439" y="145664"/>
                </a:cubicBezTo>
                <a:cubicBezTo>
                  <a:pt x="1083004" y="147099"/>
                  <a:pt x="1081330" y="148227"/>
                  <a:pt x="1079416" y="149047"/>
                </a:cubicBezTo>
                <a:cubicBezTo>
                  <a:pt x="1077503" y="149867"/>
                  <a:pt x="1075487" y="150277"/>
                  <a:pt x="1073368" y="150277"/>
                </a:cubicBezTo>
                <a:cubicBezTo>
                  <a:pt x="1071182" y="150277"/>
                  <a:pt x="1069149" y="149867"/>
                  <a:pt x="1067269" y="149047"/>
                </a:cubicBezTo>
                <a:cubicBezTo>
                  <a:pt x="1065390" y="148227"/>
                  <a:pt x="1063733" y="147099"/>
                  <a:pt x="1062298" y="145664"/>
                </a:cubicBezTo>
                <a:cubicBezTo>
                  <a:pt x="1060862" y="144229"/>
                  <a:pt x="1059735" y="142572"/>
                  <a:pt x="1058915" y="140693"/>
                </a:cubicBezTo>
                <a:cubicBezTo>
                  <a:pt x="1058095" y="138813"/>
                  <a:pt x="1057685" y="136780"/>
                  <a:pt x="1057685" y="134593"/>
                </a:cubicBezTo>
                <a:cubicBezTo>
                  <a:pt x="1057685" y="132475"/>
                  <a:pt x="1058095" y="130459"/>
                  <a:pt x="1058915" y="128545"/>
                </a:cubicBezTo>
                <a:cubicBezTo>
                  <a:pt x="1059735" y="126632"/>
                  <a:pt x="1060862" y="124958"/>
                  <a:pt x="1062298" y="123523"/>
                </a:cubicBezTo>
                <a:cubicBezTo>
                  <a:pt x="1063733" y="122087"/>
                  <a:pt x="1065390" y="120943"/>
                  <a:pt x="1067269" y="120089"/>
                </a:cubicBezTo>
                <a:cubicBezTo>
                  <a:pt x="1069149" y="119234"/>
                  <a:pt x="1071182" y="118807"/>
                  <a:pt x="1073368" y="1188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\n">
            <a:extLst xmlns:a="http://schemas.openxmlformats.org/drawingml/2006/main">
              <a:ext uri="{FF2B5EF4-FFF2-40B4-BE49-F238E27FC236}">
                <a16:creationId xmlns:a16="http://schemas.microsoft.com/office/drawing/2014/main" id="{6A7CA01B-A5CA-40DD-B5BC-0A706D45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86" y="621328"/>
            <a:ext cx="197532" cy="166884"/>
          </a:xfrm>
          <a:custGeom xmlns:a="http://schemas.openxmlformats.org/drawingml/2006/main">
            <a:pathLst>
              <a:path w="197532" h="166884">
                <a:moveTo>
                  <a:pt x="87337" y="166884"/>
                </a:moveTo>
                <a:lnTo>
                  <a:pt x="70321" y="166884"/>
                </a:lnTo>
                <a:lnTo>
                  <a:pt x="0" y="0"/>
                </a:lnTo>
                <a:lnTo>
                  <a:pt x="17016" y="0"/>
                </a:lnTo>
                <a:lnTo>
                  <a:pt x="87337" y="166884"/>
                </a:lnTo>
                <a:close/>
                <a:moveTo>
                  <a:pt x="114807" y="41926"/>
                </a:moveTo>
                <a:lnTo>
                  <a:pt x="130696" y="41926"/>
                </a:lnTo>
                <a:lnTo>
                  <a:pt x="131414" y="58532"/>
                </a:lnTo>
                <a:cubicBezTo>
                  <a:pt x="134421" y="54979"/>
                  <a:pt x="137325" y="52023"/>
                  <a:pt x="140127" y="49665"/>
                </a:cubicBezTo>
                <a:cubicBezTo>
                  <a:pt x="142929" y="47308"/>
                  <a:pt x="145680" y="45411"/>
                  <a:pt x="148379" y="43976"/>
                </a:cubicBezTo>
                <a:cubicBezTo>
                  <a:pt x="151078" y="42541"/>
                  <a:pt x="153829" y="41533"/>
                  <a:pt x="156631" y="40952"/>
                </a:cubicBezTo>
                <a:cubicBezTo>
                  <a:pt x="159433" y="40371"/>
                  <a:pt x="162337" y="40081"/>
                  <a:pt x="165344" y="40081"/>
                </a:cubicBezTo>
                <a:cubicBezTo>
                  <a:pt x="175937" y="40081"/>
                  <a:pt x="183949" y="43207"/>
                  <a:pt x="189382" y="49460"/>
                </a:cubicBezTo>
                <a:cubicBezTo>
                  <a:pt x="194815" y="55713"/>
                  <a:pt x="197532" y="65127"/>
                  <a:pt x="197532" y="77701"/>
                </a:cubicBezTo>
                <a:lnTo>
                  <a:pt x="197532" y="144844"/>
                </a:lnTo>
                <a:lnTo>
                  <a:pt x="179695" y="144844"/>
                </a:lnTo>
                <a:lnTo>
                  <a:pt x="179695" y="79136"/>
                </a:lnTo>
                <a:cubicBezTo>
                  <a:pt x="179695" y="71072"/>
                  <a:pt x="178192" y="65110"/>
                  <a:pt x="175185" y="61249"/>
                </a:cubicBezTo>
                <a:cubicBezTo>
                  <a:pt x="172178" y="57388"/>
                  <a:pt x="167702" y="55457"/>
                  <a:pt x="161756" y="55457"/>
                </a:cubicBezTo>
                <a:cubicBezTo>
                  <a:pt x="159569" y="55457"/>
                  <a:pt x="157434" y="55782"/>
                  <a:pt x="155350" y="56431"/>
                </a:cubicBezTo>
                <a:cubicBezTo>
                  <a:pt x="153265" y="57080"/>
                  <a:pt x="151095" y="58208"/>
                  <a:pt x="148840" y="59814"/>
                </a:cubicBezTo>
                <a:cubicBezTo>
                  <a:pt x="146585" y="61420"/>
                  <a:pt x="144142" y="63589"/>
                  <a:pt x="141511" y="66323"/>
                </a:cubicBezTo>
                <a:cubicBezTo>
                  <a:pt x="138880" y="69056"/>
                  <a:pt x="135924" y="72473"/>
                  <a:pt x="132644" y="76574"/>
                </a:cubicBezTo>
                <a:lnTo>
                  <a:pt x="132644" y="144844"/>
                </a:lnTo>
                <a:lnTo>
                  <a:pt x="114807" y="144844"/>
                </a:lnTo>
                <a:lnTo>
                  <a:pt x="114807" y="4192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chk_map:dict[int,int]">
            <a:extLst xmlns:a="http://schemas.openxmlformats.org/drawingml/2006/main">
              <a:ext uri="{FF2B5EF4-FFF2-40B4-BE49-F238E27FC236}">
                <a16:creationId xmlns:a16="http://schemas.microsoft.com/office/drawing/2014/main" id="{3EFC48FB-3A8B-451E-A520-D57D3D45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03" y="866515"/>
            <a:ext cx="2589668" cy="190460"/>
          </a:xfrm>
          <a:custGeom xmlns:a="http://schemas.openxmlformats.org/drawingml/2006/main">
            <a:pathLst>
              <a:path w="2589668" h="190460">
                <a:moveTo>
                  <a:pt x="80162" y="144639"/>
                </a:moveTo>
                <a:cubicBezTo>
                  <a:pt x="75514" y="146416"/>
                  <a:pt x="70748" y="147732"/>
                  <a:pt x="65862" y="148586"/>
                </a:cubicBezTo>
                <a:cubicBezTo>
                  <a:pt x="60975" y="149440"/>
                  <a:pt x="55935" y="149867"/>
                  <a:pt x="50742" y="149867"/>
                </a:cubicBezTo>
                <a:cubicBezTo>
                  <a:pt x="34477" y="149867"/>
                  <a:pt x="21954" y="145459"/>
                  <a:pt x="13172" y="136644"/>
                </a:cubicBezTo>
                <a:cubicBezTo>
                  <a:pt x="4391" y="127828"/>
                  <a:pt x="0" y="114946"/>
                  <a:pt x="0" y="97998"/>
                </a:cubicBezTo>
                <a:cubicBezTo>
                  <a:pt x="0" y="89866"/>
                  <a:pt x="1264" y="82485"/>
                  <a:pt x="3793" y="75856"/>
                </a:cubicBezTo>
                <a:cubicBezTo>
                  <a:pt x="6321" y="69227"/>
                  <a:pt x="9875" y="63555"/>
                  <a:pt x="14454" y="58840"/>
                </a:cubicBezTo>
                <a:cubicBezTo>
                  <a:pt x="19032" y="54124"/>
                  <a:pt x="24499" y="50485"/>
                  <a:pt x="30855" y="47923"/>
                </a:cubicBezTo>
                <a:cubicBezTo>
                  <a:pt x="37211" y="45360"/>
                  <a:pt x="44215" y="44079"/>
                  <a:pt x="51869" y="44079"/>
                </a:cubicBezTo>
                <a:cubicBezTo>
                  <a:pt x="57200" y="44079"/>
                  <a:pt x="62188" y="44454"/>
                  <a:pt x="66835" y="45206"/>
                </a:cubicBezTo>
                <a:cubicBezTo>
                  <a:pt x="71482" y="45958"/>
                  <a:pt x="75925" y="47188"/>
                  <a:pt x="80162" y="48896"/>
                </a:cubicBezTo>
                <a:lnTo>
                  <a:pt x="80162" y="65913"/>
                </a:lnTo>
                <a:cubicBezTo>
                  <a:pt x="75719" y="63589"/>
                  <a:pt x="71192" y="61898"/>
                  <a:pt x="66579" y="60839"/>
                </a:cubicBezTo>
                <a:cubicBezTo>
                  <a:pt x="61966" y="59779"/>
                  <a:pt x="57200" y="59250"/>
                  <a:pt x="52279" y="59250"/>
                </a:cubicBezTo>
                <a:cubicBezTo>
                  <a:pt x="47701" y="59250"/>
                  <a:pt x="43378" y="60121"/>
                  <a:pt x="39312" y="61864"/>
                </a:cubicBezTo>
                <a:cubicBezTo>
                  <a:pt x="35246" y="63606"/>
                  <a:pt x="31675" y="66118"/>
                  <a:pt x="28600" y="69398"/>
                </a:cubicBezTo>
                <a:cubicBezTo>
                  <a:pt x="25525" y="72678"/>
                  <a:pt x="23099" y="76676"/>
                  <a:pt x="21322" y="81392"/>
                </a:cubicBezTo>
                <a:cubicBezTo>
                  <a:pt x="19545" y="86107"/>
                  <a:pt x="18657" y="91437"/>
                  <a:pt x="18657" y="97383"/>
                </a:cubicBezTo>
                <a:cubicBezTo>
                  <a:pt x="18657" y="109821"/>
                  <a:pt x="21681" y="119132"/>
                  <a:pt x="27729" y="125316"/>
                </a:cubicBezTo>
                <a:cubicBezTo>
                  <a:pt x="33776" y="131501"/>
                  <a:pt x="42165" y="134593"/>
                  <a:pt x="52894" y="134593"/>
                </a:cubicBezTo>
                <a:cubicBezTo>
                  <a:pt x="57746" y="134593"/>
                  <a:pt x="62445" y="134047"/>
                  <a:pt x="66989" y="132953"/>
                </a:cubicBezTo>
                <a:cubicBezTo>
                  <a:pt x="71534" y="131860"/>
                  <a:pt x="75925" y="130220"/>
                  <a:pt x="80162" y="128033"/>
                </a:cubicBezTo>
                <a:lnTo>
                  <a:pt x="80162" y="144639"/>
                </a:lnTo>
                <a:close/>
                <a:moveTo>
                  <a:pt x="197744" y="148432"/>
                </a:moveTo>
                <a:lnTo>
                  <a:pt x="179907" y="148432"/>
                </a:lnTo>
                <a:lnTo>
                  <a:pt x="179907" y="82724"/>
                </a:lnTo>
                <a:cubicBezTo>
                  <a:pt x="179907" y="74797"/>
                  <a:pt x="178421" y="68869"/>
                  <a:pt x="175448" y="64939"/>
                </a:cubicBezTo>
                <a:cubicBezTo>
                  <a:pt x="172476" y="61010"/>
                  <a:pt x="168221" y="59045"/>
                  <a:pt x="162686" y="59045"/>
                </a:cubicBezTo>
                <a:cubicBezTo>
                  <a:pt x="160294" y="59045"/>
                  <a:pt x="158056" y="59369"/>
                  <a:pt x="155972" y="60019"/>
                </a:cubicBezTo>
                <a:cubicBezTo>
                  <a:pt x="153887" y="60668"/>
                  <a:pt x="151718" y="61795"/>
                  <a:pt x="149462" y="63401"/>
                </a:cubicBezTo>
                <a:cubicBezTo>
                  <a:pt x="147207" y="65007"/>
                  <a:pt x="144747" y="67177"/>
                  <a:pt x="142082" y="69911"/>
                </a:cubicBezTo>
                <a:cubicBezTo>
                  <a:pt x="139417" y="72644"/>
                  <a:pt x="136341" y="76061"/>
                  <a:pt x="132856" y="80162"/>
                </a:cubicBezTo>
                <a:lnTo>
                  <a:pt x="132856" y="148432"/>
                </a:lnTo>
                <a:lnTo>
                  <a:pt x="115020" y="148432"/>
                </a:lnTo>
                <a:lnTo>
                  <a:pt x="115020" y="3588"/>
                </a:lnTo>
                <a:lnTo>
                  <a:pt x="132856" y="3588"/>
                </a:lnTo>
                <a:lnTo>
                  <a:pt x="132856" y="45514"/>
                </a:lnTo>
                <a:lnTo>
                  <a:pt x="132241" y="61710"/>
                </a:lnTo>
                <a:cubicBezTo>
                  <a:pt x="135043" y="58361"/>
                  <a:pt x="137794" y="55542"/>
                  <a:pt x="140493" y="53253"/>
                </a:cubicBezTo>
                <a:cubicBezTo>
                  <a:pt x="143192" y="50964"/>
                  <a:pt x="145892" y="49101"/>
                  <a:pt x="148591" y="47666"/>
                </a:cubicBezTo>
                <a:cubicBezTo>
                  <a:pt x="151290" y="46231"/>
                  <a:pt x="154041" y="45206"/>
                  <a:pt x="156843" y="44591"/>
                </a:cubicBezTo>
                <a:cubicBezTo>
                  <a:pt x="159645" y="43976"/>
                  <a:pt x="162549" y="43669"/>
                  <a:pt x="165556" y="43669"/>
                </a:cubicBezTo>
                <a:cubicBezTo>
                  <a:pt x="175807" y="43669"/>
                  <a:pt x="183734" y="46795"/>
                  <a:pt x="189338" y="53048"/>
                </a:cubicBezTo>
                <a:cubicBezTo>
                  <a:pt x="194942" y="59301"/>
                  <a:pt x="197744" y="68715"/>
                  <a:pt x="197744" y="81289"/>
                </a:cubicBezTo>
                <a:lnTo>
                  <a:pt x="197744" y="148432"/>
                </a:lnTo>
                <a:close/>
                <a:moveTo>
                  <a:pt x="322399" y="148432"/>
                </a:moveTo>
                <a:lnTo>
                  <a:pt x="297900" y="148432"/>
                </a:lnTo>
                <a:lnTo>
                  <a:pt x="249926" y="93283"/>
                </a:lnTo>
                <a:lnTo>
                  <a:pt x="249926" y="148432"/>
                </a:lnTo>
                <a:lnTo>
                  <a:pt x="232089" y="148432"/>
                </a:lnTo>
                <a:lnTo>
                  <a:pt x="232089" y="3588"/>
                </a:lnTo>
                <a:lnTo>
                  <a:pt x="249926" y="3588"/>
                </a:lnTo>
                <a:lnTo>
                  <a:pt x="249926" y="92565"/>
                </a:lnTo>
                <a:lnTo>
                  <a:pt x="296157" y="45514"/>
                </a:lnTo>
                <a:lnTo>
                  <a:pt x="319734" y="45514"/>
                </a:lnTo>
                <a:lnTo>
                  <a:pt x="271453" y="92975"/>
                </a:lnTo>
                <a:lnTo>
                  <a:pt x="322399" y="148432"/>
                </a:lnTo>
                <a:close/>
                <a:moveTo>
                  <a:pt x="443656" y="190460"/>
                </a:moveTo>
                <a:lnTo>
                  <a:pt x="328232" y="190460"/>
                </a:lnTo>
                <a:lnTo>
                  <a:pt x="328232" y="175699"/>
                </a:lnTo>
                <a:lnTo>
                  <a:pt x="443656" y="175699"/>
                </a:lnTo>
                <a:lnTo>
                  <a:pt x="443656" y="190460"/>
                </a:lnTo>
                <a:close/>
                <a:moveTo>
                  <a:pt x="532844" y="148432"/>
                </a:moveTo>
                <a:lnTo>
                  <a:pt x="532844" y="74524"/>
                </a:lnTo>
                <a:cubicBezTo>
                  <a:pt x="532844" y="71312"/>
                  <a:pt x="532724" y="68681"/>
                  <a:pt x="532485" y="66630"/>
                </a:cubicBezTo>
                <a:cubicBezTo>
                  <a:pt x="532246" y="64580"/>
                  <a:pt x="531870" y="62957"/>
                  <a:pt x="531357" y="61761"/>
                </a:cubicBezTo>
                <a:cubicBezTo>
                  <a:pt x="530845" y="60565"/>
                  <a:pt x="530196" y="59728"/>
                  <a:pt x="529410" y="59250"/>
                </a:cubicBezTo>
                <a:cubicBezTo>
                  <a:pt x="528624" y="58771"/>
                  <a:pt x="527650" y="58532"/>
                  <a:pt x="526488" y="58532"/>
                </a:cubicBezTo>
                <a:cubicBezTo>
                  <a:pt x="525122" y="58532"/>
                  <a:pt x="523857" y="58942"/>
                  <a:pt x="522696" y="59762"/>
                </a:cubicBezTo>
                <a:cubicBezTo>
                  <a:pt x="521534" y="60582"/>
                  <a:pt x="520287" y="61915"/>
                  <a:pt x="518954" y="63760"/>
                </a:cubicBezTo>
                <a:cubicBezTo>
                  <a:pt x="517621" y="65605"/>
                  <a:pt x="516152" y="68048"/>
                  <a:pt x="514546" y="71090"/>
                </a:cubicBezTo>
                <a:cubicBezTo>
                  <a:pt x="512940" y="74131"/>
                  <a:pt x="511044" y="77872"/>
                  <a:pt x="508857" y="82314"/>
                </a:cubicBezTo>
                <a:lnTo>
                  <a:pt x="508857" y="148432"/>
                </a:lnTo>
                <a:lnTo>
                  <a:pt x="492558" y="148432"/>
                </a:lnTo>
                <a:lnTo>
                  <a:pt x="492558" y="76471"/>
                </a:lnTo>
                <a:cubicBezTo>
                  <a:pt x="492558" y="72713"/>
                  <a:pt x="492439" y="69672"/>
                  <a:pt x="492199" y="67348"/>
                </a:cubicBezTo>
                <a:cubicBezTo>
                  <a:pt x="491960" y="65024"/>
                  <a:pt x="491584" y="63213"/>
                  <a:pt x="491072" y="61915"/>
                </a:cubicBezTo>
                <a:cubicBezTo>
                  <a:pt x="490559" y="60617"/>
                  <a:pt x="489893" y="59728"/>
                  <a:pt x="489073" y="59250"/>
                </a:cubicBezTo>
                <a:cubicBezTo>
                  <a:pt x="488253" y="58771"/>
                  <a:pt x="487262" y="58532"/>
                  <a:pt x="486100" y="58532"/>
                </a:cubicBezTo>
                <a:cubicBezTo>
                  <a:pt x="484870" y="58532"/>
                  <a:pt x="483708" y="58874"/>
                  <a:pt x="482615" y="59557"/>
                </a:cubicBezTo>
                <a:cubicBezTo>
                  <a:pt x="481521" y="60241"/>
                  <a:pt x="480308" y="61471"/>
                  <a:pt x="478976" y="63248"/>
                </a:cubicBezTo>
                <a:cubicBezTo>
                  <a:pt x="477643" y="65024"/>
                  <a:pt x="476157" y="67450"/>
                  <a:pt x="474517" y="70526"/>
                </a:cubicBezTo>
                <a:cubicBezTo>
                  <a:pt x="472876" y="73601"/>
                  <a:pt x="470929" y="77530"/>
                  <a:pt x="468674" y="82314"/>
                </a:cubicBezTo>
                <a:lnTo>
                  <a:pt x="468674" y="148432"/>
                </a:lnTo>
                <a:lnTo>
                  <a:pt x="452272" y="148432"/>
                </a:lnTo>
                <a:lnTo>
                  <a:pt x="452272" y="45514"/>
                </a:lnTo>
                <a:lnTo>
                  <a:pt x="465906" y="45514"/>
                </a:lnTo>
                <a:lnTo>
                  <a:pt x="466726" y="65093"/>
                </a:lnTo>
                <a:cubicBezTo>
                  <a:pt x="468503" y="61197"/>
                  <a:pt x="470228" y="57883"/>
                  <a:pt x="471903" y="55149"/>
                </a:cubicBezTo>
                <a:cubicBezTo>
                  <a:pt x="473577" y="52416"/>
                  <a:pt x="475303" y="50212"/>
                  <a:pt x="477079" y="48538"/>
                </a:cubicBezTo>
                <a:cubicBezTo>
                  <a:pt x="478856" y="46863"/>
                  <a:pt x="480753" y="45633"/>
                  <a:pt x="482769" y="44847"/>
                </a:cubicBezTo>
                <a:cubicBezTo>
                  <a:pt x="484785" y="44062"/>
                  <a:pt x="487023" y="43669"/>
                  <a:pt x="489483" y="43669"/>
                </a:cubicBezTo>
                <a:cubicBezTo>
                  <a:pt x="495018" y="43669"/>
                  <a:pt x="499221" y="45480"/>
                  <a:pt x="502091" y="49101"/>
                </a:cubicBezTo>
                <a:cubicBezTo>
                  <a:pt x="504962" y="52723"/>
                  <a:pt x="506397" y="58327"/>
                  <a:pt x="506397" y="65913"/>
                </a:cubicBezTo>
                <a:cubicBezTo>
                  <a:pt x="508037" y="62359"/>
                  <a:pt x="509643" y="59199"/>
                  <a:pt x="511215" y="56431"/>
                </a:cubicBezTo>
                <a:cubicBezTo>
                  <a:pt x="512786" y="53663"/>
                  <a:pt x="514478" y="51340"/>
                  <a:pt x="516289" y="49460"/>
                </a:cubicBezTo>
                <a:cubicBezTo>
                  <a:pt x="518100" y="47581"/>
                  <a:pt x="520099" y="46146"/>
                  <a:pt x="522286" y="45155"/>
                </a:cubicBezTo>
                <a:cubicBezTo>
                  <a:pt x="524472" y="44164"/>
                  <a:pt x="527001" y="43669"/>
                  <a:pt x="529871" y="43669"/>
                </a:cubicBezTo>
                <a:cubicBezTo>
                  <a:pt x="542787" y="43669"/>
                  <a:pt x="549245" y="53612"/>
                  <a:pt x="549245" y="73498"/>
                </a:cubicBezTo>
                <a:lnTo>
                  <a:pt x="549245" y="148432"/>
                </a:lnTo>
                <a:lnTo>
                  <a:pt x="532844" y="148432"/>
                </a:lnTo>
                <a:close/>
                <a:moveTo>
                  <a:pt x="640380" y="148432"/>
                </a:moveTo>
                <a:lnTo>
                  <a:pt x="639970" y="134593"/>
                </a:lnTo>
                <a:cubicBezTo>
                  <a:pt x="634366" y="140129"/>
                  <a:pt x="628677" y="144127"/>
                  <a:pt x="622903" y="146587"/>
                </a:cubicBezTo>
                <a:cubicBezTo>
                  <a:pt x="617128" y="149047"/>
                  <a:pt x="611063" y="150277"/>
                  <a:pt x="604707" y="150277"/>
                </a:cubicBezTo>
                <a:cubicBezTo>
                  <a:pt x="598830" y="150277"/>
                  <a:pt x="593807" y="149525"/>
                  <a:pt x="589639" y="148022"/>
                </a:cubicBezTo>
                <a:cubicBezTo>
                  <a:pt x="585470" y="146519"/>
                  <a:pt x="582036" y="144451"/>
                  <a:pt x="579337" y="141820"/>
                </a:cubicBezTo>
                <a:cubicBezTo>
                  <a:pt x="576637" y="139189"/>
                  <a:pt x="574655" y="136097"/>
                  <a:pt x="573391" y="132543"/>
                </a:cubicBezTo>
                <a:cubicBezTo>
                  <a:pt x="572127" y="128990"/>
                  <a:pt x="571495" y="125129"/>
                  <a:pt x="571495" y="120960"/>
                </a:cubicBezTo>
                <a:cubicBezTo>
                  <a:pt x="571495" y="110641"/>
                  <a:pt x="575339" y="102560"/>
                  <a:pt x="583027" y="96717"/>
                </a:cubicBezTo>
                <a:cubicBezTo>
                  <a:pt x="590715" y="90874"/>
                  <a:pt x="602076" y="87952"/>
                  <a:pt x="617111" y="87952"/>
                </a:cubicBezTo>
                <a:lnTo>
                  <a:pt x="638433" y="87952"/>
                </a:lnTo>
                <a:lnTo>
                  <a:pt x="638433" y="78931"/>
                </a:lnTo>
                <a:cubicBezTo>
                  <a:pt x="638433" y="72849"/>
                  <a:pt x="636485" y="67980"/>
                  <a:pt x="632590" y="64324"/>
                </a:cubicBezTo>
                <a:cubicBezTo>
                  <a:pt x="628694" y="60668"/>
                  <a:pt x="622749" y="58840"/>
                  <a:pt x="614753" y="58840"/>
                </a:cubicBezTo>
                <a:cubicBezTo>
                  <a:pt x="608944" y="58840"/>
                  <a:pt x="603221" y="59489"/>
                  <a:pt x="597583" y="60787"/>
                </a:cubicBezTo>
                <a:cubicBezTo>
                  <a:pt x="591945" y="62086"/>
                  <a:pt x="586119" y="63931"/>
                  <a:pt x="580105" y="66323"/>
                </a:cubicBezTo>
                <a:lnTo>
                  <a:pt x="580105" y="50229"/>
                </a:lnTo>
                <a:cubicBezTo>
                  <a:pt x="582361" y="49409"/>
                  <a:pt x="584872" y="48606"/>
                  <a:pt x="587640" y="47820"/>
                </a:cubicBezTo>
                <a:cubicBezTo>
                  <a:pt x="590407" y="47034"/>
                  <a:pt x="593329" y="46334"/>
                  <a:pt x="596404" y="45719"/>
                </a:cubicBezTo>
                <a:cubicBezTo>
                  <a:pt x="599479" y="45104"/>
                  <a:pt x="602691" y="44608"/>
                  <a:pt x="606040" y="44232"/>
                </a:cubicBezTo>
                <a:cubicBezTo>
                  <a:pt x="609389" y="43856"/>
                  <a:pt x="612771" y="43669"/>
                  <a:pt x="616188" y="43669"/>
                </a:cubicBezTo>
                <a:cubicBezTo>
                  <a:pt x="622407" y="43669"/>
                  <a:pt x="628011" y="44352"/>
                  <a:pt x="633000" y="45719"/>
                </a:cubicBezTo>
                <a:cubicBezTo>
                  <a:pt x="637988" y="47085"/>
                  <a:pt x="642208" y="49170"/>
                  <a:pt x="645659" y="51972"/>
                </a:cubicBezTo>
                <a:cubicBezTo>
                  <a:pt x="649111" y="54774"/>
                  <a:pt x="651759" y="58293"/>
                  <a:pt x="653604" y="62530"/>
                </a:cubicBezTo>
                <a:cubicBezTo>
                  <a:pt x="655449" y="66767"/>
                  <a:pt x="656372" y="71756"/>
                  <a:pt x="656372" y="77496"/>
                </a:cubicBezTo>
                <a:lnTo>
                  <a:pt x="656372" y="148432"/>
                </a:lnTo>
                <a:lnTo>
                  <a:pt x="640380" y="148432"/>
                </a:lnTo>
                <a:moveTo>
                  <a:pt x="638433" y="101586"/>
                </a:moveTo>
                <a:lnTo>
                  <a:pt x="615778" y="101586"/>
                </a:lnTo>
                <a:cubicBezTo>
                  <a:pt x="611336" y="101586"/>
                  <a:pt x="607509" y="102030"/>
                  <a:pt x="604297" y="102918"/>
                </a:cubicBezTo>
                <a:cubicBezTo>
                  <a:pt x="601085" y="103807"/>
                  <a:pt x="598454" y="105071"/>
                  <a:pt x="596404" y="106711"/>
                </a:cubicBezTo>
                <a:cubicBezTo>
                  <a:pt x="594354" y="108351"/>
                  <a:pt x="592833" y="110316"/>
                  <a:pt x="591843" y="112605"/>
                </a:cubicBezTo>
                <a:cubicBezTo>
                  <a:pt x="590852" y="114895"/>
                  <a:pt x="590356" y="117475"/>
                  <a:pt x="590356" y="120345"/>
                </a:cubicBezTo>
                <a:cubicBezTo>
                  <a:pt x="590356" y="122327"/>
                  <a:pt x="590664" y="124223"/>
                  <a:pt x="591279" y="126034"/>
                </a:cubicBezTo>
                <a:cubicBezTo>
                  <a:pt x="591894" y="127845"/>
                  <a:pt x="592885" y="129451"/>
                  <a:pt x="594251" y="130852"/>
                </a:cubicBezTo>
                <a:cubicBezTo>
                  <a:pt x="595618" y="132253"/>
                  <a:pt x="597395" y="133363"/>
                  <a:pt x="599582" y="134183"/>
                </a:cubicBezTo>
                <a:cubicBezTo>
                  <a:pt x="601769" y="135003"/>
                  <a:pt x="604434" y="135414"/>
                  <a:pt x="607578" y="135414"/>
                </a:cubicBezTo>
                <a:cubicBezTo>
                  <a:pt x="611678" y="135414"/>
                  <a:pt x="616376" y="134166"/>
                  <a:pt x="621672" y="131672"/>
                </a:cubicBezTo>
                <a:cubicBezTo>
                  <a:pt x="626969" y="129178"/>
                  <a:pt x="632555" y="125231"/>
                  <a:pt x="638433" y="119832"/>
                </a:cubicBezTo>
                <a:lnTo>
                  <a:pt x="638433" y="101586"/>
                </a:lnTo>
                <a:close/>
                <a:moveTo>
                  <a:pt x="777029" y="95128"/>
                </a:moveTo>
                <a:cubicBezTo>
                  <a:pt x="777029" y="104285"/>
                  <a:pt x="775748" y="112281"/>
                  <a:pt x="773185" y="119115"/>
                </a:cubicBezTo>
                <a:cubicBezTo>
                  <a:pt x="770622" y="125949"/>
                  <a:pt x="767086" y="131621"/>
                  <a:pt x="762575" y="136131"/>
                </a:cubicBezTo>
                <a:cubicBezTo>
                  <a:pt x="758065" y="140641"/>
                  <a:pt x="752735" y="144024"/>
                  <a:pt x="746584" y="146279"/>
                </a:cubicBezTo>
                <a:cubicBezTo>
                  <a:pt x="740434" y="148535"/>
                  <a:pt x="733771" y="149662"/>
                  <a:pt x="726595" y="149662"/>
                </a:cubicBezTo>
                <a:cubicBezTo>
                  <a:pt x="723315" y="149662"/>
                  <a:pt x="720052" y="149491"/>
                  <a:pt x="716806" y="149150"/>
                </a:cubicBezTo>
                <a:cubicBezTo>
                  <a:pt x="713559" y="148808"/>
                  <a:pt x="710262" y="148227"/>
                  <a:pt x="706913" y="147407"/>
                </a:cubicBezTo>
                <a:lnTo>
                  <a:pt x="706913" y="190460"/>
                </a:lnTo>
                <a:lnTo>
                  <a:pt x="689077" y="190460"/>
                </a:lnTo>
                <a:lnTo>
                  <a:pt x="689077" y="45514"/>
                </a:lnTo>
                <a:lnTo>
                  <a:pt x="704966" y="45514"/>
                </a:lnTo>
                <a:lnTo>
                  <a:pt x="706093" y="62735"/>
                </a:lnTo>
                <a:cubicBezTo>
                  <a:pt x="711219" y="55696"/>
                  <a:pt x="716686" y="50759"/>
                  <a:pt x="722495" y="47923"/>
                </a:cubicBezTo>
                <a:cubicBezTo>
                  <a:pt x="728304" y="45087"/>
                  <a:pt x="734591" y="43669"/>
                  <a:pt x="741356" y="43669"/>
                </a:cubicBezTo>
                <a:cubicBezTo>
                  <a:pt x="747233" y="43669"/>
                  <a:pt x="752393" y="44899"/>
                  <a:pt x="756835" y="47359"/>
                </a:cubicBezTo>
                <a:cubicBezTo>
                  <a:pt x="761277" y="49819"/>
                  <a:pt x="765002" y="53287"/>
                  <a:pt x="768008" y="57763"/>
                </a:cubicBezTo>
                <a:cubicBezTo>
                  <a:pt x="771015" y="62240"/>
                  <a:pt x="773271" y="67638"/>
                  <a:pt x="774774" y="73960"/>
                </a:cubicBezTo>
                <a:cubicBezTo>
                  <a:pt x="776277" y="80281"/>
                  <a:pt x="777029" y="87337"/>
                  <a:pt x="777029" y="95128"/>
                </a:cubicBezTo>
                <a:moveTo>
                  <a:pt x="758783" y="95948"/>
                </a:moveTo>
                <a:cubicBezTo>
                  <a:pt x="758783" y="90549"/>
                  <a:pt x="758390" y="85594"/>
                  <a:pt x="757604" y="81084"/>
                </a:cubicBezTo>
                <a:cubicBezTo>
                  <a:pt x="756818" y="76574"/>
                  <a:pt x="755571" y="72713"/>
                  <a:pt x="753862" y="69501"/>
                </a:cubicBezTo>
                <a:cubicBezTo>
                  <a:pt x="752154" y="66289"/>
                  <a:pt x="749967" y="63777"/>
                  <a:pt x="747302" y="61966"/>
                </a:cubicBezTo>
                <a:cubicBezTo>
                  <a:pt x="744637" y="60155"/>
                  <a:pt x="741459" y="59250"/>
                  <a:pt x="737768" y="59250"/>
                </a:cubicBezTo>
                <a:cubicBezTo>
                  <a:pt x="735513" y="59250"/>
                  <a:pt x="733224" y="59609"/>
                  <a:pt x="730900" y="60326"/>
                </a:cubicBezTo>
                <a:cubicBezTo>
                  <a:pt x="728577" y="61044"/>
                  <a:pt x="726168" y="62240"/>
                  <a:pt x="723674" y="63914"/>
                </a:cubicBezTo>
                <a:cubicBezTo>
                  <a:pt x="721179" y="65588"/>
                  <a:pt x="718548" y="67809"/>
                  <a:pt x="715780" y="70577"/>
                </a:cubicBezTo>
                <a:cubicBezTo>
                  <a:pt x="713013" y="73345"/>
                  <a:pt x="710057" y="76779"/>
                  <a:pt x="706913" y="80879"/>
                </a:cubicBezTo>
                <a:lnTo>
                  <a:pt x="706913" y="130801"/>
                </a:lnTo>
                <a:cubicBezTo>
                  <a:pt x="710194" y="132167"/>
                  <a:pt x="713645" y="133244"/>
                  <a:pt x="717267" y="134030"/>
                </a:cubicBezTo>
                <a:cubicBezTo>
                  <a:pt x="720889" y="134816"/>
                  <a:pt x="724442" y="135208"/>
                  <a:pt x="727928" y="135208"/>
                </a:cubicBezTo>
                <a:cubicBezTo>
                  <a:pt x="737563" y="135208"/>
                  <a:pt x="745115" y="131945"/>
                  <a:pt x="750582" y="125419"/>
                </a:cubicBezTo>
                <a:cubicBezTo>
                  <a:pt x="756049" y="118893"/>
                  <a:pt x="758783" y="109069"/>
                  <a:pt x="758783" y="95948"/>
                </a:cubicBezTo>
                <a:close/>
                <a:moveTo>
                  <a:pt x="845182" y="43669"/>
                </a:moveTo>
                <a:cubicBezTo>
                  <a:pt x="847300" y="43669"/>
                  <a:pt x="849316" y="44096"/>
                  <a:pt x="851230" y="44950"/>
                </a:cubicBezTo>
                <a:cubicBezTo>
                  <a:pt x="853143" y="45804"/>
                  <a:pt x="854817" y="46949"/>
                  <a:pt x="856252" y="48384"/>
                </a:cubicBezTo>
                <a:cubicBezTo>
                  <a:pt x="857688" y="49819"/>
                  <a:pt x="858832" y="51493"/>
                  <a:pt x="859686" y="53407"/>
                </a:cubicBezTo>
                <a:cubicBezTo>
                  <a:pt x="860541" y="55320"/>
                  <a:pt x="860968" y="57336"/>
                  <a:pt x="860968" y="59455"/>
                </a:cubicBezTo>
                <a:cubicBezTo>
                  <a:pt x="860968" y="61642"/>
                  <a:pt x="860541" y="63675"/>
                  <a:pt x="859686" y="65554"/>
                </a:cubicBezTo>
                <a:cubicBezTo>
                  <a:pt x="858832" y="67433"/>
                  <a:pt x="857688" y="69091"/>
                  <a:pt x="856252" y="70526"/>
                </a:cubicBezTo>
                <a:cubicBezTo>
                  <a:pt x="854817" y="71961"/>
                  <a:pt x="853143" y="73088"/>
                  <a:pt x="851230" y="73909"/>
                </a:cubicBezTo>
                <a:cubicBezTo>
                  <a:pt x="849316" y="74729"/>
                  <a:pt x="847300" y="75139"/>
                  <a:pt x="845182" y="75139"/>
                </a:cubicBezTo>
                <a:cubicBezTo>
                  <a:pt x="842995" y="75139"/>
                  <a:pt x="840962" y="74729"/>
                  <a:pt x="839082" y="73909"/>
                </a:cubicBezTo>
                <a:cubicBezTo>
                  <a:pt x="837203" y="73088"/>
                  <a:pt x="835546" y="71961"/>
                  <a:pt x="834111" y="70526"/>
                </a:cubicBezTo>
                <a:cubicBezTo>
                  <a:pt x="832676" y="69091"/>
                  <a:pt x="831548" y="67433"/>
                  <a:pt x="830728" y="65554"/>
                </a:cubicBezTo>
                <a:cubicBezTo>
                  <a:pt x="829908" y="63675"/>
                  <a:pt x="829498" y="61642"/>
                  <a:pt x="829498" y="59455"/>
                </a:cubicBezTo>
                <a:cubicBezTo>
                  <a:pt x="829498" y="57336"/>
                  <a:pt x="829908" y="55320"/>
                  <a:pt x="830728" y="53407"/>
                </a:cubicBezTo>
                <a:cubicBezTo>
                  <a:pt x="831548" y="51493"/>
                  <a:pt x="832676" y="49819"/>
                  <a:pt x="834111" y="48384"/>
                </a:cubicBezTo>
                <a:cubicBezTo>
                  <a:pt x="835546" y="46949"/>
                  <a:pt x="837203" y="45804"/>
                  <a:pt x="839082" y="44950"/>
                </a:cubicBezTo>
                <a:cubicBezTo>
                  <a:pt x="840962" y="44096"/>
                  <a:pt x="842995" y="43669"/>
                  <a:pt x="845182" y="43669"/>
                </a:cubicBezTo>
                <a:moveTo>
                  <a:pt x="845182" y="118807"/>
                </a:moveTo>
                <a:cubicBezTo>
                  <a:pt x="847300" y="118807"/>
                  <a:pt x="849316" y="119234"/>
                  <a:pt x="851230" y="120089"/>
                </a:cubicBezTo>
                <a:cubicBezTo>
                  <a:pt x="853143" y="120943"/>
                  <a:pt x="854817" y="122087"/>
                  <a:pt x="856252" y="123523"/>
                </a:cubicBezTo>
                <a:cubicBezTo>
                  <a:pt x="857688" y="124958"/>
                  <a:pt x="858832" y="126632"/>
                  <a:pt x="859686" y="128545"/>
                </a:cubicBezTo>
                <a:cubicBezTo>
                  <a:pt x="860541" y="130459"/>
                  <a:pt x="860968" y="132475"/>
                  <a:pt x="860968" y="134593"/>
                </a:cubicBezTo>
                <a:cubicBezTo>
                  <a:pt x="860968" y="136780"/>
                  <a:pt x="860541" y="138813"/>
                  <a:pt x="859686" y="140693"/>
                </a:cubicBezTo>
                <a:cubicBezTo>
                  <a:pt x="858832" y="142572"/>
                  <a:pt x="857688" y="144229"/>
                  <a:pt x="856252" y="145664"/>
                </a:cubicBezTo>
                <a:cubicBezTo>
                  <a:pt x="854817" y="147099"/>
                  <a:pt x="853143" y="148227"/>
                  <a:pt x="851230" y="149047"/>
                </a:cubicBezTo>
                <a:cubicBezTo>
                  <a:pt x="849316" y="149867"/>
                  <a:pt x="847300" y="150277"/>
                  <a:pt x="845182" y="150277"/>
                </a:cubicBezTo>
                <a:cubicBezTo>
                  <a:pt x="842995" y="150277"/>
                  <a:pt x="840962" y="149867"/>
                  <a:pt x="839082" y="149047"/>
                </a:cubicBezTo>
                <a:cubicBezTo>
                  <a:pt x="837203" y="148227"/>
                  <a:pt x="835546" y="147099"/>
                  <a:pt x="834111" y="145664"/>
                </a:cubicBezTo>
                <a:cubicBezTo>
                  <a:pt x="832676" y="144229"/>
                  <a:pt x="831548" y="142572"/>
                  <a:pt x="830728" y="140693"/>
                </a:cubicBezTo>
                <a:cubicBezTo>
                  <a:pt x="829908" y="138813"/>
                  <a:pt x="829498" y="136780"/>
                  <a:pt x="829498" y="134593"/>
                </a:cubicBezTo>
                <a:cubicBezTo>
                  <a:pt x="829498" y="132475"/>
                  <a:pt x="829908" y="130459"/>
                  <a:pt x="830728" y="128545"/>
                </a:cubicBezTo>
                <a:cubicBezTo>
                  <a:pt x="831548" y="126632"/>
                  <a:pt x="832676" y="124958"/>
                  <a:pt x="834111" y="123523"/>
                </a:cubicBezTo>
                <a:cubicBezTo>
                  <a:pt x="835546" y="122087"/>
                  <a:pt x="837203" y="120943"/>
                  <a:pt x="839082" y="120089"/>
                </a:cubicBezTo>
                <a:cubicBezTo>
                  <a:pt x="840962" y="119234"/>
                  <a:pt x="842995" y="118807"/>
                  <a:pt x="845182" y="118807"/>
                </a:cubicBezTo>
                <a:close/>
                <a:moveTo>
                  <a:pt x="1028262" y="99126"/>
                </a:moveTo>
                <a:cubicBezTo>
                  <a:pt x="1028262" y="90378"/>
                  <a:pt x="1029457" y="82605"/>
                  <a:pt x="1031849" y="75805"/>
                </a:cubicBezTo>
                <a:cubicBezTo>
                  <a:pt x="1034241" y="69005"/>
                  <a:pt x="1037641" y="63265"/>
                  <a:pt x="1042049" y="58584"/>
                </a:cubicBezTo>
                <a:cubicBezTo>
                  <a:pt x="1046457" y="53902"/>
                  <a:pt x="1051753" y="50349"/>
                  <a:pt x="1057938" y="47923"/>
                </a:cubicBezTo>
                <a:cubicBezTo>
                  <a:pt x="1064122" y="45497"/>
                  <a:pt x="1071007" y="44284"/>
                  <a:pt x="1078593" y="44284"/>
                </a:cubicBezTo>
                <a:cubicBezTo>
                  <a:pt x="1081873" y="44284"/>
                  <a:pt x="1085102" y="44489"/>
                  <a:pt x="1088280" y="44899"/>
                </a:cubicBezTo>
                <a:cubicBezTo>
                  <a:pt x="1091458" y="45309"/>
                  <a:pt x="1094584" y="45958"/>
                  <a:pt x="1097660" y="46846"/>
                </a:cubicBezTo>
                <a:lnTo>
                  <a:pt x="1097660" y="3588"/>
                </a:lnTo>
                <a:lnTo>
                  <a:pt x="1115599" y="3588"/>
                </a:lnTo>
                <a:lnTo>
                  <a:pt x="1115599" y="148432"/>
                </a:lnTo>
                <a:lnTo>
                  <a:pt x="1099607" y="148432"/>
                </a:lnTo>
                <a:lnTo>
                  <a:pt x="1098992" y="128955"/>
                </a:lnTo>
                <a:cubicBezTo>
                  <a:pt x="1094004" y="136199"/>
                  <a:pt x="1088605" y="141564"/>
                  <a:pt x="1082796" y="145049"/>
                </a:cubicBezTo>
                <a:cubicBezTo>
                  <a:pt x="1076987" y="148535"/>
                  <a:pt x="1070700" y="150277"/>
                  <a:pt x="1063934" y="150277"/>
                </a:cubicBezTo>
                <a:cubicBezTo>
                  <a:pt x="1058057" y="150277"/>
                  <a:pt x="1052881" y="149047"/>
                  <a:pt x="1048404" y="146587"/>
                </a:cubicBezTo>
                <a:cubicBezTo>
                  <a:pt x="1043928" y="144127"/>
                  <a:pt x="1040204" y="140659"/>
                  <a:pt x="1037231" y="136182"/>
                </a:cubicBezTo>
                <a:cubicBezTo>
                  <a:pt x="1034258" y="131706"/>
                  <a:pt x="1032020" y="126324"/>
                  <a:pt x="1030517" y="120037"/>
                </a:cubicBezTo>
                <a:cubicBezTo>
                  <a:pt x="1029013" y="113750"/>
                  <a:pt x="1028262" y="106780"/>
                  <a:pt x="1028262" y="99126"/>
                </a:cubicBezTo>
                <a:moveTo>
                  <a:pt x="1046508" y="97998"/>
                </a:moveTo>
                <a:cubicBezTo>
                  <a:pt x="1046508" y="110436"/>
                  <a:pt x="1048336" y="119713"/>
                  <a:pt x="1051992" y="125829"/>
                </a:cubicBezTo>
                <a:cubicBezTo>
                  <a:pt x="1055648" y="131945"/>
                  <a:pt x="1060825" y="135003"/>
                  <a:pt x="1067522" y="135003"/>
                </a:cubicBezTo>
                <a:cubicBezTo>
                  <a:pt x="1072033" y="135003"/>
                  <a:pt x="1076799" y="132987"/>
                  <a:pt x="1081822" y="128955"/>
                </a:cubicBezTo>
                <a:cubicBezTo>
                  <a:pt x="1086845" y="124923"/>
                  <a:pt x="1092124" y="118944"/>
                  <a:pt x="1097660" y="111017"/>
                </a:cubicBezTo>
                <a:lnTo>
                  <a:pt x="1097660" y="63248"/>
                </a:lnTo>
                <a:cubicBezTo>
                  <a:pt x="1094721" y="61881"/>
                  <a:pt x="1091475" y="60839"/>
                  <a:pt x="1087921" y="60121"/>
                </a:cubicBezTo>
                <a:cubicBezTo>
                  <a:pt x="1084368" y="59404"/>
                  <a:pt x="1080848" y="59045"/>
                  <a:pt x="1077363" y="59045"/>
                </a:cubicBezTo>
                <a:cubicBezTo>
                  <a:pt x="1067659" y="59045"/>
                  <a:pt x="1060090" y="62188"/>
                  <a:pt x="1054657" y="68476"/>
                </a:cubicBezTo>
                <a:cubicBezTo>
                  <a:pt x="1049224" y="74763"/>
                  <a:pt x="1046508" y="84604"/>
                  <a:pt x="1046508" y="97998"/>
                </a:cubicBezTo>
                <a:close/>
                <a:moveTo>
                  <a:pt x="1183362" y="60275"/>
                </a:moveTo>
                <a:lnTo>
                  <a:pt x="1152917" y="60275"/>
                </a:lnTo>
                <a:lnTo>
                  <a:pt x="1152917" y="45514"/>
                </a:lnTo>
                <a:lnTo>
                  <a:pt x="1201403" y="45514"/>
                </a:lnTo>
                <a:lnTo>
                  <a:pt x="1201403" y="133568"/>
                </a:lnTo>
                <a:lnTo>
                  <a:pt x="1232053" y="133568"/>
                </a:lnTo>
                <a:lnTo>
                  <a:pt x="1232053" y="148432"/>
                </a:lnTo>
                <a:lnTo>
                  <a:pt x="1149534" y="148432"/>
                </a:lnTo>
                <a:lnTo>
                  <a:pt x="1149534" y="133568"/>
                </a:lnTo>
                <a:lnTo>
                  <a:pt x="1183362" y="133568"/>
                </a:lnTo>
                <a:lnTo>
                  <a:pt x="1183362" y="60275"/>
                </a:lnTo>
                <a:moveTo>
                  <a:pt x="1189615" y="2358"/>
                </a:moveTo>
                <a:cubicBezTo>
                  <a:pt x="1191597" y="2358"/>
                  <a:pt x="1193442" y="2716"/>
                  <a:pt x="1195150" y="3434"/>
                </a:cubicBezTo>
                <a:cubicBezTo>
                  <a:pt x="1196859" y="4152"/>
                  <a:pt x="1198345" y="5160"/>
                  <a:pt x="1199610" y="6458"/>
                </a:cubicBezTo>
                <a:cubicBezTo>
                  <a:pt x="1200874" y="7756"/>
                  <a:pt x="1201865" y="9243"/>
                  <a:pt x="1202582" y="10917"/>
                </a:cubicBezTo>
                <a:cubicBezTo>
                  <a:pt x="1203300" y="12591"/>
                  <a:pt x="1203659" y="14420"/>
                  <a:pt x="1203659" y="16401"/>
                </a:cubicBezTo>
                <a:cubicBezTo>
                  <a:pt x="1203659" y="18315"/>
                  <a:pt x="1203300" y="20126"/>
                  <a:pt x="1202582" y="21834"/>
                </a:cubicBezTo>
                <a:cubicBezTo>
                  <a:pt x="1201865" y="23543"/>
                  <a:pt x="1200874" y="25046"/>
                  <a:pt x="1199610" y="26345"/>
                </a:cubicBezTo>
                <a:cubicBezTo>
                  <a:pt x="1198345" y="27643"/>
                  <a:pt x="1196859" y="28651"/>
                  <a:pt x="1195150" y="29369"/>
                </a:cubicBezTo>
                <a:cubicBezTo>
                  <a:pt x="1193442" y="30086"/>
                  <a:pt x="1191597" y="30445"/>
                  <a:pt x="1189615" y="30445"/>
                </a:cubicBezTo>
                <a:cubicBezTo>
                  <a:pt x="1187633" y="30445"/>
                  <a:pt x="1185788" y="30086"/>
                  <a:pt x="1184079" y="29369"/>
                </a:cubicBezTo>
                <a:cubicBezTo>
                  <a:pt x="1182371" y="28651"/>
                  <a:pt x="1180885" y="27643"/>
                  <a:pt x="1179620" y="26345"/>
                </a:cubicBezTo>
                <a:cubicBezTo>
                  <a:pt x="1178356" y="25046"/>
                  <a:pt x="1177365" y="23543"/>
                  <a:pt x="1176648" y="21834"/>
                </a:cubicBezTo>
                <a:cubicBezTo>
                  <a:pt x="1175930" y="20126"/>
                  <a:pt x="1175571" y="18315"/>
                  <a:pt x="1175571" y="16401"/>
                </a:cubicBezTo>
                <a:cubicBezTo>
                  <a:pt x="1175571" y="14420"/>
                  <a:pt x="1175930" y="12591"/>
                  <a:pt x="1176648" y="10917"/>
                </a:cubicBezTo>
                <a:cubicBezTo>
                  <a:pt x="1177365" y="9243"/>
                  <a:pt x="1178356" y="7756"/>
                  <a:pt x="1179620" y="6458"/>
                </a:cubicBezTo>
                <a:cubicBezTo>
                  <a:pt x="1180885" y="5160"/>
                  <a:pt x="1182371" y="4152"/>
                  <a:pt x="1184079" y="3434"/>
                </a:cubicBezTo>
                <a:cubicBezTo>
                  <a:pt x="1185788" y="2716"/>
                  <a:pt x="1187633" y="2358"/>
                  <a:pt x="1189615" y="2358"/>
                </a:cubicBezTo>
                <a:close/>
                <a:moveTo>
                  <a:pt x="1343075" y="144639"/>
                </a:moveTo>
                <a:cubicBezTo>
                  <a:pt x="1338428" y="146416"/>
                  <a:pt x="1333662" y="147732"/>
                  <a:pt x="1328775" y="148586"/>
                </a:cubicBezTo>
                <a:cubicBezTo>
                  <a:pt x="1323889" y="149440"/>
                  <a:pt x="1318849" y="149867"/>
                  <a:pt x="1313655" y="149867"/>
                </a:cubicBezTo>
                <a:cubicBezTo>
                  <a:pt x="1297391" y="149867"/>
                  <a:pt x="1284868" y="145459"/>
                  <a:pt x="1276086" y="136644"/>
                </a:cubicBezTo>
                <a:cubicBezTo>
                  <a:pt x="1267305" y="127828"/>
                  <a:pt x="1262914" y="114946"/>
                  <a:pt x="1262914" y="97998"/>
                </a:cubicBezTo>
                <a:cubicBezTo>
                  <a:pt x="1262914" y="89866"/>
                  <a:pt x="1264178" y="82485"/>
                  <a:pt x="1266707" y="75856"/>
                </a:cubicBezTo>
                <a:cubicBezTo>
                  <a:pt x="1269235" y="69227"/>
                  <a:pt x="1272789" y="63555"/>
                  <a:pt x="1277367" y="58840"/>
                </a:cubicBezTo>
                <a:cubicBezTo>
                  <a:pt x="1281946" y="54124"/>
                  <a:pt x="1287413" y="50485"/>
                  <a:pt x="1293769" y="47923"/>
                </a:cubicBezTo>
                <a:cubicBezTo>
                  <a:pt x="1300124" y="45360"/>
                  <a:pt x="1307129" y="44079"/>
                  <a:pt x="1314783" y="44079"/>
                </a:cubicBezTo>
                <a:cubicBezTo>
                  <a:pt x="1320113" y="44079"/>
                  <a:pt x="1325102" y="44454"/>
                  <a:pt x="1329749" y="45206"/>
                </a:cubicBezTo>
                <a:cubicBezTo>
                  <a:pt x="1334396" y="45958"/>
                  <a:pt x="1338838" y="47188"/>
                  <a:pt x="1343075" y="48896"/>
                </a:cubicBezTo>
                <a:lnTo>
                  <a:pt x="1343075" y="65913"/>
                </a:lnTo>
                <a:cubicBezTo>
                  <a:pt x="1338633" y="63589"/>
                  <a:pt x="1334106" y="61898"/>
                  <a:pt x="1329493" y="60839"/>
                </a:cubicBezTo>
                <a:cubicBezTo>
                  <a:pt x="1324880" y="59779"/>
                  <a:pt x="1320113" y="59250"/>
                  <a:pt x="1315193" y="59250"/>
                </a:cubicBezTo>
                <a:cubicBezTo>
                  <a:pt x="1310614" y="59250"/>
                  <a:pt x="1306292" y="60121"/>
                  <a:pt x="1302226" y="61864"/>
                </a:cubicBezTo>
                <a:cubicBezTo>
                  <a:pt x="1298160" y="63606"/>
                  <a:pt x="1294589" y="66118"/>
                  <a:pt x="1291514" y="69398"/>
                </a:cubicBezTo>
                <a:cubicBezTo>
                  <a:pt x="1288438" y="72678"/>
                  <a:pt x="1286012" y="76676"/>
                  <a:pt x="1284235" y="81392"/>
                </a:cubicBezTo>
                <a:cubicBezTo>
                  <a:pt x="1282459" y="86107"/>
                  <a:pt x="1281570" y="91437"/>
                  <a:pt x="1281570" y="97383"/>
                </a:cubicBezTo>
                <a:cubicBezTo>
                  <a:pt x="1281570" y="109821"/>
                  <a:pt x="1284594" y="119132"/>
                  <a:pt x="1290642" y="125316"/>
                </a:cubicBezTo>
                <a:cubicBezTo>
                  <a:pt x="1296690" y="131501"/>
                  <a:pt x="1305079" y="134593"/>
                  <a:pt x="1315808" y="134593"/>
                </a:cubicBezTo>
                <a:cubicBezTo>
                  <a:pt x="1320660" y="134593"/>
                  <a:pt x="1325358" y="134047"/>
                  <a:pt x="1329903" y="132953"/>
                </a:cubicBezTo>
                <a:cubicBezTo>
                  <a:pt x="1334447" y="131860"/>
                  <a:pt x="1338838" y="130220"/>
                  <a:pt x="1343075" y="128033"/>
                </a:cubicBezTo>
                <a:lnTo>
                  <a:pt x="1343075" y="144639"/>
                </a:lnTo>
                <a:close/>
                <a:moveTo>
                  <a:pt x="1460862" y="146997"/>
                </a:moveTo>
                <a:cubicBezTo>
                  <a:pt x="1456830" y="148022"/>
                  <a:pt x="1452662" y="148757"/>
                  <a:pt x="1448356" y="149201"/>
                </a:cubicBezTo>
                <a:cubicBezTo>
                  <a:pt x="1444051" y="149645"/>
                  <a:pt x="1439677" y="149867"/>
                  <a:pt x="1435235" y="149867"/>
                </a:cubicBezTo>
                <a:cubicBezTo>
                  <a:pt x="1422319" y="149867"/>
                  <a:pt x="1412683" y="146946"/>
                  <a:pt x="1406328" y="141103"/>
                </a:cubicBezTo>
                <a:cubicBezTo>
                  <a:pt x="1399972" y="135260"/>
                  <a:pt x="1396795" y="126290"/>
                  <a:pt x="1396795" y="114194"/>
                </a:cubicBezTo>
                <a:lnTo>
                  <a:pt x="1396795" y="60480"/>
                </a:lnTo>
                <a:lnTo>
                  <a:pt x="1367990" y="60480"/>
                </a:lnTo>
                <a:lnTo>
                  <a:pt x="1367990" y="45514"/>
                </a:lnTo>
                <a:lnTo>
                  <a:pt x="1396795" y="45514"/>
                </a:lnTo>
                <a:lnTo>
                  <a:pt x="1396795" y="17221"/>
                </a:lnTo>
                <a:lnTo>
                  <a:pt x="1414631" y="12609"/>
                </a:lnTo>
                <a:lnTo>
                  <a:pt x="1414631" y="45514"/>
                </a:lnTo>
                <a:lnTo>
                  <a:pt x="1460862" y="45514"/>
                </a:lnTo>
                <a:lnTo>
                  <a:pt x="1460862" y="60480"/>
                </a:lnTo>
                <a:lnTo>
                  <a:pt x="1414631" y="60480"/>
                </a:lnTo>
                <a:lnTo>
                  <a:pt x="1414631" y="112759"/>
                </a:lnTo>
                <a:cubicBezTo>
                  <a:pt x="1414631" y="120140"/>
                  <a:pt x="1416596" y="125658"/>
                  <a:pt x="1420525" y="129314"/>
                </a:cubicBezTo>
                <a:cubicBezTo>
                  <a:pt x="1424455" y="132970"/>
                  <a:pt x="1430247" y="134798"/>
                  <a:pt x="1437900" y="134798"/>
                </a:cubicBezTo>
                <a:cubicBezTo>
                  <a:pt x="1441181" y="134798"/>
                  <a:pt x="1444769" y="134542"/>
                  <a:pt x="1448664" y="134030"/>
                </a:cubicBezTo>
                <a:cubicBezTo>
                  <a:pt x="1452559" y="133517"/>
                  <a:pt x="1456625" y="132714"/>
                  <a:pt x="1460862" y="131621"/>
                </a:cubicBezTo>
                <a:lnTo>
                  <a:pt x="1460862" y="146997"/>
                </a:lnTo>
                <a:close/>
                <a:moveTo>
                  <a:pt x="1562228" y="190460"/>
                </a:moveTo>
                <a:lnTo>
                  <a:pt x="1511691" y="190460"/>
                </a:lnTo>
                <a:lnTo>
                  <a:pt x="1511691" y="0"/>
                </a:lnTo>
                <a:lnTo>
                  <a:pt x="1562228" y="0"/>
                </a:lnTo>
                <a:lnTo>
                  <a:pt x="1562228" y="14351"/>
                </a:lnTo>
                <a:lnTo>
                  <a:pt x="1528707" y="14351"/>
                </a:lnTo>
                <a:lnTo>
                  <a:pt x="1528707" y="176109"/>
                </a:lnTo>
                <a:lnTo>
                  <a:pt x="1562228" y="176109"/>
                </a:lnTo>
                <a:lnTo>
                  <a:pt x="1562228" y="190460"/>
                </a:lnTo>
                <a:close/>
                <a:moveTo>
                  <a:pt x="1642599" y="60275"/>
                </a:moveTo>
                <a:lnTo>
                  <a:pt x="1612154" y="60275"/>
                </a:lnTo>
                <a:lnTo>
                  <a:pt x="1612154" y="45514"/>
                </a:lnTo>
                <a:lnTo>
                  <a:pt x="1660641" y="45514"/>
                </a:lnTo>
                <a:lnTo>
                  <a:pt x="1660641" y="133568"/>
                </a:lnTo>
                <a:lnTo>
                  <a:pt x="1691291" y="133568"/>
                </a:lnTo>
                <a:lnTo>
                  <a:pt x="1691291" y="148432"/>
                </a:lnTo>
                <a:lnTo>
                  <a:pt x="1608772" y="148432"/>
                </a:lnTo>
                <a:lnTo>
                  <a:pt x="1608772" y="133568"/>
                </a:lnTo>
                <a:lnTo>
                  <a:pt x="1642599" y="133568"/>
                </a:lnTo>
                <a:lnTo>
                  <a:pt x="1642599" y="60275"/>
                </a:lnTo>
                <a:moveTo>
                  <a:pt x="1648852" y="2358"/>
                </a:moveTo>
                <a:cubicBezTo>
                  <a:pt x="1650834" y="2358"/>
                  <a:pt x="1652679" y="2716"/>
                  <a:pt x="1654388" y="3434"/>
                </a:cubicBezTo>
                <a:cubicBezTo>
                  <a:pt x="1656096" y="4152"/>
                  <a:pt x="1657583" y="5160"/>
                  <a:pt x="1658847" y="6458"/>
                </a:cubicBezTo>
                <a:cubicBezTo>
                  <a:pt x="1660111" y="7756"/>
                  <a:pt x="1661102" y="9243"/>
                  <a:pt x="1661820" y="10917"/>
                </a:cubicBezTo>
                <a:cubicBezTo>
                  <a:pt x="1662537" y="12591"/>
                  <a:pt x="1662896" y="14420"/>
                  <a:pt x="1662896" y="16401"/>
                </a:cubicBezTo>
                <a:cubicBezTo>
                  <a:pt x="1662896" y="18315"/>
                  <a:pt x="1662537" y="20126"/>
                  <a:pt x="1661820" y="21834"/>
                </a:cubicBezTo>
                <a:cubicBezTo>
                  <a:pt x="1661102" y="23543"/>
                  <a:pt x="1660111" y="25046"/>
                  <a:pt x="1658847" y="26345"/>
                </a:cubicBezTo>
                <a:cubicBezTo>
                  <a:pt x="1657583" y="27643"/>
                  <a:pt x="1656096" y="28651"/>
                  <a:pt x="1654388" y="29369"/>
                </a:cubicBezTo>
                <a:cubicBezTo>
                  <a:pt x="1652679" y="30086"/>
                  <a:pt x="1650834" y="30445"/>
                  <a:pt x="1648852" y="30445"/>
                </a:cubicBezTo>
                <a:cubicBezTo>
                  <a:pt x="1646871" y="30445"/>
                  <a:pt x="1645025" y="30086"/>
                  <a:pt x="1643317" y="29369"/>
                </a:cubicBezTo>
                <a:cubicBezTo>
                  <a:pt x="1641608" y="28651"/>
                  <a:pt x="1640122" y="27643"/>
                  <a:pt x="1638858" y="26345"/>
                </a:cubicBezTo>
                <a:cubicBezTo>
                  <a:pt x="1637594" y="25046"/>
                  <a:pt x="1636603" y="23543"/>
                  <a:pt x="1635885" y="21834"/>
                </a:cubicBezTo>
                <a:cubicBezTo>
                  <a:pt x="1635168" y="20126"/>
                  <a:pt x="1634809" y="18315"/>
                  <a:pt x="1634809" y="16401"/>
                </a:cubicBezTo>
                <a:cubicBezTo>
                  <a:pt x="1634809" y="14420"/>
                  <a:pt x="1635168" y="12591"/>
                  <a:pt x="1635885" y="10917"/>
                </a:cubicBezTo>
                <a:cubicBezTo>
                  <a:pt x="1636603" y="9243"/>
                  <a:pt x="1637594" y="7756"/>
                  <a:pt x="1638858" y="6458"/>
                </a:cubicBezTo>
                <a:cubicBezTo>
                  <a:pt x="1640122" y="5160"/>
                  <a:pt x="1641608" y="4152"/>
                  <a:pt x="1643317" y="3434"/>
                </a:cubicBezTo>
                <a:cubicBezTo>
                  <a:pt x="1645025" y="2716"/>
                  <a:pt x="1646871" y="2358"/>
                  <a:pt x="1648852" y="2358"/>
                </a:cubicBezTo>
                <a:close/>
                <a:moveTo>
                  <a:pt x="1722356" y="45514"/>
                </a:moveTo>
                <a:lnTo>
                  <a:pt x="1738245" y="45514"/>
                </a:lnTo>
                <a:lnTo>
                  <a:pt x="1738962" y="62120"/>
                </a:lnTo>
                <a:cubicBezTo>
                  <a:pt x="1741969" y="58566"/>
                  <a:pt x="1744874" y="55611"/>
                  <a:pt x="1747676" y="53253"/>
                </a:cubicBezTo>
                <a:cubicBezTo>
                  <a:pt x="1750478" y="50895"/>
                  <a:pt x="1753228" y="48999"/>
                  <a:pt x="1755928" y="47564"/>
                </a:cubicBezTo>
                <a:cubicBezTo>
                  <a:pt x="1758627" y="46129"/>
                  <a:pt x="1761378" y="45121"/>
                  <a:pt x="1764180" y="44540"/>
                </a:cubicBezTo>
                <a:cubicBezTo>
                  <a:pt x="1766981" y="43959"/>
                  <a:pt x="1769886" y="43669"/>
                  <a:pt x="1772893" y="43669"/>
                </a:cubicBezTo>
                <a:cubicBezTo>
                  <a:pt x="1783485" y="43669"/>
                  <a:pt x="1791498" y="46795"/>
                  <a:pt x="1796931" y="53048"/>
                </a:cubicBezTo>
                <a:cubicBezTo>
                  <a:pt x="1802364" y="59301"/>
                  <a:pt x="1805080" y="68715"/>
                  <a:pt x="1805080" y="81289"/>
                </a:cubicBezTo>
                <a:lnTo>
                  <a:pt x="1805080" y="148432"/>
                </a:lnTo>
                <a:lnTo>
                  <a:pt x="1787244" y="148432"/>
                </a:lnTo>
                <a:lnTo>
                  <a:pt x="1787244" y="82724"/>
                </a:lnTo>
                <a:cubicBezTo>
                  <a:pt x="1787244" y="74660"/>
                  <a:pt x="1785740" y="68698"/>
                  <a:pt x="1782734" y="64837"/>
                </a:cubicBezTo>
                <a:cubicBezTo>
                  <a:pt x="1779727" y="60975"/>
                  <a:pt x="1775250" y="59045"/>
                  <a:pt x="1769305" y="59045"/>
                </a:cubicBezTo>
                <a:cubicBezTo>
                  <a:pt x="1767118" y="59045"/>
                  <a:pt x="1764983" y="59369"/>
                  <a:pt x="1762898" y="60019"/>
                </a:cubicBezTo>
                <a:cubicBezTo>
                  <a:pt x="1760814" y="60668"/>
                  <a:pt x="1758644" y="61795"/>
                  <a:pt x="1756389" y="63401"/>
                </a:cubicBezTo>
                <a:cubicBezTo>
                  <a:pt x="1754134" y="65007"/>
                  <a:pt x="1751691" y="67177"/>
                  <a:pt x="1749060" y="69911"/>
                </a:cubicBezTo>
                <a:cubicBezTo>
                  <a:pt x="1746429" y="72644"/>
                  <a:pt x="1743473" y="76061"/>
                  <a:pt x="1740193" y="80162"/>
                </a:cubicBezTo>
                <a:lnTo>
                  <a:pt x="1740193" y="148432"/>
                </a:lnTo>
                <a:lnTo>
                  <a:pt x="1722356" y="148432"/>
                </a:lnTo>
                <a:lnTo>
                  <a:pt x="1722356" y="45514"/>
                </a:lnTo>
                <a:close/>
                <a:moveTo>
                  <a:pt x="1920100" y="146997"/>
                </a:moveTo>
                <a:cubicBezTo>
                  <a:pt x="1916068" y="148022"/>
                  <a:pt x="1911899" y="148757"/>
                  <a:pt x="1907594" y="149201"/>
                </a:cubicBezTo>
                <a:cubicBezTo>
                  <a:pt x="1903289" y="149645"/>
                  <a:pt x="1898915" y="149867"/>
                  <a:pt x="1894473" y="149867"/>
                </a:cubicBezTo>
                <a:cubicBezTo>
                  <a:pt x="1881557" y="149867"/>
                  <a:pt x="1871921" y="146946"/>
                  <a:pt x="1865566" y="141103"/>
                </a:cubicBezTo>
                <a:cubicBezTo>
                  <a:pt x="1859210" y="135260"/>
                  <a:pt x="1856032" y="126290"/>
                  <a:pt x="1856032" y="114194"/>
                </a:cubicBezTo>
                <a:lnTo>
                  <a:pt x="1856032" y="60480"/>
                </a:lnTo>
                <a:lnTo>
                  <a:pt x="1827227" y="60480"/>
                </a:lnTo>
                <a:lnTo>
                  <a:pt x="1827227" y="45514"/>
                </a:lnTo>
                <a:lnTo>
                  <a:pt x="1856032" y="45514"/>
                </a:lnTo>
                <a:lnTo>
                  <a:pt x="1856032" y="17221"/>
                </a:lnTo>
                <a:lnTo>
                  <a:pt x="1873869" y="12609"/>
                </a:lnTo>
                <a:lnTo>
                  <a:pt x="1873869" y="45514"/>
                </a:lnTo>
                <a:lnTo>
                  <a:pt x="1920100" y="45514"/>
                </a:lnTo>
                <a:lnTo>
                  <a:pt x="1920100" y="60480"/>
                </a:lnTo>
                <a:lnTo>
                  <a:pt x="1873869" y="60480"/>
                </a:lnTo>
                <a:lnTo>
                  <a:pt x="1873869" y="112759"/>
                </a:lnTo>
                <a:cubicBezTo>
                  <a:pt x="1873869" y="120140"/>
                  <a:pt x="1875833" y="125658"/>
                  <a:pt x="1879763" y="129314"/>
                </a:cubicBezTo>
                <a:cubicBezTo>
                  <a:pt x="1883692" y="132970"/>
                  <a:pt x="1889484" y="134798"/>
                  <a:pt x="1897138" y="134798"/>
                </a:cubicBezTo>
                <a:cubicBezTo>
                  <a:pt x="1900418" y="134798"/>
                  <a:pt x="1904006" y="134542"/>
                  <a:pt x="1907902" y="134030"/>
                </a:cubicBezTo>
                <a:cubicBezTo>
                  <a:pt x="1911797" y="133517"/>
                  <a:pt x="1915863" y="132714"/>
                  <a:pt x="1920100" y="131621"/>
                </a:cubicBezTo>
                <a:lnTo>
                  <a:pt x="1920100" y="146997"/>
                </a:lnTo>
                <a:close/>
                <a:moveTo>
                  <a:pt x="1959960" y="169446"/>
                </a:moveTo>
                <a:cubicBezTo>
                  <a:pt x="1963445" y="169583"/>
                  <a:pt x="1966828" y="169275"/>
                  <a:pt x="1970108" y="168524"/>
                </a:cubicBezTo>
                <a:cubicBezTo>
                  <a:pt x="1973389" y="167772"/>
                  <a:pt x="1976276" y="166661"/>
                  <a:pt x="1978770" y="165192"/>
                </a:cubicBezTo>
                <a:cubicBezTo>
                  <a:pt x="1981265" y="163723"/>
                  <a:pt x="1983263" y="161895"/>
                  <a:pt x="1984767" y="159708"/>
                </a:cubicBezTo>
                <a:cubicBezTo>
                  <a:pt x="1986270" y="157521"/>
                  <a:pt x="1987022" y="155027"/>
                  <a:pt x="1987022" y="152225"/>
                </a:cubicBezTo>
                <a:cubicBezTo>
                  <a:pt x="1987022" y="149355"/>
                  <a:pt x="1986527" y="147031"/>
                  <a:pt x="1985536" y="145254"/>
                </a:cubicBezTo>
                <a:cubicBezTo>
                  <a:pt x="1984545" y="143478"/>
                  <a:pt x="1983434" y="141837"/>
                  <a:pt x="1982204" y="140334"/>
                </a:cubicBezTo>
                <a:cubicBezTo>
                  <a:pt x="1980974" y="138830"/>
                  <a:pt x="1979864" y="137224"/>
                  <a:pt x="1978873" y="135516"/>
                </a:cubicBezTo>
                <a:cubicBezTo>
                  <a:pt x="1977882" y="133808"/>
                  <a:pt x="1977386" y="131518"/>
                  <a:pt x="1977386" y="128648"/>
                </a:cubicBezTo>
                <a:cubicBezTo>
                  <a:pt x="1977386" y="127213"/>
                  <a:pt x="1977660" y="125709"/>
                  <a:pt x="1978206" y="124138"/>
                </a:cubicBezTo>
                <a:cubicBezTo>
                  <a:pt x="1978753" y="122566"/>
                  <a:pt x="1979590" y="121131"/>
                  <a:pt x="1980718" y="119832"/>
                </a:cubicBezTo>
                <a:cubicBezTo>
                  <a:pt x="1981845" y="118534"/>
                  <a:pt x="1983281" y="117475"/>
                  <a:pt x="1985023" y="116654"/>
                </a:cubicBezTo>
                <a:cubicBezTo>
                  <a:pt x="1986766" y="115834"/>
                  <a:pt x="1988833" y="115424"/>
                  <a:pt x="1991225" y="115424"/>
                </a:cubicBezTo>
                <a:cubicBezTo>
                  <a:pt x="1993617" y="115424"/>
                  <a:pt x="1995923" y="115920"/>
                  <a:pt x="1998144" y="116911"/>
                </a:cubicBezTo>
                <a:cubicBezTo>
                  <a:pt x="2000365" y="117902"/>
                  <a:pt x="2002313" y="119422"/>
                  <a:pt x="2003987" y="121472"/>
                </a:cubicBezTo>
                <a:cubicBezTo>
                  <a:pt x="2005662" y="123523"/>
                  <a:pt x="2006994" y="126085"/>
                  <a:pt x="2007985" y="129161"/>
                </a:cubicBezTo>
                <a:cubicBezTo>
                  <a:pt x="2008976" y="132236"/>
                  <a:pt x="2009471" y="135858"/>
                  <a:pt x="2009471" y="140026"/>
                </a:cubicBezTo>
                <a:cubicBezTo>
                  <a:pt x="2009471" y="145699"/>
                  <a:pt x="2008429" y="151149"/>
                  <a:pt x="2006345" y="156376"/>
                </a:cubicBezTo>
                <a:cubicBezTo>
                  <a:pt x="2004261" y="161604"/>
                  <a:pt x="2001151" y="166234"/>
                  <a:pt x="1997017" y="170266"/>
                </a:cubicBezTo>
                <a:cubicBezTo>
                  <a:pt x="1992882" y="174298"/>
                  <a:pt x="1987723" y="177510"/>
                  <a:pt x="1981538" y="179902"/>
                </a:cubicBezTo>
                <a:cubicBezTo>
                  <a:pt x="1975353" y="182294"/>
                  <a:pt x="1968161" y="183490"/>
                  <a:pt x="1959960" y="183490"/>
                </a:cubicBezTo>
                <a:lnTo>
                  <a:pt x="1959960" y="169446"/>
                </a:lnTo>
                <a:close/>
                <a:moveTo>
                  <a:pt x="2216641" y="60275"/>
                </a:moveTo>
                <a:lnTo>
                  <a:pt x="2186196" y="60275"/>
                </a:lnTo>
                <a:lnTo>
                  <a:pt x="2186196" y="45514"/>
                </a:lnTo>
                <a:lnTo>
                  <a:pt x="2234682" y="45514"/>
                </a:lnTo>
                <a:lnTo>
                  <a:pt x="2234682" y="133568"/>
                </a:lnTo>
                <a:lnTo>
                  <a:pt x="2265332" y="133568"/>
                </a:lnTo>
                <a:lnTo>
                  <a:pt x="2265332" y="148432"/>
                </a:lnTo>
                <a:lnTo>
                  <a:pt x="2182813" y="148432"/>
                </a:lnTo>
                <a:lnTo>
                  <a:pt x="2182813" y="133568"/>
                </a:lnTo>
                <a:lnTo>
                  <a:pt x="2216641" y="133568"/>
                </a:lnTo>
                <a:lnTo>
                  <a:pt x="2216641" y="60275"/>
                </a:lnTo>
                <a:moveTo>
                  <a:pt x="2222894" y="2358"/>
                </a:moveTo>
                <a:cubicBezTo>
                  <a:pt x="2224875" y="2358"/>
                  <a:pt x="2226721" y="2716"/>
                  <a:pt x="2228429" y="3434"/>
                </a:cubicBezTo>
                <a:cubicBezTo>
                  <a:pt x="2230137" y="4152"/>
                  <a:pt x="2231624" y="5160"/>
                  <a:pt x="2232888" y="6458"/>
                </a:cubicBezTo>
                <a:cubicBezTo>
                  <a:pt x="2234152" y="7756"/>
                  <a:pt x="2235143" y="9243"/>
                  <a:pt x="2235861" y="10917"/>
                </a:cubicBezTo>
                <a:cubicBezTo>
                  <a:pt x="2236578" y="12591"/>
                  <a:pt x="2236937" y="14420"/>
                  <a:pt x="2236937" y="16401"/>
                </a:cubicBezTo>
                <a:cubicBezTo>
                  <a:pt x="2236937" y="18315"/>
                  <a:pt x="2236578" y="20126"/>
                  <a:pt x="2235861" y="21834"/>
                </a:cubicBezTo>
                <a:cubicBezTo>
                  <a:pt x="2235143" y="23543"/>
                  <a:pt x="2234152" y="25046"/>
                  <a:pt x="2232888" y="26345"/>
                </a:cubicBezTo>
                <a:cubicBezTo>
                  <a:pt x="2231624" y="27643"/>
                  <a:pt x="2230137" y="28651"/>
                  <a:pt x="2228429" y="29369"/>
                </a:cubicBezTo>
                <a:cubicBezTo>
                  <a:pt x="2226721" y="30086"/>
                  <a:pt x="2224875" y="30445"/>
                  <a:pt x="2222894" y="30445"/>
                </a:cubicBezTo>
                <a:cubicBezTo>
                  <a:pt x="2220912" y="30445"/>
                  <a:pt x="2219067" y="30086"/>
                  <a:pt x="2217358" y="29369"/>
                </a:cubicBezTo>
                <a:cubicBezTo>
                  <a:pt x="2215650" y="28651"/>
                  <a:pt x="2214163" y="27643"/>
                  <a:pt x="2212899" y="26345"/>
                </a:cubicBezTo>
                <a:cubicBezTo>
                  <a:pt x="2211635" y="25046"/>
                  <a:pt x="2210644" y="23543"/>
                  <a:pt x="2209926" y="21834"/>
                </a:cubicBezTo>
                <a:cubicBezTo>
                  <a:pt x="2209209" y="20126"/>
                  <a:pt x="2208850" y="18315"/>
                  <a:pt x="2208850" y="16401"/>
                </a:cubicBezTo>
                <a:cubicBezTo>
                  <a:pt x="2208850" y="14420"/>
                  <a:pt x="2209209" y="12591"/>
                  <a:pt x="2209926" y="10917"/>
                </a:cubicBezTo>
                <a:cubicBezTo>
                  <a:pt x="2210644" y="9243"/>
                  <a:pt x="2211635" y="7756"/>
                  <a:pt x="2212899" y="6458"/>
                </a:cubicBezTo>
                <a:cubicBezTo>
                  <a:pt x="2214163" y="5160"/>
                  <a:pt x="2215650" y="4152"/>
                  <a:pt x="2217358" y="3434"/>
                </a:cubicBezTo>
                <a:cubicBezTo>
                  <a:pt x="2219067" y="2716"/>
                  <a:pt x="2220912" y="2358"/>
                  <a:pt x="2222894" y="2358"/>
                </a:cubicBezTo>
                <a:close/>
                <a:moveTo>
                  <a:pt x="2296397" y="45514"/>
                </a:moveTo>
                <a:lnTo>
                  <a:pt x="2312286" y="45514"/>
                </a:lnTo>
                <a:lnTo>
                  <a:pt x="2313004" y="62120"/>
                </a:lnTo>
                <a:cubicBezTo>
                  <a:pt x="2316011" y="58566"/>
                  <a:pt x="2318915" y="55611"/>
                  <a:pt x="2321717" y="53253"/>
                </a:cubicBezTo>
                <a:cubicBezTo>
                  <a:pt x="2324519" y="50895"/>
                  <a:pt x="2327269" y="48999"/>
                  <a:pt x="2329969" y="47564"/>
                </a:cubicBezTo>
                <a:cubicBezTo>
                  <a:pt x="2332668" y="46129"/>
                  <a:pt x="2335419" y="45121"/>
                  <a:pt x="2338221" y="44540"/>
                </a:cubicBezTo>
                <a:cubicBezTo>
                  <a:pt x="2341023" y="43959"/>
                  <a:pt x="2343927" y="43669"/>
                  <a:pt x="2346934" y="43669"/>
                </a:cubicBezTo>
                <a:cubicBezTo>
                  <a:pt x="2357526" y="43669"/>
                  <a:pt x="2365539" y="46795"/>
                  <a:pt x="2370972" y="53048"/>
                </a:cubicBezTo>
                <a:cubicBezTo>
                  <a:pt x="2376405" y="59301"/>
                  <a:pt x="2379122" y="68715"/>
                  <a:pt x="2379122" y="81289"/>
                </a:cubicBezTo>
                <a:lnTo>
                  <a:pt x="2379122" y="148432"/>
                </a:lnTo>
                <a:lnTo>
                  <a:pt x="2361285" y="148432"/>
                </a:lnTo>
                <a:lnTo>
                  <a:pt x="2361285" y="82724"/>
                </a:lnTo>
                <a:cubicBezTo>
                  <a:pt x="2361285" y="74660"/>
                  <a:pt x="2359782" y="68698"/>
                  <a:pt x="2356775" y="64837"/>
                </a:cubicBezTo>
                <a:cubicBezTo>
                  <a:pt x="2353768" y="60975"/>
                  <a:pt x="2349292" y="59045"/>
                  <a:pt x="2343346" y="59045"/>
                </a:cubicBezTo>
                <a:cubicBezTo>
                  <a:pt x="2341159" y="59045"/>
                  <a:pt x="2339024" y="59369"/>
                  <a:pt x="2336939" y="60019"/>
                </a:cubicBezTo>
                <a:cubicBezTo>
                  <a:pt x="2334855" y="60668"/>
                  <a:pt x="2332685" y="61795"/>
                  <a:pt x="2330430" y="63401"/>
                </a:cubicBezTo>
                <a:cubicBezTo>
                  <a:pt x="2328175" y="65007"/>
                  <a:pt x="2325732" y="67177"/>
                  <a:pt x="2323101" y="69911"/>
                </a:cubicBezTo>
                <a:cubicBezTo>
                  <a:pt x="2320470" y="72644"/>
                  <a:pt x="2317514" y="76061"/>
                  <a:pt x="2314234" y="80162"/>
                </a:cubicBezTo>
                <a:lnTo>
                  <a:pt x="2314234" y="148432"/>
                </a:lnTo>
                <a:lnTo>
                  <a:pt x="2296397" y="148432"/>
                </a:lnTo>
                <a:lnTo>
                  <a:pt x="2296397" y="45514"/>
                </a:lnTo>
                <a:close/>
                <a:moveTo>
                  <a:pt x="2494141" y="146997"/>
                </a:moveTo>
                <a:cubicBezTo>
                  <a:pt x="2490109" y="148022"/>
                  <a:pt x="2485941" y="148757"/>
                  <a:pt x="2481635" y="149201"/>
                </a:cubicBezTo>
                <a:cubicBezTo>
                  <a:pt x="2477330" y="149645"/>
                  <a:pt x="2472956" y="149867"/>
                  <a:pt x="2468514" y="149867"/>
                </a:cubicBezTo>
                <a:cubicBezTo>
                  <a:pt x="2455598" y="149867"/>
                  <a:pt x="2445962" y="146946"/>
                  <a:pt x="2439607" y="141103"/>
                </a:cubicBezTo>
                <a:cubicBezTo>
                  <a:pt x="2433251" y="135260"/>
                  <a:pt x="2430073" y="126290"/>
                  <a:pt x="2430073" y="114194"/>
                </a:cubicBezTo>
                <a:lnTo>
                  <a:pt x="2430073" y="60480"/>
                </a:lnTo>
                <a:lnTo>
                  <a:pt x="2401269" y="60480"/>
                </a:lnTo>
                <a:lnTo>
                  <a:pt x="2401269" y="45514"/>
                </a:lnTo>
                <a:lnTo>
                  <a:pt x="2430073" y="45514"/>
                </a:lnTo>
                <a:lnTo>
                  <a:pt x="2430073" y="17221"/>
                </a:lnTo>
                <a:lnTo>
                  <a:pt x="2447910" y="12609"/>
                </a:lnTo>
                <a:lnTo>
                  <a:pt x="2447910" y="45514"/>
                </a:lnTo>
                <a:lnTo>
                  <a:pt x="2494141" y="45514"/>
                </a:lnTo>
                <a:lnTo>
                  <a:pt x="2494141" y="60480"/>
                </a:lnTo>
                <a:lnTo>
                  <a:pt x="2447910" y="60480"/>
                </a:lnTo>
                <a:lnTo>
                  <a:pt x="2447910" y="112759"/>
                </a:lnTo>
                <a:cubicBezTo>
                  <a:pt x="2447910" y="120140"/>
                  <a:pt x="2449875" y="125658"/>
                  <a:pt x="2453804" y="129314"/>
                </a:cubicBezTo>
                <a:cubicBezTo>
                  <a:pt x="2457734" y="132970"/>
                  <a:pt x="2463525" y="134798"/>
                  <a:pt x="2471179" y="134798"/>
                </a:cubicBezTo>
                <a:cubicBezTo>
                  <a:pt x="2474460" y="134798"/>
                  <a:pt x="2478047" y="134542"/>
                  <a:pt x="2481943" y="134030"/>
                </a:cubicBezTo>
                <a:cubicBezTo>
                  <a:pt x="2485838" y="133517"/>
                  <a:pt x="2489904" y="132714"/>
                  <a:pt x="2494141" y="131621"/>
                </a:cubicBezTo>
                <a:lnTo>
                  <a:pt x="2494141" y="146997"/>
                </a:lnTo>
                <a:close/>
                <a:moveTo>
                  <a:pt x="2589668" y="190460"/>
                </a:moveTo>
                <a:lnTo>
                  <a:pt x="2539132" y="190460"/>
                </a:lnTo>
                <a:lnTo>
                  <a:pt x="2539132" y="176109"/>
                </a:lnTo>
                <a:lnTo>
                  <a:pt x="2572447" y="176109"/>
                </a:lnTo>
                <a:lnTo>
                  <a:pt x="2572447" y="14351"/>
                </a:lnTo>
                <a:lnTo>
                  <a:pt x="2539132" y="14351"/>
                </a:lnTo>
                <a:lnTo>
                  <a:pt x="2539132" y="0"/>
                </a:lnTo>
                <a:lnTo>
                  <a:pt x="2589668" y="0"/>
                </a:lnTo>
                <a:lnTo>
                  <a:pt x="2589668" y="1904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=">
            <a:extLst xmlns:a="http://schemas.openxmlformats.org/drawingml/2006/main">
              <a:ext uri="{FF2B5EF4-FFF2-40B4-BE49-F238E27FC236}">
                <a16:creationId xmlns:a16="http://schemas.microsoft.com/office/drawing/2014/main" id="{3FE5B909-C922-4B0C-8729-081EED75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65" y="933658"/>
            <a:ext cx="88157" cy="50742"/>
          </a:xfrm>
          <a:custGeom xmlns:a="http://schemas.openxmlformats.org/drawingml/2006/main">
            <a:pathLst>
              <a:path w="88157" h="50742">
                <a:moveTo>
                  <a:pt x="88157" y="15069"/>
                </a:moveTo>
                <a:lnTo>
                  <a:pt x="0" y="15069"/>
                </a:lnTo>
                <a:lnTo>
                  <a:pt x="0" y="0"/>
                </a:lnTo>
                <a:lnTo>
                  <a:pt x="88157" y="0"/>
                </a:lnTo>
                <a:lnTo>
                  <a:pt x="88157" y="15069"/>
                </a:lnTo>
                <a:moveTo>
                  <a:pt x="88157" y="50742"/>
                </a:moveTo>
                <a:lnTo>
                  <a:pt x="0" y="50742"/>
                </a:lnTo>
                <a:lnTo>
                  <a:pt x="0" y="35673"/>
                </a:lnTo>
                <a:lnTo>
                  <a:pt x="88157" y="35673"/>
                </a:lnTo>
                <a:lnTo>
                  <a:pt x="88157" y="50742"/>
                </a:lnTo>
                <a:close/>
              </a:path>
            </a:pathLst>
          </a:custGeom>
          <a:solidFill xmlns:a="http://schemas.openxmlformats.org/drawingml/2006/main">
            <a:srgbClr val="054F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{}">
            <a:extLst xmlns:a="http://schemas.openxmlformats.org/drawingml/2006/main">
              <a:ext uri="{FF2B5EF4-FFF2-40B4-BE49-F238E27FC236}">
                <a16:creationId xmlns:a16="http://schemas.microsoft.com/office/drawing/2014/main" id="{EA5E0DE7-A5B4-4FDC-92F8-7847E341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456" y="866515"/>
            <a:ext cx="197129" cy="190460"/>
          </a:xfrm>
          <a:custGeom xmlns:a="http://schemas.openxmlformats.org/drawingml/2006/main">
            <a:pathLst>
              <a:path w="197129" h="190460">
                <a:moveTo>
                  <a:pt x="75344" y="190460"/>
                </a:moveTo>
                <a:lnTo>
                  <a:pt x="67758" y="190460"/>
                </a:lnTo>
                <a:cubicBezTo>
                  <a:pt x="54569" y="190460"/>
                  <a:pt x="44762" y="187368"/>
                  <a:pt x="38338" y="181183"/>
                </a:cubicBezTo>
                <a:cubicBezTo>
                  <a:pt x="31914" y="174999"/>
                  <a:pt x="28702" y="165619"/>
                  <a:pt x="28702" y="153045"/>
                </a:cubicBezTo>
                <a:lnTo>
                  <a:pt x="28702" y="117782"/>
                </a:lnTo>
                <a:cubicBezTo>
                  <a:pt x="28702" y="114433"/>
                  <a:pt x="28326" y="111444"/>
                  <a:pt x="27575" y="108813"/>
                </a:cubicBezTo>
                <a:cubicBezTo>
                  <a:pt x="26823" y="106182"/>
                  <a:pt x="25507" y="103961"/>
                  <a:pt x="23628" y="102150"/>
                </a:cubicBezTo>
                <a:cubicBezTo>
                  <a:pt x="21749" y="100339"/>
                  <a:pt x="19254" y="98955"/>
                  <a:pt x="16145" y="97998"/>
                </a:cubicBezTo>
                <a:cubicBezTo>
                  <a:pt x="13036" y="97041"/>
                  <a:pt x="9123" y="96563"/>
                  <a:pt x="4408" y="96563"/>
                </a:cubicBezTo>
                <a:lnTo>
                  <a:pt x="0" y="96563"/>
                </a:lnTo>
                <a:lnTo>
                  <a:pt x="0" y="82314"/>
                </a:lnTo>
                <a:lnTo>
                  <a:pt x="4408" y="82314"/>
                </a:lnTo>
                <a:cubicBezTo>
                  <a:pt x="9397" y="82314"/>
                  <a:pt x="13463" y="81904"/>
                  <a:pt x="16606" y="81084"/>
                </a:cubicBezTo>
                <a:cubicBezTo>
                  <a:pt x="19750" y="80264"/>
                  <a:pt x="22210" y="79017"/>
                  <a:pt x="23987" y="77343"/>
                </a:cubicBezTo>
                <a:cubicBezTo>
                  <a:pt x="25764" y="75668"/>
                  <a:pt x="26994" y="73533"/>
                  <a:pt x="27677" y="70936"/>
                </a:cubicBezTo>
                <a:cubicBezTo>
                  <a:pt x="28361" y="68339"/>
                  <a:pt x="28702" y="65264"/>
                  <a:pt x="28702" y="61710"/>
                </a:cubicBezTo>
                <a:lnTo>
                  <a:pt x="28702" y="37416"/>
                </a:lnTo>
                <a:cubicBezTo>
                  <a:pt x="28702" y="31675"/>
                  <a:pt x="29386" y="26498"/>
                  <a:pt x="30753" y="21886"/>
                </a:cubicBezTo>
                <a:cubicBezTo>
                  <a:pt x="32119" y="17273"/>
                  <a:pt x="34357" y="13343"/>
                  <a:pt x="37467" y="10097"/>
                </a:cubicBezTo>
                <a:cubicBezTo>
                  <a:pt x="40576" y="6851"/>
                  <a:pt x="44608" y="4357"/>
                  <a:pt x="49563" y="2614"/>
                </a:cubicBezTo>
                <a:cubicBezTo>
                  <a:pt x="54517" y="871"/>
                  <a:pt x="60582" y="0"/>
                  <a:pt x="67758" y="0"/>
                </a:cubicBezTo>
                <a:lnTo>
                  <a:pt x="75344" y="0"/>
                </a:lnTo>
                <a:lnTo>
                  <a:pt x="75344" y="14351"/>
                </a:lnTo>
                <a:lnTo>
                  <a:pt x="69296" y="14351"/>
                </a:lnTo>
                <a:cubicBezTo>
                  <a:pt x="53441" y="14351"/>
                  <a:pt x="45514" y="22039"/>
                  <a:pt x="45514" y="37416"/>
                </a:cubicBezTo>
                <a:lnTo>
                  <a:pt x="45514" y="61300"/>
                </a:lnTo>
                <a:cubicBezTo>
                  <a:pt x="45514" y="77975"/>
                  <a:pt x="38304" y="87371"/>
                  <a:pt x="23884" y="89490"/>
                </a:cubicBezTo>
                <a:cubicBezTo>
                  <a:pt x="38441" y="90925"/>
                  <a:pt x="45719" y="100287"/>
                  <a:pt x="45719" y="117577"/>
                </a:cubicBezTo>
                <a:lnTo>
                  <a:pt x="45719" y="152635"/>
                </a:lnTo>
                <a:cubicBezTo>
                  <a:pt x="45719" y="168285"/>
                  <a:pt x="53578" y="176109"/>
                  <a:pt x="69296" y="176109"/>
                </a:cubicBezTo>
                <a:lnTo>
                  <a:pt x="75344" y="176109"/>
                </a:lnTo>
                <a:lnTo>
                  <a:pt x="75344" y="190460"/>
                </a:lnTo>
                <a:close/>
                <a:moveTo>
                  <a:pt x="121682" y="0"/>
                </a:moveTo>
                <a:lnTo>
                  <a:pt x="129268" y="0"/>
                </a:lnTo>
                <a:cubicBezTo>
                  <a:pt x="142457" y="0"/>
                  <a:pt x="152264" y="3092"/>
                  <a:pt x="158688" y="9277"/>
                </a:cubicBezTo>
                <a:cubicBezTo>
                  <a:pt x="165112" y="15462"/>
                  <a:pt x="168324" y="24841"/>
                  <a:pt x="168324" y="37416"/>
                </a:cubicBezTo>
                <a:lnTo>
                  <a:pt x="168324" y="61095"/>
                </a:lnTo>
                <a:cubicBezTo>
                  <a:pt x="168324" y="64444"/>
                  <a:pt x="168700" y="67433"/>
                  <a:pt x="169451" y="70064"/>
                </a:cubicBezTo>
                <a:cubicBezTo>
                  <a:pt x="170203" y="72695"/>
                  <a:pt x="171519" y="74917"/>
                  <a:pt x="173398" y="76727"/>
                </a:cubicBezTo>
                <a:cubicBezTo>
                  <a:pt x="175277" y="78538"/>
                  <a:pt x="177789" y="79922"/>
                  <a:pt x="180932" y="80879"/>
                </a:cubicBezTo>
                <a:cubicBezTo>
                  <a:pt x="184076" y="81836"/>
                  <a:pt x="188005" y="82314"/>
                  <a:pt x="192721" y="82314"/>
                </a:cubicBezTo>
                <a:lnTo>
                  <a:pt x="197129" y="82314"/>
                </a:lnTo>
                <a:lnTo>
                  <a:pt x="197129" y="96563"/>
                </a:lnTo>
                <a:lnTo>
                  <a:pt x="192721" y="96563"/>
                </a:lnTo>
                <a:cubicBezTo>
                  <a:pt x="187732" y="96563"/>
                  <a:pt x="183649" y="96973"/>
                  <a:pt x="180471" y="97793"/>
                </a:cubicBezTo>
                <a:cubicBezTo>
                  <a:pt x="177293" y="98613"/>
                  <a:pt x="174816" y="99860"/>
                  <a:pt x="173039" y="101535"/>
                </a:cubicBezTo>
                <a:cubicBezTo>
                  <a:pt x="171262" y="103209"/>
                  <a:pt x="170032" y="105344"/>
                  <a:pt x="169349" y="107941"/>
                </a:cubicBezTo>
                <a:cubicBezTo>
                  <a:pt x="168665" y="110538"/>
                  <a:pt x="168324" y="113613"/>
                  <a:pt x="168324" y="117167"/>
                </a:cubicBezTo>
                <a:lnTo>
                  <a:pt x="168324" y="153045"/>
                </a:lnTo>
                <a:cubicBezTo>
                  <a:pt x="168324" y="158785"/>
                  <a:pt x="167640" y="163962"/>
                  <a:pt x="166274" y="168575"/>
                </a:cubicBezTo>
                <a:cubicBezTo>
                  <a:pt x="164907" y="173188"/>
                  <a:pt x="162686" y="177117"/>
                  <a:pt x="159611" y="180363"/>
                </a:cubicBezTo>
                <a:cubicBezTo>
                  <a:pt x="156535" y="183610"/>
                  <a:pt x="152503" y="186104"/>
                  <a:pt x="147515" y="187847"/>
                </a:cubicBezTo>
                <a:cubicBezTo>
                  <a:pt x="142526" y="189589"/>
                  <a:pt x="136444" y="190460"/>
                  <a:pt x="129268" y="190460"/>
                </a:cubicBezTo>
                <a:lnTo>
                  <a:pt x="121682" y="190460"/>
                </a:lnTo>
                <a:lnTo>
                  <a:pt x="121682" y="176109"/>
                </a:lnTo>
                <a:lnTo>
                  <a:pt x="127833" y="176109"/>
                </a:lnTo>
                <a:cubicBezTo>
                  <a:pt x="143619" y="176109"/>
                  <a:pt x="151512" y="168421"/>
                  <a:pt x="151512" y="153045"/>
                </a:cubicBezTo>
                <a:lnTo>
                  <a:pt x="151512" y="117577"/>
                </a:lnTo>
                <a:cubicBezTo>
                  <a:pt x="151512" y="100902"/>
                  <a:pt x="158722" y="91540"/>
                  <a:pt x="173142" y="89490"/>
                </a:cubicBezTo>
                <a:cubicBezTo>
                  <a:pt x="158585" y="87918"/>
                  <a:pt x="151307" y="78521"/>
                  <a:pt x="151307" y="61300"/>
                </a:cubicBezTo>
                <a:lnTo>
                  <a:pt x="151307" y="37826"/>
                </a:lnTo>
                <a:cubicBezTo>
                  <a:pt x="151307" y="22176"/>
                  <a:pt x="143483" y="14351"/>
                  <a:pt x="127833" y="14351"/>
                </a:cubicBezTo>
                <a:lnTo>
                  <a:pt x="121682" y="14351"/>
                </a:lnTo>
                <a:lnTo>
                  <a:pt x="1216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\n">
            <a:extLst xmlns:a="http://schemas.openxmlformats.org/drawingml/2006/main">
              <a:ext uri="{FF2B5EF4-FFF2-40B4-BE49-F238E27FC236}">
                <a16:creationId xmlns:a16="http://schemas.microsoft.com/office/drawing/2014/main" id="{60963CBA-2565-43D3-A307-5430908E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870" y="870103"/>
            <a:ext cx="197533" cy="166884"/>
          </a:xfrm>
          <a:custGeom xmlns:a="http://schemas.openxmlformats.org/drawingml/2006/main">
            <a:pathLst>
              <a:path w="197533" h="166884">
                <a:moveTo>
                  <a:pt x="87337" y="166884"/>
                </a:moveTo>
                <a:lnTo>
                  <a:pt x="70321" y="166884"/>
                </a:lnTo>
                <a:lnTo>
                  <a:pt x="0" y="0"/>
                </a:lnTo>
                <a:lnTo>
                  <a:pt x="17016" y="0"/>
                </a:lnTo>
                <a:lnTo>
                  <a:pt x="87337" y="166884"/>
                </a:lnTo>
                <a:close/>
                <a:moveTo>
                  <a:pt x="114809" y="41926"/>
                </a:moveTo>
                <a:lnTo>
                  <a:pt x="130698" y="41926"/>
                </a:lnTo>
                <a:lnTo>
                  <a:pt x="131416" y="58532"/>
                </a:lnTo>
                <a:cubicBezTo>
                  <a:pt x="134422" y="54979"/>
                  <a:pt x="137327" y="52023"/>
                  <a:pt x="140129" y="49665"/>
                </a:cubicBezTo>
                <a:cubicBezTo>
                  <a:pt x="142931" y="47308"/>
                  <a:pt x="145681" y="45411"/>
                  <a:pt x="148381" y="43976"/>
                </a:cubicBezTo>
                <a:cubicBezTo>
                  <a:pt x="151080" y="42541"/>
                  <a:pt x="153831" y="41533"/>
                  <a:pt x="156633" y="40952"/>
                </a:cubicBezTo>
                <a:cubicBezTo>
                  <a:pt x="159435" y="40371"/>
                  <a:pt x="162339" y="40081"/>
                  <a:pt x="165346" y="40081"/>
                </a:cubicBezTo>
                <a:cubicBezTo>
                  <a:pt x="175938" y="40081"/>
                  <a:pt x="183951" y="43207"/>
                  <a:pt x="189384" y="49460"/>
                </a:cubicBezTo>
                <a:cubicBezTo>
                  <a:pt x="194817" y="55713"/>
                  <a:pt x="197533" y="65127"/>
                  <a:pt x="197533" y="77701"/>
                </a:cubicBezTo>
                <a:lnTo>
                  <a:pt x="197533" y="144844"/>
                </a:lnTo>
                <a:lnTo>
                  <a:pt x="179697" y="144844"/>
                </a:lnTo>
                <a:lnTo>
                  <a:pt x="179697" y="79136"/>
                </a:lnTo>
                <a:cubicBezTo>
                  <a:pt x="179697" y="71072"/>
                  <a:pt x="178194" y="65110"/>
                  <a:pt x="175187" y="61249"/>
                </a:cubicBezTo>
                <a:cubicBezTo>
                  <a:pt x="172180" y="57388"/>
                  <a:pt x="167704" y="55457"/>
                  <a:pt x="161758" y="55457"/>
                </a:cubicBezTo>
                <a:cubicBezTo>
                  <a:pt x="159571" y="55457"/>
                  <a:pt x="157436" y="55782"/>
                  <a:pt x="155351" y="56431"/>
                </a:cubicBezTo>
                <a:cubicBezTo>
                  <a:pt x="153267" y="57080"/>
                  <a:pt x="151097" y="58208"/>
                  <a:pt x="148842" y="59814"/>
                </a:cubicBezTo>
                <a:cubicBezTo>
                  <a:pt x="146587" y="61420"/>
                  <a:pt x="144144" y="63589"/>
                  <a:pt x="141513" y="66323"/>
                </a:cubicBezTo>
                <a:cubicBezTo>
                  <a:pt x="138882" y="69056"/>
                  <a:pt x="135926" y="72473"/>
                  <a:pt x="132646" y="76574"/>
                </a:cubicBezTo>
                <a:lnTo>
                  <a:pt x="132646" y="144844"/>
                </a:lnTo>
                <a:lnTo>
                  <a:pt x="114809" y="144844"/>
                </a:lnTo>
                <a:lnTo>
                  <a:pt x="114809" y="4192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for">
            <a:extLst xmlns:a="http://schemas.openxmlformats.org/drawingml/2006/main">
              <a:ext uri="{FF2B5EF4-FFF2-40B4-BE49-F238E27FC236}">
                <a16:creationId xmlns:a16="http://schemas.microsoft.com/office/drawing/2014/main" id="{79F4FAD2-F862-4D18-8B17-92442495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07" y="1120798"/>
            <a:ext cx="335213" cy="147920"/>
          </a:xfrm>
          <a:custGeom xmlns:a="http://schemas.openxmlformats.org/drawingml/2006/main">
            <a:pathLst>
              <a:path w="335213" h="147920">
                <a:moveTo>
                  <a:pt x="107736" y="17836"/>
                </a:moveTo>
                <a:cubicBezTo>
                  <a:pt x="98374" y="15855"/>
                  <a:pt x="90310" y="14864"/>
                  <a:pt x="83544" y="14864"/>
                </a:cubicBezTo>
                <a:cubicBezTo>
                  <a:pt x="67485" y="14864"/>
                  <a:pt x="59455" y="23269"/>
                  <a:pt x="59455" y="40081"/>
                </a:cubicBezTo>
                <a:lnTo>
                  <a:pt x="59455" y="58122"/>
                </a:lnTo>
                <a:lnTo>
                  <a:pt x="104559" y="58122"/>
                </a:lnTo>
                <a:lnTo>
                  <a:pt x="104559" y="72986"/>
                </a:lnTo>
                <a:lnTo>
                  <a:pt x="59455" y="72986"/>
                </a:lnTo>
                <a:lnTo>
                  <a:pt x="59455" y="146074"/>
                </a:lnTo>
                <a:lnTo>
                  <a:pt x="41311" y="146074"/>
                </a:lnTo>
                <a:lnTo>
                  <a:pt x="41311" y="72986"/>
                </a:lnTo>
                <a:lnTo>
                  <a:pt x="8201" y="72986"/>
                </a:lnTo>
                <a:lnTo>
                  <a:pt x="8201" y="58122"/>
                </a:lnTo>
                <a:lnTo>
                  <a:pt x="41311" y="58122"/>
                </a:lnTo>
                <a:lnTo>
                  <a:pt x="41311" y="41106"/>
                </a:lnTo>
                <a:cubicBezTo>
                  <a:pt x="41311" y="13702"/>
                  <a:pt x="55594" y="0"/>
                  <a:pt x="84159" y="0"/>
                </a:cubicBezTo>
                <a:cubicBezTo>
                  <a:pt x="91267" y="0"/>
                  <a:pt x="99126" y="820"/>
                  <a:pt x="107736" y="2460"/>
                </a:cubicBezTo>
                <a:lnTo>
                  <a:pt x="107736" y="17836"/>
                </a:lnTo>
                <a:moveTo>
                  <a:pt x="0" y="43156"/>
                </a:moveTo>
                <a:lnTo>
                  <a:pt x="0" y="43156"/>
                </a:lnTo>
                <a:close/>
                <a:moveTo>
                  <a:pt x="220808" y="93795"/>
                </a:moveTo>
                <a:cubicBezTo>
                  <a:pt x="220808" y="101791"/>
                  <a:pt x="219681" y="109120"/>
                  <a:pt x="217425" y="115783"/>
                </a:cubicBezTo>
                <a:cubicBezTo>
                  <a:pt x="215170" y="122446"/>
                  <a:pt x="211924" y="128153"/>
                  <a:pt x="207687" y="132902"/>
                </a:cubicBezTo>
                <a:cubicBezTo>
                  <a:pt x="203450" y="137652"/>
                  <a:pt x="198291" y="141342"/>
                  <a:pt x="192208" y="143973"/>
                </a:cubicBezTo>
                <a:cubicBezTo>
                  <a:pt x="186126" y="146604"/>
                  <a:pt x="179224" y="147920"/>
                  <a:pt x="171502" y="147920"/>
                </a:cubicBezTo>
                <a:cubicBezTo>
                  <a:pt x="164121" y="147920"/>
                  <a:pt x="157509" y="146775"/>
                  <a:pt x="151666" y="144486"/>
                </a:cubicBezTo>
                <a:cubicBezTo>
                  <a:pt x="145823" y="142196"/>
                  <a:pt x="140869" y="138830"/>
                  <a:pt x="136803" y="134388"/>
                </a:cubicBezTo>
                <a:cubicBezTo>
                  <a:pt x="132736" y="129946"/>
                  <a:pt x="129627" y="124445"/>
                  <a:pt x="127474" y="117885"/>
                </a:cubicBezTo>
                <a:cubicBezTo>
                  <a:pt x="125322" y="111324"/>
                  <a:pt x="124245" y="103773"/>
                  <a:pt x="124245" y="95230"/>
                </a:cubicBezTo>
                <a:cubicBezTo>
                  <a:pt x="124245" y="87235"/>
                  <a:pt x="125373" y="79939"/>
                  <a:pt x="127628" y="73345"/>
                </a:cubicBezTo>
                <a:cubicBezTo>
                  <a:pt x="129883" y="66750"/>
                  <a:pt x="133129" y="61078"/>
                  <a:pt x="137366" y="56328"/>
                </a:cubicBezTo>
                <a:cubicBezTo>
                  <a:pt x="141603" y="51579"/>
                  <a:pt x="146763" y="47888"/>
                  <a:pt x="152845" y="45257"/>
                </a:cubicBezTo>
                <a:cubicBezTo>
                  <a:pt x="158927" y="42626"/>
                  <a:pt x="165830" y="41311"/>
                  <a:pt x="173552" y="41311"/>
                </a:cubicBezTo>
                <a:cubicBezTo>
                  <a:pt x="180932" y="41311"/>
                  <a:pt x="187544" y="42456"/>
                  <a:pt x="193387" y="44745"/>
                </a:cubicBezTo>
                <a:cubicBezTo>
                  <a:pt x="199230" y="47034"/>
                  <a:pt x="204185" y="50383"/>
                  <a:pt x="208251" y="54791"/>
                </a:cubicBezTo>
                <a:cubicBezTo>
                  <a:pt x="212317" y="59199"/>
                  <a:pt x="215427" y="64683"/>
                  <a:pt x="217579" y="71243"/>
                </a:cubicBezTo>
                <a:cubicBezTo>
                  <a:pt x="219732" y="77804"/>
                  <a:pt x="220808" y="85321"/>
                  <a:pt x="220808" y="93795"/>
                </a:cubicBezTo>
                <a:moveTo>
                  <a:pt x="202562" y="94615"/>
                </a:moveTo>
                <a:cubicBezTo>
                  <a:pt x="202562" y="88260"/>
                  <a:pt x="201861" y="82707"/>
                  <a:pt x="200460" y="77958"/>
                </a:cubicBezTo>
                <a:cubicBezTo>
                  <a:pt x="199059" y="73208"/>
                  <a:pt x="197060" y="69244"/>
                  <a:pt x="194464" y="66067"/>
                </a:cubicBezTo>
                <a:cubicBezTo>
                  <a:pt x="191867" y="62889"/>
                  <a:pt x="188706" y="60497"/>
                  <a:pt x="184982" y="58891"/>
                </a:cubicBezTo>
                <a:cubicBezTo>
                  <a:pt x="181257" y="57285"/>
                  <a:pt x="177106" y="56482"/>
                  <a:pt x="172527" y="56482"/>
                </a:cubicBezTo>
                <a:cubicBezTo>
                  <a:pt x="167196" y="56482"/>
                  <a:pt x="162635" y="57524"/>
                  <a:pt x="158842" y="59609"/>
                </a:cubicBezTo>
                <a:cubicBezTo>
                  <a:pt x="155049" y="61693"/>
                  <a:pt x="151940" y="64478"/>
                  <a:pt x="149514" y="67963"/>
                </a:cubicBezTo>
                <a:cubicBezTo>
                  <a:pt x="147088" y="71448"/>
                  <a:pt x="145311" y="75497"/>
                  <a:pt x="144183" y="80110"/>
                </a:cubicBezTo>
                <a:cubicBezTo>
                  <a:pt x="143056" y="84723"/>
                  <a:pt x="142492" y="89558"/>
                  <a:pt x="142492" y="94615"/>
                </a:cubicBezTo>
                <a:cubicBezTo>
                  <a:pt x="142492" y="100971"/>
                  <a:pt x="143192" y="106540"/>
                  <a:pt x="144593" y="111324"/>
                </a:cubicBezTo>
                <a:cubicBezTo>
                  <a:pt x="145994" y="116108"/>
                  <a:pt x="147993" y="120089"/>
                  <a:pt x="150590" y="123266"/>
                </a:cubicBezTo>
                <a:cubicBezTo>
                  <a:pt x="153187" y="126444"/>
                  <a:pt x="156330" y="128836"/>
                  <a:pt x="160021" y="130442"/>
                </a:cubicBezTo>
                <a:cubicBezTo>
                  <a:pt x="163711" y="132048"/>
                  <a:pt x="167880" y="132851"/>
                  <a:pt x="172527" y="132851"/>
                </a:cubicBezTo>
                <a:cubicBezTo>
                  <a:pt x="177857" y="132851"/>
                  <a:pt x="182419" y="131809"/>
                  <a:pt x="186212" y="129724"/>
                </a:cubicBezTo>
                <a:cubicBezTo>
                  <a:pt x="190004" y="127640"/>
                  <a:pt x="193114" y="124855"/>
                  <a:pt x="195540" y="121370"/>
                </a:cubicBezTo>
                <a:cubicBezTo>
                  <a:pt x="197966" y="117885"/>
                  <a:pt x="199743" y="113836"/>
                  <a:pt x="200870" y="109223"/>
                </a:cubicBezTo>
                <a:cubicBezTo>
                  <a:pt x="201998" y="104610"/>
                  <a:pt x="202562" y="99741"/>
                  <a:pt x="202562" y="94615"/>
                </a:cubicBezTo>
                <a:close/>
                <a:moveTo>
                  <a:pt x="250233" y="43156"/>
                </a:moveTo>
                <a:lnTo>
                  <a:pt x="266532" y="43156"/>
                </a:lnTo>
                <a:lnTo>
                  <a:pt x="267045" y="62120"/>
                </a:lnTo>
                <a:cubicBezTo>
                  <a:pt x="273127" y="54808"/>
                  <a:pt x="279124" y="49512"/>
                  <a:pt x="285035" y="46231"/>
                </a:cubicBezTo>
                <a:cubicBezTo>
                  <a:pt x="290946" y="42951"/>
                  <a:pt x="296909" y="41311"/>
                  <a:pt x="302923" y="41311"/>
                </a:cubicBezTo>
                <a:cubicBezTo>
                  <a:pt x="313583" y="41311"/>
                  <a:pt x="321665" y="44762"/>
                  <a:pt x="327166" y="51664"/>
                </a:cubicBezTo>
                <a:cubicBezTo>
                  <a:pt x="332667" y="58566"/>
                  <a:pt x="335213" y="68817"/>
                  <a:pt x="334803" y="82417"/>
                </a:cubicBezTo>
                <a:lnTo>
                  <a:pt x="316761" y="82417"/>
                </a:lnTo>
                <a:cubicBezTo>
                  <a:pt x="316966" y="73396"/>
                  <a:pt x="315651" y="66853"/>
                  <a:pt x="312815" y="62786"/>
                </a:cubicBezTo>
                <a:cubicBezTo>
                  <a:pt x="309979" y="58720"/>
                  <a:pt x="305827" y="56687"/>
                  <a:pt x="300360" y="56687"/>
                </a:cubicBezTo>
                <a:cubicBezTo>
                  <a:pt x="297968" y="56687"/>
                  <a:pt x="295559" y="57114"/>
                  <a:pt x="293133" y="57968"/>
                </a:cubicBezTo>
                <a:cubicBezTo>
                  <a:pt x="290707" y="58823"/>
                  <a:pt x="288213" y="60189"/>
                  <a:pt x="285650" y="62069"/>
                </a:cubicBezTo>
                <a:cubicBezTo>
                  <a:pt x="283087" y="63948"/>
                  <a:pt x="280371" y="66357"/>
                  <a:pt x="277501" y="69296"/>
                </a:cubicBezTo>
                <a:cubicBezTo>
                  <a:pt x="274630" y="72234"/>
                  <a:pt x="271555" y="75788"/>
                  <a:pt x="268275" y="79957"/>
                </a:cubicBezTo>
                <a:lnTo>
                  <a:pt x="268275" y="146074"/>
                </a:lnTo>
                <a:lnTo>
                  <a:pt x="250233" y="146074"/>
                </a:lnTo>
                <a:lnTo>
                  <a:pt x="250233" y="43156"/>
                </a:lnTo>
                <a:close/>
              </a:path>
            </a:pathLst>
          </a:custGeom>
          <a:solidFill xmlns:a="http://schemas.openxmlformats.org/drawingml/2006/main">
            <a:srgbClr val="D130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index,val">
            <a:extLst xmlns:a="http://schemas.openxmlformats.org/drawingml/2006/main">
              <a:ext uri="{FF2B5EF4-FFF2-40B4-BE49-F238E27FC236}">
                <a16:creationId xmlns:a16="http://schemas.microsoft.com/office/drawing/2014/main" id="{5BD81A1F-2A1F-47EA-82B4-5E113160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76" y="1120798"/>
            <a:ext cx="1115814" cy="181132"/>
          </a:xfrm>
          <a:custGeom xmlns:a="http://schemas.openxmlformats.org/drawingml/2006/main">
            <a:pathLst>
              <a:path w="1115814" h="181132">
                <a:moveTo>
                  <a:pt x="33828" y="57917"/>
                </a:moveTo>
                <a:lnTo>
                  <a:pt x="3383" y="57917"/>
                </a:lnTo>
                <a:lnTo>
                  <a:pt x="3383" y="43156"/>
                </a:lnTo>
                <a:lnTo>
                  <a:pt x="51869" y="43156"/>
                </a:lnTo>
                <a:lnTo>
                  <a:pt x="51869" y="131211"/>
                </a:lnTo>
                <a:lnTo>
                  <a:pt x="82519" y="131211"/>
                </a:lnTo>
                <a:lnTo>
                  <a:pt x="82519" y="146074"/>
                </a:lnTo>
                <a:lnTo>
                  <a:pt x="0" y="146074"/>
                </a:lnTo>
                <a:lnTo>
                  <a:pt x="0" y="131211"/>
                </a:lnTo>
                <a:lnTo>
                  <a:pt x="33828" y="131211"/>
                </a:lnTo>
                <a:lnTo>
                  <a:pt x="33828" y="57917"/>
                </a:lnTo>
                <a:moveTo>
                  <a:pt x="40081" y="0"/>
                </a:moveTo>
                <a:cubicBezTo>
                  <a:pt x="42063" y="0"/>
                  <a:pt x="43908" y="359"/>
                  <a:pt x="45616" y="1076"/>
                </a:cubicBezTo>
                <a:cubicBezTo>
                  <a:pt x="47325" y="1794"/>
                  <a:pt x="48811" y="2802"/>
                  <a:pt x="50075" y="4100"/>
                </a:cubicBezTo>
                <a:cubicBezTo>
                  <a:pt x="51340" y="5399"/>
                  <a:pt x="52331" y="6885"/>
                  <a:pt x="53048" y="8559"/>
                </a:cubicBezTo>
                <a:cubicBezTo>
                  <a:pt x="53766" y="10234"/>
                  <a:pt x="54124" y="12062"/>
                  <a:pt x="54124" y="14044"/>
                </a:cubicBezTo>
                <a:cubicBezTo>
                  <a:pt x="54124" y="15957"/>
                  <a:pt x="53766" y="17768"/>
                  <a:pt x="53048" y="19477"/>
                </a:cubicBezTo>
                <a:cubicBezTo>
                  <a:pt x="52331" y="21185"/>
                  <a:pt x="51340" y="22689"/>
                  <a:pt x="50075" y="23987"/>
                </a:cubicBezTo>
                <a:cubicBezTo>
                  <a:pt x="48811" y="25285"/>
                  <a:pt x="47325" y="26293"/>
                  <a:pt x="45616" y="27011"/>
                </a:cubicBezTo>
                <a:cubicBezTo>
                  <a:pt x="43908" y="27729"/>
                  <a:pt x="42063" y="28087"/>
                  <a:pt x="40081" y="28087"/>
                </a:cubicBezTo>
                <a:cubicBezTo>
                  <a:pt x="38099" y="28087"/>
                  <a:pt x="36254" y="27729"/>
                  <a:pt x="34545" y="27011"/>
                </a:cubicBezTo>
                <a:cubicBezTo>
                  <a:pt x="32837" y="26293"/>
                  <a:pt x="31350" y="25285"/>
                  <a:pt x="30086" y="23987"/>
                </a:cubicBezTo>
                <a:cubicBezTo>
                  <a:pt x="28822" y="22689"/>
                  <a:pt x="27831" y="21185"/>
                  <a:pt x="27113" y="19477"/>
                </a:cubicBezTo>
                <a:cubicBezTo>
                  <a:pt x="26396" y="17768"/>
                  <a:pt x="26037" y="15957"/>
                  <a:pt x="26037" y="14044"/>
                </a:cubicBezTo>
                <a:cubicBezTo>
                  <a:pt x="26037" y="12062"/>
                  <a:pt x="26396" y="10234"/>
                  <a:pt x="27113" y="8559"/>
                </a:cubicBezTo>
                <a:cubicBezTo>
                  <a:pt x="27831" y="6885"/>
                  <a:pt x="28822" y="5399"/>
                  <a:pt x="30086" y="4100"/>
                </a:cubicBezTo>
                <a:cubicBezTo>
                  <a:pt x="31350" y="2802"/>
                  <a:pt x="32837" y="1794"/>
                  <a:pt x="34545" y="1076"/>
                </a:cubicBezTo>
                <a:cubicBezTo>
                  <a:pt x="36254" y="359"/>
                  <a:pt x="38099" y="0"/>
                  <a:pt x="40081" y="0"/>
                </a:cubicBezTo>
                <a:close/>
                <a:moveTo>
                  <a:pt x="113585" y="43156"/>
                </a:moveTo>
                <a:lnTo>
                  <a:pt x="129473" y="43156"/>
                </a:lnTo>
                <a:lnTo>
                  <a:pt x="130191" y="59762"/>
                </a:lnTo>
                <a:cubicBezTo>
                  <a:pt x="133198" y="56209"/>
                  <a:pt x="136102" y="53253"/>
                  <a:pt x="138904" y="50895"/>
                </a:cubicBezTo>
                <a:cubicBezTo>
                  <a:pt x="141706" y="48538"/>
                  <a:pt x="144457" y="46641"/>
                  <a:pt x="147156" y="45206"/>
                </a:cubicBezTo>
                <a:cubicBezTo>
                  <a:pt x="149855" y="43771"/>
                  <a:pt x="152606" y="42763"/>
                  <a:pt x="155408" y="42182"/>
                </a:cubicBezTo>
                <a:cubicBezTo>
                  <a:pt x="158210" y="41601"/>
                  <a:pt x="161114" y="41311"/>
                  <a:pt x="164121" y="41311"/>
                </a:cubicBezTo>
                <a:cubicBezTo>
                  <a:pt x="174714" y="41311"/>
                  <a:pt x="182726" y="44437"/>
                  <a:pt x="188159" y="50690"/>
                </a:cubicBezTo>
                <a:cubicBezTo>
                  <a:pt x="193592" y="56943"/>
                  <a:pt x="196309" y="66357"/>
                  <a:pt x="196309" y="78931"/>
                </a:cubicBezTo>
                <a:lnTo>
                  <a:pt x="196309" y="146074"/>
                </a:lnTo>
                <a:lnTo>
                  <a:pt x="178472" y="146074"/>
                </a:lnTo>
                <a:lnTo>
                  <a:pt x="178472" y="80367"/>
                </a:lnTo>
                <a:cubicBezTo>
                  <a:pt x="178472" y="72303"/>
                  <a:pt x="176969" y="66340"/>
                  <a:pt x="173962" y="62479"/>
                </a:cubicBezTo>
                <a:cubicBezTo>
                  <a:pt x="170955" y="58618"/>
                  <a:pt x="166479" y="56687"/>
                  <a:pt x="160533" y="56687"/>
                </a:cubicBezTo>
                <a:cubicBezTo>
                  <a:pt x="158346" y="56687"/>
                  <a:pt x="156211" y="57012"/>
                  <a:pt x="154127" y="57661"/>
                </a:cubicBezTo>
                <a:cubicBezTo>
                  <a:pt x="152042" y="58310"/>
                  <a:pt x="149872" y="59438"/>
                  <a:pt x="147617" y="61044"/>
                </a:cubicBezTo>
                <a:cubicBezTo>
                  <a:pt x="145362" y="62650"/>
                  <a:pt x="142919" y="64819"/>
                  <a:pt x="140288" y="67553"/>
                </a:cubicBezTo>
                <a:cubicBezTo>
                  <a:pt x="137657" y="70287"/>
                  <a:pt x="134701" y="73703"/>
                  <a:pt x="131421" y="77804"/>
                </a:cubicBezTo>
                <a:lnTo>
                  <a:pt x="131421" y="146074"/>
                </a:lnTo>
                <a:lnTo>
                  <a:pt x="113585" y="146074"/>
                </a:lnTo>
                <a:lnTo>
                  <a:pt x="113585" y="43156"/>
                </a:lnTo>
                <a:close/>
                <a:moveTo>
                  <a:pt x="223171" y="96768"/>
                </a:moveTo>
                <a:cubicBezTo>
                  <a:pt x="223171" y="88020"/>
                  <a:pt x="224367" y="80247"/>
                  <a:pt x="226759" y="73447"/>
                </a:cubicBezTo>
                <a:cubicBezTo>
                  <a:pt x="229151" y="66648"/>
                  <a:pt x="232551" y="60907"/>
                  <a:pt x="236958" y="56226"/>
                </a:cubicBezTo>
                <a:cubicBezTo>
                  <a:pt x="241366" y="51545"/>
                  <a:pt x="246663" y="47991"/>
                  <a:pt x="252847" y="45565"/>
                </a:cubicBezTo>
                <a:cubicBezTo>
                  <a:pt x="259032" y="43139"/>
                  <a:pt x="265917" y="41926"/>
                  <a:pt x="273503" y="41926"/>
                </a:cubicBezTo>
                <a:cubicBezTo>
                  <a:pt x="276783" y="41926"/>
                  <a:pt x="280012" y="42131"/>
                  <a:pt x="283190" y="42541"/>
                </a:cubicBezTo>
                <a:cubicBezTo>
                  <a:pt x="286367" y="42951"/>
                  <a:pt x="289494" y="43600"/>
                  <a:pt x="292569" y="44489"/>
                </a:cubicBezTo>
                <a:lnTo>
                  <a:pt x="292569" y="1230"/>
                </a:lnTo>
                <a:lnTo>
                  <a:pt x="310508" y="1230"/>
                </a:lnTo>
                <a:lnTo>
                  <a:pt x="310508" y="146074"/>
                </a:lnTo>
                <a:lnTo>
                  <a:pt x="294517" y="146074"/>
                </a:lnTo>
                <a:lnTo>
                  <a:pt x="293902" y="126598"/>
                </a:lnTo>
                <a:cubicBezTo>
                  <a:pt x="288913" y="133842"/>
                  <a:pt x="283514" y="139206"/>
                  <a:pt x="277705" y="142692"/>
                </a:cubicBezTo>
                <a:cubicBezTo>
                  <a:pt x="271897" y="146177"/>
                  <a:pt x="265609" y="147920"/>
                  <a:pt x="258844" y="147920"/>
                </a:cubicBezTo>
                <a:cubicBezTo>
                  <a:pt x="252967" y="147920"/>
                  <a:pt x="247790" y="146689"/>
                  <a:pt x="243314" y="144229"/>
                </a:cubicBezTo>
                <a:cubicBezTo>
                  <a:pt x="238838" y="141769"/>
                  <a:pt x="235113" y="138301"/>
                  <a:pt x="232141" y="133825"/>
                </a:cubicBezTo>
                <a:cubicBezTo>
                  <a:pt x="229168" y="129348"/>
                  <a:pt x="226930" y="123967"/>
                  <a:pt x="225426" y="117680"/>
                </a:cubicBezTo>
                <a:cubicBezTo>
                  <a:pt x="223923" y="111392"/>
                  <a:pt x="223171" y="104422"/>
                  <a:pt x="223171" y="96768"/>
                </a:cubicBezTo>
                <a:moveTo>
                  <a:pt x="241418" y="95640"/>
                </a:moveTo>
                <a:cubicBezTo>
                  <a:pt x="241418" y="108078"/>
                  <a:pt x="243246" y="117355"/>
                  <a:pt x="246902" y="123471"/>
                </a:cubicBezTo>
                <a:cubicBezTo>
                  <a:pt x="250558" y="129588"/>
                  <a:pt x="255735" y="132646"/>
                  <a:pt x="262432" y="132646"/>
                </a:cubicBezTo>
                <a:cubicBezTo>
                  <a:pt x="266942" y="132646"/>
                  <a:pt x="271709" y="130630"/>
                  <a:pt x="276732" y="126598"/>
                </a:cubicBezTo>
                <a:cubicBezTo>
                  <a:pt x="281755" y="122566"/>
                  <a:pt x="287034" y="116586"/>
                  <a:pt x="292569" y="108659"/>
                </a:cubicBezTo>
                <a:lnTo>
                  <a:pt x="292569" y="60890"/>
                </a:lnTo>
                <a:cubicBezTo>
                  <a:pt x="289631" y="59523"/>
                  <a:pt x="286385" y="58481"/>
                  <a:pt x="282831" y="57763"/>
                </a:cubicBezTo>
                <a:cubicBezTo>
                  <a:pt x="279277" y="57046"/>
                  <a:pt x="275758" y="56687"/>
                  <a:pt x="272273" y="56687"/>
                </a:cubicBezTo>
                <a:cubicBezTo>
                  <a:pt x="262568" y="56687"/>
                  <a:pt x="255000" y="59831"/>
                  <a:pt x="249567" y="66118"/>
                </a:cubicBezTo>
                <a:cubicBezTo>
                  <a:pt x="244134" y="72405"/>
                  <a:pt x="241418" y="82246"/>
                  <a:pt x="241418" y="95640"/>
                </a:cubicBezTo>
                <a:close/>
                <a:moveTo>
                  <a:pt x="430141" y="89182"/>
                </a:moveTo>
                <a:cubicBezTo>
                  <a:pt x="430141" y="91711"/>
                  <a:pt x="430107" y="93829"/>
                  <a:pt x="430038" y="95538"/>
                </a:cubicBezTo>
                <a:cubicBezTo>
                  <a:pt x="429970" y="97246"/>
                  <a:pt x="429867" y="98852"/>
                  <a:pt x="429731" y="100356"/>
                </a:cubicBezTo>
                <a:lnTo>
                  <a:pt x="357462" y="100356"/>
                </a:lnTo>
                <a:cubicBezTo>
                  <a:pt x="357462" y="110880"/>
                  <a:pt x="360401" y="118961"/>
                  <a:pt x="366278" y="124599"/>
                </a:cubicBezTo>
                <a:cubicBezTo>
                  <a:pt x="372155" y="130237"/>
                  <a:pt x="380629" y="133056"/>
                  <a:pt x="391700" y="133056"/>
                </a:cubicBezTo>
                <a:cubicBezTo>
                  <a:pt x="394707" y="133056"/>
                  <a:pt x="397714" y="132936"/>
                  <a:pt x="400721" y="132697"/>
                </a:cubicBezTo>
                <a:cubicBezTo>
                  <a:pt x="403728" y="132458"/>
                  <a:pt x="406632" y="132133"/>
                  <a:pt x="409434" y="131723"/>
                </a:cubicBezTo>
                <a:cubicBezTo>
                  <a:pt x="412236" y="131313"/>
                  <a:pt x="414918" y="130852"/>
                  <a:pt x="417481" y="130339"/>
                </a:cubicBezTo>
                <a:cubicBezTo>
                  <a:pt x="420044" y="129827"/>
                  <a:pt x="422418" y="129263"/>
                  <a:pt x="424605" y="128648"/>
                </a:cubicBezTo>
                <a:lnTo>
                  <a:pt x="424605" y="143307"/>
                </a:lnTo>
                <a:cubicBezTo>
                  <a:pt x="419753" y="144673"/>
                  <a:pt x="414269" y="145784"/>
                  <a:pt x="408153" y="146638"/>
                </a:cubicBezTo>
                <a:cubicBezTo>
                  <a:pt x="402036" y="147492"/>
                  <a:pt x="395698" y="147920"/>
                  <a:pt x="389137" y="147920"/>
                </a:cubicBezTo>
                <a:cubicBezTo>
                  <a:pt x="380322" y="147920"/>
                  <a:pt x="372736" y="146724"/>
                  <a:pt x="366380" y="144332"/>
                </a:cubicBezTo>
                <a:cubicBezTo>
                  <a:pt x="360025" y="141940"/>
                  <a:pt x="354814" y="138472"/>
                  <a:pt x="350748" y="133927"/>
                </a:cubicBezTo>
                <a:cubicBezTo>
                  <a:pt x="346682" y="129383"/>
                  <a:pt x="343675" y="123813"/>
                  <a:pt x="341727" y="117218"/>
                </a:cubicBezTo>
                <a:cubicBezTo>
                  <a:pt x="339780" y="110624"/>
                  <a:pt x="338806" y="103158"/>
                  <a:pt x="338806" y="94820"/>
                </a:cubicBezTo>
                <a:cubicBezTo>
                  <a:pt x="338806" y="87576"/>
                  <a:pt x="339848" y="80725"/>
                  <a:pt x="341932" y="74267"/>
                </a:cubicBezTo>
                <a:cubicBezTo>
                  <a:pt x="344017" y="67809"/>
                  <a:pt x="347058" y="62137"/>
                  <a:pt x="351055" y="57251"/>
                </a:cubicBezTo>
                <a:cubicBezTo>
                  <a:pt x="355053" y="52365"/>
                  <a:pt x="359957" y="48486"/>
                  <a:pt x="365765" y="45616"/>
                </a:cubicBezTo>
                <a:cubicBezTo>
                  <a:pt x="371574" y="42746"/>
                  <a:pt x="378169" y="41311"/>
                  <a:pt x="385550" y="41311"/>
                </a:cubicBezTo>
                <a:cubicBezTo>
                  <a:pt x="392725" y="41311"/>
                  <a:pt x="399081" y="42438"/>
                  <a:pt x="404616" y="44694"/>
                </a:cubicBezTo>
                <a:cubicBezTo>
                  <a:pt x="410152" y="46949"/>
                  <a:pt x="414816" y="50144"/>
                  <a:pt x="418608" y="54278"/>
                </a:cubicBezTo>
                <a:cubicBezTo>
                  <a:pt x="422401" y="58413"/>
                  <a:pt x="425272" y="63436"/>
                  <a:pt x="427219" y="69347"/>
                </a:cubicBezTo>
                <a:cubicBezTo>
                  <a:pt x="429167" y="75258"/>
                  <a:pt x="430141" y="81870"/>
                  <a:pt x="430141" y="89182"/>
                </a:cubicBezTo>
                <a:moveTo>
                  <a:pt x="411587" y="86620"/>
                </a:moveTo>
                <a:cubicBezTo>
                  <a:pt x="411792" y="82041"/>
                  <a:pt x="411347" y="77855"/>
                  <a:pt x="410254" y="74062"/>
                </a:cubicBezTo>
                <a:cubicBezTo>
                  <a:pt x="409161" y="70269"/>
                  <a:pt x="407469" y="67006"/>
                  <a:pt x="405180" y="64273"/>
                </a:cubicBezTo>
                <a:cubicBezTo>
                  <a:pt x="402891" y="61539"/>
                  <a:pt x="400037" y="59404"/>
                  <a:pt x="396620" y="57866"/>
                </a:cubicBezTo>
                <a:cubicBezTo>
                  <a:pt x="393204" y="56328"/>
                  <a:pt x="389240" y="55560"/>
                  <a:pt x="384729" y="55560"/>
                </a:cubicBezTo>
                <a:cubicBezTo>
                  <a:pt x="380834" y="55560"/>
                  <a:pt x="377281" y="56311"/>
                  <a:pt x="374069" y="57815"/>
                </a:cubicBezTo>
                <a:cubicBezTo>
                  <a:pt x="370857" y="59318"/>
                  <a:pt x="368089" y="61437"/>
                  <a:pt x="365765" y="64170"/>
                </a:cubicBezTo>
                <a:cubicBezTo>
                  <a:pt x="363442" y="66904"/>
                  <a:pt x="361563" y="70184"/>
                  <a:pt x="360127" y="74011"/>
                </a:cubicBezTo>
                <a:cubicBezTo>
                  <a:pt x="358692" y="77838"/>
                  <a:pt x="357804" y="82041"/>
                  <a:pt x="357462" y="86620"/>
                </a:cubicBezTo>
                <a:lnTo>
                  <a:pt x="411587" y="86620"/>
                </a:lnTo>
                <a:close/>
                <a:moveTo>
                  <a:pt x="550798" y="146074"/>
                </a:moveTo>
                <a:lnTo>
                  <a:pt x="527119" y="146074"/>
                </a:lnTo>
                <a:lnTo>
                  <a:pt x="499339" y="106814"/>
                </a:lnTo>
                <a:lnTo>
                  <a:pt x="471867" y="146074"/>
                </a:lnTo>
                <a:lnTo>
                  <a:pt x="448802" y="146074"/>
                </a:lnTo>
                <a:lnTo>
                  <a:pt x="488678" y="94410"/>
                </a:lnTo>
                <a:lnTo>
                  <a:pt x="450648" y="43156"/>
                </a:lnTo>
                <a:lnTo>
                  <a:pt x="473507" y="43156"/>
                </a:lnTo>
                <a:lnTo>
                  <a:pt x="500569" y="82724"/>
                </a:lnTo>
                <a:lnTo>
                  <a:pt x="527119" y="43156"/>
                </a:lnTo>
                <a:lnTo>
                  <a:pt x="549158" y="43156"/>
                </a:lnTo>
                <a:lnTo>
                  <a:pt x="510513" y="94820"/>
                </a:lnTo>
                <a:lnTo>
                  <a:pt x="550798" y="146074"/>
                </a:lnTo>
                <a:close/>
                <a:moveTo>
                  <a:pt x="580812" y="167089"/>
                </a:moveTo>
                <a:cubicBezTo>
                  <a:pt x="584297" y="167225"/>
                  <a:pt x="587680" y="166918"/>
                  <a:pt x="590961" y="166166"/>
                </a:cubicBezTo>
                <a:cubicBezTo>
                  <a:pt x="594241" y="165414"/>
                  <a:pt x="597128" y="164304"/>
                  <a:pt x="599622" y="162834"/>
                </a:cubicBezTo>
                <a:cubicBezTo>
                  <a:pt x="602117" y="161365"/>
                  <a:pt x="604116" y="159537"/>
                  <a:pt x="605619" y="157350"/>
                </a:cubicBezTo>
                <a:cubicBezTo>
                  <a:pt x="607123" y="155163"/>
                  <a:pt x="607874" y="152669"/>
                  <a:pt x="607874" y="149867"/>
                </a:cubicBezTo>
                <a:cubicBezTo>
                  <a:pt x="607874" y="146997"/>
                  <a:pt x="607379" y="144673"/>
                  <a:pt x="606388" y="142897"/>
                </a:cubicBezTo>
                <a:cubicBezTo>
                  <a:pt x="605397" y="141120"/>
                  <a:pt x="604287" y="139480"/>
                  <a:pt x="603057" y="137976"/>
                </a:cubicBezTo>
                <a:cubicBezTo>
                  <a:pt x="601826" y="136473"/>
                  <a:pt x="600716" y="134867"/>
                  <a:pt x="599725" y="133158"/>
                </a:cubicBezTo>
                <a:cubicBezTo>
                  <a:pt x="598734" y="131450"/>
                  <a:pt x="598239" y="129161"/>
                  <a:pt x="598239" y="126290"/>
                </a:cubicBezTo>
                <a:cubicBezTo>
                  <a:pt x="598239" y="124855"/>
                  <a:pt x="598512" y="123352"/>
                  <a:pt x="599059" y="121780"/>
                </a:cubicBezTo>
                <a:cubicBezTo>
                  <a:pt x="599605" y="120208"/>
                  <a:pt x="600443" y="118773"/>
                  <a:pt x="601570" y="117475"/>
                </a:cubicBezTo>
                <a:cubicBezTo>
                  <a:pt x="602698" y="116176"/>
                  <a:pt x="604133" y="115117"/>
                  <a:pt x="605875" y="114297"/>
                </a:cubicBezTo>
                <a:cubicBezTo>
                  <a:pt x="607618" y="113477"/>
                  <a:pt x="609685" y="113067"/>
                  <a:pt x="612077" y="113067"/>
                </a:cubicBezTo>
                <a:cubicBezTo>
                  <a:pt x="614469" y="113067"/>
                  <a:pt x="616776" y="113562"/>
                  <a:pt x="618997" y="114553"/>
                </a:cubicBezTo>
                <a:cubicBezTo>
                  <a:pt x="621218" y="115544"/>
                  <a:pt x="623165" y="117065"/>
                  <a:pt x="624840" y="119115"/>
                </a:cubicBezTo>
                <a:cubicBezTo>
                  <a:pt x="626514" y="121165"/>
                  <a:pt x="627846" y="123728"/>
                  <a:pt x="628837" y="126803"/>
                </a:cubicBezTo>
                <a:cubicBezTo>
                  <a:pt x="629828" y="129878"/>
                  <a:pt x="630324" y="133500"/>
                  <a:pt x="630324" y="137669"/>
                </a:cubicBezTo>
                <a:cubicBezTo>
                  <a:pt x="630324" y="143341"/>
                  <a:pt x="629282" y="148791"/>
                  <a:pt x="627197" y="154019"/>
                </a:cubicBezTo>
                <a:cubicBezTo>
                  <a:pt x="625113" y="159247"/>
                  <a:pt x="622003" y="163877"/>
                  <a:pt x="617869" y="167909"/>
                </a:cubicBezTo>
                <a:cubicBezTo>
                  <a:pt x="613734" y="171941"/>
                  <a:pt x="608575" y="175153"/>
                  <a:pt x="602390" y="177544"/>
                </a:cubicBezTo>
                <a:cubicBezTo>
                  <a:pt x="596206" y="179936"/>
                  <a:pt x="589013" y="181132"/>
                  <a:pt x="580812" y="181132"/>
                </a:cubicBezTo>
                <a:lnTo>
                  <a:pt x="580812" y="167089"/>
                </a:lnTo>
                <a:close/>
                <a:moveTo>
                  <a:pt x="792800" y="43156"/>
                </a:moveTo>
                <a:lnTo>
                  <a:pt x="813096" y="43156"/>
                </a:lnTo>
                <a:lnTo>
                  <a:pt x="838313" y="111222"/>
                </a:lnTo>
                <a:lnTo>
                  <a:pt x="843746" y="127828"/>
                </a:lnTo>
                <a:lnTo>
                  <a:pt x="849384" y="110812"/>
                </a:lnTo>
                <a:lnTo>
                  <a:pt x="874396" y="43156"/>
                </a:lnTo>
                <a:lnTo>
                  <a:pt x="893975" y="43156"/>
                </a:lnTo>
                <a:lnTo>
                  <a:pt x="853587" y="146074"/>
                </a:lnTo>
                <a:lnTo>
                  <a:pt x="833085" y="146074"/>
                </a:lnTo>
                <a:lnTo>
                  <a:pt x="792800" y="43156"/>
                </a:lnTo>
                <a:close/>
                <a:moveTo>
                  <a:pt x="983368" y="146074"/>
                </a:moveTo>
                <a:lnTo>
                  <a:pt x="982958" y="132236"/>
                </a:lnTo>
                <a:cubicBezTo>
                  <a:pt x="977354" y="137771"/>
                  <a:pt x="971665" y="141769"/>
                  <a:pt x="965890" y="144229"/>
                </a:cubicBezTo>
                <a:cubicBezTo>
                  <a:pt x="960115" y="146689"/>
                  <a:pt x="954050" y="147920"/>
                  <a:pt x="947695" y="147920"/>
                </a:cubicBezTo>
                <a:cubicBezTo>
                  <a:pt x="941818" y="147920"/>
                  <a:pt x="936795" y="147168"/>
                  <a:pt x="932626" y="145664"/>
                </a:cubicBezTo>
                <a:cubicBezTo>
                  <a:pt x="928457" y="144161"/>
                  <a:pt x="925023" y="142094"/>
                  <a:pt x="922324" y="139463"/>
                </a:cubicBezTo>
                <a:cubicBezTo>
                  <a:pt x="919625" y="136832"/>
                  <a:pt x="917643" y="133739"/>
                  <a:pt x="916379" y="130186"/>
                </a:cubicBezTo>
                <a:cubicBezTo>
                  <a:pt x="915114" y="126632"/>
                  <a:pt x="914482" y="122771"/>
                  <a:pt x="914482" y="118602"/>
                </a:cubicBezTo>
                <a:cubicBezTo>
                  <a:pt x="914482" y="108283"/>
                  <a:pt x="918326" y="100202"/>
                  <a:pt x="926014" y="94359"/>
                </a:cubicBezTo>
                <a:cubicBezTo>
                  <a:pt x="933702" y="88516"/>
                  <a:pt x="945064" y="85594"/>
                  <a:pt x="960098" y="85594"/>
                </a:cubicBezTo>
                <a:lnTo>
                  <a:pt x="981420" y="85594"/>
                </a:lnTo>
                <a:lnTo>
                  <a:pt x="981420" y="76574"/>
                </a:lnTo>
                <a:cubicBezTo>
                  <a:pt x="981420" y="70492"/>
                  <a:pt x="979472" y="65622"/>
                  <a:pt x="975577" y="61966"/>
                </a:cubicBezTo>
                <a:cubicBezTo>
                  <a:pt x="971682" y="58310"/>
                  <a:pt x="965736" y="56482"/>
                  <a:pt x="957741" y="56482"/>
                </a:cubicBezTo>
                <a:cubicBezTo>
                  <a:pt x="951932" y="56482"/>
                  <a:pt x="946209" y="57131"/>
                  <a:pt x="940571" y="58430"/>
                </a:cubicBezTo>
                <a:cubicBezTo>
                  <a:pt x="934933" y="59728"/>
                  <a:pt x="929107" y="61573"/>
                  <a:pt x="923093" y="63965"/>
                </a:cubicBezTo>
                <a:lnTo>
                  <a:pt x="923093" y="47871"/>
                </a:lnTo>
                <a:cubicBezTo>
                  <a:pt x="925348" y="47051"/>
                  <a:pt x="927860" y="46248"/>
                  <a:pt x="930627" y="45462"/>
                </a:cubicBezTo>
                <a:cubicBezTo>
                  <a:pt x="933395" y="44677"/>
                  <a:pt x="936316" y="43976"/>
                  <a:pt x="939392" y="43361"/>
                </a:cubicBezTo>
                <a:cubicBezTo>
                  <a:pt x="942467" y="42746"/>
                  <a:pt x="945679" y="42251"/>
                  <a:pt x="949027" y="41875"/>
                </a:cubicBezTo>
                <a:cubicBezTo>
                  <a:pt x="952376" y="41499"/>
                  <a:pt x="955759" y="41311"/>
                  <a:pt x="959176" y="41311"/>
                </a:cubicBezTo>
                <a:cubicBezTo>
                  <a:pt x="965395" y="41311"/>
                  <a:pt x="970998" y="41994"/>
                  <a:pt x="975987" y="43361"/>
                </a:cubicBezTo>
                <a:cubicBezTo>
                  <a:pt x="980976" y="44728"/>
                  <a:pt x="985196" y="46812"/>
                  <a:pt x="988647" y="49614"/>
                </a:cubicBezTo>
                <a:cubicBezTo>
                  <a:pt x="992098" y="52416"/>
                  <a:pt x="994746" y="55935"/>
                  <a:pt x="996591" y="60172"/>
                </a:cubicBezTo>
                <a:cubicBezTo>
                  <a:pt x="998436" y="64409"/>
                  <a:pt x="999359" y="69398"/>
                  <a:pt x="999359" y="75139"/>
                </a:cubicBezTo>
                <a:lnTo>
                  <a:pt x="999359" y="146074"/>
                </a:lnTo>
                <a:lnTo>
                  <a:pt x="983368" y="146074"/>
                </a:lnTo>
                <a:moveTo>
                  <a:pt x="981420" y="99228"/>
                </a:moveTo>
                <a:lnTo>
                  <a:pt x="958766" y="99228"/>
                </a:lnTo>
                <a:cubicBezTo>
                  <a:pt x="954324" y="99228"/>
                  <a:pt x="950497" y="99672"/>
                  <a:pt x="947285" y="100561"/>
                </a:cubicBezTo>
                <a:cubicBezTo>
                  <a:pt x="944073" y="101449"/>
                  <a:pt x="941442" y="102713"/>
                  <a:pt x="939392" y="104353"/>
                </a:cubicBezTo>
                <a:cubicBezTo>
                  <a:pt x="937342" y="105994"/>
                  <a:pt x="935821" y="107958"/>
                  <a:pt x="934830" y="110248"/>
                </a:cubicBezTo>
                <a:cubicBezTo>
                  <a:pt x="933839" y="112537"/>
                  <a:pt x="933344" y="115117"/>
                  <a:pt x="933344" y="117987"/>
                </a:cubicBezTo>
                <a:cubicBezTo>
                  <a:pt x="933344" y="119969"/>
                  <a:pt x="933651" y="121865"/>
                  <a:pt x="934266" y="123676"/>
                </a:cubicBezTo>
                <a:cubicBezTo>
                  <a:pt x="934881" y="125487"/>
                  <a:pt x="935872" y="127093"/>
                  <a:pt x="937239" y="128494"/>
                </a:cubicBezTo>
                <a:cubicBezTo>
                  <a:pt x="938606" y="129895"/>
                  <a:pt x="940383" y="131006"/>
                  <a:pt x="942569" y="131826"/>
                </a:cubicBezTo>
                <a:cubicBezTo>
                  <a:pt x="944756" y="132646"/>
                  <a:pt x="947422" y="133056"/>
                  <a:pt x="950565" y="133056"/>
                </a:cubicBezTo>
                <a:cubicBezTo>
                  <a:pt x="954665" y="133056"/>
                  <a:pt x="959364" y="131809"/>
                  <a:pt x="964660" y="129314"/>
                </a:cubicBezTo>
                <a:cubicBezTo>
                  <a:pt x="969956" y="126820"/>
                  <a:pt x="975543" y="122873"/>
                  <a:pt x="981420" y="117475"/>
                </a:cubicBezTo>
                <a:lnTo>
                  <a:pt x="981420" y="99228"/>
                </a:lnTo>
                <a:close/>
                <a:moveTo>
                  <a:pt x="1067122" y="15889"/>
                </a:moveTo>
                <a:lnTo>
                  <a:pt x="1036677" y="15889"/>
                </a:lnTo>
                <a:lnTo>
                  <a:pt x="1036677" y="1230"/>
                </a:lnTo>
                <a:lnTo>
                  <a:pt x="1085164" y="1230"/>
                </a:lnTo>
                <a:lnTo>
                  <a:pt x="1085164" y="131211"/>
                </a:lnTo>
                <a:lnTo>
                  <a:pt x="1115814" y="131211"/>
                </a:lnTo>
                <a:lnTo>
                  <a:pt x="1115814" y="146074"/>
                </a:lnTo>
                <a:lnTo>
                  <a:pt x="1033295" y="146074"/>
                </a:lnTo>
                <a:lnTo>
                  <a:pt x="1033295" y="131211"/>
                </a:lnTo>
                <a:lnTo>
                  <a:pt x="1067122" y="131211"/>
                </a:lnTo>
                <a:lnTo>
                  <a:pt x="1067122" y="158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in">
            <a:extLst xmlns:a="http://schemas.openxmlformats.org/drawingml/2006/main">
              <a:ext uri="{FF2B5EF4-FFF2-40B4-BE49-F238E27FC236}">
                <a16:creationId xmlns:a16="http://schemas.microsoft.com/office/drawing/2014/main" id="{A2B949A9-C13B-436D-915F-80588242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579" y="1120798"/>
            <a:ext cx="196308" cy="146074"/>
          </a:xfrm>
          <a:custGeom xmlns:a="http://schemas.openxmlformats.org/drawingml/2006/main">
            <a:pathLst>
              <a:path w="196308" h="146074">
                <a:moveTo>
                  <a:pt x="33828" y="57917"/>
                </a:moveTo>
                <a:lnTo>
                  <a:pt x="3383" y="57917"/>
                </a:lnTo>
                <a:lnTo>
                  <a:pt x="3383" y="43156"/>
                </a:lnTo>
                <a:lnTo>
                  <a:pt x="51869" y="43156"/>
                </a:lnTo>
                <a:lnTo>
                  <a:pt x="51869" y="131211"/>
                </a:lnTo>
                <a:lnTo>
                  <a:pt x="82519" y="131211"/>
                </a:lnTo>
                <a:lnTo>
                  <a:pt x="82519" y="146074"/>
                </a:lnTo>
                <a:lnTo>
                  <a:pt x="0" y="146074"/>
                </a:lnTo>
                <a:lnTo>
                  <a:pt x="0" y="131211"/>
                </a:lnTo>
                <a:lnTo>
                  <a:pt x="33828" y="131211"/>
                </a:lnTo>
                <a:lnTo>
                  <a:pt x="33828" y="57917"/>
                </a:lnTo>
                <a:moveTo>
                  <a:pt x="40081" y="0"/>
                </a:moveTo>
                <a:cubicBezTo>
                  <a:pt x="42063" y="0"/>
                  <a:pt x="43908" y="359"/>
                  <a:pt x="45616" y="1076"/>
                </a:cubicBezTo>
                <a:cubicBezTo>
                  <a:pt x="47325" y="1794"/>
                  <a:pt x="48811" y="2802"/>
                  <a:pt x="50075" y="4100"/>
                </a:cubicBezTo>
                <a:cubicBezTo>
                  <a:pt x="51340" y="5399"/>
                  <a:pt x="52331" y="6885"/>
                  <a:pt x="53048" y="8559"/>
                </a:cubicBezTo>
                <a:cubicBezTo>
                  <a:pt x="53766" y="10234"/>
                  <a:pt x="54124" y="12062"/>
                  <a:pt x="54124" y="14044"/>
                </a:cubicBezTo>
                <a:cubicBezTo>
                  <a:pt x="54124" y="15957"/>
                  <a:pt x="53766" y="17768"/>
                  <a:pt x="53048" y="19477"/>
                </a:cubicBezTo>
                <a:cubicBezTo>
                  <a:pt x="52331" y="21185"/>
                  <a:pt x="51340" y="22689"/>
                  <a:pt x="50075" y="23987"/>
                </a:cubicBezTo>
                <a:cubicBezTo>
                  <a:pt x="48811" y="25285"/>
                  <a:pt x="47325" y="26293"/>
                  <a:pt x="45616" y="27011"/>
                </a:cubicBezTo>
                <a:cubicBezTo>
                  <a:pt x="43908" y="27729"/>
                  <a:pt x="42063" y="28087"/>
                  <a:pt x="40081" y="28087"/>
                </a:cubicBezTo>
                <a:cubicBezTo>
                  <a:pt x="38099" y="28087"/>
                  <a:pt x="36254" y="27729"/>
                  <a:pt x="34545" y="27011"/>
                </a:cubicBezTo>
                <a:cubicBezTo>
                  <a:pt x="32837" y="26293"/>
                  <a:pt x="31350" y="25285"/>
                  <a:pt x="30086" y="23987"/>
                </a:cubicBezTo>
                <a:cubicBezTo>
                  <a:pt x="28822" y="22689"/>
                  <a:pt x="27831" y="21185"/>
                  <a:pt x="27113" y="19477"/>
                </a:cubicBezTo>
                <a:cubicBezTo>
                  <a:pt x="26396" y="17768"/>
                  <a:pt x="26037" y="15957"/>
                  <a:pt x="26037" y="14044"/>
                </a:cubicBezTo>
                <a:cubicBezTo>
                  <a:pt x="26037" y="12062"/>
                  <a:pt x="26396" y="10234"/>
                  <a:pt x="27113" y="8559"/>
                </a:cubicBezTo>
                <a:cubicBezTo>
                  <a:pt x="27831" y="6885"/>
                  <a:pt x="28822" y="5399"/>
                  <a:pt x="30086" y="4100"/>
                </a:cubicBezTo>
                <a:cubicBezTo>
                  <a:pt x="31350" y="2802"/>
                  <a:pt x="32837" y="1794"/>
                  <a:pt x="34545" y="1076"/>
                </a:cubicBezTo>
                <a:cubicBezTo>
                  <a:pt x="36254" y="359"/>
                  <a:pt x="38099" y="0"/>
                  <a:pt x="40081" y="0"/>
                </a:cubicBezTo>
                <a:close/>
                <a:moveTo>
                  <a:pt x="113584" y="43156"/>
                </a:moveTo>
                <a:lnTo>
                  <a:pt x="129473" y="43156"/>
                </a:lnTo>
                <a:lnTo>
                  <a:pt x="130191" y="59762"/>
                </a:lnTo>
                <a:cubicBezTo>
                  <a:pt x="133198" y="56209"/>
                  <a:pt x="136102" y="53253"/>
                  <a:pt x="138904" y="50895"/>
                </a:cubicBezTo>
                <a:cubicBezTo>
                  <a:pt x="141706" y="48538"/>
                  <a:pt x="144456" y="46641"/>
                  <a:pt x="147156" y="45206"/>
                </a:cubicBezTo>
                <a:cubicBezTo>
                  <a:pt x="149855" y="43771"/>
                  <a:pt x="152606" y="42763"/>
                  <a:pt x="155408" y="42182"/>
                </a:cubicBezTo>
                <a:cubicBezTo>
                  <a:pt x="158210" y="41601"/>
                  <a:pt x="161114" y="41311"/>
                  <a:pt x="164121" y="41311"/>
                </a:cubicBezTo>
                <a:cubicBezTo>
                  <a:pt x="174713" y="41311"/>
                  <a:pt x="182726" y="44437"/>
                  <a:pt x="188159" y="50690"/>
                </a:cubicBezTo>
                <a:cubicBezTo>
                  <a:pt x="193592" y="56943"/>
                  <a:pt x="196308" y="66357"/>
                  <a:pt x="196308" y="78931"/>
                </a:cubicBezTo>
                <a:lnTo>
                  <a:pt x="196308" y="146074"/>
                </a:lnTo>
                <a:lnTo>
                  <a:pt x="178472" y="146074"/>
                </a:lnTo>
                <a:lnTo>
                  <a:pt x="178472" y="80367"/>
                </a:lnTo>
                <a:cubicBezTo>
                  <a:pt x="178472" y="72303"/>
                  <a:pt x="176969" y="66340"/>
                  <a:pt x="173962" y="62479"/>
                </a:cubicBezTo>
                <a:cubicBezTo>
                  <a:pt x="170955" y="58618"/>
                  <a:pt x="166479" y="56687"/>
                  <a:pt x="160533" y="56687"/>
                </a:cubicBezTo>
                <a:cubicBezTo>
                  <a:pt x="158346" y="56687"/>
                  <a:pt x="156211" y="57012"/>
                  <a:pt x="154126" y="57661"/>
                </a:cubicBezTo>
                <a:cubicBezTo>
                  <a:pt x="152042" y="58310"/>
                  <a:pt x="149872" y="59438"/>
                  <a:pt x="147617" y="61044"/>
                </a:cubicBezTo>
                <a:cubicBezTo>
                  <a:pt x="145362" y="62650"/>
                  <a:pt x="142919" y="64819"/>
                  <a:pt x="140288" y="67553"/>
                </a:cubicBezTo>
                <a:cubicBezTo>
                  <a:pt x="137657" y="70287"/>
                  <a:pt x="134701" y="73703"/>
                  <a:pt x="131421" y="77804"/>
                </a:cubicBezTo>
                <a:lnTo>
                  <a:pt x="131421" y="146074"/>
                </a:lnTo>
                <a:lnTo>
                  <a:pt x="113584" y="146074"/>
                </a:lnTo>
                <a:lnTo>
                  <a:pt x="113584" y="43156"/>
                </a:lnTo>
                <a:close/>
              </a:path>
            </a:pathLst>
          </a:custGeom>
          <a:solidFill xmlns:a="http://schemas.openxmlformats.org/drawingml/2006/main">
            <a:srgbClr val="054F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enumerate">
            <a:extLst xmlns:a="http://schemas.openxmlformats.org/drawingml/2006/main">
              <a:ext uri="{FF2B5EF4-FFF2-40B4-BE49-F238E27FC236}">
                <a16:creationId xmlns:a16="http://schemas.microsoft.com/office/drawing/2014/main" id="{81273BDF-E383-46FF-B8AF-31BF32A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368" y="1131048"/>
            <a:ext cx="1009852" cy="137669"/>
          </a:xfrm>
          <a:custGeom xmlns:a="http://schemas.openxmlformats.org/drawingml/2006/main">
            <a:pathLst>
              <a:path w="1009852" h="137669">
                <a:moveTo>
                  <a:pt x="91335" y="78931"/>
                </a:moveTo>
                <a:cubicBezTo>
                  <a:pt x="91335" y="81460"/>
                  <a:pt x="91301" y="83578"/>
                  <a:pt x="91232" y="85287"/>
                </a:cubicBezTo>
                <a:cubicBezTo>
                  <a:pt x="91164" y="86995"/>
                  <a:pt x="91062" y="88601"/>
                  <a:pt x="90925" y="90105"/>
                </a:cubicBezTo>
                <a:lnTo>
                  <a:pt x="18657" y="90105"/>
                </a:lnTo>
                <a:cubicBezTo>
                  <a:pt x="18657" y="100629"/>
                  <a:pt x="21595" y="108710"/>
                  <a:pt x="27472" y="114348"/>
                </a:cubicBezTo>
                <a:cubicBezTo>
                  <a:pt x="33349" y="119986"/>
                  <a:pt x="41823" y="122805"/>
                  <a:pt x="52894" y="122805"/>
                </a:cubicBezTo>
                <a:cubicBezTo>
                  <a:pt x="55901" y="122805"/>
                  <a:pt x="58908" y="122685"/>
                  <a:pt x="61915" y="122446"/>
                </a:cubicBezTo>
                <a:cubicBezTo>
                  <a:pt x="64922" y="122207"/>
                  <a:pt x="67826" y="121882"/>
                  <a:pt x="70628" y="121472"/>
                </a:cubicBezTo>
                <a:cubicBezTo>
                  <a:pt x="73430" y="121062"/>
                  <a:pt x="76112" y="120601"/>
                  <a:pt x="78675" y="120089"/>
                </a:cubicBezTo>
                <a:cubicBezTo>
                  <a:pt x="81238" y="119576"/>
                  <a:pt x="83613" y="119012"/>
                  <a:pt x="85799" y="118397"/>
                </a:cubicBezTo>
                <a:lnTo>
                  <a:pt x="85799" y="133056"/>
                </a:lnTo>
                <a:cubicBezTo>
                  <a:pt x="80947" y="134423"/>
                  <a:pt x="75463" y="135533"/>
                  <a:pt x="69347" y="136387"/>
                </a:cubicBezTo>
                <a:cubicBezTo>
                  <a:pt x="63231" y="137242"/>
                  <a:pt x="56892" y="137669"/>
                  <a:pt x="50332" y="137669"/>
                </a:cubicBezTo>
                <a:cubicBezTo>
                  <a:pt x="41516" y="137669"/>
                  <a:pt x="33930" y="136473"/>
                  <a:pt x="27575" y="134081"/>
                </a:cubicBezTo>
                <a:cubicBezTo>
                  <a:pt x="21219" y="131689"/>
                  <a:pt x="16008" y="128221"/>
                  <a:pt x="11942" y="123676"/>
                </a:cubicBezTo>
                <a:cubicBezTo>
                  <a:pt x="7876" y="119132"/>
                  <a:pt x="4869" y="113562"/>
                  <a:pt x="2921" y="106967"/>
                </a:cubicBezTo>
                <a:cubicBezTo>
                  <a:pt x="974" y="100373"/>
                  <a:pt x="0" y="92907"/>
                  <a:pt x="0" y="84569"/>
                </a:cubicBezTo>
                <a:cubicBezTo>
                  <a:pt x="0" y="77325"/>
                  <a:pt x="1042" y="70474"/>
                  <a:pt x="3127" y="64016"/>
                </a:cubicBezTo>
                <a:cubicBezTo>
                  <a:pt x="5211" y="57558"/>
                  <a:pt x="8252" y="51886"/>
                  <a:pt x="12250" y="47000"/>
                </a:cubicBezTo>
                <a:cubicBezTo>
                  <a:pt x="16248" y="42114"/>
                  <a:pt x="21151" y="38236"/>
                  <a:pt x="26960" y="35365"/>
                </a:cubicBezTo>
                <a:cubicBezTo>
                  <a:pt x="32768" y="32495"/>
                  <a:pt x="39363" y="31060"/>
                  <a:pt x="46744" y="31060"/>
                </a:cubicBezTo>
                <a:cubicBezTo>
                  <a:pt x="53919" y="31060"/>
                  <a:pt x="60275" y="32188"/>
                  <a:pt x="65810" y="34443"/>
                </a:cubicBezTo>
                <a:cubicBezTo>
                  <a:pt x="71346" y="36698"/>
                  <a:pt x="76010" y="39893"/>
                  <a:pt x="79803" y="44027"/>
                </a:cubicBezTo>
                <a:cubicBezTo>
                  <a:pt x="83596" y="48162"/>
                  <a:pt x="86466" y="53185"/>
                  <a:pt x="88413" y="59096"/>
                </a:cubicBezTo>
                <a:cubicBezTo>
                  <a:pt x="90361" y="65007"/>
                  <a:pt x="91335" y="71619"/>
                  <a:pt x="91335" y="78931"/>
                </a:cubicBezTo>
                <a:moveTo>
                  <a:pt x="72781" y="76369"/>
                </a:moveTo>
                <a:cubicBezTo>
                  <a:pt x="72986" y="71790"/>
                  <a:pt x="72542" y="67604"/>
                  <a:pt x="71448" y="63811"/>
                </a:cubicBezTo>
                <a:cubicBezTo>
                  <a:pt x="70355" y="60019"/>
                  <a:pt x="68663" y="56755"/>
                  <a:pt x="66374" y="54022"/>
                </a:cubicBezTo>
                <a:cubicBezTo>
                  <a:pt x="64085" y="51288"/>
                  <a:pt x="61232" y="49153"/>
                  <a:pt x="57815" y="47615"/>
                </a:cubicBezTo>
                <a:cubicBezTo>
                  <a:pt x="54398" y="46077"/>
                  <a:pt x="50434" y="45309"/>
                  <a:pt x="45924" y="45309"/>
                </a:cubicBezTo>
                <a:cubicBezTo>
                  <a:pt x="42028" y="45309"/>
                  <a:pt x="38475" y="46060"/>
                  <a:pt x="35263" y="47564"/>
                </a:cubicBezTo>
                <a:cubicBezTo>
                  <a:pt x="32051" y="49067"/>
                  <a:pt x="29283" y="51186"/>
                  <a:pt x="26960" y="53919"/>
                </a:cubicBezTo>
                <a:cubicBezTo>
                  <a:pt x="24636" y="56653"/>
                  <a:pt x="22757" y="59933"/>
                  <a:pt x="21322" y="63760"/>
                </a:cubicBezTo>
                <a:cubicBezTo>
                  <a:pt x="19887" y="67587"/>
                  <a:pt x="18998" y="71790"/>
                  <a:pt x="18657" y="76369"/>
                </a:cubicBezTo>
                <a:lnTo>
                  <a:pt x="72781" y="76369"/>
                </a:lnTo>
                <a:close/>
                <a:moveTo>
                  <a:pt x="119222" y="32905"/>
                </a:moveTo>
                <a:lnTo>
                  <a:pt x="135111" y="32905"/>
                </a:lnTo>
                <a:lnTo>
                  <a:pt x="135829" y="49512"/>
                </a:lnTo>
                <a:cubicBezTo>
                  <a:pt x="138836" y="45958"/>
                  <a:pt x="141740" y="43002"/>
                  <a:pt x="144542" y="40645"/>
                </a:cubicBezTo>
                <a:cubicBezTo>
                  <a:pt x="147344" y="38287"/>
                  <a:pt x="150095" y="36390"/>
                  <a:pt x="152794" y="34955"/>
                </a:cubicBezTo>
                <a:cubicBezTo>
                  <a:pt x="155493" y="33520"/>
                  <a:pt x="158244" y="32512"/>
                  <a:pt x="161046" y="31931"/>
                </a:cubicBezTo>
                <a:cubicBezTo>
                  <a:pt x="163848" y="31350"/>
                  <a:pt x="166752" y="31060"/>
                  <a:pt x="169759" y="31060"/>
                </a:cubicBezTo>
                <a:cubicBezTo>
                  <a:pt x="180352" y="31060"/>
                  <a:pt x="188364" y="34187"/>
                  <a:pt x="193797" y="40440"/>
                </a:cubicBezTo>
                <a:cubicBezTo>
                  <a:pt x="199230" y="46693"/>
                  <a:pt x="201947" y="56106"/>
                  <a:pt x="201947" y="68681"/>
                </a:cubicBezTo>
                <a:lnTo>
                  <a:pt x="201947" y="135824"/>
                </a:lnTo>
                <a:lnTo>
                  <a:pt x="184110" y="135824"/>
                </a:lnTo>
                <a:lnTo>
                  <a:pt x="184110" y="70116"/>
                </a:lnTo>
                <a:cubicBezTo>
                  <a:pt x="184110" y="62052"/>
                  <a:pt x="182607" y="56089"/>
                  <a:pt x="179600" y="52228"/>
                </a:cubicBezTo>
                <a:cubicBezTo>
                  <a:pt x="176593" y="48367"/>
                  <a:pt x="172117" y="46436"/>
                  <a:pt x="166171" y="46436"/>
                </a:cubicBezTo>
                <a:cubicBezTo>
                  <a:pt x="163984" y="46436"/>
                  <a:pt x="161849" y="46761"/>
                  <a:pt x="159765" y="47410"/>
                </a:cubicBezTo>
                <a:cubicBezTo>
                  <a:pt x="157680" y="48059"/>
                  <a:pt x="155510" y="49187"/>
                  <a:pt x="153255" y="50793"/>
                </a:cubicBezTo>
                <a:cubicBezTo>
                  <a:pt x="151000" y="52399"/>
                  <a:pt x="148557" y="54569"/>
                  <a:pt x="145926" y="57302"/>
                </a:cubicBezTo>
                <a:cubicBezTo>
                  <a:pt x="143295" y="60036"/>
                  <a:pt x="140339" y="63453"/>
                  <a:pt x="137059" y="67553"/>
                </a:cubicBezTo>
                <a:lnTo>
                  <a:pt x="137059" y="135824"/>
                </a:lnTo>
                <a:lnTo>
                  <a:pt x="119222" y="135824"/>
                </a:lnTo>
                <a:lnTo>
                  <a:pt x="119222" y="32905"/>
                </a:lnTo>
                <a:close/>
                <a:moveTo>
                  <a:pt x="316761" y="135824"/>
                </a:moveTo>
                <a:lnTo>
                  <a:pt x="300770" y="135824"/>
                </a:lnTo>
                <a:lnTo>
                  <a:pt x="300155" y="119217"/>
                </a:lnTo>
                <a:cubicBezTo>
                  <a:pt x="297080" y="122771"/>
                  <a:pt x="294158" y="125726"/>
                  <a:pt x="291391" y="128084"/>
                </a:cubicBezTo>
                <a:cubicBezTo>
                  <a:pt x="288623" y="130442"/>
                  <a:pt x="285872" y="132338"/>
                  <a:pt x="283139" y="133773"/>
                </a:cubicBezTo>
                <a:cubicBezTo>
                  <a:pt x="280405" y="135208"/>
                  <a:pt x="277654" y="136216"/>
                  <a:pt x="274887" y="136797"/>
                </a:cubicBezTo>
                <a:cubicBezTo>
                  <a:pt x="272119" y="137378"/>
                  <a:pt x="269197" y="137669"/>
                  <a:pt x="266122" y="137669"/>
                </a:cubicBezTo>
                <a:cubicBezTo>
                  <a:pt x="255530" y="137669"/>
                  <a:pt x="247534" y="134559"/>
                  <a:pt x="242135" y="128340"/>
                </a:cubicBezTo>
                <a:cubicBezTo>
                  <a:pt x="236737" y="122122"/>
                  <a:pt x="234037" y="112725"/>
                  <a:pt x="234037" y="100151"/>
                </a:cubicBezTo>
                <a:lnTo>
                  <a:pt x="234037" y="32905"/>
                </a:lnTo>
                <a:lnTo>
                  <a:pt x="251874" y="32905"/>
                </a:lnTo>
                <a:lnTo>
                  <a:pt x="251874" y="98716"/>
                </a:lnTo>
                <a:cubicBezTo>
                  <a:pt x="251874" y="114502"/>
                  <a:pt x="257819" y="122395"/>
                  <a:pt x="269710" y="122395"/>
                </a:cubicBezTo>
                <a:cubicBezTo>
                  <a:pt x="271897" y="122395"/>
                  <a:pt x="274032" y="122070"/>
                  <a:pt x="276117" y="121421"/>
                </a:cubicBezTo>
                <a:cubicBezTo>
                  <a:pt x="278201" y="120772"/>
                  <a:pt x="280388" y="119644"/>
                  <a:pt x="282677" y="118038"/>
                </a:cubicBezTo>
                <a:cubicBezTo>
                  <a:pt x="284967" y="116432"/>
                  <a:pt x="287427" y="114263"/>
                  <a:pt x="290058" y="111529"/>
                </a:cubicBezTo>
                <a:cubicBezTo>
                  <a:pt x="292689" y="108796"/>
                  <a:pt x="295645" y="105344"/>
                  <a:pt x="298925" y="101176"/>
                </a:cubicBezTo>
                <a:lnTo>
                  <a:pt x="298925" y="32905"/>
                </a:lnTo>
                <a:lnTo>
                  <a:pt x="316761" y="32905"/>
                </a:lnTo>
                <a:lnTo>
                  <a:pt x="316761" y="135824"/>
                </a:lnTo>
                <a:close/>
                <a:moveTo>
                  <a:pt x="422248" y="135824"/>
                </a:moveTo>
                <a:lnTo>
                  <a:pt x="422248" y="61915"/>
                </a:lnTo>
                <a:cubicBezTo>
                  <a:pt x="422248" y="58703"/>
                  <a:pt x="422128" y="56072"/>
                  <a:pt x="421889" y="54022"/>
                </a:cubicBezTo>
                <a:cubicBezTo>
                  <a:pt x="421650" y="51972"/>
                  <a:pt x="421274" y="50349"/>
                  <a:pt x="420761" y="49153"/>
                </a:cubicBezTo>
                <a:cubicBezTo>
                  <a:pt x="420249" y="47957"/>
                  <a:pt x="419600" y="47120"/>
                  <a:pt x="418814" y="46641"/>
                </a:cubicBezTo>
                <a:cubicBezTo>
                  <a:pt x="418028" y="46163"/>
                  <a:pt x="417054" y="45924"/>
                  <a:pt x="415892" y="45924"/>
                </a:cubicBezTo>
                <a:cubicBezTo>
                  <a:pt x="414525" y="45924"/>
                  <a:pt x="413261" y="46334"/>
                  <a:pt x="412099" y="47154"/>
                </a:cubicBezTo>
                <a:cubicBezTo>
                  <a:pt x="410938" y="47974"/>
                  <a:pt x="409690" y="49307"/>
                  <a:pt x="408358" y="51152"/>
                </a:cubicBezTo>
                <a:cubicBezTo>
                  <a:pt x="407025" y="52997"/>
                  <a:pt x="405556" y="55440"/>
                  <a:pt x="403950" y="58481"/>
                </a:cubicBezTo>
                <a:cubicBezTo>
                  <a:pt x="402344" y="61522"/>
                  <a:pt x="400448" y="65264"/>
                  <a:pt x="398261" y="69706"/>
                </a:cubicBezTo>
                <a:lnTo>
                  <a:pt x="398261" y="135824"/>
                </a:lnTo>
                <a:lnTo>
                  <a:pt x="381962" y="135824"/>
                </a:lnTo>
                <a:lnTo>
                  <a:pt x="381962" y="63863"/>
                </a:lnTo>
                <a:cubicBezTo>
                  <a:pt x="381962" y="60104"/>
                  <a:pt x="381842" y="57063"/>
                  <a:pt x="381603" y="54739"/>
                </a:cubicBezTo>
                <a:cubicBezTo>
                  <a:pt x="381364" y="52416"/>
                  <a:pt x="380988" y="50605"/>
                  <a:pt x="380476" y="49307"/>
                </a:cubicBezTo>
                <a:cubicBezTo>
                  <a:pt x="379963" y="48008"/>
                  <a:pt x="379297" y="47120"/>
                  <a:pt x="378477" y="46641"/>
                </a:cubicBezTo>
                <a:cubicBezTo>
                  <a:pt x="377657" y="46163"/>
                  <a:pt x="376666" y="45924"/>
                  <a:pt x="375504" y="45924"/>
                </a:cubicBezTo>
                <a:cubicBezTo>
                  <a:pt x="374274" y="45924"/>
                  <a:pt x="373112" y="46265"/>
                  <a:pt x="372019" y="46949"/>
                </a:cubicBezTo>
                <a:cubicBezTo>
                  <a:pt x="370925" y="47632"/>
                  <a:pt x="369712" y="48862"/>
                  <a:pt x="368380" y="50639"/>
                </a:cubicBezTo>
                <a:cubicBezTo>
                  <a:pt x="367047" y="52416"/>
                  <a:pt x="365561" y="54842"/>
                  <a:pt x="363920" y="57917"/>
                </a:cubicBezTo>
                <a:cubicBezTo>
                  <a:pt x="362280" y="60992"/>
                  <a:pt x="360333" y="64922"/>
                  <a:pt x="358078" y="69706"/>
                </a:cubicBezTo>
                <a:lnTo>
                  <a:pt x="358078" y="135824"/>
                </a:lnTo>
                <a:lnTo>
                  <a:pt x="341676" y="135824"/>
                </a:lnTo>
                <a:lnTo>
                  <a:pt x="341676" y="32905"/>
                </a:lnTo>
                <a:lnTo>
                  <a:pt x="355310" y="32905"/>
                </a:lnTo>
                <a:lnTo>
                  <a:pt x="356130" y="52484"/>
                </a:lnTo>
                <a:cubicBezTo>
                  <a:pt x="357907" y="48589"/>
                  <a:pt x="359632" y="45275"/>
                  <a:pt x="361307" y="42541"/>
                </a:cubicBezTo>
                <a:cubicBezTo>
                  <a:pt x="362981" y="39807"/>
                  <a:pt x="364706" y="37603"/>
                  <a:pt x="366483" y="35929"/>
                </a:cubicBezTo>
                <a:cubicBezTo>
                  <a:pt x="368260" y="34255"/>
                  <a:pt x="370156" y="33025"/>
                  <a:pt x="372172" y="32239"/>
                </a:cubicBezTo>
                <a:cubicBezTo>
                  <a:pt x="374188" y="31453"/>
                  <a:pt x="376427" y="31060"/>
                  <a:pt x="378887" y="31060"/>
                </a:cubicBezTo>
                <a:cubicBezTo>
                  <a:pt x="384422" y="31060"/>
                  <a:pt x="388625" y="32871"/>
                  <a:pt x="391495" y="36493"/>
                </a:cubicBezTo>
                <a:cubicBezTo>
                  <a:pt x="394365" y="40115"/>
                  <a:pt x="395801" y="45719"/>
                  <a:pt x="395801" y="53304"/>
                </a:cubicBezTo>
                <a:cubicBezTo>
                  <a:pt x="397441" y="49751"/>
                  <a:pt x="399047" y="46590"/>
                  <a:pt x="400618" y="43822"/>
                </a:cubicBezTo>
                <a:cubicBezTo>
                  <a:pt x="402190" y="41055"/>
                  <a:pt x="403882" y="38731"/>
                  <a:pt x="405693" y="36852"/>
                </a:cubicBezTo>
                <a:cubicBezTo>
                  <a:pt x="407504" y="34972"/>
                  <a:pt x="409503" y="33537"/>
                  <a:pt x="411689" y="32546"/>
                </a:cubicBezTo>
                <a:cubicBezTo>
                  <a:pt x="413876" y="31555"/>
                  <a:pt x="416405" y="31060"/>
                  <a:pt x="419275" y="31060"/>
                </a:cubicBezTo>
                <a:cubicBezTo>
                  <a:pt x="432191" y="31060"/>
                  <a:pt x="438649" y="41003"/>
                  <a:pt x="438649" y="60890"/>
                </a:cubicBezTo>
                <a:lnTo>
                  <a:pt x="438649" y="135824"/>
                </a:lnTo>
                <a:lnTo>
                  <a:pt x="422248" y="135824"/>
                </a:lnTo>
                <a:close/>
                <a:moveTo>
                  <a:pt x="550593" y="78931"/>
                </a:moveTo>
                <a:cubicBezTo>
                  <a:pt x="550593" y="81460"/>
                  <a:pt x="550559" y="83578"/>
                  <a:pt x="550491" y="85287"/>
                </a:cubicBezTo>
                <a:cubicBezTo>
                  <a:pt x="550422" y="86995"/>
                  <a:pt x="550320" y="88601"/>
                  <a:pt x="550183" y="90105"/>
                </a:cubicBezTo>
                <a:lnTo>
                  <a:pt x="477915" y="90105"/>
                </a:lnTo>
                <a:cubicBezTo>
                  <a:pt x="477915" y="100629"/>
                  <a:pt x="480853" y="108710"/>
                  <a:pt x="486730" y="114348"/>
                </a:cubicBezTo>
                <a:cubicBezTo>
                  <a:pt x="492608" y="119986"/>
                  <a:pt x="501082" y="122805"/>
                  <a:pt x="512153" y="122805"/>
                </a:cubicBezTo>
                <a:cubicBezTo>
                  <a:pt x="515159" y="122805"/>
                  <a:pt x="518166" y="122685"/>
                  <a:pt x="521173" y="122446"/>
                </a:cubicBezTo>
                <a:cubicBezTo>
                  <a:pt x="524180" y="122207"/>
                  <a:pt x="527085" y="121882"/>
                  <a:pt x="529887" y="121472"/>
                </a:cubicBezTo>
                <a:cubicBezTo>
                  <a:pt x="532688" y="121062"/>
                  <a:pt x="535371" y="120601"/>
                  <a:pt x="537933" y="120089"/>
                </a:cubicBezTo>
                <a:cubicBezTo>
                  <a:pt x="540496" y="119576"/>
                  <a:pt x="542871" y="119012"/>
                  <a:pt x="545058" y="118397"/>
                </a:cubicBezTo>
                <a:lnTo>
                  <a:pt x="545058" y="133056"/>
                </a:lnTo>
                <a:cubicBezTo>
                  <a:pt x="540206" y="134423"/>
                  <a:pt x="534721" y="135533"/>
                  <a:pt x="528605" y="136387"/>
                </a:cubicBezTo>
                <a:cubicBezTo>
                  <a:pt x="522489" y="137242"/>
                  <a:pt x="516150" y="137669"/>
                  <a:pt x="509590" y="137669"/>
                </a:cubicBezTo>
                <a:cubicBezTo>
                  <a:pt x="500774" y="137669"/>
                  <a:pt x="493189" y="136473"/>
                  <a:pt x="486833" y="134081"/>
                </a:cubicBezTo>
                <a:cubicBezTo>
                  <a:pt x="480477" y="131689"/>
                  <a:pt x="475267" y="128221"/>
                  <a:pt x="471200" y="123676"/>
                </a:cubicBezTo>
                <a:cubicBezTo>
                  <a:pt x="467134" y="119132"/>
                  <a:pt x="464127" y="113562"/>
                  <a:pt x="462180" y="106967"/>
                </a:cubicBezTo>
                <a:cubicBezTo>
                  <a:pt x="460232" y="100373"/>
                  <a:pt x="459258" y="92907"/>
                  <a:pt x="459258" y="84569"/>
                </a:cubicBezTo>
                <a:cubicBezTo>
                  <a:pt x="459258" y="77325"/>
                  <a:pt x="460300" y="70474"/>
                  <a:pt x="462385" y="64016"/>
                </a:cubicBezTo>
                <a:cubicBezTo>
                  <a:pt x="464469" y="57558"/>
                  <a:pt x="467510" y="51886"/>
                  <a:pt x="471508" y="47000"/>
                </a:cubicBezTo>
                <a:cubicBezTo>
                  <a:pt x="475506" y="42114"/>
                  <a:pt x="480409" y="38236"/>
                  <a:pt x="486218" y="35365"/>
                </a:cubicBezTo>
                <a:cubicBezTo>
                  <a:pt x="492027" y="32495"/>
                  <a:pt x="498621" y="31060"/>
                  <a:pt x="506002" y="31060"/>
                </a:cubicBezTo>
                <a:cubicBezTo>
                  <a:pt x="513178" y="31060"/>
                  <a:pt x="519533" y="32188"/>
                  <a:pt x="525069" y="34443"/>
                </a:cubicBezTo>
                <a:cubicBezTo>
                  <a:pt x="530604" y="36698"/>
                  <a:pt x="535268" y="39893"/>
                  <a:pt x="539061" y="44027"/>
                </a:cubicBezTo>
                <a:cubicBezTo>
                  <a:pt x="542854" y="48162"/>
                  <a:pt x="545724" y="53185"/>
                  <a:pt x="547672" y="59096"/>
                </a:cubicBezTo>
                <a:cubicBezTo>
                  <a:pt x="549619" y="65007"/>
                  <a:pt x="550593" y="71619"/>
                  <a:pt x="550593" y="78931"/>
                </a:cubicBezTo>
                <a:moveTo>
                  <a:pt x="532039" y="76369"/>
                </a:moveTo>
                <a:cubicBezTo>
                  <a:pt x="532244" y="71790"/>
                  <a:pt x="531800" y="67604"/>
                  <a:pt x="530707" y="63811"/>
                </a:cubicBezTo>
                <a:cubicBezTo>
                  <a:pt x="529613" y="60019"/>
                  <a:pt x="527922" y="56755"/>
                  <a:pt x="525632" y="54022"/>
                </a:cubicBezTo>
                <a:cubicBezTo>
                  <a:pt x="523343" y="51288"/>
                  <a:pt x="520490" y="49153"/>
                  <a:pt x="517073" y="47615"/>
                </a:cubicBezTo>
                <a:cubicBezTo>
                  <a:pt x="513656" y="46077"/>
                  <a:pt x="509692" y="45309"/>
                  <a:pt x="505182" y="45309"/>
                </a:cubicBezTo>
                <a:cubicBezTo>
                  <a:pt x="501287" y="45309"/>
                  <a:pt x="497733" y="46060"/>
                  <a:pt x="494521" y="47564"/>
                </a:cubicBezTo>
                <a:cubicBezTo>
                  <a:pt x="491309" y="49067"/>
                  <a:pt x="488541" y="51186"/>
                  <a:pt x="486218" y="53919"/>
                </a:cubicBezTo>
                <a:cubicBezTo>
                  <a:pt x="483894" y="56653"/>
                  <a:pt x="482015" y="59933"/>
                  <a:pt x="480580" y="63760"/>
                </a:cubicBezTo>
                <a:cubicBezTo>
                  <a:pt x="479145" y="67587"/>
                  <a:pt x="478256" y="71790"/>
                  <a:pt x="477915" y="76369"/>
                </a:cubicBezTo>
                <a:lnTo>
                  <a:pt x="532039" y="76369"/>
                </a:lnTo>
                <a:close/>
                <a:moveTo>
                  <a:pt x="582684" y="32905"/>
                </a:moveTo>
                <a:lnTo>
                  <a:pt x="598983" y="32905"/>
                </a:lnTo>
                <a:lnTo>
                  <a:pt x="599495" y="51869"/>
                </a:lnTo>
                <a:cubicBezTo>
                  <a:pt x="605577" y="44557"/>
                  <a:pt x="611574" y="39261"/>
                  <a:pt x="617485" y="35980"/>
                </a:cubicBezTo>
                <a:cubicBezTo>
                  <a:pt x="623397" y="32700"/>
                  <a:pt x="629359" y="31060"/>
                  <a:pt x="635373" y="31060"/>
                </a:cubicBezTo>
                <a:cubicBezTo>
                  <a:pt x="646034" y="31060"/>
                  <a:pt x="654115" y="34511"/>
                  <a:pt x="659616" y="41413"/>
                </a:cubicBezTo>
                <a:cubicBezTo>
                  <a:pt x="665118" y="48316"/>
                  <a:pt x="667663" y="58566"/>
                  <a:pt x="667253" y="72166"/>
                </a:cubicBezTo>
                <a:lnTo>
                  <a:pt x="649212" y="72166"/>
                </a:lnTo>
                <a:cubicBezTo>
                  <a:pt x="649417" y="63145"/>
                  <a:pt x="648101" y="56602"/>
                  <a:pt x="645265" y="52536"/>
                </a:cubicBezTo>
                <a:cubicBezTo>
                  <a:pt x="642429" y="48469"/>
                  <a:pt x="638278" y="46436"/>
                  <a:pt x="632810" y="46436"/>
                </a:cubicBezTo>
                <a:cubicBezTo>
                  <a:pt x="630419" y="46436"/>
                  <a:pt x="628010" y="46863"/>
                  <a:pt x="625584" y="47718"/>
                </a:cubicBezTo>
                <a:cubicBezTo>
                  <a:pt x="623158" y="48572"/>
                  <a:pt x="620663" y="49939"/>
                  <a:pt x="618100" y="51818"/>
                </a:cubicBezTo>
                <a:cubicBezTo>
                  <a:pt x="615538" y="53697"/>
                  <a:pt x="612821" y="56106"/>
                  <a:pt x="609951" y="59045"/>
                </a:cubicBezTo>
                <a:cubicBezTo>
                  <a:pt x="607081" y="61983"/>
                  <a:pt x="604006" y="65537"/>
                  <a:pt x="600725" y="69706"/>
                </a:cubicBezTo>
                <a:lnTo>
                  <a:pt x="600725" y="135824"/>
                </a:lnTo>
                <a:lnTo>
                  <a:pt x="582684" y="135824"/>
                </a:lnTo>
                <a:lnTo>
                  <a:pt x="582684" y="32905"/>
                </a:lnTo>
                <a:close/>
                <a:moveTo>
                  <a:pt x="759413" y="135824"/>
                </a:moveTo>
                <a:lnTo>
                  <a:pt x="759003" y="121985"/>
                </a:lnTo>
                <a:cubicBezTo>
                  <a:pt x="753399" y="127520"/>
                  <a:pt x="747710" y="131518"/>
                  <a:pt x="741936" y="133978"/>
                </a:cubicBezTo>
                <a:cubicBezTo>
                  <a:pt x="736161" y="136439"/>
                  <a:pt x="730096" y="137669"/>
                  <a:pt x="723740" y="137669"/>
                </a:cubicBezTo>
                <a:cubicBezTo>
                  <a:pt x="717863" y="137669"/>
                  <a:pt x="712840" y="136917"/>
                  <a:pt x="708672" y="135414"/>
                </a:cubicBezTo>
                <a:cubicBezTo>
                  <a:pt x="704503" y="133910"/>
                  <a:pt x="701069" y="131843"/>
                  <a:pt x="698370" y="129212"/>
                </a:cubicBezTo>
                <a:cubicBezTo>
                  <a:pt x="695670" y="126581"/>
                  <a:pt x="693688" y="123488"/>
                  <a:pt x="692424" y="119935"/>
                </a:cubicBezTo>
                <a:cubicBezTo>
                  <a:pt x="691160" y="116381"/>
                  <a:pt x="690528" y="112520"/>
                  <a:pt x="690528" y="108351"/>
                </a:cubicBezTo>
                <a:cubicBezTo>
                  <a:pt x="690528" y="98032"/>
                  <a:pt x="694372" y="89951"/>
                  <a:pt x="702060" y="84108"/>
                </a:cubicBezTo>
                <a:cubicBezTo>
                  <a:pt x="709748" y="78265"/>
                  <a:pt x="721109" y="75344"/>
                  <a:pt x="736144" y="75344"/>
                </a:cubicBezTo>
                <a:lnTo>
                  <a:pt x="757466" y="75344"/>
                </a:lnTo>
                <a:lnTo>
                  <a:pt x="757466" y="66323"/>
                </a:lnTo>
                <a:cubicBezTo>
                  <a:pt x="757466" y="60241"/>
                  <a:pt x="755518" y="55372"/>
                  <a:pt x="751623" y="51715"/>
                </a:cubicBezTo>
                <a:cubicBezTo>
                  <a:pt x="747727" y="48059"/>
                  <a:pt x="741782" y="46231"/>
                  <a:pt x="733786" y="46231"/>
                </a:cubicBezTo>
                <a:cubicBezTo>
                  <a:pt x="727977" y="46231"/>
                  <a:pt x="722254" y="46880"/>
                  <a:pt x="716616" y="48179"/>
                </a:cubicBezTo>
                <a:cubicBezTo>
                  <a:pt x="710978" y="49477"/>
                  <a:pt x="705152" y="51323"/>
                  <a:pt x="699138" y="53714"/>
                </a:cubicBezTo>
                <a:lnTo>
                  <a:pt x="699138" y="37621"/>
                </a:lnTo>
                <a:cubicBezTo>
                  <a:pt x="701394" y="36800"/>
                  <a:pt x="703905" y="35998"/>
                  <a:pt x="706673" y="35212"/>
                </a:cubicBezTo>
                <a:cubicBezTo>
                  <a:pt x="709440" y="34426"/>
                  <a:pt x="712362" y="33725"/>
                  <a:pt x="715437" y="33110"/>
                </a:cubicBezTo>
                <a:cubicBezTo>
                  <a:pt x="718512" y="32495"/>
                  <a:pt x="721724" y="32000"/>
                  <a:pt x="725073" y="31624"/>
                </a:cubicBezTo>
                <a:cubicBezTo>
                  <a:pt x="728422" y="31248"/>
                  <a:pt x="731804" y="31060"/>
                  <a:pt x="735221" y="31060"/>
                </a:cubicBezTo>
                <a:cubicBezTo>
                  <a:pt x="741440" y="31060"/>
                  <a:pt x="747044" y="31743"/>
                  <a:pt x="752033" y="33110"/>
                </a:cubicBezTo>
                <a:cubicBezTo>
                  <a:pt x="757021" y="34477"/>
                  <a:pt x="761241" y="36561"/>
                  <a:pt x="764692" y="39363"/>
                </a:cubicBezTo>
                <a:cubicBezTo>
                  <a:pt x="768144" y="42165"/>
                  <a:pt x="770792" y="45685"/>
                  <a:pt x="772637" y="49922"/>
                </a:cubicBezTo>
                <a:cubicBezTo>
                  <a:pt x="774482" y="54159"/>
                  <a:pt x="775405" y="59147"/>
                  <a:pt x="775405" y="64888"/>
                </a:cubicBezTo>
                <a:lnTo>
                  <a:pt x="775405" y="135824"/>
                </a:lnTo>
                <a:lnTo>
                  <a:pt x="759413" y="135824"/>
                </a:lnTo>
                <a:moveTo>
                  <a:pt x="757466" y="88977"/>
                </a:moveTo>
                <a:lnTo>
                  <a:pt x="734811" y="88977"/>
                </a:lnTo>
                <a:cubicBezTo>
                  <a:pt x="730369" y="88977"/>
                  <a:pt x="726542" y="89421"/>
                  <a:pt x="723330" y="90310"/>
                </a:cubicBezTo>
                <a:cubicBezTo>
                  <a:pt x="720118" y="91198"/>
                  <a:pt x="717487" y="92463"/>
                  <a:pt x="715437" y="94103"/>
                </a:cubicBezTo>
                <a:cubicBezTo>
                  <a:pt x="713387" y="95743"/>
                  <a:pt x="711866" y="97708"/>
                  <a:pt x="710876" y="99997"/>
                </a:cubicBezTo>
                <a:cubicBezTo>
                  <a:pt x="709885" y="102286"/>
                  <a:pt x="709389" y="104866"/>
                  <a:pt x="709389" y="107736"/>
                </a:cubicBezTo>
                <a:cubicBezTo>
                  <a:pt x="709389" y="109718"/>
                  <a:pt x="709697" y="111614"/>
                  <a:pt x="710312" y="113425"/>
                </a:cubicBezTo>
                <a:cubicBezTo>
                  <a:pt x="710927" y="115236"/>
                  <a:pt x="711918" y="116842"/>
                  <a:pt x="713285" y="118243"/>
                </a:cubicBezTo>
                <a:cubicBezTo>
                  <a:pt x="714651" y="119644"/>
                  <a:pt x="716428" y="120755"/>
                  <a:pt x="718615" y="121575"/>
                </a:cubicBezTo>
                <a:cubicBezTo>
                  <a:pt x="720802" y="122395"/>
                  <a:pt x="723467" y="122805"/>
                  <a:pt x="726611" y="122805"/>
                </a:cubicBezTo>
                <a:cubicBezTo>
                  <a:pt x="730711" y="122805"/>
                  <a:pt x="735409" y="121558"/>
                  <a:pt x="740705" y="119063"/>
                </a:cubicBezTo>
                <a:cubicBezTo>
                  <a:pt x="746002" y="116569"/>
                  <a:pt x="751588" y="112622"/>
                  <a:pt x="757466" y="107224"/>
                </a:cubicBezTo>
                <a:lnTo>
                  <a:pt x="757466" y="88977"/>
                </a:lnTo>
                <a:close/>
                <a:moveTo>
                  <a:pt x="891039" y="134388"/>
                </a:moveTo>
                <a:cubicBezTo>
                  <a:pt x="887007" y="135414"/>
                  <a:pt x="882839" y="136148"/>
                  <a:pt x="878533" y="136592"/>
                </a:cubicBezTo>
                <a:cubicBezTo>
                  <a:pt x="874228" y="137037"/>
                  <a:pt x="869854" y="137259"/>
                  <a:pt x="865412" y="137259"/>
                </a:cubicBezTo>
                <a:cubicBezTo>
                  <a:pt x="852496" y="137259"/>
                  <a:pt x="842860" y="134337"/>
                  <a:pt x="836505" y="128494"/>
                </a:cubicBezTo>
                <a:cubicBezTo>
                  <a:pt x="830149" y="122651"/>
                  <a:pt x="826972" y="113682"/>
                  <a:pt x="826972" y="101586"/>
                </a:cubicBezTo>
                <a:lnTo>
                  <a:pt x="826972" y="47871"/>
                </a:lnTo>
                <a:lnTo>
                  <a:pt x="798167" y="47871"/>
                </a:lnTo>
                <a:lnTo>
                  <a:pt x="798167" y="32905"/>
                </a:lnTo>
                <a:lnTo>
                  <a:pt x="826972" y="32905"/>
                </a:lnTo>
                <a:lnTo>
                  <a:pt x="826972" y="4613"/>
                </a:lnTo>
                <a:lnTo>
                  <a:pt x="844808" y="0"/>
                </a:lnTo>
                <a:lnTo>
                  <a:pt x="844808" y="32905"/>
                </a:lnTo>
                <a:lnTo>
                  <a:pt x="891039" y="32905"/>
                </a:lnTo>
                <a:lnTo>
                  <a:pt x="891039" y="47871"/>
                </a:lnTo>
                <a:lnTo>
                  <a:pt x="844808" y="47871"/>
                </a:lnTo>
                <a:lnTo>
                  <a:pt x="844808" y="100151"/>
                </a:lnTo>
                <a:cubicBezTo>
                  <a:pt x="844808" y="107531"/>
                  <a:pt x="846773" y="113050"/>
                  <a:pt x="850702" y="116706"/>
                </a:cubicBezTo>
                <a:cubicBezTo>
                  <a:pt x="854632" y="120362"/>
                  <a:pt x="860423" y="122190"/>
                  <a:pt x="868077" y="122190"/>
                </a:cubicBezTo>
                <a:cubicBezTo>
                  <a:pt x="871358" y="122190"/>
                  <a:pt x="874945" y="121934"/>
                  <a:pt x="878841" y="121421"/>
                </a:cubicBezTo>
                <a:cubicBezTo>
                  <a:pt x="882736" y="120909"/>
                  <a:pt x="886802" y="120106"/>
                  <a:pt x="891039" y="119012"/>
                </a:cubicBezTo>
                <a:lnTo>
                  <a:pt x="891039" y="134388"/>
                </a:lnTo>
                <a:close/>
                <a:moveTo>
                  <a:pt x="1009852" y="78931"/>
                </a:moveTo>
                <a:cubicBezTo>
                  <a:pt x="1009852" y="81460"/>
                  <a:pt x="1009818" y="83578"/>
                  <a:pt x="1009749" y="85287"/>
                </a:cubicBezTo>
                <a:cubicBezTo>
                  <a:pt x="1009681" y="86995"/>
                  <a:pt x="1009578" y="88601"/>
                  <a:pt x="1009442" y="90105"/>
                </a:cubicBezTo>
                <a:lnTo>
                  <a:pt x="937173" y="90105"/>
                </a:lnTo>
                <a:cubicBezTo>
                  <a:pt x="937173" y="100629"/>
                  <a:pt x="940112" y="108710"/>
                  <a:pt x="945989" y="114348"/>
                </a:cubicBezTo>
                <a:cubicBezTo>
                  <a:pt x="951866" y="119986"/>
                  <a:pt x="960340" y="122805"/>
                  <a:pt x="971411" y="122805"/>
                </a:cubicBezTo>
                <a:cubicBezTo>
                  <a:pt x="974418" y="122805"/>
                  <a:pt x="977425" y="122685"/>
                  <a:pt x="980432" y="122446"/>
                </a:cubicBezTo>
                <a:cubicBezTo>
                  <a:pt x="983439" y="122207"/>
                  <a:pt x="986343" y="121882"/>
                  <a:pt x="989145" y="121472"/>
                </a:cubicBezTo>
                <a:cubicBezTo>
                  <a:pt x="991947" y="121062"/>
                  <a:pt x="994629" y="120601"/>
                  <a:pt x="997192" y="120089"/>
                </a:cubicBezTo>
                <a:cubicBezTo>
                  <a:pt x="999755" y="119576"/>
                  <a:pt x="1002129" y="119012"/>
                  <a:pt x="1004316" y="118397"/>
                </a:cubicBezTo>
                <a:lnTo>
                  <a:pt x="1004316" y="133056"/>
                </a:lnTo>
                <a:cubicBezTo>
                  <a:pt x="999464" y="134423"/>
                  <a:pt x="993980" y="135533"/>
                  <a:pt x="987864" y="136387"/>
                </a:cubicBezTo>
                <a:cubicBezTo>
                  <a:pt x="981747" y="137242"/>
                  <a:pt x="975409" y="137669"/>
                  <a:pt x="968848" y="137669"/>
                </a:cubicBezTo>
                <a:cubicBezTo>
                  <a:pt x="960033" y="137669"/>
                  <a:pt x="952447" y="136473"/>
                  <a:pt x="946092" y="134081"/>
                </a:cubicBezTo>
                <a:cubicBezTo>
                  <a:pt x="939736" y="131689"/>
                  <a:pt x="934525" y="128221"/>
                  <a:pt x="930459" y="123676"/>
                </a:cubicBezTo>
                <a:cubicBezTo>
                  <a:pt x="926393" y="119132"/>
                  <a:pt x="923386" y="113562"/>
                  <a:pt x="921438" y="106967"/>
                </a:cubicBezTo>
                <a:cubicBezTo>
                  <a:pt x="919491" y="100373"/>
                  <a:pt x="918517" y="92907"/>
                  <a:pt x="918517" y="84569"/>
                </a:cubicBezTo>
                <a:cubicBezTo>
                  <a:pt x="918517" y="77325"/>
                  <a:pt x="919559" y="70474"/>
                  <a:pt x="921643" y="64016"/>
                </a:cubicBezTo>
                <a:cubicBezTo>
                  <a:pt x="923728" y="57558"/>
                  <a:pt x="926769" y="51886"/>
                  <a:pt x="930767" y="47000"/>
                </a:cubicBezTo>
                <a:cubicBezTo>
                  <a:pt x="934764" y="42114"/>
                  <a:pt x="939668" y="38236"/>
                  <a:pt x="945476" y="35365"/>
                </a:cubicBezTo>
                <a:cubicBezTo>
                  <a:pt x="951285" y="32495"/>
                  <a:pt x="957880" y="31060"/>
                  <a:pt x="965261" y="31060"/>
                </a:cubicBezTo>
                <a:cubicBezTo>
                  <a:pt x="972436" y="31060"/>
                  <a:pt x="978792" y="32188"/>
                  <a:pt x="984327" y="34443"/>
                </a:cubicBezTo>
                <a:cubicBezTo>
                  <a:pt x="989863" y="36698"/>
                  <a:pt x="994527" y="39893"/>
                  <a:pt x="998320" y="44027"/>
                </a:cubicBezTo>
                <a:cubicBezTo>
                  <a:pt x="1002112" y="48162"/>
                  <a:pt x="1004983" y="53185"/>
                  <a:pt x="1006930" y="59096"/>
                </a:cubicBezTo>
                <a:cubicBezTo>
                  <a:pt x="1008878" y="65007"/>
                  <a:pt x="1009852" y="71619"/>
                  <a:pt x="1009852" y="78931"/>
                </a:cubicBezTo>
                <a:moveTo>
                  <a:pt x="991298" y="76369"/>
                </a:moveTo>
                <a:cubicBezTo>
                  <a:pt x="991503" y="71790"/>
                  <a:pt x="991059" y="67604"/>
                  <a:pt x="989965" y="63811"/>
                </a:cubicBezTo>
                <a:cubicBezTo>
                  <a:pt x="988872" y="60019"/>
                  <a:pt x="987180" y="56755"/>
                  <a:pt x="984891" y="54022"/>
                </a:cubicBezTo>
                <a:cubicBezTo>
                  <a:pt x="982602" y="51288"/>
                  <a:pt x="979748" y="49153"/>
                  <a:pt x="976332" y="47615"/>
                </a:cubicBezTo>
                <a:cubicBezTo>
                  <a:pt x="972915" y="46077"/>
                  <a:pt x="968951" y="45309"/>
                  <a:pt x="964441" y="45309"/>
                </a:cubicBezTo>
                <a:cubicBezTo>
                  <a:pt x="960545" y="45309"/>
                  <a:pt x="956992" y="46060"/>
                  <a:pt x="953780" y="47564"/>
                </a:cubicBezTo>
                <a:cubicBezTo>
                  <a:pt x="950568" y="49067"/>
                  <a:pt x="947800" y="51186"/>
                  <a:pt x="945476" y="53919"/>
                </a:cubicBezTo>
                <a:cubicBezTo>
                  <a:pt x="943153" y="56653"/>
                  <a:pt x="941274" y="59933"/>
                  <a:pt x="939839" y="63760"/>
                </a:cubicBezTo>
                <a:cubicBezTo>
                  <a:pt x="938403" y="67587"/>
                  <a:pt x="937515" y="71790"/>
                  <a:pt x="937173" y="76369"/>
                </a:cubicBezTo>
                <a:lnTo>
                  <a:pt x="991298" y="76369"/>
                </a:lnTo>
                <a:close/>
              </a:path>
            </a:pathLst>
          </a:custGeom>
          <a:solidFill xmlns:a="http://schemas.openxmlformats.org/drawingml/2006/main">
            <a:srgbClr val="6134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(nums):">
            <a:extLst xmlns:a="http://schemas.openxmlformats.org/drawingml/2006/main">
              <a:ext uri="{FF2B5EF4-FFF2-40B4-BE49-F238E27FC236}">
                <a16:creationId xmlns:a16="http://schemas.microsoft.com/office/drawing/2014/main" id="{4139EA93-9C14-4FD2-98D8-6D79AE39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411" y="1114237"/>
            <a:ext cx="731607" cy="195688"/>
          </a:xfrm>
          <a:custGeom xmlns:a="http://schemas.openxmlformats.org/drawingml/2006/main">
            <a:pathLst>
              <a:path w="731607" h="195688">
                <a:moveTo>
                  <a:pt x="47256" y="195688"/>
                </a:moveTo>
                <a:cubicBezTo>
                  <a:pt x="15752" y="166508"/>
                  <a:pt x="0" y="134252"/>
                  <a:pt x="0" y="98921"/>
                </a:cubicBezTo>
                <a:cubicBezTo>
                  <a:pt x="0" y="90652"/>
                  <a:pt x="837" y="82400"/>
                  <a:pt x="2511" y="74165"/>
                </a:cubicBezTo>
                <a:cubicBezTo>
                  <a:pt x="4186" y="65930"/>
                  <a:pt x="6885" y="57678"/>
                  <a:pt x="10610" y="49409"/>
                </a:cubicBezTo>
                <a:cubicBezTo>
                  <a:pt x="14334" y="41140"/>
                  <a:pt x="19254" y="32871"/>
                  <a:pt x="25371" y="24602"/>
                </a:cubicBezTo>
                <a:cubicBezTo>
                  <a:pt x="31487" y="16333"/>
                  <a:pt x="38919" y="8132"/>
                  <a:pt x="47666" y="0"/>
                </a:cubicBezTo>
                <a:lnTo>
                  <a:pt x="58020" y="10558"/>
                </a:lnTo>
                <a:cubicBezTo>
                  <a:pt x="31504" y="36732"/>
                  <a:pt x="18246" y="65742"/>
                  <a:pt x="18246" y="97588"/>
                </a:cubicBezTo>
                <a:cubicBezTo>
                  <a:pt x="18246" y="113443"/>
                  <a:pt x="21595" y="128682"/>
                  <a:pt x="28292" y="143307"/>
                </a:cubicBezTo>
                <a:cubicBezTo>
                  <a:pt x="34990" y="157931"/>
                  <a:pt x="44899" y="171736"/>
                  <a:pt x="58020" y="184720"/>
                </a:cubicBezTo>
                <a:lnTo>
                  <a:pt x="47256" y="195688"/>
                </a:lnTo>
                <a:close/>
                <a:moveTo>
                  <a:pt x="100459" y="49717"/>
                </a:moveTo>
                <a:lnTo>
                  <a:pt x="116347" y="49717"/>
                </a:lnTo>
                <a:lnTo>
                  <a:pt x="117065" y="66323"/>
                </a:lnTo>
                <a:cubicBezTo>
                  <a:pt x="120072" y="62769"/>
                  <a:pt x="122976" y="59814"/>
                  <a:pt x="125778" y="57456"/>
                </a:cubicBezTo>
                <a:cubicBezTo>
                  <a:pt x="128580" y="55098"/>
                  <a:pt x="131331" y="53202"/>
                  <a:pt x="134030" y="51767"/>
                </a:cubicBezTo>
                <a:cubicBezTo>
                  <a:pt x="136729" y="50332"/>
                  <a:pt x="139480" y="49324"/>
                  <a:pt x="142282" y="48743"/>
                </a:cubicBezTo>
                <a:cubicBezTo>
                  <a:pt x="145084" y="48162"/>
                  <a:pt x="147988" y="47871"/>
                  <a:pt x="150995" y="47871"/>
                </a:cubicBezTo>
                <a:cubicBezTo>
                  <a:pt x="161588" y="47871"/>
                  <a:pt x="169600" y="50998"/>
                  <a:pt x="175033" y="57251"/>
                </a:cubicBezTo>
                <a:cubicBezTo>
                  <a:pt x="180466" y="63504"/>
                  <a:pt x="183183" y="72918"/>
                  <a:pt x="183183" y="85492"/>
                </a:cubicBezTo>
                <a:lnTo>
                  <a:pt x="183183" y="152635"/>
                </a:lnTo>
                <a:lnTo>
                  <a:pt x="165346" y="152635"/>
                </a:lnTo>
                <a:lnTo>
                  <a:pt x="165346" y="86927"/>
                </a:lnTo>
                <a:cubicBezTo>
                  <a:pt x="165346" y="78863"/>
                  <a:pt x="163843" y="72901"/>
                  <a:pt x="160836" y="69039"/>
                </a:cubicBezTo>
                <a:cubicBezTo>
                  <a:pt x="157829" y="65178"/>
                  <a:pt x="153353" y="63248"/>
                  <a:pt x="147407" y="63248"/>
                </a:cubicBezTo>
                <a:cubicBezTo>
                  <a:pt x="145221" y="63248"/>
                  <a:pt x="143085" y="63572"/>
                  <a:pt x="141001" y="64221"/>
                </a:cubicBezTo>
                <a:cubicBezTo>
                  <a:pt x="138916" y="64871"/>
                  <a:pt x="136747" y="65998"/>
                  <a:pt x="134491" y="67604"/>
                </a:cubicBezTo>
                <a:cubicBezTo>
                  <a:pt x="132236" y="69210"/>
                  <a:pt x="129793" y="71380"/>
                  <a:pt x="127162" y="74114"/>
                </a:cubicBezTo>
                <a:cubicBezTo>
                  <a:pt x="124531" y="76847"/>
                  <a:pt x="121575" y="80264"/>
                  <a:pt x="118295" y="84364"/>
                </a:cubicBezTo>
                <a:lnTo>
                  <a:pt x="118295" y="152635"/>
                </a:lnTo>
                <a:lnTo>
                  <a:pt x="100459" y="152635"/>
                </a:lnTo>
                <a:lnTo>
                  <a:pt x="100459" y="49717"/>
                </a:lnTo>
                <a:close/>
                <a:moveTo>
                  <a:pt x="297997" y="152635"/>
                </a:moveTo>
                <a:lnTo>
                  <a:pt x="282006" y="152635"/>
                </a:lnTo>
                <a:lnTo>
                  <a:pt x="281391" y="136029"/>
                </a:lnTo>
                <a:cubicBezTo>
                  <a:pt x="278316" y="139582"/>
                  <a:pt x="275394" y="142538"/>
                  <a:pt x="272626" y="144896"/>
                </a:cubicBezTo>
                <a:cubicBezTo>
                  <a:pt x="269859" y="147253"/>
                  <a:pt x="267108" y="149150"/>
                  <a:pt x="264374" y="150585"/>
                </a:cubicBezTo>
                <a:cubicBezTo>
                  <a:pt x="261641" y="152020"/>
                  <a:pt x="258890" y="153028"/>
                  <a:pt x="256123" y="153609"/>
                </a:cubicBezTo>
                <a:cubicBezTo>
                  <a:pt x="253355" y="154190"/>
                  <a:pt x="250433" y="154480"/>
                  <a:pt x="247358" y="154480"/>
                </a:cubicBezTo>
                <a:cubicBezTo>
                  <a:pt x="236766" y="154480"/>
                  <a:pt x="228770" y="151371"/>
                  <a:pt x="223371" y="145152"/>
                </a:cubicBezTo>
                <a:cubicBezTo>
                  <a:pt x="217972" y="138933"/>
                  <a:pt x="215273" y="129536"/>
                  <a:pt x="215273" y="116962"/>
                </a:cubicBezTo>
                <a:lnTo>
                  <a:pt x="215273" y="49717"/>
                </a:lnTo>
                <a:lnTo>
                  <a:pt x="233109" y="49717"/>
                </a:lnTo>
                <a:lnTo>
                  <a:pt x="233109" y="115527"/>
                </a:lnTo>
                <a:cubicBezTo>
                  <a:pt x="233109" y="131313"/>
                  <a:pt x="239055" y="139206"/>
                  <a:pt x="250946" y="139206"/>
                </a:cubicBezTo>
                <a:cubicBezTo>
                  <a:pt x="253133" y="139206"/>
                  <a:pt x="255268" y="138882"/>
                  <a:pt x="257353" y="138232"/>
                </a:cubicBezTo>
                <a:cubicBezTo>
                  <a:pt x="259437" y="137583"/>
                  <a:pt x="261624" y="136456"/>
                  <a:pt x="263913" y="134850"/>
                </a:cubicBezTo>
                <a:cubicBezTo>
                  <a:pt x="266203" y="133244"/>
                  <a:pt x="268663" y="131074"/>
                  <a:pt x="271294" y="128340"/>
                </a:cubicBezTo>
                <a:cubicBezTo>
                  <a:pt x="273925" y="125607"/>
                  <a:pt x="276880" y="122156"/>
                  <a:pt x="280161" y="117987"/>
                </a:cubicBezTo>
                <a:lnTo>
                  <a:pt x="280161" y="49717"/>
                </a:lnTo>
                <a:lnTo>
                  <a:pt x="297997" y="49717"/>
                </a:lnTo>
                <a:lnTo>
                  <a:pt x="297997" y="152635"/>
                </a:lnTo>
                <a:close/>
                <a:moveTo>
                  <a:pt x="403484" y="152635"/>
                </a:moveTo>
                <a:lnTo>
                  <a:pt x="403484" y="78726"/>
                </a:lnTo>
                <a:cubicBezTo>
                  <a:pt x="403484" y="75514"/>
                  <a:pt x="403364" y="72883"/>
                  <a:pt x="403125" y="70833"/>
                </a:cubicBezTo>
                <a:cubicBezTo>
                  <a:pt x="402886" y="68783"/>
                  <a:pt x="402510" y="67160"/>
                  <a:pt x="401997" y="65964"/>
                </a:cubicBezTo>
                <a:cubicBezTo>
                  <a:pt x="401485" y="64768"/>
                  <a:pt x="400835" y="63931"/>
                  <a:pt x="400050" y="63453"/>
                </a:cubicBezTo>
                <a:cubicBezTo>
                  <a:pt x="399264" y="62974"/>
                  <a:pt x="398290" y="62735"/>
                  <a:pt x="397128" y="62735"/>
                </a:cubicBezTo>
                <a:cubicBezTo>
                  <a:pt x="395761" y="62735"/>
                  <a:pt x="394497" y="63145"/>
                  <a:pt x="393335" y="63965"/>
                </a:cubicBezTo>
                <a:cubicBezTo>
                  <a:pt x="392173" y="64785"/>
                  <a:pt x="390926" y="66118"/>
                  <a:pt x="389594" y="67963"/>
                </a:cubicBezTo>
                <a:cubicBezTo>
                  <a:pt x="388261" y="69808"/>
                  <a:pt x="386792" y="72251"/>
                  <a:pt x="385186" y="75292"/>
                </a:cubicBezTo>
                <a:cubicBezTo>
                  <a:pt x="383580" y="78333"/>
                  <a:pt x="381683" y="82075"/>
                  <a:pt x="379497" y="86517"/>
                </a:cubicBezTo>
                <a:lnTo>
                  <a:pt x="379497" y="152635"/>
                </a:lnTo>
                <a:lnTo>
                  <a:pt x="363198" y="152635"/>
                </a:lnTo>
                <a:lnTo>
                  <a:pt x="363198" y="80674"/>
                </a:lnTo>
                <a:cubicBezTo>
                  <a:pt x="363198" y="76915"/>
                  <a:pt x="363078" y="73874"/>
                  <a:pt x="362839" y="71551"/>
                </a:cubicBezTo>
                <a:cubicBezTo>
                  <a:pt x="362600" y="69227"/>
                  <a:pt x="362224" y="67416"/>
                  <a:pt x="361711" y="66118"/>
                </a:cubicBezTo>
                <a:cubicBezTo>
                  <a:pt x="361199" y="64819"/>
                  <a:pt x="360533" y="63931"/>
                  <a:pt x="359713" y="63453"/>
                </a:cubicBezTo>
                <a:cubicBezTo>
                  <a:pt x="358892" y="62974"/>
                  <a:pt x="357902" y="62735"/>
                  <a:pt x="356740" y="62735"/>
                </a:cubicBezTo>
                <a:cubicBezTo>
                  <a:pt x="355510" y="62735"/>
                  <a:pt x="354348" y="63077"/>
                  <a:pt x="353254" y="63760"/>
                </a:cubicBezTo>
                <a:cubicBezTo>
                  <a:pt x="352161" y="64444"/>
                  <a:pt x="350948" y="65674"/>
                  <a:pt x="349615" y="67450"/>
                </a:cubicBezTo>
                <a:cubicBezTo>
                  <a:pt x="348283" y="69227"/>
                  <a:pt x="346796" y="71653"/>
                  <a:pt x="345156" y="74729"/>
                </a:cubicBezTo>
                <a:cubicBezTo>
                  <a:pt x="343516" y="77804"/>
                  <a:pt x="341569" y="81733"/>
                  <a:pt x="339313" y="86517"/>
                </a:cubicBezTo>
                <a:lnTo>
                  <a:pt x="339313" y="152635"/>
                </a:lnTo>
                <a:lnTo>
                  <a:pt x="322912" y="152635"/>
                </a:lnTo>
                <a:lnTo>
                  <a:pt x="322912" y="49717"/>
                </a:lnTo>
                <a:lnTo>
                  <a:pt x="336546" y="49717"/>
                </a:lnTo>
                <a:lnTo>
                  <a:pt x="337366" y="69296"/>
                </a:lnTo>
                <a:cubicBezTo>
                  <a:pt x="339142" y="65400"/>
                  <a:pt x="340868" y="62086"/>
                  <a:pt x="342542" y="59352"/>
                </a:cubicBezTo>
                <a:cubicBezTo>
                  <a:pt x="344217" y="56619"/>
                  <a:pt x="345942" y="54415"/>
                  <a:pt x="347719" y="52741"/>
                </a:cubicBezTo>
                <a:cubicBezTo>
                  <a:pt x="349496" y="51066"/>
                  <a:pt x="351392" y="49836"/>
                  <a:pt x="353408" y="49050"/>
                </a:cubicBezTo>
                <a:cubicBezTo>
                  <a:pt x="355424" y="48264"/>
                  <a:pt x="357662" y="47871"/>
                  <a:pt x="360123" y="47871"/>
                </a:cubicBezTo>
                <a:cubicBezTo>
                  <a:pt x="365658" y="47871"/>
                  <a:pt x="369861" y="49682"/>
                  <a:pt x="372731" y="53304"/>
                </a:cubicBezTo>
                <a:cubicBezTo>
                  <a:pt x="375601" y="56926"/>
                  <a:pt x="377036" y="62530"/>
                  <a:pt x="377036" y="70116"/>
                </a:cubicBezTo>
                <a:cubicBezTo>
                  <a:pt x="378677" y="66562"/>
                  <a:pt x="380283" y="63401"/>
                  <a:pt x="381854" y="60634"/>
                </a:cubicBezTo>
                <a:cubicBezTo>
                  <a:pt x="383426" y="57866"/>
                  <a:pt x="385117" y="55542"/>
                  <a:pt x="386928" y="53663"/>
                </a:cubicBezTo>
                <a:cubicBezTo>
                  <a:pt x="388739" y="51784"/>
                  <a:pt x="390738" y="50349"/>
                  <a:pt x="392925" y="49358"/>
                </a:cubicBezTo>
                <a:cubicBezTo>
                  <a:pt x="395112" y="48367"/>
                  <a:pt x="397641" y="47871"/>
                  <a:pt x="400511" y="47871"/>
                </a:cubicBezTo>
                <a:cubicBezTo>
                  <a:pt x="413427" y="47871"/>
                  <a:pt x="419885" y="57815"/>
                  <a:pt x="419885" y="77701"/>
                </a:cubicBezTo>
                <a:lnTo>
                  <a:pt x="419885" y="152635"/>
                </a:lnTo>
                <a:lnTo>
                  <a:pt x="403484" y="152635"/>
                </a:lnTo>
                <a:close/>
                <a:moveTo>
                  <a:pt x="526396" y="124548"/>
                </a:moveTo>
                <a:cubicBezTo>
                  <a:pt x="526396" y="128170"/>
                  <a:pt x="525781" y="131416"/>
                  <a:pt x="524551" y="134286"/>
                </a:cubicBezTo>
                <a:cubicBezTo>
                  <a:pt x="523321" y="137156"/>
                  <a:pt x="521647" y="139702"/>
                  <a:pt x="519528" y="141923"/>
                </a:cubicBezTo>
                <a:cubicBezTo>
                  <a:pt x="517410" y="144144"/>
                  <a:pt x="514950" y="146040"/>
                  <a:pt x="512148" y="147612"/>
                </a:cubicBezTo>
                <a:cubicBezTo>
                  <a:pt x="509346" y="149184"/>
                  <a:pt x="506356" y="150482"/>
                  <a:pt x="503178" y="151507"/>
                </a:cubicBezTo>
                <a:cubicBezTo>
                  <a:pt x="500000" y="152532"/>
                  <a:pt x="496737" y="153284"/>
                  <a:pt x="493389" y="153763"/>
                </a:cubicBezTo>
                <a:cubicBezTo>
                  <a:pt x="490040" y="154241"/>
                  <a:pt x="486760" y="154480"/>
                  <a:pt x="483548" y="154480"/>
                </a:cubicBezTo>
                <a:cubicBezTo>
                  <a:pt x="476577" y="154480"/>
                  <a:pt x="470171" y="154173"/>
                  <a:pt x="464328" y="153557"/>
                </a:cubicBezTo>
                <a:cubicBezTo>
                  <a:pt x="458485" y="152942"/>
                  <a:pt x="452761" y="151952"/>
                  <a:pt x="447157" y="150585"/>
                </a:cubicBezTo>
                <a:lnTo>
                  <a:pt x="447157" y="134183"/>
                </a:lnTo>
                <a:cubicBezTo>
                  <a:pt x="453171" y="135892"/>
                  <a:pt x="459151" y="137190"/>
                  <a:pt x="465096" y="138079"/>
                </a:cubicBezTo>
                <a:cubicBezTo>
                  <a:pt x="471042" y="138967"/>
                  <a:pt x="476953" y="139411"/>
                  <a:pt x="482830" y="139411"/>
                </a:cubicBezTo>
                <a:cubicBezTo>
                  <a:pt x="491373" y="139411"/>
                  <a:pt x="497694" y="138250"/>
                  <a:pt x="501794" y="135926"/>
                </a:cubicBezTo>
                <a:cubicBezTo>
                  <a:pt x="505895" y="133603"/>
                  <a:pt x="507945" y="130288"/>
                  <a:pt x="507945" y="125983"/>
                </a:cubicBezTo>
                <a:cubicBezTo>
                  <a:pt x="507945" y="124138"/>
                  <a:pt x="507620" y="122480"/>
                  <a:pt x="506971" y="121011"/>
                </a:cubicBezTo>
                <a:cubicBezTo>
                  <a:pt x="506322" y="119542"/>
                  <a:pt x="505143" y="118141"/>
                  <a:pt x="503434" y="116808"/>
                </a:cubicBezTo>
                <a:cubicBezTo>
                  <a:pt x="501726" y="115476"/>
                  <a:pt x="499078" y="114092"/>
                  <a:pt x="495490" y="112657"/>
                </a:cubicBezTo>
                <a:cubicBezTo>
                  <a:pt x="491902" y="111222"/>
                  <a:pt x="486999" y="109581"/>
                  <a:pt x="480780" y="107736"/>
                </a:cubicBezTo>
                <a:cubicBezTo>
                  <a:pt x="476133" y="106369"/>
                  <a:pt x="471845" y="104815"/>
                  <a:pt x="467915" y="103072"/>
                </a:cubicBezTo>
                <a:cubicBezTo>
                  <a:pt x="463986" y="101329"/>
                  <a:pt x="460586" y="99262"/>
                  <a:pt x="457716" y="96870"/>
                </a:cubicBezTo>
                <a:cubicBezTo>
                  <a:pt x="454846" y="94479"/>
                  <a:pt x="452590" y="91677"/>
                  <a:pt x="450950" y="88465"/>
                </a:cubicBezTo>
                <a:cubicBezTo>
                  <a:pt x="449310" y="85253"/>
                  <a:pt x="448490" y="81460"/>
                  <a:pt x="448490" y="77086"/>
                </a:cubicBezTo>
                <a:cubicBezTo>
                  <a:pt x="448490" y="74216"/>
                  <a:pt x="449156" y="71072"/>
                  <a:pt x="450489" y="67656"/>
                </a:cubicBezTo>
                <a:cubicBezTo>
                  <a:pt x="451822" y="64239"/>
                  <a:pt x="454094" y="61061"/>
                  <a:pt x="457306" y="58122"/>
                </a:cubicBezTo>
                <a:cubicBezTo>
                  <a:pt x="460518" y="55184"/>
                  <a:pt x="464857" y="52741"/>
                  <a:pt x="470324" y="50793"/>
                </a:cubicBezTo>
                <a:cubicBezTo>
                  <a:pt x="475791" y="48845"/>
                  <a:pt x="482625" y="47871"/>
                  <a:pt x="490826" y="47871"/>
                </a:cubicBezTo>
                <a:cubicBezTo>
                  <a:pt x="494858" y="47871"/>
                  <a:pt x="499334" y="48093"/>
                  <a:pt x="504255" y="48538"/>
                </a:cubicBezTo>
                <a:cubicBezTo>
                  <a:pt x="509175" y="48982"/>
                  <a:pt x="514300" y="49751"/>
                  <a:pt x="519631" y="50844"/>
                </a:cubicBezTo>
                <a:lnTo>
                  <a:pt x="519631" y="66733"/>
                </a:lnTo>
                <a:cubicBezTo>
                  <a:pt x="514027" y="65366"/>
                  <a:pt x="508714" y="64358"/>
                  <a:pt x="503691" y="63709"/>
                </a:cubicBezTo>
                <a:cubicBezTo>
                  <a:pt x="498668" y="63060"/>
                  <a:pt x="494311" y="62735"/>
                  <a:pt x="490621" y="62735"/>
                </a:cubicBezTo>
                <a:cubicBezTo>
                  <a:pt x="486179" y="62735"/>
                  <a:pt x="482437" y="63077"/>
                  <a:pt x="479396" y="63760"/>
                </a:cubicBezTo>
                <a:cubicBezTo>
                  <a:pt x="476355" y="64444"/>
                  <a:pt x="473895" y="65383"/>
                  <a:pt x="472016" y="66579"/>
                </a:cubicBezTo>
                <a:cubicBezTo>
                  <a:pt x="470136" y="67775"/>
                  <a:pt x="468787" y="69176"/>
                  <a:pt x="467967" y="70782"/>
                </a:cubicBezTo>
                <a:cubicBezTo>
                  <a:pt x="467147" y="72388"/>
                  <a:pt x="466737" y="74114"/>
                  <a:pt x="466737" y="75959"/>
                </a:cubicBezTo>
                <a:cubicBezTo>
                  <a:pt x="466737" y="77804"/>
                  <a:pt x="467095" y="79478"/>
                  <a:pt x="467813" y="80982"/>
                </a:cubicBezTo>
                <a:cubicBezTo>
                  <a:pt x="468530" y="82485"/>
                  <a:pt x="469863" y="83937"/>
                  <a:pt x="471811" y="85338"/>
                </a:cubicBezTo>
                <a:cubicBezTo>
                  <a:pt x="473758" y="86739"/>
                  <a:pt x="476475" y="88140"/>
                  <a:pt x="479960" y="89541"/>
                </a:cubicBezTo>
                <a:cubicBezTo>
                  <a:pt x="483445" y="90942"/>
                  <a:pt x="487990" y="92463"/>
                  <a:pt x="493594" y="94103"/>
                </a:cubicBezTo>
                <a:cubicBezTo>
                  <a:pt x="499676" y="95879"/>
                  <a:pt x="504801" y="97742"/>
                  <a:pt x="508970" y="99689"/>
                </a:cubicBezTo>
                <a:cubicBezTo>
                  <a:pt x="513139" y="101637"/>
                  <a:pt x="516521" y="103807"/>
                  <a:pt x="519118" y="106199"/>
                </a:cubicBezTo>
                <a:cubicBezTo>
                  <a:pt x="521715" y="108591"/>
                  <a:pt x="523577" y="111290"/>
                  <a:pt x="524705" y="114297"/>
                </a:cubicBezTo>
                <a:cubicBezTo>
                  <a:pt x="525833" y="117304"/>
                  <a:pt x="526396" y="120721"/>
                  <a:pt x="526396" y="124548"/>
                </a:cubicBezTo>
                <a:close/>
                <a:moveTo>
                  <a:pt x="580710" y="0"/>
                </a:moveTo>
                <a:cubicBezTo>
                  <a:pt x="612214" y="29181"/>
                  <a:pt x="627966" y="61642"/>
                  <a:pt x="627966" y="97383"/>
                </a:cubicBezTo>
                <a:cubicBezTo>
                  <a:pt x="627966" y="104764"/>
                  <a:pt x="627215" y="112417"/>
                  <a:pt x="625711" y="120345"/>
                </a:cubicBezTo>
                <a:cubicBezTo>
                  <a:pt x="624208" y="128272"/>
                  <a:pt x="621645" y="136387"/>
                  <a:pt x="618023" y="144691"/>
                </a:cubicBezTo>
                <a:cubicBezTo>
                  <a:pt x="614401" y="152994"/>
                  <a:pt x="609532" y="161416"/>
                  <a:pt x="603416" y="169959"/>
                </a:cubicBezTo>
                <a:cubicBezTo>
                  <a:pt x="597299" y="178501"/>
                  <a:pt x="589594" y="187078"/>
                  <a:pt x="580300" y="195688"/>
                </a:cubicBezTo>
                <a:lnTo>
                  <a:pt x="569947" y="185130"/>
                </a:lnTo>
                <a:cubicBezTo>
                  <a:pt x="583273" y="171941"/>
                  <a:pt x="593216" y="158170"/>
                  <a:pt x="599776" y="143819"/>
                </a:cubicBezTo>
                <a:cubicBezTo>
                  <a:pt x="606337" y="129468"/>
                  <a:pt x="609617" y="114433"/>
                  <a:pt x="609617" y="98716"/>
                </a:cubicBezTo>
                <a:cubicBezTo>
                  <a:pt x="609617" y="66186"/>
                  <a:pt x="596394" y="36937"/>
                  <a:pt x="569947" y="10968"/>
                </a:cubicBezTo>
                <a:lnTo>
                  <a:pt x="580710" y="0"/>
                </a:lnTo>
                <a:close/>
                <a:moveTo>
                  <a:pt x="715821" y="47871"/>
                </a:moveTo>
                <a:cubicBezTo>
                  <a:pt x="717939" y="47871"/>
                  <a:pt x="719955" y="48299"/>
                  <a:pt x="721869" y="49153"/>
                </a:cubicBezTo>
                <a:cubicBezTo>
                  <a:pt x="723782" y="50007"/>
                  <a:pt x="725457" y="51152"/>
                  <a:pt x="726892" y="52587"/>
                </a:cubicBezTo>
                <a:cubicBezTo>
                  <a:pt x="728327" y="54022"/>
                  <a:pt x="729472" y="55696"/>
                  <a:pt x="730326" y="57610"/>
                </a:cubicBezTo>
                <a:cubicBezTo>
                  <a:pt x="731180" y="59523"/>
                  <a:pt x="731607" y="61539"/>
                  <a:pt x="731607" y="63658"/>
                </a:cubicBezTo>
                <a:cubicBezTo>
                  <a:pt x="731607" y="65845"/>
                  <a:pt x="731180" y="67878"/>
                  <a:pt x="730326" y="69757"/>
                </a:cubicBezTo>
                <a:cubicBezTo>
                  <a:pt x="729472" y="71636"/>
                  <a:pt x="728327" y="73293"/>
                  <a:pt x="726892" y="74729"/>
                </a:cubicBezTo>
                <a:cubicBezTo>
                  <a:pt x="725457" y="76164"/>
                  <a:pt x="723782" y="77291"/>
                  <a:pt x="721869" y="78111"/>
                </a:cubicBezTo>
                <a:cubicBezTo>
                  <a:pt x="719955" y="78931"/>
                  <a:pt x="717939" y="79341"/>
                  <a:pt x="715821" y="79341"/>
                </a:cubicBezTo>
                <a:cubicBezTo>
                  <a:pt x="713634" y="79341"/>
                  <a:pt x="711601" y="78931"/>
                  <a:pt x="709722" y="78111"/>
                </a:cubicBezTo>
                <a:cubicBezTo>
                  <a:pt x="707842" y="77291"/>
                  <a:pt x="706185" y="76164"/>
                  <a:pt x="704750" y="74729"/>
                </a:cubicBezTo>
                <a:cubicBezTo>
                  <a:pt x="703315" y="73293"/>
                  <a:pt x="702187" y="71636"/>
                  <a:pt x="701367" y="69757"/>
                </a:cubicBezTo>
                <a:cubicBezTo>
                  <a:pt x="700547" y="67878"/>
                  <a:pt x="700137" y="65845"/>
                  <a:pt x="700137" y="63658"/>
                </a:cubicBezTo>
                <a:cubicBezTo>
                  <a:pt x="700137" y="61539"/>
                  <a:pt x="700547" y="59523"/>
                  <a:pt x="701367" y="57610"/>
                </a:cubicBezTo>
                <a:cubicBezTo>
                  <a:pt x="702187" y="55696"/>
                  <a:pt x="703315" y="54022"/>
                  <a:pt x="704750" y="52587"/>
                </a:cubicBezTo>
                <a:cubicBezTo>
                  <a:pt x="706185" y="51152"/>
                  <a:pt x="707842" y="50007"/>
                  <a:pt x="709722" y="49153"/>
                </a:cubicBezTo>
                <a:cubicBezTo>
                  <a:pt x="711601" y="48299"/>
                  <a:pt x="713634" y="47871"/>
                  <a:pt x="715821" y="47871"/>
                </a:cubicBezTo>
                <a:moveTo>
                  <a:pt x="715821" y="123010"/>
                </a:moveTo>
                <a:cubicBezTo>
                  <a:pt x="717939" y="123010"/>
                  <a:pt x="719955" y="123437"/>
                  <a:pt x="721869" y="124291"/>
                </a:cubicBezTo>
                <a:cubicBezTo>
                  <a:pt x="723782" y="125146"/>
                  <a:pt x="725457" y="126290"/>
                  <a:pt x="726892" y="127725"/>
                </a:cubicBezTo>
                <a:cubicBezTo>
                  <a:pt x="728327" y="129161"/>
                  <a:pt x="729472" y="130835"/>
                  <a:pt x="730326" y="132748"/>
                </a:cubicBezTo>
                <a:cubicBezTo>
                  <a:pt x="731180" y="134662"/>
                  <a:pt x="731607" y="136678"/>
                  <a:pt x="731607" y="138796"/>
                </a:cubicBezTo>
                <a:cubicBezTo>
                  <a:pt x="731607" y="140983"/>
                  <a:pt x="731180" y="143016"/>
                  <a:pt x="730326" y="144896"/>
                </a:cubicBezTo>
                <a:cubicBezTo>
                  <a:pt x="729472" y="146775"/>
                  <a:pt x="728327" y="148432"/>
                  <a:pt x="726892" y="149867"/>
                </a:cubicBezTo>
                <a:cubicBezTo>
                  <a:pt x="725457" y="151302"/>
                  <a:pt x="723782" y="152430"/>
                  <a:pt x="721869" y="153250"/>
                </a:cubicBezTo>
                <a:cubicBezTo>
                  <a:pt x="719955" y="154070"/>
                  <a:pt x="717939" y="154480"/>
                  <a:pt x="715821" y="154480"/>
                </a:cubicBezTo>
                <a:cubicBezTo>
                  <a:pt x="713634" y="154480"/>
                  <a:pt x="711601" y="154070"/>
                  <a:pt x="709722" y="153250"/>
                </a:cubicBezTo>
                <a:cubicBezTo>
                  <a:pt x="707842" y="152430"/>
                  <a:pt x="706185" y="151302"/>
                  <a:pt x="704750" y="149867"/>
                </a:cubicBezTo>
                <a:cubicBezTo>
                  <a:pt x="703315" y="148432"/>
                  <a:pt x="702187" y="146775"/>
                  <a:pt x="701367" y="144896"/>
                </a:cubicBezTo>
                <a:cubicBezTo>
                  <a:pt x="700547" y="143016"/>
                  <a:pt x="700137" y="140983"/>
                  <a:pt x="700137" y="138796"/>
                </a:cubicBezTo>
                <a:cubicBezTo>
                  <a:pt x="700137" y="136678"/>
                  <a:pt x="700547" y="134662"/>
                  <a:pt x="701367" y="132748"/>
                </a:cubicBezTo>
                <a:cubicBezTo>
                  <a:pt x="702187" y="130835"/>
                  <a:pt x="703315" y="129161"/>
                  <a:pt x="704750" y="127725"/>
                </a:cubicBezTo>
                <a:cubicBezTo>
                  <a:pt x="706185" y="126290"/>
                  <a:pt x="707842" y="125146"/>
                  <a:pt x="709722" y="124291"/>
                </a:cubicBezTo>
                <a:cubicBezTo>
                  <a:pt x="711601" y="123437"/>
                  <a:pt x="713634" y="123010"/>
                  <a:pt x="715821" y="1230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\n">
            <a:extLst xmlns:a="http://schemas.openxmlformats.org/drawingml/2006/main">
              <a:ext uri="{FF2B5EF4-FFF2-40B4-BE49-F238E27FC236}">
                <a16:creationId xmlns:a16="http://schemas.microsoft.com/office/drawing/2014/main" id="{B8E89A91-26C9-4B92-A643-C4007D8F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726" y="1122028"/>
            <a:ext cx="197533" cy="166884"/>
          </a:xfrm>
          <a:custGeom xmlns:a="http://schemas.openxmlformats.org/drawingml/2006/main">
            <a:pathLst>
              <a:path w="197533" h="166884">
                <a:moveTo>
                  <a:pt x="87337" y="166884"/>
                </a:moveTo>
                <a:lnTo>
                  <a:pt x="70321" y="166884"/>
                </a:lnTo>
                <a:lnTo>
                  <a:pt x="0" y="0"/>
                </a:lnTo>
                <a:lnTo>
                  <a:pt x="17016" y="0"/>
                </a:lnTo>
                <a:lnTo>
                  <a:pt x="87337" y="166884"/>
                </a:lnTo>
                <a:close/>
                <a:moveTo>
                  <a:pt x="114809" y="41926"/>
                </a:moveTo>
                <a:lnTo>
                  <a:pt x="130698" y="41926"/>
                </a:lnTo>
                <a:lnTo>
                  <a:pt x="131416" y="58532"/>
                </a:lnTo>
                <a:cubicBezTo>
                  <a:pt x="134422" y="54979"/>
                  <a:pt x="137327" y="52023"/>
                  <a:pt x="140129" y="49665"/>
                </a:cubicBezTo>
                <a:cubicBezTo>
                  <a:pt x="142931" y="47308"/>
                  <a:pt x="145681" y="45411"/>
                  <a:pt x="148381" y="43976"/>
                </a:cubicBezTo>
                <a:cubicBezTo>
                  <a:pt x="151080" y="42541"/>
                  <a:pt x="153831" y="41533"/>
                  <a:pt x="156633" y="40952"/>
                </a:cubicBezTo>
                <a:cubicBezTo>
                  <a:pt x="159435" y="40371"/>
                  <a:pt x="162339" y="40081"/>
                  <a:pt x="165346" y="40081"/>
                </a:cubicBezTo>
                <a:cubicBezTo>
                  <a:pt x="175938" y="40081"/>
                  <a:pt x="183951" y="43207"/>
                  <a:pt x="189384" y="49460"/>
                </a:cubicBezTo>
                <a:cubicBezTo>
                  <a:pt x="194817" y="55713"/>
                  <a:pt x="197533" y="65127"/>
                  <a:pt x="197533" y="77701"/>
                </a:cubicBezTo>
                <a:lnTo>
                  <a:pt x="197533" y="144844"/>
                </a:lnTo>
                <a:lnTo>
                  <a:pt x="179697" y="144844"/>
                </a:lnTo>
                <a:lnTo>
                  <a:pt x="179697" y="79136"/>
                </a:lnTo>
                <a:cubicBezTo>
                  <a:pt x="179697" y="71072"/>
                  <a:pt x="178194" y="65110"/>
                  <a:pt x="175187" y="61249"/>
                </a:cubicBezTo>
                <a:cubicBezTo>
                  <a:pt x="172180" y="57388"/>
                  <a:pt x="167704" y="55457"/>
                  <a:pt x="161758" y="55457"/>
                </a:cubicBezTo>
                <a:cubicBezTo>
                  <a:pt x="159571" y="55457"/>
                  <a:pt x="157436" y="55782"/>
                  <a:pt x="155351" y="56431"/>
                </a:cubicBezTo>
                <a:cubicBezTo>
                  <a:pt x="153267" y="57080"/>
                  <a:pt x="151097" y="58208"/>
                  <a:pt x="148842" y="59814"/>
                </a:cubicBezTo>
                <a:cubicBezTo>
                  <a:pt x="146587" y="61420"/>
                  <a:pt x="144144" y="63589"/>
                  <a:pt x="141513" y="66323"/>
                </a:cubicBezTo>
                <a:cubicBezTo>
                  <a:pt x="138882" y="69056"/>
                  <a:pt x="135926" y="72473"/>
                  <a:pt x="132646" y="76574"/>
                </a:cubicBezTo>
                <a:lnTo>
                  <a:pt x="132646" y="144844"/>
                </a:lnTo>
                <a:lnTo>
                  <a:pt x="114809" y="144844"/>
                </a:lnTo>
                <a:lnTo>
                  <a:pt x="114809" y="4192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compl">
            <a:extLst xmlns:a="http://schemas.openxmlformats.org/drawingml/2006/main">
              <a:ext uri="{FF2B5EF4-FFF2-40B4-BE49-F238E27FC236}">
                <a16:creationId xmlns:a16="http://schemas.microsoft.com/office/drawing/2014/main" id="{6B813A88-7EAF-49C9-8414-FCA3FEDB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41" y="1383400"/>
            <a:ext cx="543213" cy="186873"/>
          </a:xfrm>
          <a:custGeom xmlns:a="http://schemas.openxmlformats.org/drawingml/2006/main">
            <a:pathLst>
              <a:path w="543213" h="186873">
                <a:moveTo>
                  <a:pt x="80162" y="141051"/>
                </a:moveTo>
                <a:cubicBezTo>
                  <a:pt x="75514" y="142828"/>
                  <a:pt x="70748" y="144144"/>
                  <a:pt x="65862" y="144998"/>
                </a:cubicBezTo>
                <a:cubicBezTo>
                  <a:pt x="60975" y="145852"/>
                  <a:pt x="55935" y="146279"/>
                  <a:pt x="50742" y="146279"/>
                </a:cubicBezTo>
                <a:cubicBezTo>
                  <a:pt x="34477" y="146279"/>
                  <a:pt x="21954" y="141872"/>
                  <a:pt x="13172" y="133056"/>
                </a:cubicBezTo>
                <a:cubicBezTo>
                  <a:pt x="4391" y="124240"/>
                  <a:pt x="0" y="111358"/>
                  <a:pt x="0" y="94410"/>
                </a:cubicBezTo>
                <a:cubicBezTo>
                  <a:pt x="0" y="86278"/>
                  <a:pt x="1264" y="78897"/>
                  <a:pt x="3793" y="72268"/>
                </a:cubicBezTo>
                <a:cubicBezTo>
                  <a:pt x="6321" y="65639"/>
                  <a:pt x="9875" y="59967"/>
                  <a:pt x="14454" y="55252"/>
                </a:cubicBezTo>
                <a:cubicBezTo>
                  <a:pt x="19032" y="50537"/>
                  <a:pt x="24499" y="46898"/>
                  <a:pt x="30855" y="44335"/>
                </a:cubicBezTo>
                <a:cubicBezTo>
                  <a:pt x="37211" y="41772"/>
                  <a:pt x="44215" y="40491"/>
                  <a:pt x="51869" y="40491"/>
                </a:cubicBezTo>
                <a:cubicBezTo>
                  <a:pt x="57200" y="40491"/>
                  <a:pt x="62188" y="40867"/>
                  <a:pt x="66835" y="41618"/>
                </a:cubicBezTo>
                <a:cubicBezTo>
                  <a:pt x="71482" y="42370"/>
                  <a:pt x="75925" y="43600"/>
                  <a:pt x="80162" y="45309"/>
                </a:cubicBezTo>
                <a:lnTo>
                  <a:pt x="80162" y="62325"/>
                </a:lnTo>
                <a:cubicBezTo>
                  <a:pt x="75719" y="60002"/>
                  <a:pt x="71192" y="58310"/>
                  <a:pt x="66579" y="57251"/>
                </a:cubicBezTo>
                <a:cubicBezTo>
                  <a:pt x="61966" y="56192"/>
                  <a:pt x="57200" y="55662"/>
                  <a:pt x="52279" y="55662"/>
                </a:cubicBezTo>
                <a:cubicBezTo>
                  <a:pt x="47701" y="55662"/>
                  <a:pt x="43378" y="56533"/>
                  <a:pt x="39312" y="58276"/>
                </a:cubicBezTo>
                <a:cubicBezTo>
                  <a:pt x="35246" y="60019"/>
                  <a:pt x="31675" y="62530"/>
                  <a:pt x="28600" y="65810"/>
                </a:cubicBezTo>
                <a:cubicBezTo>
                  <a:pt x="25525" y="69091"/>
                  <a:pt x="23099" y="73088"/>
                  <a:pt x="21322" y="77804"/>
                </a:cubicBezTo>
                <a:cubicBezTo>
                  <a:pt x="19545" y="82519"/>
                  <a:pt x="18657" y="87850"/>
                  <a:pt x="18657" y="93795"/>
                </a:cubicBezTo>
                <a:cubicBezTo>
                  <a:pt x="18657" y="106233"/>
                  <a:pt x="21681" y="115544"/>
                  <a:pt x="27729" y="121729"/>
                </a:cubicBezTo>
                <a:cubicBezTo>
                  <a:pt x="33776" y="127913"/>
                  <a:pt x="42165" y="131006"/>
                  <a:pt x="52894" y="131006"/>
                </a:cubicBezTo>
                <a:cubicBezTo>
                  <a:pt x="57746" y="131006"/>
                  <a:pt x="62445" y="130459"/>
                  <a:pt x="66989" y="129366"/>
                </a:cubicBezTo>
                <a:cubicBezTo>
                  <a:pt x="71534" y="128272"/>
                  <a:pt x="75925" y="126632"/>
                  <a:pt x="80162" y="124445"/>
                </a:cubicBezTo>
                <a:lnTo>
                  <a:pt x="80162" y="141051"/>
                </a:lnTo>
                <a:close/>
                <a:moveTo>
                  <a:pt x="204612" y="92565"/>
                </a:moveTo>
                <a:cubicBezTo>
                  <a:pt x="204612" y="100561"/>
                  <a:pt x="203484" y="107890"/>
                  <a:pt x="201229" y="114553"/>
                </a:cubicBezTo>
                <a:cubicBezTo>
                  <a:pt x="198974" y="121216"/>
                  <a:pt x="195728" y="126922"/>
                  <a:pt x="191491" y="131672"/>
                </a:cubicBezTo>
                <a:cubicBezTo>
                  <a:pt x="187254" y="136422"/>
                  <a:pt x="182094" y="140112"/>
                  <a:pt x="176012" y="142743"/>
                </a:cubicBezTo>
                <a:cubicBezTo>
                  <a:pt x="169930" y="145374"/>
                  <a:pt x="163028" y="146689"/>
                  <a:pt x="155305" y="146689"/>
                </a:cubicBezTo>
                <a:cubicBezTo>
                  <a:pt x="147925" y="146689"/>
                  <a:pt x="141313" y="145545"/>
                  <a:pt x="135470" y="143255"/>
                </a:cubicBezTo>
                <a:cubicBezTo>
                  <a:pt x="129627" y="140966"/>
                  <a:pt x="124672" y="137600"/>
                  <a:pt x="120606" y="133158"/>
                </a:cubicBezTo>
                <a:cubicBezTo>
                  <a:pt x="116540" y="128716"/>
                  <a:pt x="113431" y="123215"/>
                  <a:pt x="111278" y="116654"/>
                </a:cubicBezTo>
                <a:cubicBezTo>
                  <a:pt x="109125" y="110094"/>
                  <a:pt x="108049" y="102543"/>
                  <a:pt x="108049" y="94000"/>
                </a:cubicBezTo>
                <a:cubicBezTo>
                  <a:pt x="108049" y="86004"/>
                  <a:pt x="109177" y="78709"/>
                  <a:pt x="111432" y="72115"/>
                </a:cubicBezTo>
                <a:cubicBezTo>
                  <a:pt x="113687" y="65520"/>
                  <a:pt x="116933" y="59848"/>
                  <a:pt x="121170" y="55098"/>
                </a:cubicBezTo>
                <a:cubicBezTo>
                  <a:pt x="125407" y="50349"/>
                  <a:pt x="130567" y="46658"/>
                  <a:pt x="136649" y="44027"/>
                </a:cubicBezTo>
                <a:cubicBezTo>
                  <a:pt x="142731" y="41396"/>
                  <a:pt x="149633" y="40081"/>
                  <a:pt x="157356" y="40081"/>
                </a:cubicBezTo>
                <a:cubicBezTo>
                  <a:pt x="164736" y="40081"/>
                  <a:pt x="171348" y="41225"/>
                  <a:pt x="177191" y="43515"/>
                </a:cubicBezTo>
                <a:cubicBezTo>
                  <a:pt x="183034" y="45804"/>
                  <a:pt x="187988" y="49153"/>
                  <a:pt x="192055" y="53561"/>
                </a:cubicBezTo>
                <a:cubicBezTo>
                  <a:pt x="196121" y="57968"/>
                  <a:pt x="199230" y="63453"/>
                  <a:pt x="201383" y="70013"/>
                </a:cubicBezTo>
                <a:cubicBezTo>
                  <a:pt x="203536" y="76574"/>
                  <a:pt x="204612" y="84091"/>
                  <a:pt x="204612" y="92565"/>
                </a:cubicBezTo>
                <a:moveTo>
                  <a:pt x="186365" y="93385"/>
                </a:moveTo>
                <a:cubicBezTo>
                  <a:pt x="186365" y="87030"/>
                  <a:pt x="185665" y="81477"/>
                  <a:pt x="184264" y="76727"/>
                </a:cubicBezTo>
                <a:cubicBezTo>
                  <a:pt x="182863" y="71978"/>
                  <a:pt x="180864" y="68014"/>
                  <a:pt x="178267" y="64837"/>
                </a:cubicBezTo>
                <a:cubicBezTo>
                  <a:pt x="175670" y="61659"/>
                  <a:pt x="172510" y="59267"/>
                  <a:pt x="168785" y="57661"/>
                </a:cubicBezTo>
                <a:cubicBezTo>
                  <a:pt x="165061" y="56055"/>
                  <a:pt x="160909" y="55252"/>
                  <a:pt x="156330" y="55252"/>
                </a:cubicBezTo>
                <a:cubicBezTo>
                  <a:pt x="151000" y="55252"/>
                  <a:pt x="146438" y="56294"/>
                  <a:pt x="142646" y="58378"/>
                </a:cubicBezTo>
                <a:cubicBezTo>
                  <a:pt x="138853" y="60463"/>
                  <a:pt x="135743" y="63248"/>
                  <a:pt x="133317" y="66733"/>
                </a:cubicBezTo>
                <a:cubicBezTo>
                  <a:pt x="130891" y="70218"/>
                  <a:pt x="129115" y="74267"/>
                  <a:pt x="127987" y="78880"/>
                </a:cubicBezTo>
                <a:cubicBezTo>
                  <a:pt x="126859" y="83493"/>
                  <a:pt x="126296" y="88328"/>
                  <a:pt x="126296" y="93385"/>
                </a:cubicBezTo>
                <a:cubicBezTo>
                  <a:pt x="126296" y="99741"/>
                  <a:pt x="126996" y="105310"/>
                  <a:pt x="128397" y="110094"/>
                </a:cubicBezTo>
                <a:cubicBezTo>
                  <a:pt x="129798" y="114878"/>
                  <a:pt x="131797" y="118858"/>
                  <a:pt x="134394" y="122036"/>
                </a:cubicBezTo>
                <a:cubicBezTo>
                  <a:pt x="136991" y="125214"/>
                  <a:pt x="140134" y="127606"/>
                  <a:pt x="143824" y="129212"/>
                </a:cubicBezTo>
                <a:cubicBezTo>
                  <a:pt x="147515" y="130818"/>
                  <a:pt x="151683" y="131621"/>
                  <a:pt x="156330" y="131621"/>
                </a:cubicBezTo>
                <a:cubicBezTo>
                  <a:pt x="161661" y="131621"/>
                  <a:pt x="166223" y="130579"/>
                  <a:pt x="170015" y="128494"/>
                </a:cubicBezTo>
                <a:cubicBezTo>
                  <a:pt x="173808" y="126410"/>
                  <a:pt x="176918" y="123625"/>
                  <a:pt x="179344" y="120140"/>
                </a:cubicBezTo>
                <a:cubicBezTo>
                  <a:pt x="181770" y="116654"/>
                  <a:pt x="183546" y="112605"/>
                  <a:pt x="184674" y="107993"/>
                </a:cubicBezTo>
                <a:cubicBezTo>
                  <a:pt x="185802" y="103380"/>
                  <a:pt x="186365" y="98511"/>
                  <a:pt x="186365" y="93385"/>
                </a:cubicBezTo>
                <a:close/>
                <a:moveTo>
                  <a:pt x="303230" y="144844"/>
                </a:moveTo>
                <a:lnTo>
                  <a:pt x="303230" y="70936"/>
                </a:lnTo>
                <a:cubicBezTo>
                  <a:pt x="303230" y="67724"/>
                  <a:pt x="303110" y="65093"/>
                  <a:pt x="302871" y="63043"/>
                </a:cubicBezTo>
                <a:cubicBezTo>
                  <a:pt x="302632" y="60992"/>
                  <a:pt x="302256" y="59369"/>
                  <a:pt x="301744" y="58173"/>
                </a:cubicBezTo>
                <a:cubicBezTo>
                  <a:pt x="301231" y="56978"/>
                  <a:pt x="300582" y="56140"/>
                  <a:pt x="299796" y="55662"/>
                </a:cubicBezTo>
                <a:cubicBezTo>
                  <a:pt x="299010" y="55184"/>
                  <a:pt x="298036" y="54944"/>
                  <a:pt x="296875" y="54944"/>
                </a:cubicBezTo>
                <a:cubicBezTo>
                  <a:pt x="295508" y="54944"/>
                  <a:pt x="294243" y="55354"/>
                  <a:pt x="293082" y="56175"/>
                </a:cubicBezTo>
                <a:cubicBezTo>
                  <a:pt x="291920" y="56995"/>
                  <a:pt x="290673" y="58327"/>
                  <a:pt x="289340" y="60172"/>
                </a:cubicBezTo>
                <a:cubicBezTo>
                  <a:pt x="288008" y="62018"/>
                  <a:pt x="286538" y="64461"/>
                  <a:pt x="284932" y="67502"/>
                </a:cubicBezTo>
                <a:cubicBezTo>
                  <a:pt x="283326" y="70543"/>
                  <a:pt x="281430" y="74284"/>
                  <a:pt x="279243" y="78726"/>
                </a:cubicBezTo>
                <a:lnTo>
                  <a:pt x="279243" y="144844"/>
                </a:lnTo>
                <a:lnTo>
                  <a:pt x="262944" y="144844"/>
                </a:lnTo>
                <a:lnTo>
                  <a:pt x="262944" y="72883"/>
                </a:lnTo>
                <a:cubicBezTo>
                  <a:pt x="262944" y="69125"/>
                  <a:pt x="262825" y="66084"/>
                  <a:pt x="262586" y="63760"/>
                </a:cubicBezTo>
                <a:cubicBezTo>
                  <a:pt x="262346" y="61437"/>
                  <a:pt x="261970" y="59626"/>
                  <a:pt x="261458" y="58327"/>
                </a:cubicBezTo>
                <a:cubicBezTo>
                  <a:pt x="260945" y="57029"/>
                  <a:pt x="260279" y="56140"/>
                  <a:pt x="259459" y="55662"/>
                </a:cubicBezTo>
                <a:cubicBezTo>
                  <a:pt x="258639" y="55184"/>
                  <a:pt x="257648" y="54944"/>
                  <a:pt x="256486" y="54944"/>
                </a:cubicBezTo>
                <a:cubicBezTo>
                  <a:pt x="255256" y="54944"/>
                  <a:pt x="254094" y="55286"/>
                  <a:pt x="253001" y="55970"/>
                </a:cubicBezTo>
                <a:cubicBezTo>
                  <a:pt x="251908" y="56653"/>
                  <a:pt x="250695" y="57883"/>
                  <a:pt x="249362" y="59660"/>
                </a:cubicBezTo>
                <a:cubicBezTo>
                  <a:pt x="248029" y="61437"/>
                  <a:pt x="246543" y="63863"/>
                  <a:pt x="244903" y="66938"/>
                </a:cubicBezTo>
                <a:cubicBezTo>
                  <a:pt x="243263" y="70013"/>
                  <a:pt x="241315" y="73943"/>
                  <a:pt x="239060" y="78726"/>
                </a:cubicBezTo>
                <a:lnTo>
                  <a:pt x="239060" y="144844"/>
                </a:lnTo>
                <a:lnTo>
                  <a:pt x="222659" y="144844"/>
                </a:lnTo>
                <a:lnTo>
                  <a:pt x="222659" y="41926"/>
                </a:lnTo>
                <a:lnTo>
                  <a:pt x="236292" y="41926"/>
                </a:lnTo>
                <a:lnTo>
                  <a:pt x="237112" y="61505"/>
                </a:lnTo>
                <a:cubicBezTo>
                  <a:pt x="238889" y="57610"/>
                  <a:pt x="240615" y="54295"/>
                  <a:pt x="242289" y="51562"/>
                </a:cubicBezTo>
                <a:cubicBezTo>
                  <a:pt x="243963" y="48828"/>
                  <a:pt x="245689" y="46624"/>
                  <a:pt x="247466" y="44950"/>
                </a:cubicBezTo>
                <a:cubicBezTo>
                  <a:pt x="249242" y="43276"/>
                  <a:pt x="251139" y="42046"/>
                  <a:pt x="253155" y="41260"/>
                </a:cubicBezTo>
                <a:cubicBezTo>
                  <a:pt x="255171" y="40474"/>
                  <a:pt x="257409" y="40081"/>
                  <a:pt x="259869" y="40081"/>
                </a:cubicBezTo>
                <a:cubicBezTo>
                  <a:pt x="265404" y="40081"/>
                  <a:pt x="269607" y="41892"/>
                  <a:pt x="272478" y="45514"/>
                </a:cubicBezTo>
                <a:cubicBezTo>
                  <a:pt x="275348" y="49136"/>
                  <a:pt x="276783" y="54739"/>
                  <a:pt x="276783" y="62325"/>
                </a:cubicBezTo>
                <a:cubicBezTo>
                  <a:pt x="278423" y="58771"/>
                  <a:pt x="280029" y="55611"/>
                  <a:pt x="281601" y="52843"/>
                </a:cubicBezTo>
                <a:cubicBezTo>
                  <a:pt x="283173" y="50075"/>
                  <a:pt x="284864" y="47752"/>
                  <a:pt x="286675" y="45872"/>
                </a:cubicBezTo>
                <a:cubicBezTo>
                  <a:pt x="288486" y="43993"/>
                  <a:pt x="290485" y="42558"/>
                  <a:pt x="292672" y="41567"/>
                </a:cubicBezTo>
                <a:cubicBezTo>
                  <a:pt x="294859" y="40576"/>
                  <a:pt x="297387" y="40081"/>
                  <a:pt x="300257" y="40081"/>
                </a:cubicBezTo>
                <a:cubicBezTo>
                  <a:pt x="313173" y="40081"/>
                  <a:pt x="319631" y="50024"/>
                  <a:pt x="319631" y="69911"/>
                </a:cubicBezTo>
                <a:lnTo>
                  <a:pt x="319631" y="144844"/>
                </a:lnTo>
                <a:lnTo>
                  <a:pt x="303230" y="144844"/>
                </a:lnTo>
                <a:close/>
                <a:moveTo>
                  <a:pt x="432601" y="91540"/>
                </a:moveTo>
                <a:cubicBezTo>
                  <a:pt x="432601" y="100697"/>
                  <a:pt x="431320" y="108693"/>
                  <a:pt x="428757" y="115527"/>
                </a:cubicBezTo>
                <a:cubicBezTo>
                  <a:pt x="426194" y="122361"/>
                  <a:pt x="422658" y="128033"/>
                  <a:pt x="418147" y="132543"/>
                </a:cubicBezTo>
                <a:cubicBezTo>
                  <a:pt x="413637" y="137054"/>
                  <a:pt x="408306" y="140436"/>
                  <a:pt x="402156" y="142692"/>
                </a:cubicBezTo>
                <a:cubicBezTo>
                  <a:pt x="396005" y="144947"/>
                  <a:pt x="389342" y="146074"/>
                  <a:pt x="382167" y="146074"/>
                </a:cubicBezTo>
                <a:cubicBezTo>
                  <a:pt x="378887" y="146074"/>
                  <a:pt x="375623" y="145904"/>
                  <a:pt x="372377" y="145562"/>
                </a:cubicBezTo>
                <a:cubicBezTo>
                  <a:pt x="369131" y="145220"/>
                  <a:pt x="365834" y="144639"/>
                  <a:pt x="362485" y="143819"/>
                </a:cubicBezTo>
                <a:lnTo>
                  <a:pt x="362485" y="186873"/>
                </a:lnTo>
                <a:lnTo>
                  <a:pt x="344649" y="186873"/>
                </a:lnTo>
                <a:lnTo>
                  <a:pt x="344649" y="41926"/>
                </a:lnTo>
                <a:lnTo>
                  <a:pt x="360538" y="41926"/>
                </a:lnTo>
                <a:lnTo>
                  <a:pt x="361665" y="59147"/>
                </a:lnTo>
                <a:cubicBezTo>
                  <a:pt x="366791" y="52108"/>
                  <a:pt x="372258" y="47171"/>
                  <a:pt x="378066" y="44335"/>
                </a:cubicBezTo>
                <a:cubicBezTo>
                  <a:pt x="383875" y="41499"/>
                  <a:pt x="390162" y="40081"/>
                  <a:pt x="396928" y="40081"/>
                </a:cubicBezTo>
                <a:cubicBezTo>
                  <a:pt x="402805" y="40081"/>
                  <a:pt x="407965" y="41311"/>
                  <a:pt x="412407" y="43771"/>
                </a:cubicBezTo>
                <a:cubicBezTo>
                  <a:pt x="416849" y="46231"/>
                  <a:pt x="420573" y="49699"/>
                  <a:pt x="423580" y="54176"/>
                </a:cubicBezTo>
                <a:cubicBezTo>
                  <a:pt x="426587" y="58652"/>
                  <a:pt x="428842" y="64051"/>
                  <a:pt x="430346" y="70372"/>
                </a:cubicBezTo>
                <a:cubicBezTo>
                  <a:pt x="431849" y="76693"/>
                  <a:pt x="432601" y="83749"/>
                  <a:pt x="432601" y="91540"/>
                </a:cubicBezTo>
                <a:moveTo>
                  <a:pt x="414354" y="92360"/>
                </a:moveTo>
                <a:cubicBezTo>
                  <a:pt x="414354" y="86961"/>
                  <a:pt x="413961" y="82007"/>
                  <a:pt x="413176" y="77496"/>
                </a:cubicBezTo>
                <a:cubicBezTo>
                  <a:pt x="412390" y="72986"/>
                  <a:pt x="411142" y="69125"/>
                  <a:pt x="409434" y="65913"/>
                </a:cubicBezTo>
                <a:cubicBezTo>
                  <a:pt x="407726" y="62701"/>
                  <a:pt x="405539" y="60189"/>
                  <a:pt x="402873" y="58378"/>
                </a:cubicBezTo>
                <a:cubicBezTo>
                  <a:pt x="400208" y="56568"/>
                  <a:pt x="397030" y="55662"/>
                  <a:pt x="393340" y="55662"/>
                </a:cubicBezTo>
                <a:cubicBezTo>
                  <a:pt x="391085" y="55662"/>
                  <a:pt x="388796" y="56021"/>
                  <a:pt x="386472" y="56738"/>
                </a:cubicBezTo>
                <a:cubicBezTo>
                  <a:pt x="384149" y="57456"/>
                  <a:pt x="381740" y="58652"/>
                  <a:pt x="379245" y="60326"/>
                </a:cubicBezTo>
                <a:cubicBezTo>
                  <a:pt x="376751" y="62000"/>
                  <a:pt x="374120" y="64221"/>
                  <a:pt x="371352" y="66989"/>
                </a:cubicBezTo>
                <a:cubicBezTo>
                  <a:pt x="368584" y="69757"/>
                  <a:pt x="365629" y="73191"/>
                  <a:pt x="362485" y="77291"/>
                </a:cubicBezTo>
                <a:lnTo>
                  <a:pt x="362485" y="127213"/>
                </a:lnTo>
                <a:cubicBezTo>
                  <a:pt x="365765" y="128580"/>
                  <a:pt x="369217" y="129656"/>
                  <a:pt x="372839" y="130442"/>
                </a:cubicBezTo>
                <a:cubicBezTo>
                  <a:pt x="376460" y="131228"/>
                  <a:pt x="380014" y="131621"/>
                  <a:pt x="383499" y="131621"/>
                </a:cubicBezTo>
                <a:cubicBezTo>
                  <a:pt x="393135" y="131621"/>
                  <a:pt x="400687" y="128358"/>
                  <a:pt x="406154" y="121831"/>
                </a:cubicBezTo>
                <a:cubicBezTo>
                  <a:pt x="411621" y="115305"/>
                  <a:pt x="414354" y="105481"/>
                  <a:pt x="414354" y="92360"/>
                </a:cubicBezTo>
                <a:close/>
                <a:moveTo>
                  <a:pt x="494521" y="14659"/>
                </a:moveTo>
                <a:lnTo>
                  <a:pt x="464076" y="14659"/>
                </a:lnTo>
                <a:lnTo>
                  <a:pt x="464076" y="0"/>
                </a:lnTo>
                <a:lnTo>
                  <a:pt x="512563" y="0"/>
                </a:lnTo>
                <a:lnTo>
                  <a:pt x="512563" y="129981"/>
                </a:lnTo>
                <a:lnTo>
                  <a:pt x="543213" y="129981"/>
                </a:lnTo>
                <a:lnTo>
                  <a:pt x="543213" y="144844"/>
                </a:lnTo>
                <a:lnTo>
                  <a:pt x="460693" y="144844"/>
                </a:lnTo>
                <a:lnTo>
                  <a:pt x="460693" y="129981"/>
                </a:lnTo>
                <a:lnTo>
                  <a:pt x="494521" y="129981"/>
                </a:lnTo>
                <a:lnTo>
                  <a:pt x="494521" y="146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=">
            <a:extLst xmlns:a="http://schemas.openxmlformats.org/drawingml/2006/main">
              <a:ext uri="{FF2B5EF4-FFF2-40B4-BE49-F238E27FC236}">
                <a16:creationId xmlns:a16="http://schemas.microsoft.com/office/drawing/2014/main" id="{2F8F928E-07F4-40B8-95E1-541A4F8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534" y="1446955"/>
            <a:ext cx="88157" cy="50742"/>
          </a:xfrm>
          <a:custGeom xmlns:a="http://schemas.openxmlformats.org/drawingml/2006/main">
            <a:pathLst>
              <a:path w="88157" h="50742">
                <a:moveTo>
                  <a:pt x="88157" y="15069"/>
                </a:moveTo>
                <a:lnTo>
                  <a:pt x="0" y="15069"/>
                </a:lnTo>
                <a:lnTo>
                  <a:pt x="0" y="0"/>
                </a:lnTo>
                <a:lnTo>
                  <a:pt x="88157" y="0"/>
                </a:lnTo>
                <a:lnTo>
                  <a:pt x="88157" y="15069"/>
                </a:lnTo>
                <a:moveTo>
                  <a:pt x="88157" y="50742"/>
                </a:moveTo>
                <a:lnTo>
                  <a:pt x="0" y="50742"/>
                </a:lnTo>
                <a:lnTo>
                  <a:pt x="0" y="35673"/>
                </a:lnTo>
                <a:lnTo>
                  <a:pt x="88157" y="35673"/>
                </a:lnTo>
                <a:lnTo>
                  <a:pt x="88157" y="50742"/>
                </a:lnTo>
                <a:close/>
              </a:path>
            </a:pathLst>
          </a:custGeom>
          <a:solidFill xmlns:a="http://schemas.openxmlformats.org/drawingml/2006/main">
            <a:srgbClr val="054F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target">
            <a:extLst xmlns:a="http://schemas.openxmlformats.org/drawingml/2006/main">
              <a:ext uri="{FF2B5EF4-FFF2-40B4-BE49-F238E27FC236}">
                <a16:creationId xmlns:a16="http://schemas.microsoft.com/office/drawing/2014/main" id="{E62D1248-91D2-4B11-B429-B6DD04FB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977" y="1392421"/>
            <a:ext cx="666946" cy="178877"/>
          </a:xfrm>
          <a:custGeom xmlns:a="http://schemas.openxmlformats.org/drawingml/2006/main">
            <a:pathLst>
              <a:path w="666946" h="178877">
                <a:moveTo>
                  <a:pt x="92873" y="134388"/>
                </a:moveTo>
                <a:cubicBezTo>
                  <a:pt x="88841" y="135414"/>
                  <a:pt x="84672" y="136148"/>
                  <a:pt x="80367" y="136592"/>
                </a:cubicBezTo>
                <a:cubicBezTo>
                  <a:pt x="76061" y="137037"/>
                  <a:pt x="71687" y="137259"/>
                  <a:pt x="67245" y="137259"/>
                </a:cubicBezTo>
                <a:cubicBezTo>
                  <a:pt x="54329" y="137259"/>
                  <a:pt x="44694" y="134337"/>
                  <a:pt x="38338" y="128494"/>
                </a:cubicBezTo>
                <a:cubicBezTo>
                  <a:pt x="31983" y="122651"/>
                  <a:pt x="28805" y="113682"/>
                  <a:pt x="28805" y="101586"/>
                </a:cubicBezTo>
                <a:lnTo>
                  <a:pt x="28805" y="47871"/>
                </a:lnTo>
                <a:lnTo>
                  <a:pt x="0" y="47871"/>
                </a:lnTo>
                <a:lnTo>
                  <a:pt x="0" y="32905"/>
                </a:lnTo>
                <a:lnTo>
                  <a:pt x="28805" y="32905"/>
                </a:lnTo>
                <a:lnTo>
                  <a:pt x="28805" y="4613"/>
                </a:lnTo>
                <a:lnTo>
                  <a:pt x="46641" y="0"/>
                </a:lnTo>
                <a:lnTo>
                  <a:pt x="46641" y="32905"/>
                </a:lnTo>
                <a:lnTo>
                  <a:pt x="92873" y="32905"/>
                </a:lnTo>
                <a:lnTo>
                  <a:pt x="92873" y="47871"/>
                </a:lnTo>
                <a:lnTo>
                  <a:pt x="46641" y="47871"/>
                </a:lnTo>
                <a:lnTo>
                  <a:pt x="46641" y="100151"/>
                </a:lnTo>
                <a:cubicBezTo>
                  <a:pt x="46641" y="107531"/>
                  <a:pt x="48606" y="113050"/>
                  <a:pt x="52536" y="116706"/>
                </a:cubicBezTo>
                <a:cubicBezTo>
                  <a:pt x="56465" y="120362"/>
                  <a:pt x="62257" y="122190"/>
                  <a:pt x="69911" y="122190"/>
                </a:cubicBezTo>
                <a:cubicBezTo>
                  <a:pt x="73191" y="122190"/>
                  <a:pt x="76779" y="121934"/>
                  <a:pt x="80674" y="121421"/>
                </a:cubicBezTo>
                <a:cubicBezTo>
                  <a:pt x="84569" y="120909"/>
                  <a:pt x="88636" y="120106"/>
                  <a:pt x="92873" y="119012"/>
                </a:cubicBezTo>
                <a:lnTo>
                  <a:pt x="92873" y="134388"/>
                </a:lnTo>
                <a:close/>
                <a:moveTo>
                  <a:pt x="190876" y="135824"/>
                </a:moveTo>
                <a:lnTo>
                  <a:pt x="190466" y="121985"/>
                </a:lnTo>
                <a:cubicBezTo>
                  <a:pt x="184862" y="127520"/>
                  <a:pt x="179173" y="131518"/>
                  <a:pt x="173398" y="133978"/>
                </a:cubicBezTo>
                <a:cubicBezTo>
                  <a:pt x="167624" y="136439"/>
                  <a:pt x="161558" y="137669"/>
                  <a:pt x="155203" y="137669"/>
                </a:cubicBezTo>
                <a:cubicBezTo>
                  <a:pt x="149326" y="137669"/>
                  <a:pt x="144303" y="136917"/>
                  <a:pt x="140134" y="135414"/>
                </a:cubicBezTo>
                <a:cubicBezTo>
                  <a:pt x="135966" y="133910"/>
                  <a:pt x="132531" y="131843"/>
                  <a:pt x="129832" y="129212"/>
                </a:cubicBezTo>
                <a:cubicBezTo>
                  <a:pt x="127133" y="126581"/>
                  <a:pt x="125151" y="123488"/>
                  <a:pt x="123887" y="119935"/>
                </a:cubicBezTo>
                <a:cubicBezTo>
                  <a:pt x="122622" y="116381"/>
                  <a:pt x="121990" y="112520"/>
                  <a:pt x="121990" y="108351"/>
                </a:cubicBezTo>
                <a:cubicBezTo>
                  <a:pt x="121990" y="98032"/>
                  <a:pt x="125834" y="89951"/>
                  <a:pt x="133522" y="84108"/>
                </a:cubicBezTo>
                <a:cubicBezTo>
                  <a:pt x="141211" y="78265"/>
                  <a:pt x="152572" y="75344"/>
                  <a:pt x="167606" y="75344"/>
                </a:cubicBezTo>
                <a:lnTo>
                  <a:pt x="188928" y="75344"/>
                </a:lnTo>
                <a:lnTo>
                  <a:pt x="188928" y="66323"/>
                </a:lnTo>
                <a:cubicBezTo>
                  <a:pt x="188928" y="60241"/>
                  <a:pt x="186981" y="55372"/>
                  <a:pt x="183085" y="51715"/>
                </a:cubicBezTo>
                <a:cubicBezTo>
                  <a:pt x="179190" y="48059"/>
                  <a:pt x="173244" y="46231"/>
                  <a:pt x="165249" y="46231"/>
                </a:cubicBezTo>
                <a:cubicBezTo>
                  <a:pt x="159440" y="46231"/>
                  <a:pt x="153717" y="46880"/>
                  <a:pt x="148079" y="48179"/>
                </a:cubicBezTo>
                <a:cubicBezTo>
                  <a:pt x="142441" y="49477"/>
                  <a:pt x="136615" y="51323"/>
                  <a:pt x="130601" y="53714"/>
                </a:cubicBezTo>
                <a:lnTo>
                  <a:pt x="130601" y="37621"/>
                </a:lnTo>
                <a:cubicBezTo>
                  <a:pt x="132856" y="36800"/>
                  <a:pt x="135368" y="35998"/>
                  <a:pt x="138135" y="35212"/>
                </a:cubicBezTo>
                <a:cubicBezTo>
                  <a:pt x="140903" y="34426"/>
                  <a:pt x="143824" y="33725"/>
                  <a:pt x="146900" y="33110"/>
                </a:cubicBezTo>
                <a:cubicBezTo>
                  <a:pt x="149975" y="32495"/>
                  <a:pt x="153187" y="32000"/>
                  <a:pt x="156536" y="31624"/>
                </a:cubicBezTo>
                <a:cubicBezTo>
                  <a:pt x="159884" y="31248"/>
                  <a:pt x="163267" y="31060"/>
                  <a:pt x="166684" y="31060"/>
                </a:cubicBezTo>
                <a:cubicBezTo>
                  <a:pt x="172903" y="31060"/>
                  <a:pt x="178506" y="31743"/>
                  <a:pt x="183495" y="33110"/>
                </a:cubicBezTo>
                <a:cubicBezTo>
                  <a:pt x="188484" y="34477"/>
                  <a:pt x="192704" y="36561"/>
                  <a:pt x="196155" y="39363"/>
                </a:cubicBezTo>
                <a:cubicBezTo>
                  <a:pt x="199606" y="42165"/>
                  <a:pt x="202254" y="45685"/>
                  <a:pt x="204099" y="49922"/>
                </a:cubicBezTo>
                <a:cubicBezTo>
                  <a:pt x="205945" y="54159"/>
                  <a:pt x="206867" y="59147"/>
                  <a:pt x="206867" y="64888"/>
                </a:cubicBezTo>
                <a:lnTo>
                  <a:pt x="206867" y="135824"/>
                </a:lnTo>
                <a:lnTo>
                  <a:pt x="190876" y="135824"/>
                </a:lnTo>
                <a:moveTo>
                  <a:pt x="188928" y="88977"/>
                </a:moveTo>
                <a:lnTo>
                  <a:pt x="166274" y="88977"/>
                </a:lnTo>
                <a:cubicBezTo>
                  <a:pt x="161832" y="88977"/>
                  <a:pt x="158005" y="89421"/>
                  <a:pt x="154793" y="90310"/>
                </a:cubicBezTo>
                <a:cubicBezTo>
                  <a:pt x="151581" y="91198"/>
                  <a:pt x="148950" y="92463"/>
                  <a:pt x="146900" y="94103"/>
                </a:cubicBezTo>
                <a:cubicBezTo>
                  <a:pt x="144850" y="95743"/>
                  <a:pt x="143329" y="97708"/>
                  <a:pt x="142338" y="99997"/>
                </a:cubicBezTo>
                <a:cubicBezTo>
                  <a:pt x="141347" y="102286"/>
                  <a:pt x="140852" y="104866"/>
                  <a:pt x="140852" y="107736"/>
                </a:cubicBezTo>
                <a:cubicBezTo>
                  <a:pt x="140852" y="109718"/>
                  <a:pt x="141159" y="111614"/>
                  <a:pt x="141774" y="113425"/>
                </a:cubicBezTo>
                <a:cubicBezTo>
                  <a:pt x="142389" y="115236"/>
                  <a:pt x="143380" y="116842"/>
                  <a:pt x="144747" y="118243"/>
                </a:cubicBezTo>
                <a:cubicBezTo>
                  <a:pt x="146114" y="119644"/>
                  <a:pt x="147891" y="120755"/>
                  <a:pt x="150078" y="121575"/>
                </a:cubicBezTo>
                <a:cubicBezTo>
                  <a:pt x="152264" y="122395"/>
                  <a:pt x="154930" y="122805"/>
                  <a:pt x="158073" y="122805"/>
                </a:cubicBezTo>
                <a:cubicBezTo>
                  <a:pt x="162173" y="122805"/>
                  <a:pt x="166872" y="121558"/>
                  <a:pt x="172168" y="119063"/>
                </a:cubicBezTo>
                <a:cubicBezTo>
                  <a:pt x="177464" y="116569"/>
                  <a:pt x="183051" y="112622"/>
                  <a:pt x="188928" y="107224"/>
                </a:cubicBezTo>
                <a:lnTo>
                  <a:pt x="188928" y="88977"/>
                </a:lnTo>
                <a:close/>
                <a:moveTo>
                  <a:pt x="243775" y="32905"/>
                </a:moveTo>
                <a:lnTo>
                  <a:pt x="260074" y="32905"/>
                </a:lnTo>
                <a:lnTo>
                  <a:pt x="260587" y="51869"/>
                </a:lnTo>
                <a:cubicBezTo>
                  <a:pt x="266669" y="44557"/>
                  <a:pt x="272666" y="39261"/>
                  <a:pt x="278577" y="35980"/>
                </a:cubicBezTo>
                <a:cubicBezTo>
                  <a:pt x="284488" y="32700"/>
                  <a:pt x="290451" y="31060"/>
                  <a:pt x="296465" y="31060"/>
                </a:cubicBezTo>
                <a:cubicBezTo>
                  <a:pt x="307126" y="31060"/>
                  <a:pt x="315207" y="34511"/>
                  <a:pt x="320708" y="41413"/>
                </a:cubicBezTo>
                <a:cubicBezTo>
                  <a:pt x="326209" y="48316"/>
                  <a:pt x="328755" y="58566"/>
                  <a:pt x="328345" y="72166"/>
                </a:cubicBezTo>
                <a:lnTo>
                  <a:pt x="310303" y="72166"/>
                </a:lnTo>
                <a:cubicBezTo>
                  <a:pt x="310508" y="63145"/>
                  <a:pt x="309193" y="56602"/>
                  <a:pt x="306357" y="52536"/>
                </a:cubicBezTo>
                <a:cubicBezTo>
                  <a:pt x="303521" y="48469"/>
                  <a:pt x="299369" y="46436"/>
                  <a:pt x="293902" y="46436"/>
                </a:cubicBezTo>
                <a:cubicBezTo>
                  <a:pt x="291510" y="46436"/>
                  <a:pt x="289101" y="46863"/>
                  <a:pt x="286675" y="47718"/>
                </a:cubicBezTo>
                <a:cubicBezTo>
                  <a:pt x="284249" y="48572"/>
                  <a:pt x="281755" y="49939"/>
                  <a:pt x="279192" y="51818"/>
                </a:cubicBezTo>
                <a:cubicBezTo>
                  <a:pt x="276629" y="53697"/>
                  <a:pt x="273913" y="56106"/>
                  <a:pt x="271043" y="59045"/>
                </a:cubicBezTo>
                <a:cubicBezTo>
                  <a:pt x="268172" y="61983"/>
                  <a:pt x="265097" y="65537"/>
                  <a:pt x="261817" y="69706"/>
                </a:cubicBezTo>
                <a:lnTo>
                  <a:pt x="261817" y="135824"/>
                </a:lnTo>
                <a:lnTo>
                  <a:pt x="243775" y="135824"/>
                </a:lnTo>
                <a:lnTo>
                  <a:pt x="243775" y="32905"/>
                </a:lnTo>
                <a:close/>
                <a:moveTo>
                  <a:pt x="428501" y="47461"/>
                </a:moveTo>
                <a:cubicBezTo>
                  <a:pt x="430414" y="49853"/>
                  <a:pt x="431901" y="52638"/>
                  <a:pt x="432960" y="55816"/>
                </a:cubicBezTo>
                <a:cubicBezTo>
                  <a:pt x="434019" y="58994"/>
                  <a:pt x="434549" y="62428"/>
                  <a:pt x="434549" y="66118"/>
                </a:cubicBezTo>
                <a:cubicBezTo>
                  <a:pt x="434549" y="71448"/>
                  <a:pt x="433575" y="76317"/>
                  <a:pt x="431627" y="80725"/>
                </a:cubicBezTo>
                <a:cubicBezTo>
                  <a:pt x="429680" y="85133"/>
                  <a:pt x="426929" y="88909"/>
                  <a:pt x="423375" y="92052"/>
                </a:cubicBezTo>
                <a:cubicBezTo>
                  <a:pt x="419822" y="95196"/>
                  <a:pt x="415568" y="97639"/>
                  <a:pt x="410613" y="99382"/>
                </a:cubicBezTo>
                <a:cubicBezTo>
                  <a:pt x="405658" y="101124"/>
                  <a:pt x="400208" y="101996"/>
                  <a:pt x="394263" y="101996"/>
                </a:cubicBezTo>
                <a:cubicBezTo>
                  <a:pt x="389958" y="101996"/>
                  <a:pt x="385926" y="101535"/>
                  <a:pt x="382167" y="100612"/>
                </a:cubicBezTo>
                <a:cubicBezTo>
                  <a:pt x="378408" y="99689"/>
                  <a:pt x="375436" y="98545"/>
                  <a:pt x="373249" y="97178"/>
                </a:cubicBezTo>
                <a:cubicBezTo>
                  <a:pt x="371950" y="99091"/>
                  <a:pt x="370857" y="100902"/>
                  <a:pt x="369968" y="102611"/>
                </a:cubicBezTo>
                <a:cubicBezTo>
                  <a:pt x="369080" y="104319"/>
                  <a:pt x="368636" y="106233"/>
                  <a:pt x="368636" y="108351"/>
                </a:cubicBezTo>
                <a:cubicBezTo>
                  <a:pt x="368636" y="110948"/>
                  <a:pt x="369883" y="113101"/>
                  <a:pt x="372377" y="114809"/>
                </a:cubicBezTo>
                <a:cubicBezTo>
                  <a:pt x="374872" y="116518"/>
                  <a:pt x="378169" y="117440"/>
                  <a:pt x="382269" y="117577"/>
                </a:cubicBezTo>
                <a:lnTo>
                  <a:pt x="409332" y="118602"/>
                </a:lnTo>
                <a:cubicBezTo>
                  <a:pt x="414457" y="118739"/>
                  <a:pt x="419190" y="119388"/>
                  <a:pt x="423529" y="120550"/>
                </a:cubicBezTo>
                <a:cubicBezTo>
                  <a:pt x="427869" y="121712"/>
                  <a:pt x="431593" y="123386"/>
                  <a:pt x="434702" y="125573"/>
                </a:cubicBezTo>
                <a:cubicBezTo>
                  <a:pt x="437812" y="127760"/>
                  <a:pt x="440238" y="130459"/>
                  <a:pt x="441981" y="133671"/>
                </a:cubicBezTo>
                <a:cubicBezTo>
                  <a:pt x="443723" y="136883"/>
                  <a:pt x="444595" y="140607"/>
                  <a:pt x="444595" y="144844"/>
                </a:cubicBezTo>
                <a:cubicBezTo>
                  <a:pt x="444595" y="149423"/>
                  <a:pt x="443604" y="153763"/>
                  <a:pt x="441622" y="157863"/>
                </a:cubicBezTo>
                <a:cubicBezTo>
                  <a:pt x="439640" y="161963"/>
                  <a:pt x="436582" y="165568"/>
                  <a:pt x="432447" y="168677"/>
                </a:cubicBezTo>
                <a:cubicBezTo>
                  <a:pt x="428313" y="171787"/>
                  <a:pt x="423068" y="174264"/>
                  <a:pt x="416712" y="176109"/>
                </a:cubicBezTo>
                <a:cubicBezTo>
                  <a:pt x="410357" y="177954"/>
                  <a:pt x="402805" y="178877"/>
                  <a:pt x="394058" y="178877"/>
                </a:cubicBezTo>
                <a:cubicBezTo>
                  <a:pt x="385721" y="178877"/>
                  <a:pt x="378630" y="178211"/>
                  <a:pt x="372787" y="176878"/>
                </a:cubicBezTo>
                <a:cubicBezTo>
                  <a:pt x="366944" y="175546"/>
                  <a:pt x="362144" y="173700"/>
                  <a:pt x="358385" y="171343"/>
                </a:cubicBezTo>
                <a:cubicBezTo>
                  <a:pt x="354626" y="168985"/>
                  <a:pt x="351893" y="166183"/>
                  <a:pt x="350184" y="162937"/>
                </a:cubicBezTo>
                <a:cubicBezTo>
                  <a:pt x="348476" y="159691"/>
                  <a:pt x="347622" y="156120"/>
                  <a:pt x="347622" y="152225"/>
                </a:cubicBezTo>
                <a:cubicBezTo>
                  <a:pt x="347622" y="147236"/>
                  <a:pt x="348783" y="142862"/>
                  <a:pt x="351107" y="139104"/>
                </a:cubicBezTo>
                <a:cubicBezTo>
                  <a:pt x="353430" y="135345"/>
                  <a:pt x="357018" y="131723"/>
                  <a:pt x="361870" y="128238"/>
                </a:cubicBezTo>
                <a:cubicBezTo>
                  <a:pt x="360094" y="127418"/>
                  <a:pt x="358556" y="126393"/>
                  <a:pt x="357257" y="125163"/>
                </a:cubicBezTo>
                <a:cubicBezTo>
                  <a:pt x="355959" y="123933"/>
                  <a:pt x="354900" y="122583"/>
                  <a:pt x="354080" y="121114"/>
                </a:cubicBezTo>
                <a:cubicBezTo>
                  <a:pt x="353260" y="119644"/>
                  <a:pt x="352645" y="118090"/>
                  <a:pt x="352235" y="116449"/>
                </a:cubicBezTo>
                <a:cubicBezTo>
                  <a:pt x="351825" y="114809"/>
                  <a:pt x="351619" y="113203"/>
                  <a:pt x="351619" y="111632"/>
                </a:cubicBezTo>
                <a:cubicBezTo>
                  <a:pt x="351619" y="107190"/>
                  <a:pt x="352662" y="103123"/>
                  <a:pt x="354746" y="99433"/>
                </a:cubicBezTo>
                <a:cubicBezTo>
                  <a:pt x="356830" y="95743"/>
                  <a:pt x="359308" y="92258"/>
                  <a:pt x="362178" y="88977"/>
                </a:cubicBezTo>
                <a:cubicBezTo>
                  <a:pt x="360879" y="87405"/>
                  <a:pt x="359735" y="85868"/>
                  <a:pt x="358744" y="84364"/>
                </a:cubicBezTo>
                <a:cubicBezTo>
                  <a:pt x="357753" y="82861"/>
                  <a:pt x="356899" y="81238"/>
                  <a:pt x="356181" y="79495"/>
                </a:cubicBezTo>
                <a:cubicBezTo>
                  <a:pt x="355464" y="77753"/>
                  <a:pt x="354917" y="75873"/>
                  <a:pt x="354541" y="73857"/>
                </a:cubicBezTo>
                <a:cubicBezTo>
                  <a:pt x="354165" y="71841"/>
                  <a:pt x="353977" y="69535"/>
                  <a:pt x="353977" y="66938"/>
                </a:cubicBezTo>
                <a:cubicBezTo>
                  <a:pt x="353977" y="61608"/>
                  <a:pt x="354951" y="56738"/>
                  <a:pt x="356899" y="52331"/>
                </a:cubicBezTo>
                <a:cubicBezTo>
                  <a:pt x="358846" y="47923"/>
                  <a:pt x="361580" y="44147"/>
                  <a:pt x="365099" y="41003"/>
                </a:cubicBezTo>
                <a:cubicBezTo>
                  <a:pt x="368619" y="37860"/>
                  <a:pt x="372856" y="35417"/>
                  <a:pt x="377810" y="33674"/>
                </a:cubicBezTo>
                <a:cubicBezTo>
                  <a:pt x="382765" y="31931"/>
                  <a:pt x="388249" y="31060"/>
                  <a:pt x="394263" y="31060"/>
                </a:cubicBezTo>
                <a:cubicBezTo>
                  <a:pt x="396792" y="31060"/>
                  <a:pt x="399218" y="31231"/>
                  <a:pt x="401541" y="31573"/>
                </a:cubicBezTo>
                <a:cubicBezTo>
                  <a:pt x="403865" y="31914"/>
                  <a:pt x="405915" y="32358"/>
                  <a:pt x="407692" y="32905"/>
                </a:cubicBezTo>
                <a:lnTo>
                  <a:pt x="445005" y="32905"/>
                </a:lnTo>
                <a:lnTo>
                  <a:pt x="445005" y="47461"/>
                </a:lnTo>
                <a:lnTo>
                  <a:pt x="428501" y="47461"/>
                </a:lnTo>
                <a:moveTo>
                  <a:pt x="366586" y="150687"/>
                </a:moveTo>
                <a:cubicBezTo>
                  <a:pt x="366586" y="155539"/>
                  <a:pt x="369114" y="159076"/>
                  <a:pt x="374171" y="161297"/>
                </a:cubicBezTo>
                <a:cubicBezTo>
                  <a:pt x="379228" y="163518"/>
                  <a:pt x="386267" y="164628"/>
                  <a:pt x="395288" y="164628"/>
                </a:cubicBezTo>
                <a:cubicBezTo>
                  <a:pt x="400960" y="164628"/>
                  <a:pt x="405727" y="164116"/>
                  <a:pt x="409588" y="163091"/>
                </a:cubicBezTo>
                <a:cubicBezTo>
                  <a:pt x="413449" y="162066"/>
                  <a:pt x="416559" y="160716"/>
                  <a:pt x="418916" y="159042"/>
                </a:cubicBezTo>
                <a:cubicBezTo>
                  <a:pt x="421274" y="157367"/>
                  <a:pt x="422965" y="155454"/>
                  <a:pt x="423990" y="153301"/>
                </a:cubicBezTo>
                <a:cubicBezTo>
                  <a:pt x="425015" y="151149"/>
                  <a:pt x="425528" y="148945"/>
                  <a:pt x="425528" y="146689"/>
                </a:cubicBezTo>
                <a:cubicBezTo>
                  <a:pt x="425528" y="142521"/>
                  <a:pt x="423820" y="139446"/>
                  <a:pt x="420403" y="137464"/>
                </a:cubicBezTo>
                <a:cubicBezTo>
                  <a:pt x="416986" y="135482"/>
                  <a:pt x="411758" y="134320"/>
                  <a:pt x="404719" y="133978"/>
                </a:cubicBezTo>
                <a:lnTo>
                  <a:pt x="377862" y="133056"/>
                </a:lnTo>
                <a:cubicBezTo>
                  <a:pt x="375606" y="134559"/>
                  <a:pt x="373744" y="136029"/>
                  <a:pt x="372275" y="137464"/>
                </a:cubicBezTo>
                <a:cubicBezTo>
                  <a:pt x="370806" y="138899"/>
                  <a:pt x="369661" y="140351"/>
                  <a:pt x="368841" y="141820"/>
                </a:cubicBezTo>
                <a:cubicBezTo>
                  <a:pt x="368021" y="143290"/>
                  <a:pt x="367440" y="144759"/>
                  <a:pt x="367098" y="146228"/>
                </a:cubicBezTo>
                <a:cubicBezTo>
                  <a:pt x="366757" y="147697"/>
                  <a:pt x="366586" y="149184"/>
                  <a:pt x="366586" y="150687"/>
                </a:cubicBezTo>
                <a:moveTo>
                  <a:pt x="372019" y="66528"/>
                </a:moveTo>
                <a:cubicBezTo>
                  <a:pt x="372019" y="69808"/>
                  <a:pt x="372565" y="72815"/>
                  <a:pt x="373659" y="75549"/>
                </a:cubicBezTo>
                <a:cubicBezTo>
                  <a:pt x="374752" y="78282"/>
                  <a:pt x="376290" y="80606"/>
                  <a:pt x="378272" y="82519"/>
                </a:cubicBezTo>
                <a:cubicBezTo>
                  <a:pt x="380253" y="84433"/>
                  <a:pt x="382594" y="85919"/>
                  <a:pt x="385293" y="86978"/>
                </a:cubicBezTo>
                <a:cubicBezTo>
                  <a:pt x="387993" y="88038"/>
                  <a:pt x="390983" y="88567"/>
                  <a:pt x="394263" y="88567"/>
                </a:cubicBezTo>
                <a:cubicBezTo>
                  <a:pt x="397817" y="88567"/>
                  <a:pt x="400977" y="87969"/>
                  <a:pt x="403745" y="86773"/>
                </a:cubicBezTo>
                <a:cubicBezTo>
                  <a:pt x="406513" y="85577"/>
                  <a:pt x="408836" y="83954"/>
                  <a:pt x="410716" y="81904"/>
                </a:cubicBezTo>
                <a:cubicBezTo>
                  <a:pt x="412595" y="79854"/>
                  <a:pt x="414030" y="77496"/>
                  <a:pt x="415021" y="74831"/>
                </a:cubicBezTo>
                <a:cubicBezTo>
                  <a:pt x="416012" y="72166"/>
                  <a:pt x="416507" y="69398"/>
                  <a:pt x="416507" y="66528"/>
                </a:cubicBezTo>
                <a:cubicBezTo>
                  <a:pt x="416507" y="63248"/>
                  <a:pt x="415961" y="60241"/>
                  <a:pt x="414867" y="57507"/>
                </a:cubicBezTo>
                <a:cubicBezTo>
                  <a:pt x="413774" y="54774"/>
                  <a:pt x="412236" y="52450"/>
                  <a:pt x="410254" y="50537"/>
                </a:cubicBezTo>
                <a:cubicBezTo>
                  <a:pt x="408272" y="48623"/>
                  <a:pt x="405932" y="47137"/>
                  <a:pt x="403232" y="46077"/>
                </a:cubicBezTo>
                <a:cubicBezTo>
                  <a:pt x="400533" y="45018"/>
                  <a:pt x="397543" y="44489"/>
                  <a:pt x="394263" y="44489"/>
                </a:cubicBezTo>
                <a:cubicBezTo>
                  <a:pt x="390709" y="44489"/>
                  <a:pt x="387549" y="45104"/>
                  <a:pt x="384781" y="46334"/>
                </a:cubicBezTo>
                <a:cubicBezTo>
                  <a:pt x="382013" y="47564"/>
                  <a:pt x="379690" y="49187"/>
                  <a:pt x="377810" y="51203"/>
                </a:cubicBezTo>
                <a:cubicBezTo>
                  <a:pt x="375931" y="53219"/>
                  <a:pt x="374496" y="55560"/>
                  <a:pt x="373505" y="58225"/>
                </a:cubicBezTo>
                <a:cubicBezTo>
                  <a:pt x="372514" y="60890"/>
                  <a:pt x="372019" y="63658"/>
                  <a:pt x="372019" y="66528"/>
                </a:cubicBezTo>
                <a:close/>
                <a:moveTo>
                  <a:pt x="556129" y="78931"/>
                </a:moveTo>
                <a:cubicBezTo>
                  <a:pt x="556129" y="81460"/>
                  <a:pt x="556095" y="83578"/>
                  <a:pt x="556026" y="85287"/>
                </a:cubicBezTo>
                <a:cubicBezTo>
                  <a:pt x="555958" y="86995"/>
                  <a:pt x="555856" y="88601"/>
                  <a:pt x="555719" y="90105"/>
                </a:cubicBezTo>
                <a:lnTo>
                  <a:pt x="483451" y="90105"/>
                </a:lnTo>
                <a:cubicBezTo>
                  <a:pt x="483451" y="100629"/>
                  <a:pt x="486389" y="108710"/>
                  <a:pt x="492266" y="114348"/>
                </a:cubicBezTo>
                <a:cubicBezTo>
                  <a:pt x="498143" y="119986"/>
                  <a:pt x="506617" y="122805"/>
                  <a:pt x="517688" y="122805"/>
                </a:cubicBezTo>
                <a:cubicBezTo>
                  <a:pt x="520695" y="122805"/>
                  <a:pt x="523702" y="122685"/>
                  <a:pt x="526709" y="122446"/>
                </a:cubicBezTo>
                <a:cubicBezTo>
                  <a:pt x="529716" y="122207"/>
                  <a:pt x="532620" y="121882"/>
                  <a:pt x="535422" y="121472"/>
                </a:cubicBezTo>
                <a:cubicBezTo>
                  <a:pt x="538224" y="121062"/>
                  <a:pt x="540906" y="120601"/>
                  <a:pt x="543469" y="120089"/>
                </a:cubicBezTo>
                <a:cubicBezTo>
                  <a:pt x="546032" y="119576"/>
                  <a:pt x="548407" y="119012"/>
                  <a:pt x="550593" y="118397"/>
                </a:cubicBezTo>
                <a:lnTo>
                  <a:pt x="550593" y="133056"/>
                </a:lnTo>
                <a:cubicBezTo>
                  <a:pt x="545741" y="134423"/>
                  <a:pt x="540257" y="135533"/>
                  <a:pt x="534141" y="136387"/>
                </a:cubicBezTo>
                <a:cubicBezTo>
                  <a:pt x="528025" y="137242"/>
                  <a:pt x="521686" y="137669"/>
                  <a:pt x="515126" y="137669"/>
                </a:cubicBezTo>
                <a:cubicBezTo>
                  <a:pt x="506310" y="137669"/>
                  <a:pt x="498724" y="136473"/>
                  <a:pt x="492369" y="134081"/>
                </a:cubicBezTo>
                <a:cubicBezTo>
                  <a:pt x="486013" y="131689"/>
                  <a:pt x="480802" y="128221"/>
                  <a:pt x="476736" y="123676"/>
                </a:cubicBezTo>
                <a:cubicBezTo>
                  <a:pt x="472670" y="119132"/>
                  <a:pt x="469663" y="113562"/>
                  <a:pt x="467715" y="106967"/>
                </a:cubicBezTo>
                <a:cubicBezTo>
                  <a:pt x="465768" y="100373"/>
                  <a:pt x="464794" y="92907"/>
                  <a:pt x="464794" y="84569"/>
                </a:cubicBezTo>
                <a:cubicBezTo>
                  <a:pt x="464794" y="77325"/>
                  <a:pt x="465836" y="70474"/>
                  <a:pt x="467920" y="64016"/>
                </a:cubicBezTo>
                <a:cubicBezTo>
                  <a:pt x="470005" y="57558"/>
                  <a:pt x="473046" y="51886"/>
                  <a:pt x="477044" y="47000"/>
                </a:cubicBezTo>
                <a:cubicBezTo>
                  <a:pt x="481042" y="42114"/>
                  <a:pt x="485945" y="38236"/>
                  <a:pt x="491754" y="35365"/>
                </a:cubicBezTo>
                <a:cubicBezTo>
                  <a:pt x="497562" y="32495"/>
                  <a:pt x="504157" y="31060"/>
                  <a:pt x="511538" y="31060"/>
                </a:cubicBezTo>
                <a:cubicBezTo>
                  <a:pt x="518713" y="31060"/>
                  <a:pt x="525069" y="32188"/>
                  <a:pt x="530604" y="34443"/>
                </a:cubicBezTo>
                <a:cubicBezTo>
                  <a:pt x="536140" y="36698"/>
                  <a:pt x="540804" y="39893"/>
                  <a:pt x="544597" y="44027"/>
                </a:cubicBezTo>
                <a:cubicBezTo>
                  <a:pt x="548390" y="48162"/>
                  <a:pt x="551260" y="53185"/>
                  <a:pt x="553207" y="59096"/>
                </a:cubicBezTo>
                <a:cubicBezTo>
                  <a:pt x="555155" y="65007"/>
                  <a:pt x="556129" y="71619"/>
                  <a:pt x="556129" y="78931"/>
                </a:cubicBezTo>
                <a:moveTo>
                  <a:pt x="537575" y="76369"/>
                </a:moveTo>
                <a:cubicBezTo>
                  <a:pt x="537780" y="71790"/>
                  <a:pt x="537336" y="67604"/>
                  <a:pt x="536242" y="63811"/>
                </a:cubicBezTo>
                <a:cubicBezTo>
                  <a:pt x="535149" y="60019"/>
                  <a:pt x="533457" y="56755"/>
                  <a:pt x="531168" y="54022"/>
                </a:cubicBezTo>
                <a:cubicBezTo>
                  <a:pt x="528879" y="51288"/>
                  <a:pt x="526026" y="49153"/>
                  <a:pt x="522609" y="47615"/>
                </a:cubicBezTo>
                <a:cubicBezTo>
                  <a:pt x="519192" y="46077"/>
                  <a:pt x="515228" y="45309"/>
                  <a:pt x="510718" y="45309"/>
                </a:cubicBezTo>
                <a:cubicBezTo>
                  <a:pt x="506822" y="45309"/>
                  <a:pt x="503269" y="46060"/>
                  <a:pt x="500057" y="47564"/>
                </a:cubicBezTo>
                <a:cubicBezTo>
                  <a:pt x="496845" y="49067"/>
                  <a:pt x="494077" y="51186"/>
                  <a:pt x="491754" y="53919"/>
                </a:cubicBezTo>
                <a:cubicBezTo>
                  <a:pt x="489430" y="56653"/>
                  <a:pt x="487551" y="59933"/>
                  <a:pt x="486116" y="63760"/>
                </a:cubicBezTo>
                <a:cubicBezTo>
                  <a:pt x="484681" y="67587"/>
                  <a:pt x="483792" y="71790"/>
                  <a:pt x="483451" y="76369"/>
                </a:cubicBezTo>
                <a:lnTo>
                  <a:pt x="537575" y="76369"/>
                </a:lnTo>
                <a:close/>
                <a:moveTo>
                  <a:pt x="666946" y="134388"/>
                </a:moveTo>
                <a:cubicBezTo>
                  <a:pt x="662914" y="135414"/>
                  <a:pt x="658745" y="136148"/>
                  <a:pt x="654440" y="136592"/>
                </a:cubicBezTo>
                <a:cubicBezTo>
                  <a:pt x="650134" y="137037"/>
                  <a:pt x="645761" y="137259"/>
                  <a:pt x="641319" y="137259"/>
                </a:cubicBezTo>
                <a:cubicBezTo>
                  <a:pt x="628403" y="137259"/>
                  <a:pt x="618767" y="134337"/>
                  <a:pt x="612411" y="128494"/>
                </a:cubicBezTo>
                <a:cubicBezTo>
                  <a:pt x="606056" y="122651"/>
                  <a:pt x="602878" y="113682"/>
                  <a:pt x="602878" y="101586"/>
                </a:cubicBezTo>
                <a:lnTo>
                  <a:pt x="602878" y="47871"/>
                </a:lnTo>
                <a:lnTo>
                  <a:pt x="574073" y="47871"/>
                </a:lnTo>
                <a:lnTo>
                  <a:pt x="574073" y="32905"/>
                </a:lnTo>
                <a:lnTo>
                  <a:pt x="602878" y="32905"/>
                </a:lnTo>
                <a:lnTo>
                  <a:pt x="602878" y="4613"/>
                </a:lnTo>
                <a:lnTo>
                  <a:pt x="620714" y="0"/>
                </a:lnTo>
                <a:lnTo>
                  <a:pt x="620714" y="32905"/>
                </a:lnTo>
                <a:lnTo>
                  <a:pt x="666946" y="32905"/>
                </a:lnTo>
                <a:lnTo>
                  <a:pt x="666946" y="47871"/>
                </a:lnTo>
                <a:lnTo>
                  <a:pt x="620714" y="47871"/>
                </a:lnTo>
                <a:lnTo>
                  <a:pt x="620714" y="100151"/>
                </a:lnTo>
                <a:cubicBezTo>
                  <a:pt x="620714" y="107531"/>
                  <a:pt x="622679" y="113050"/>
                  <a:pt x="626609" y="116706"/>
                </a:cubicBezTo>
                <a:cubicBezTo>
                  <a:pt x="630538" y="120362"/>
                  <a:pt x="636330" y="122190"/>
                  <a:pt x="643984" y="122190"/>
                </a:cubicBezTo>
                <a:cubicBezTo>
                  <a:pt x="647264" y="122190"/>
                  <a:pt x="650852" y="121934"/>
                  <a:pt x="654747" y="121421"/>
                </a:cubicBezTo>
                <a:cubicBezTo>
                  <a:pt x="658642" y="120909"/>
                  <a:pt x="662709" y="120106"/>
                  <a:pt x="666946" y="119012"/>
                </a:cubicBezTo>
                <a:lnTo>
                  <a:pt x="666946" y="134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-">
            <a:extLst xmlns:a="http://schemas.openxmlformats.org/drawingml/2006/main">
              <a:ext uri="{FF2B5EF4-FFF2-40B4-BE49-F238E27FC236}">
                <a16:creationId xmlns:a16="http://schemas.microsoft.com/office/drawing/2014/main" id="{CED6A016-825B-4C17-AD79-B9C3A075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246" y="1463971"/>
            <a:ext cx="61300" cy="16811"/>
          </a:xfrm>
          <a:custGeom xmlns:a="http://schemas.openxmlformats.org/drawingml/2006/main">
            <a:pathLst>
              <a:path w="61300" h="16811">
                <a:moveTo>
                  <a:pt x="61300" y="16811"/>
                </a:moveTo>
                <a:lnTo>
                  <a:pt x="0" y="16811"/>
                </a:lnTo>
                <a:lnTo>
                  <a:pt x="0" y="0"/>
                </a:lnTo>
                <a:lnTo>
                  <a:pt x="61300" y="0"/>
                </a:lnTo>
                <a:lnTo>
                  <a:pt x="61300" y="16811"/>
                </a:lnTo>
                <a:close/>
              </a:path>
            </a:pathLst>
          </a:custGeom>
          <a:solidFill xmlns:a="http://schemas.openxmlformats.org/drawingml/2006/main">
            <a:srgbClr val="054F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val">
            <a:extLst xmlns:a="http://schemas.openxmlformats.org/drawingml/2006/main">
              <a:ext uri="{FF2B5EF4-FFF2-40B4-BE49-F238E27FC236}">
                <a16:creationId xmlns:a16="http://schemas.microsoft.com/office/drawing/2014/main" id="{EF7A02A2-AB5F-49B0-AF9A-211F7912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568" y="1383400"/>
            <a:ext cx="323014" cy="146689"/>
          </a:xfrm>
          <a:custGeom xmlns:a="http://schemas.openxmlformats.org/drawingml/2006/main">
            <a:pathLst>
              <a:path w="323014" h="146689">
                <a:moveTo>
                  <a:pt x="0" y="41926"/>
                </a:moveTo>
                <a:lnTo>
                  <a:pt x="20297" y="41926"/>
                </a:lnTo>
                <a:lnTo>
                  <a:pt x="45514" y="109991"/>
                </a:lnTo>
                <a:lnTo>
                  <a:pt x="50947" y="126598"/>
                </a:lnTo>
                <a:lnTo>
                  <a:pt x="56585" y="109581"/>
                </a:lnTo>
                <a:lnTo>
                  <a:pt x="81597" y="41926"/>
                </a:lnTo>
                <a:lnTo>
                  <a:pt x="101176" y="41926"/>
                </a:lnTo>
                <a:lnTo>
                  <a:pt x="60787" y="144844"/>
                </a:lnTo>
                <a:lnTo>
                  <a:pt x="40286" y="144844"/>
                </a:lnTo>
                <a:lnTo>
                  <a:pt x="0" y="41926"/>
                </a:lnTo>
                <a:close/>
                <a:moveTo>
                  <a:pt x="190568" y="144844"/>
                </a:moveTo>
                <a:lnTo>
                  <a:pt x="190158" y="131006"/>
                </a:lnTo>
                <a:cubicBezTo>
                  <a:pt x="184554" y="136541"/>
                  <a:pt x="178865" y="140539"/>
                  <a:pt x="173090" y="142999"/>
                </a:cubicBezTo>
                <a:cubicBezTo>
                  <a:pt x="167316" y="145459"/>
                  <a:pt x="161251" y="146689"/>
                  <a:pt x="154895" y="146689"/>
                </a:cubicBezTo>
                <a:cubicBezTo>
                  <a:pt x="149018" y="146689"/>
                  <a:pt x="143995" y="145938"/>
                  <a:pt x="139826" y="144434"/>
                </a:cubicBezTo>
                <a:cubicBezTo>
                  <a:pt x="135658" y="142931"/>
                  <a:pt x="132224" y="140864"/>
                  <a:pt x="129524" y="138232"/>
                </a:cubicBezTo>
                <a:cubicBezTo>
                  <a:pt x="126825" y="135601"/>
                  <a:pt x="124843" y="132509"/>
                  <a:pt x="123579" y="128955"/>
                </a:cubicBezTo>
                <a:cubicBezTo>
                  <a:pt x="122315" y="125402"/>
                  <a:pt x="121682" y="121541"/>
                  <a:pt x="121682" y="117372"/>
                </a:cubicBezTo>
                <a:cubicBezTo>
                  <a:pt x="121682" y="107053"/>
                  <a:pt x="125526" y="98972"/>
                  <a:pt x="133215" y="93129"/>
                </a:cubicBezTo>
                <a:cubicBezTo>
                  <a:pt x="140903" y="87286"/>
                  <a:pt x="152264" y="84364"/>
                  <a:pt x="167299" y="84364"/>
                </a:cubicBezTo>
                <a:lnTo>
                  <a:pt x="188620" y="84364"/>
                </a:lnTo>
                <a:lnTo>
                  <a:pt x="188620" y="75344"/>
                </a:lnTo>
                <a:cubicBezTo>
                  <a:pt x="188620" y="69261"/>
                  <a:pt x="186673" y="64392"/>
                  <a:pt x="182777" y="60736"/>
                </a:cubicBezTo>
                <a:cubicBezTo>
                  <a:pt x="178882" y="57080"/>
                  <a:pt x="172937" y="55252"/>
                  <a:pt x="164941" y="55252"/>
                </a:cubicBezTo>
                <a:cubicBezTo>
                  <a:pt x="159132" y="55252"/>
                  <a:pt x="153409" y="55901"/>
                  <a:pt x="147771" y="57200"/>
                </a:cubicBezTo>
                <a:cubicBezTo>
                  <a:pt x="142133" y="58498"/>
                  <a:pt x="136307" y="60343"/>
                  <a:pt x="130293" y="62735"/>
                </a:cubicBezTo>
                <a:lnTo>
                  <a:pt x="130293" y="46641"/>
                </a:lnTo>
                <a:cubicBezTo>
                  <a:pt x="132548" y="45821"/>
                  <a:pt x="135060" y="45018"/>
                  <a:pt x="137827" y="44232"/>
                </a:cubicBezTo>
                <a:cubicBezTo>
                  <a:pt x="140595" y="43446"/>
                  <a:pt x="143517" y="42746"/>
                  <a:pt x="146592" y="42131"/>
                </a:cubicBezTo>
                <a:cubicBezTo>
                  <a:pt x="149667" y="41516"/>
                  <a:pt x="152879" y="41020"/>
                  <a:pt x="156228" y="40645"/>
                </a:cubicBezTo>
                <a:cubicBezTo>
                  <a:pt x="159576" y="40269"/>
                  <a:pt x="162959" y="40081"/>
                  <a:pt x="166376" y="40081"/>
                </a:cubicBezTo>
                <a:cubicBezTo>
                  <a:pt x="172595" y="40081"/>
                  <a:pt x="178199" y="40764"/>
                  <a:pt x="183187" y="42131"/>
                </a:cubicBezTo>
                <a:cubicBezTo>
                  <a:pt x="188176" y="43498"/>
                  <a:pt x="192396" y="45582"/>
                  <a:pt x="195847" y="48384"/>
                </a:cubicBezTo>
                <a:cubicBezTo>
                  <a:pt x="199298" y="51186"/>
                  <a:pt x="201946" y="54705"/>
                  <a:pt x="203792" y="58942"/>
                </a:cubicBezTo>
                <a:cubicBezTo>
                  <a:pt x="205637" y="63179"/>
                  <a:pt x="206559" y="68168"/>
                  <a:pt x="206559" y="73909"/>
                </a:cubicBezTo>
                <a:lnTo>
                  <a:pt x="206559" y="144844"/>
                </a:lnTo>
                <a:lnTo>
                  <a:pt x="190568" y="144844"/>
                </a:lnTo>
                <a:moveTo>
                  <a:pt x="188620" y="97998"/>
                </a:moveTo>
                <a:lnTo>
                  <a:pt x="165966" y="97998"/>
                </a:lnTo>
                <a:cubicBezTo>
                  <a:pt x="161524" y="97998"/>
                  <a:pt x="157697" y="98442"/>
                  <a:pt x="154485" y="99331"/>
                </a:cubicBezTo>
                <a:cubicBezTo>
                  <a:pt x="151273" y="100219"/>
                  <a:pt x="148642" y="101483"/>
                  <a:pt x="146592" y="103123"/>
                </a:cubicBezTo>
                <a:cubicBezTo>
                  <a:pt x="144542" y="104764"/>
                  <a:pt x="143021" y="106728"/>
                  <a:pt x="142030" y="109018"/>
                </a:cubicBezTo>
                <a:cubicBezTo>
                  <a:pt x="141039" y="111307"/>
                  <a:pt x="140544" y="113887"/>
                  <a:pt x="140544" y="116757"/>
                </a:cubicBezTo>
                <a:cubicBezTo>
                  <a:pt x="140544" y="118739"/>
                  <a:pt x="140851" y="120635"/>
                  <a:pt x="141467" y="122446"/>
                </a:cubicBezTo>
                <a:cubicBezTo>
                  <a:pt x="142082" y="124257"/>
                  <a:pt x="143072" y="125863"/>
                  <a:pt x="144439" y="127264"/>
                </a:cubicBezTo>
                <a:cubicBezTo>
                  <a:pt x="145806" y="128665"/>
                  <a:pt x="147583" y="129776"/>
                  <a:pt x="149770" y="130596"/>
                </a:cubicBezTo>
                <a:cubicBezTo>
                  <a:pt x="151957" y="131416"/>
                  <a:pt x="154622" y="131826"/>
                  <a:pt x="157765" y="131826"/>
                </a:cubicBezTo>
                <a:cubicBezTo>
                  <a:pt x="161866" y="131826"/>
                  <a:pt x="166564" y="130579"/>
                  <a:pt x="171860" y="128084"/>
                </a:cubicBezTo>
                <a:cubicBezTo>
                  <a:pt x="177157" y="125590"/>
                  <a:pt x="182743" y="121643"/>
                  <a:pt x="188620" y="116244"/>
                </a:cubicBezTo>
                <a:lnTo>
                  <a:pt x="188620" y="97998"/>
                </a:lnTo>
                <a:close/>
                <a:moveTo>
                  <a:pt x="274323" y="14659"/>
                </a:moveTo>
                <a:lnTo>
                  <a:pt x="243878" y="14659"/>
                </a:lnTo>
                <a:lnTo>
                  <a:pt x="243878" y="0"/>
                </a:lnTo>
                <a:lnTo>
                  <a:pt x="292364" y="0"/>
                </a:lnTo>
                <a:lnTo>
                  <a:pt x="292364" y="129981"/>
                </a:lnTo>
                <a:lnTo>
                  <a:pt x="323014" y="129981"/>
                </a:lnTo>
                <a:lnTo>
                  <a:pt x="323014" y="144844"/>
                </a:lnTo>
                <a:lnTo>
                  <a:pt x="240495" y="144844"/>
                </a:lnTo>
                <a:lnTo>
                  <a:pt x="240495" y="129981"/>
                </a:lnTo>
                <a:lnTo>
                  <a:pt x="274323" y="129981"/>
                </a:lnTo>
                <a:lnTo>
                  <a:pt x="274323" y="146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\n">
            <a:extLst xmlns:a="http://schemas.openxmlformats.org/drawingml/2006/main">
              <a:ext uri="{FF2B5EF4-FFF2-40B4-BE49-F238E27FC236}">
                <a16:creationId xmlns:a16="http://schemas.microsoft.com/office/drawing/2014/main" id="{BFDB65E7-B4B9-4845-8B91-F1343A10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632" y="1383400"/>
            <a:ext cx="197533" cy="166884"/>
          </a:xfrm>
          <a:custGeom xmlns:a="http://schemas.openxmlformats.org/drawingml/2006/main">
            <a:pathLst>
              <a:path w="197533" h="166884">
                <a:moveTo>
                  <a:pt x="87337" y="166884"/>
                </a:moveTo>
                <a:lnTo>
                  <a:pt x="70321" y="166884"/>
                </a:lnTo>
                <a:lnTo>
                  <a:pt x="0" y="0"/>
                </a:lnTo>
                <a:lnTo>
                  <a:pt x="17016" y="0"/>
                </a:lnTo>
                <a:lnTo>
                  <a:pt x="87337" y="166884"/>
                </a:lnTo>
                <a:close/>
                <a:moveTo>
                  <a:pt x="114809" y="41926"/>
                </a:moveTo>
                <a:lnTo>
                  <a:pt x="130698" y="41926"/>
                </a:lnTo>
                <a:lnTo>
                  <a:pt x="131416" y="58532"/>
                </a:lnTo>
                <a:cubicBezTo>
                  <a:pt x="134422" y="54979"/>
                  <a:pt x="137327" y="52023"/>
                  <a:pt x="140129" y="49665"/>
                </a:cubicBezTo>
                <a:cubicBezTo>
                  <a:pt x="142931" y="47308"/>
                  <a:pt x="145681" y="45411"/>
                  <a:pt x="148381" y="43976"/>
                </a:cubicBezTo>
                <a:cubicBezTo>
                  <a:pt x="151080" y="42541"/>
                  <a:pt x="153831" y="41533"/>
                  <a:pt x="156633" y="40952"/>
                </a:cubicBezTo>
                <a:cubicBezTo>
                  <a:pt x="159435" y="40371"/>
                  <a:pt x="162339" y="40081"/>
                  <a:pt x="165346" y="40081"/>
                </a:cubicBezTo>
                <a:cubicBezTo>
                  <a:pt x="175938" y="40081"/>
                  <a:pt x="183951" y="43207"/>
                  <a:pt x="189384" y="49460"/>
                </a:cubicBezTo>
                <a:cubicBezTo>
                  <a:pt x="194817" y="55713"/>
                  <a:pt x="197533" y="65127"/>
                  <a:pt x="197533" y="77701"/>
                </a:cubicBezTo>
                <a:lnTo>
                  <a:pt x="197533" y="144844"/>
                </a:lnTo>
                <a:lnTo>
                  <a:pt x="179697" y="144844"/>
                </a:lnTo>
                <a:lnTo>
                  <a:pt x="179697" y="79136"/>
                </a:lnTo>
                <a:cubicBezTo>
                  <a:pt x="179697" y="71072"/>
                  <a:pt x="178194" y="65110"/>
                  <a:pt x="175187" y="61249"/>
                </a:cubicBezTo>
                <a:cubicBezTo>
                  <a:pt x="172180" y="57388"/>
                  <a:pt x="167704" y="55457"/>
                  <a:pt x="161758" y="55457"/>
                </a:cubicBezTo>
                <a:cubicBezTo>
                  <a:pt x="159571" y="55457"/>
                  <a:pt x="157436" y="55782"/>
                  <a:pt x="155351" y="56431"/>
                </a:cubicBezTo>
                <a:cubicBezTo>
                  <a:pt x="153267" y="57080"/>
                  <a:pt x="151097" y="58208"/>
                  <a:pt x="148842" y="59814"/>
                </a:cubicBezTo>
                <a:cubicBezTo>
                  <a:pt x="146587" y="61420"/>
                  <a:pt x="144144" y="63589"/>
                  <a:pt x="141513" y="66323"/>
                </a:cubicBezTo>
                <a:cubicBezTo>
                  <a:pt x="138882" y="69056"/>
                  <a:pt x="135926" y="72473"/>
                  <a:pt x="132646" y="76574"/>
                </a:cubicBezTo>
                <a:lnTo>
                  <a:pt x="132646" y="144844"/>
                </a:lnTo>
                <a:lnTo>
                  <a:pt x="114809" y="144844"/>
                </a:lnTo>
                <a:lnTo>
                  <a:pt x="114809" y="4192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if">
            <a:extLst xmlns:a="http://schemas.openxmlformats.org/drawingml/2006/main">
              <a:ext uri="{FF2B5EF4-FFF2-40B4-BE49-F238E27FC236}">
                <a16:creationId xmlns:a16="http://schemas.microsoft.com/office/drawing/2014/main" id="{C697801A-98FB-4916-8434-1AB8903D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76" y="1630945"/>
            <a:ext cx="204919" cy="146074"/>
          </a:xfrm>
          <a:custGeom xmlns:a="http://schemas.openxmlformats.org/drawingml/2006/main">
            <a:pathLst>
              <a:path w="204919" h="146074">
                <a:moveTo>
                  <a:pt x="33828" y="57917"/>
                </a:moveTo>
                <a:lnTo>
                  <a:pt x="3383" y="57917"/>
                </a:lnTo>
                <a:lnTo>
                  <a:pt x="3383" y="43156"/>
                </a:lnTo>
                <a:lnTo>
                  <a:pt x="51869" y="43156"/>
                </a:lnTo>
                <a:lnTo>
                  <a:pt x="51869" y="131211"/>
                </a:lnTo>
                <a:lnTo>
                  <a:pt x="82519" y="131211"/>
                </a:lnTo>
                <a:lnTo>
                  <a:pt x="82519" y="146074"/>
                </a:lnTo>
                <a:lnTo>
                  <a:pt x="0" y="146074"/>
                </a:lnTo>
                <a:lnTo>
                  <a:pt x="0" y="131211"/>
                </a:lnTo>
                <a:lnTo>
                  <a:pt x="33828" y="131211"/>
                </a:lnTo>
                <a:lnTo>
                  <a:pt x="33828" y="57917"/>
                </a:lnTo>
                <a:moveTo>
                  <a:pt x="40081" y="0"/>
                </a:moveTo>
                <a:cubicBezTo>
                  <a:pt x="42063" y="0"/>
                  <a:pt x="43908" y="359"/>
                  <a:pt x="45616" y="1076"/>
                </a:cubicBezTo>
                <a:cubicBezTo>
                  <a:pt x="47325" y="1794"/>
                  <a:pt x="48811" y="2802"/>
                  <a:pt x="50075" y="4100"/>
                </a:cubicBezTo>
                <a:cubicBezTo>
                  <a:pt x="51340" y="5399"/>
                  <a:pt x="52331" y="6885"/>
                  <a:pt x="53048" y="8559"/>
                </a:cubicBezTo>
                <a:cubicBezTo>
                  <a:pt x="53766" y="10234"/>
                  <a:pt x="54124" y="12062"/>
                  <a:pt x="54124" y="14044"/>
                </a:cubicBezTo>
                <a:cubicBezTo>
                  <a:pt x="54124" y="15957"/>
                  <a:pt x="53766" y="17768"/>
                  <a:pt x="53048" y="19477"/>
                </a:cubicBezTo>
                <a:cubicBezTo>
                  <a:pt x="52331" y="21185"/>
                  <a:pt x="51340" y="22689"/>
                  <a:pt x="50075" y="23987"/>
                </a:cubicBezTo>
                <a:cubicBezTo>
                  <a:pt x="48811" y="25285"/>
                  <a:pt x="47325" y="26293"/>
                  <a:pt x="45616" y="27011"/>
                </a:cubicBezTo>
                <a:cubicBezTo>
                  <a:pt x="43908" y="27729"/>
                  <a:pt x="42063" y="28087"/>
                  <a:pt x="40081" y="28087"/>
                </a:cubicBezTo>
                <a:cubicBezTo>
                  <a:pt x="38099" y="28087"/>
                  <a:pt x="36254" y="27729"/>
                  <a:pt x="34545" y="27011"/>
                </a:cubicBezTo>
                <a:cubicBezTo>
                  <a:pt x="32837" y="26293"/>
                  <a:pt x="31350" y="25285"/>
                  <a:pt x="30086" y="23987"/>
                </a:cubicBezTo>
                <a:cubicBezTo>
                  <a:pt x="28822" y="22689"/>
                  <a:pt x="27831" y="21185"/>
                  <a:pt x="27113" y="19477"/>
                </a:cubicBezTo>
                <a:cubicBezTo>
                  <a:pt x="26396" y="17768"/>
                  <a:pt x="26037" y="15957"/>
                  <a:pt x="26037" y="14044"/>
                </a:cubicBezTo>
                <a:cubicBezTo>
                  <a:pt x="26037" y="12062"/>
                  <a:pt x="26396" y="10234"/>
                  <a:pt x="27113" y="8559"/>
                </a:cubicBezTo>
                <a:cubicBezTo>
                  <a:pt x="27831" y="6885"/>
                  <a:pt x="28822" y="5399"/>
                  <a:pt x="30086" y="4100"/>
                </a:cubicBezTo>
                <a:cubicBezTo>
                  <a:pt x="31350" y="2802"/>
                  <a:pt x="32837" y="1794"/>
                  <a:pt x="34545" y="1076"/>
                </a:cubicBezTo>
                <a:cubicBezTo>
                  <a:pt x="36254" y="359"/>
                  <a:pt x="38099" y="0"/>
                  <a:pt x="40081" y="0"/>
                </a:cubicBezTo>
                <a:close/>
                <a:moveTo>
                  <a:pt x="204919" y="17836"/>
                </a:moveTo>
                <a:cubicBezTo>
                  <a:pt x="195557" y="15855"/>
                  <a:pt x="187493" y="14864"/>
                  <a:pt x="180727" y="14864"/>
                </a:cubicBezTo>
                <a:cubicBezTo>
                  <a:pt x="164668" y="14864"/>
                  <a:pt x="156638" y="23269"/>
                  <a:pt x="156638" y="40081"/>
                </a:cubicBezTo>
                <a:lnTo>
                  <a:pt x="156638" y="58122"/>
                </a:lnTo>
                <a:lnTo>
                  <a:pt x="201742" y="58122"/>
                </a:lnTo>
                <a:lnTo>
                  <a:pt x="201742" y="72986"/>
                </a:lnTo>
                <a:lnTo>
                  <a:pt x="156638" y="72986"/>
                </a:lnTo>
                <a:lnTo>
                  <a:pt x="156638" y="146074"/>
                </a:lnTo>
                <a:lnTo>
                  <a:pt x="138494" y="146074"/>
                </a:lnTo>
                <a:lnTo>
                  <a:pt x="138494" y="72986"/>
                </a:lnTo>
                <a:lnTo>
                  <a:pt x="105384" y="72986"/>
                </a:lnTo>
                <a:lnTo>
                  <a:pt x="105384" y="58122"/>
                </a:lnTo>
                <a:lnTo>
                  <a:pt x="138494" y="58122"/>
                </a:lnTo>
                <a:lnTo>
                  <a:pt x="138494" y="41106"/>
                </a:lnTo>
                <a:cubicBezTo>
                  <a:pt x="138494" y="13702"/>
                  <a:pt x="152777" y="0"/>
                  <a:pt x="181343" y="0"/>
                </a:cubicBezTo>
                <a:cubicBezTo>
                  <a:pt x="188450" y="0"/>
                  <a:pt x="196309" y="820"/>
                  <a:pt x="204919" y="2460"/>
                </a:cubicBezTo>
                <a:lnTo>
                  <a:pt x="204919" y="17836"/>
                </a:lnTo>
                <a:moveTo>
                  <a:pt x="97183" y="43156"/>
                </a:moveTo>
                <a:lnTo>
                  <a:pt x="97183" y="43156"/>
                </a:lnTo>
                <a:close/>
              </a:path>
            </a:pathLst>
          </a:custGeom>
          <a:solidFill xmlns:a="http://schemas.openxmlformats.org/drawingml/2006/main">
            <a:srgbClr val="D130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compl">
            <a:extLst xmlns:a="http://schemas.openxmlformats.org/drawingml/2006/main">
              <a:ext uri="{FF2B5EF4-FFF2-40B4-BE49-F238E27FC236}">
                <a16:creationId xmlns:a16="http://schemas.microsoft.com/office/drawing/2014/main" id="{81F7383F-AE9B-4A23-B0D1-E42D35FE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669" y="1632175"/>
            <a:ext cx="543213" cy="186873"/>
          </a:xfrm>
          <a:custGeom xmlns:a="http://schemas.openxmlformats.org/drawingml/2006/main">
            <a:pathLst>
              <a:path w="543213" h="186873">
                <a:moveTo>
                  <a:pt x="80162" y="141051"/>
                </a:moveTo>
                <a:cubicBezTo>
                  <a:pt x="75514" y="142828"/>
                  <a:pt x="70748" y="144144"/>
                  <a:pt x="65862" y="144998"/>
                </a:cubicBezTo>
                <a:cubicBezTo>
                  <a:pt x="60975" y="145852"/>
                  <a:pt x="55935" y="146279"/>
                  <a:pt x="50742" y="146279"/>
                </a:cubicBezTo>
                <a:cubicBezTo>
                  <a:pt x="34477" y="146279"/>
                  <a:pt x="21954" y="141872"/>
                  <a:pt x="13172" y="133056"/>
                </a:cubicBezTo>
                <a:cubicBezTo>
                  <a:pt x="4391" y="124240"/>
                  <a:pt x="0" y="111358"/>
                  <a:pt x="0" y="94410"/>
                </a:cubicBezTo>
                <a:cubicBezTo>
                  <a:pt x="0" y="86278"/>
                  <a:pt x="1264" y="78897"/>
                  <a:pt x="3793" y="72268"/>
                </a:cubicBezTo>
                <a:cubicBezTo>
                  <a:pt x="6321" y="65639"/>
                  <a:pt x="9875" y="59967"/>
                  <a:pt x="14454" y="55252"/>
                </a:cubicBezTo>
                <a:cubicBezTo>
                  <a:pt x="19032" y="50537"/>
                  <a:pt x="24499" y="46898"/>
                  <a:pt x="30855" y="44335"/>
                </a:cubicBezTo>
                <a:cubicBezTo>
                  <a:pt x="37211" y="41772"/>
                  <a:pt x="44215" y="40491"/>
                  <a:pt x="51869" y="40491"/>
                </a:cubicBezTo>
                <a:cubicBezTo>
                  <a:pt x="57200" y="40491"/>
                  <a:pt x="62188" y="40867"/>
                  <a:pt x="66835" y="41618"/>
                </a:cubicBezTo>
                <a:cubicBezTo>
                  <a:pt x="71482" y="42370"/>
                  <a:pt x="75925" y="43600"/>
                  <a:pt x="80162" y="45309"/>
                </a:cubicBezTo>
                <a:lnTo>
                  <a:pt x="80162" y="62325"/>
                </a:lnTo>
                <a:cubicBezTo>
                  <a:pt x="75719" y="60002"/>
                  <a:pt x="71192" y="58310"/>
                  <a:pt x="66579" y="57251"/>
                </a:cubicBezTo>
                <a:cubicBezTo>
                  <a:pt x="61966" y="56192"/>
                  <a:pt x="57200" y="55662"/>
                  <a:pt x="52279" y="55662"/>
                </a:cubicBezTo>
                <a:cubicBezTo>
                  <a:pt x="47701" y="55662"/>
                  <a:pt x="43378" y="56533"/>
                  <a:pt x="39312" y="58276"/>
                </a:cubicBezTo>
                <a:cubicBezTo>
                  <a:pt x="35246" y="60019"/>
                  <a:pt x="31675" y="62530"/>
                  <a:pt x="28600" y="65810"/>
                </a:cubicBezTo>
                <a:cubicBezTo>
                  <a:pt x="25525" y="69091"/>
                  <a:pt x="23099" y="73088"/>
                  <a:pt x="21322" y="77804"/>
                </a:cubicBezTo>
                <a:cubicBezTo>
                  <a:pt x="19545" y="82519"/>
                  <a:pt x="18657" y="87850"/>
                  <a:pt x="18657" y="93795"/>
                </a:cubicBezTo>
                <a:cubicBezTo>
                  <a:pt x="18657" y="106233"/>
                  <a:pt x="21681" y="115544"/>
                  <a:pt x="27729" y="121729"/>
                </a:cubicBezTo>
                <a:cubicBezTo>
                  <a:pt x="33776" y="127913"/>
                  <a:pt x="42165" y="131006"/>
                  <a:pt x="52894" y="131006"/>
                </a:cubicBezTo>
                <a:cubicBezTo>
                  <a:pt x="57746" y="131006"/>
                  <a:pt x="62445" y="130459"/>
                  <a:pt x="66989" y="129366"/>
                </a:cubicBezTo>
                <a:cubicBezTo>
                  <a:pt x="71534" y="128272"/>
                  <a:pt x="75925" y="126632"/>
                  <a:pt x="80162" y="124445"/>
                </a:cubicBezTo>
                <a:lnTo>
                  <a:pt x="80162" y="141051"/>
                </a:lnTo>
                <a:close/>
                <a:moveTo>
                  <a:pt x="204612" y="92565"/>
                </a:moveTo>
                <a:cubicBezTo>
                  <a:pt x="204612" y="100561"/>
                  <a:pt x="203484" y="107890"/>
                  <a:pt x="201229" y="114553"/>
                </a:cubicBezTo>
                <a:cubicBezTo>
                  <a:pt x="198974" y="121216"/>
                  <a:pt x="195728" y="126922"/>
                  <a:pt x="191491" y="131672"/>
                </a:cubicBezTo>
                <a:cubicBezTo>
                  <a:pt x="187254" y="136422"/>
                  <a:pt x="182094" y="140112"/>
                  <a:pt x="176012" y="142743"/>
                </a:cubicBezTo>
                <a:cubicBezTo>
                  <a:pt x="169930" y="145374"/>
                  <a:pt x="163028" y="146689"/>
                  <a:pt x="155305" y="146689"/>
                </a:cubicBezTo>
                <a:cubicBezTo>
                  <a:pt x="147925" y="146689"/>
                  <a:pt x="141313" y="145545"/>
                  <a:pt x="135470" y="143255"/>
                </a:cubicBezTo>
                <a:cubicBezTo>
                  <a:pt x="129627" y="140966"/>
                  <a:pt x="124672" y="137600"/>
                  <a:pt x="120606" y="133158"/>
                </a:cubicBezTo>
                <a:cubicBezTo>
                  <a:pt x="116540" y="128716"/>
                  <a:pt x="113431" y="123215"/>
                  <a:pt x="111278" y="116654"/>
                </a:cubicBezTo>
                <a:cubicBezTo>
                  <a:pt x="109125" y="110094"/>
                  <a:pt x="108049" y="102543"/>
                  <a:pt x="108049" y="94000"/>
                </a:cubicBezTo>
                <a:cubicBezTo>
                  <a:pt x="108049" y="86004"/>
                  <a:pt x="109177" y="78709"/>
                  <a:pt x="111432" y="72115"/>
                </a:cubicBezTo>
                <a:cubicBezTo>
                  <a:pt x="113687" y="65520"/>
                  <a:pt x="116933" y="59848"/>
                  <a:pt x="121170" y="55098"/>
                </a:cubicBezTo>
                <a:cubicBezTo>
                  <a:pt x="125407" y="50349"/>
                  <a:pt x="130567" y="46658"/>
                  <a:pt x="136649" y="44027"/>
                </a:cubicBezTo>
                <a:cubicBezTo>
                  <a:pt x="142731" y="41396"/>
                  <a:pt x="149633" y="40081"/>
                  <a:pt x="157356" y="40081"/>
                </a:cubicBezTo>
                <a:cubicBezTo>
                  <a:pt x="164736" y="40081"/>
                  <a:pt x="171348" y="41225"/>
                  <a:pt x="177191" y="43515"/>
                </a:cubicBezTo>
                <a:cubicBezTo>
                  <a:pt x="183034" y="45804"/>
                  <a:pt x="187988" y="49153"/>
                  <a:pt x="192055" y="53561"/>
                </a:cubicBezTo>
                <a:cubicBezTo>
                  <a:pt x="196121" y="57968"/>
                  <a:pt x="199230" y="63453"/>
                  <a:pt x="201383" y="70013"/>
                </a:cubicBezTo>
                <a:cubicBezTo>
                  <a:pt x="203536" y="76574"/>
                  <a:pt x="204612" y="84091"/>
                  <a:pt x="204612" y="92565"/>
                </a:cubicBezTo>
                <a:moveTo>
                  <a:pt x="186365" y="93385"/>
                </a:moveTo>
                <a:cubicBezTo>
                  <a:pt x="186365" y="87030"/>
                  <a:pt x="185665" y="81477"/>
                  <a:pt x="184264" y="76727"/>
                </a:cubicBezTo>
                <a:cubicBezTo>
                  <a:pt x="182863" y="71978"/>
                  <a:pt x="180864" y="68014"/>
                  <a:pt x="178267" y="64837"/>
                </a:cubicBezTo>
                <a:cubicBezTo>
                  <a:pt x="175670" y="61659"/>
                  <a:pt x="172510" y="59267"/>
                  <a:pt x="168785" y="57661"/>
                </a:cubicBezTo>
                <a:cubicBezTo>
                  <a:pt x="165061" y="56055"/>
                  <a:pt x="160909" y="55252"/>
                  <a:pt x="156330" y="55252"/>
                </a:cubicBezTo>
                <a:cubicBezTo>
                  <a:pt x="151000" y="55252"/>
                  <a:pt x="146438" y="56294"/>
                  <a:pt x="142646" y="58378"/>
                </a:cubicBezTo>
                <a:cubicBezTo>
                  <a:pt x="138853" y="60463"/>
                  <a:pt x="135743" y="63248"/>
                  <a:pt x="133317" y="66733"/>
                </a:cubicBezTo>
                <a:cubicBezTo>
                  <a:pt x="130891" y="70218"/>
                  <a:pt x="129115" y="74267"/>
                  <a:pt x="127987" y="78880"/>
                </a:cubicBezTo>
                <a:cubicBezTo>
                  <a:pt x="126859" y="83493"/>
                  <a:pt x="126296" y="88328"/>
                  <a:pt x="126296" y="93385"/>
                </a:cubicBezTo>
                <a:cubicBezTo>
                  <a:pt x="126296" y="99741"/>
                  <a:pt x="126996" y="105310"/>
                  <a:pt x="128397" y="110094"/>
                </a:cubicBezTo>
                <a:cubicBezTo>
                  <a:pt x="129798" y="114878"/>
                  <a:pt x="131797" y="118858"/>
                  <a:pt x="134394" y="122036"/>
                </a:cubicBezTo>
                <a:cubicBezTo>
                  <a:pt x="136991" y="125214"/>
                  <a:pt x="140134" y="127606"/>
                  <a:pt x="143824" y="129212"/>
                </a:cubicBezTo>
                <a:cubicBezTo>
                  <a:pt x="147515" y="130818"/>
                  <a:pt x="151683" y="131621"/>
                  <a:pt x="156330" y="131621"/>
                </a:cubicBezTo>
                <a:cubicBezTo>
                  <a:pt x="161661" y="131621"/>
                  <a:pt x="166223" y="130579"/>
                  <a:pt x="170015" y="128494"/>
                </a:cubicBezTo>
                <a:cubicBezTo>
                  <a:pt x="173808" y="126410"/>
                  <a:pt x="176918" y="123625"/>
                  <a:pt x="179344" y="120140"/>
                </a:cubicBezTo>
                <a:cubicBezTo>
                  <a:pt x="181770" y="116654"/>
                  <a:pt x="183546" y="112605"/>
                  <a:pt x="184674" y="107993"/>
                </a:cubicBezTo>
                <a:cubicBezTo>
                  <a:pt x="185802" y="103380"/>
                  <a:pt x="186365" y="98511"/>
                  <a:pt x="186365" y="93385"/>
                </a:cubicBezTo>
                <a:close/>
                <a:moveTo>
                  <a:pt x="303230" y="144844"/>
                </a:moveTo>
                <a:lnTo>
                  <a:pt x="303230" y="70936"/>
                </a:lnTo>
                <a:cubicBezTo>
                  <a:pt x="303230" y="67724"/>
                  <a:pt x="303111" y="65093"/>
                  <a:pt x="302871" y="63043"/>
                </a:cubicBezTo>
                <a:cubicBezTo>
                  <a:pt x="302632" y="60992"/>
                  <a:pt x="302256" y="59369"/>
                  <a:pt x="301744" y="58173"/>
                </a:cubicBezTo>
                <a:cubicBezTo>
                  <a:pt x="301231" y="56978"/>
                  <a:pt x="300582" y="56140"/>
                  <a:pt x="299796" y="55662"/>
                </a:cubicBezTo>
                <a:cubicBezTo>
                  <a:pt x="299010" y="55184"/>
                  <a:pt x="298036" y="54944"/>
                  <a:pt x="296875" y="54944"/>
                </a:cubicBezTo>
                <a:cubicBezTo>
                  <a:pt x="295508" y="54944"/>
                  <a:pt x="294244" y="55354"/>
                  <a:pt x="293082" y="56175"/>
                </a:cubicBezTo>
                <a:cubicBezTo>
                  <a:pt x="291920" y="56995"/>
                  <a:pt x="290673" y="58327"/>
                  <a:pt x="289340" y="60172"/>
                </a:cubicBezTo>
                <a:cubicBezTo>
                  <a:pt x="288008" y="62018"/>
                  <a:pt x="286538" y="64461"/>
                  <a:pt x="284932" y="67502"/>
                </a:cubicBezTo>
                <a:cubicBezTo>
                  <a:pt x="283327" y="70543"/>
                  <a:pt x="281430" y="74284"/>
                  <a:pt x="279243" y="78726"/>
                </a:cubicBezTo>
                <a:lnTo>
                  <a:pt x="279243" y="144844"/>
                </a:lnTo>
                <a:lnTo>
                  <a:pt x="262944" y="144844"/>
                </a:lnTo>
                <a:lnTo>
                  <a:pt x="262944" y="72883"/>
                </a:lnTo>
                <a:cubicBezTo>
                  <a:pt x="262944" y="69125"/>
                  <a:pt x="262825" y="66084"/>
                  <a:pt x="262586" y="63760"/>
                </a:cubicBezTo>
                <a:cubicBezTo>
                  <a:pt x="262346" y="61437"/>
                  <a:pt x="261971" y="59626"/>
                  <a:pt x="261458" y="58327"/>
                </a:cubicBezTo>
                <a:cubicBezTo>
                  <a:pt x="260946" y="57029"/>
                  <a:pt x="260279" y="56140"/>
                  <a:pt x="259459" y="55662"/>
                </a:cubicBezTo>
                <a:cubicBezTo>
                  <a:pt x="258639" y="55184"/>
                  <a:pt x="257648" y="54944"/>
                  <a:pt x="256486" y="54944"/>
                </a:cubicBezTo>
                <a:cubicBezTo>
                  <a:pt x="255256" y="54944"/>
                  <a:pt x="254095" y="55286"/>
                  <a:pt x="253001" y="55970"/>
                </a:cubicBezTo>
                <a:cubicBezTo>
                  <a:pt x="251908" y="56653"/>
                  <a:pt x="250695" y="57883"/>
                  <a:pt x="249362" y="59660"/>
                </a:cubicBezTo>
                <a:cubicBezTo>
                  <a:pt x="248029" y="61437"/>
                  <a:pt x="246543" y="63863"/>
                  <a:pt x="244903" y="66938"/>
                </a:cubicBezTo>
                <a:cubicBezTo>
                  <a:pt x="243263" y="70013"/>
                  <a:pt x="241315" y="73943"/>
                  <a:pt x="239060" y="78726"/>
                </a:cubicBezTo>
                <a:lnTo>
                  <a:pt x="239060" y="144844"/>
                </a:lnTo>
                <a:lnTo>
                  <a:pt x="222659" y="144844"/>
                </a:lnTo>
                <a:lnTo>
                  <a:pt x="222659" y="41926"/>
                </a:lnTo>
                <a:lnTo>
                  <a:pt x="236292" y="41926"/>
                </a:lnTo>
                <a:lnTo>
                  <a:pt x="237112" y="61505"/>
                </a:lnTo>
                <a:cubicBezTo>
                  <a:pt x="238889" y="57610"/>
                  <a:pt x="240615" y="54295"/>
                  <a:pt x="242289" y="51562"/>
                </a:cubicBezTo>
                <a:cubicBezTo>
                  <a:pt x="243963" y="48828"/>
                  <a:pt x="245689" y="46624"/>
                  <a:pt x="247466" y="44950"/>
                </a:cubicBezTo>
                <a:cubicBezTo>
                  <a:pt x="249243" y="43276"/>
                  <a:pt x="251139" y="42046"/>
                  <a:pt x="253155" y="41260"/>
                </a:cubicBezTo>
                <a:cubicBezTo>
                  <a:pt x="255171" y="40474"/>
                  <a:pt x="257409" y="40081"/>
                  <a:pt x="259869" y="40081"/>
                </a:cubicBezTo>
                <a:cubicBezTo>
                  <a:pt x="265405" y="40081"/>
                  <a:pt x="269607" y="41892"/>
                  <a:pt x="272478" y="45514"/>
                </a:cubicBezTo>
                <a:cubicBezTo>
                  <a:pt x="275348" y="49136"/>
                  <a:pt x="276783" y="54739"/>
                  <a:pt x="276783" y="62325"/>
                </a:cubicBezTo>
                <a:cubicBezTo>
                  <a:pt x="278423" y="58771"/>
                  <a:pt x="280029" y="55611"/>
                  <a:pt x="281601" y="52843"/>
                </a:cubicBezTo>
                <a:cubicBezTo>
                  <a:pt x="283173" y="50075"/>
                  <a:pt x="284864" y="47752"/>
                  <a:pt x="286675" y="45872"/>
                </a:cubicBezTo>
                <a:cubicBezTo>
                  <a:pt x="288486" y="43993"/>
                  <a:pt x="290485" y="42558"/>
                  <a:pt x="292672" y="41567"/>
                </a:cubicBezTo>
                <a:cubicBezTo>
                  <a:pt x="294859" y="40576"/>
                  <a:pt x="297387" y="40081"/>
                  <a:pt x="300257" y="40081"/>
                </a:cubicBezTo>
                <a:cubicBezTo>
                  <a:pt x="313174" y="40081"/>
                  <a:pt x="319632" y="50024"/>
                  <a:pt x="319632" y="69911"/>
                </a:cubicBezTo>
                <a:lnTo>
                  <a:pt x="319632" y="144844"/>
                </a:lnTo>
                <a:lnTo>
                  <a:pt x="303230" y="144844"/>
                </a:lnTo>
                <a:close/>
                <a:moveTo>
                  <a:pt x="432601" y="91540"/>
                </a:moveTo>
                <a:cubicBezTo>
                  <a:pt x="432601" y="100697"/>
                  <a:pt x="431320" y="108693"/>
                  <a:pt x="428757" y="115527"/>
                </a:cubicBezTo>
                <a:cubicBezTo>
                  <a:pt x="426194" y="122361"/>
                  <a:pt x="422658" y="128033"/>
                  <a:pt x="418147" y="132543"/>
                </a:cubicBezTo>
                <a:cubicBezTo>
                  <a:pt x="413637" y="137054"/>
                  <a:pt x="408306" y="140436"/>
                  <a:pt x="402156" y="142692"/>
                </a:cubicBezTo>
                <a:cubicBezTo>
                  <a:pt x="396005" y="144947"/>
                  <a:pt x="389342" y="146074"/>
                  <a:pt x="382167" y="146074"/>
                </a:cubicBezTo>
                <a:cubicBezTo>
                  <a:pt x="378887" y="146074"/>
                  <a:pt x="375623" y="145904"/>
                  <a:pt x="372377" y="145562"/>
                </a:cubicBezTo>
                <a:cubicBezTo>
                  <a:pt x="369131" y="145220"/>
                  <a:pt x="365834" y="144639"/>
                  <a:pt x="362485" y="143819"/>
                </a:cubicBezTo>
                <a:lnTo>
                  <a:pt x="362485" y="186873"/>
                </a:lnTo>
                <a:lnTo>
                  <a:pt x="344649" y="186873"/>
                </a:lnTo>
                <a:lnTo>
                  <a:pt x="344649" y="41926"/>
                </a:lnTo>
                <a:lnTo>
                  <a:pt x="360538" y="41926"/>
                </a:lnTo>
                <a:lnTo>
                  <a:pt x="361665" y="59147"/>
                </a:lnTo>
                <a:cubicBezTo>
                  <a:pt x="366791" y="52108"/>
                  <a:pt x="372258" y="47171"/>
                  <a:pt x="378066" y="44335"/>
                </a:cubicBezTo>
                <a:cubicBezTo>
                  <a:pt x="383875" y="41499"/>
                  <a:pt x="390162" y="40081"/>
                  <a:pt x="396928" y="40081"/>
                </a:cubicBezTo>
                <a:cubicBezTo>
                  <a:pt x="402805" y="40081"/>
                  <a:pt x="407965" y="41311"/>
                  <a:pt x="412407" y="43771"/>
                </a:cubicBezTo>
                <a:cubicBezTo>
                  <a:pt x="416849" y="46231"/>
                  <a:pt x="420573" y="49699"/>
                  <a:pt x="423580" y="54176"/>
                </a:cubicBezTo>
                <a:cubicBezTo>
                  <a:pt x="426587" y="58652"/>
                  <a:pt x="428842" y="64051"/>
                  <a:pt x="430346" y="70372"/>
                </a:cubicBezTo>
                <a:cubicBezTo>
                  <a:pt x="431849" y="76693"/>
                  <a:pt x="432601" y="83749"/>
                  <a:pt x="432601" y="91540"/>
                </a:cubicBezTo>
                <a:moveTo>
                  <a:pt x="414354" y="92360"/>
                </a:moveTo>
                <a:cubicBezTo>
                  <a:pt x="414354" y="86961"/>
                  <a:pt x="413961" y="82007"/>
                  <a:pt x="413176" y="77496"/>
                </a:cubicBezTo>
                <a:cubicBezTo>
                  <a:pt x="412390" y="72986"/>
                  <a:pt x="411142" y="69125"/>
                  <a:pt x="409434" y="65913"/>
                </a:cubicBezTo>
                <a:cubicBezTo>
                  <a:pt x="407726" y="62701"/>
                  <a:pt x="405539" y="60189"/>
                  <a:pt x="402873" y="58378"/>
                </a:cubicBezTo>
                <a:cubicBezTo>
                  <a:pt x="400208" y="56568"/>
                  <a:pt x="397030" y="55662"/>
                  <a:pt x="393340" y="55662"/>
                </a:cubicBezTo>
                <a:cubicBezTo>
                  <a:pt x="391085" y="55662"/>
                  <a:pt x="388796" y="56021"/>
                  <a:pt x="386472" y="56738"/>
                </a:cubicBezTo>
                <a:cubicBezTo>
                  <a:pt x="384149" y="57456"/>
                  <a:pt x="381740" y="58652"/>
                  <a:pt x="379245" y="60326"/>
                </a:cubicBezTo>
                <a:cubicBezTo>
                  <a:pt x="376751" y="62000"/>
                  <a:pt x="374120" y="64221"/>
                  <a:pt x="371352" y="66989"/>
                </a:cubicBezTo>
                <a:cubicBezTo>
                  <a:pt x="368584" y="69757"/>
                  <a:pt x="365629" y="73191"/>
                  <a:pt x="362485" y="77291"/>
                </a:cubicBezTo>
                <a:lnTo>
                  <a:pt x="362485" y="127213"/>
                </a:lnTo>
                <a:cubicBezTo>
                  <a:pt x="365765" y="128580"/>
                  <a:pt x="369217" y="129656"/>
                  <a:pt x="372839" y="130442"/>
                </a:cubicBezTo>
                <a:cubicBezTo>
                  <a:pt x="376460" y="131228"/>
                  <a:pt x="380014" y="131621"/>
                  <a:pt x="383499" y="131621"/>
                </a:cubicBezTo>
                <a:cubicBezTo>
                  <a:pt x="393135" y="131621"/>
                  <a:pt x="400687" y="128358"/>
                  <a:pt x="406154" y="121831"/>
                </a:cubicBezTo>
                <a:cubicBezTo>
                  <a:pt x="411621" y="115305"/>
                  <a:pt x="414354" y="105481"/>
                  <a:pt x="414354" y="92360"/>
                </a:cubicBezTo>
                <a:close/>
                <a:moveTo>
                  <a:pt x="494521" y="14659"/>
                </a:moveTo>
                <a:lnTo>
                  <a:pt x="464076" y="14659"/>
                </a:lnTo>
                <a:lnTo>
                  <a:pt x="464076" y="0"/>
                </a:lnTo>
                <a:lnTo>
                  <a:pt x="512563" y="0"/>
                </a:lnTo>
                <a:lnTo>
                  <a:pt x="512563" y="129981"/>
                </a:lnTo>
                <a:lnTo>
                  <a:pt x="543213" y="129981"/>
                </a:lnTo>
                <a:lnTo>
                  <a:pt x="543213" y="144844"/>
                </a:lnTo>
                <a:lnTo>
                  <a:pt x="460693" y="144844"/>
                </a:lnTo>
                <a:lnTo>
                  <a:pt x="460693" y="129981"/>
                </a:lnTo>
                <a:lnTo>
                  <a:pt x="494521" y="129981"/>
                </a:lnTo>
                <a:lnTo>
                  <a:pt x="494521" y="146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in">
            <a:extLst xmlns:a="http://schemas.openxmlformats.org/drawingml/2006/main">
              <a:ext uri="{FF2B5EF4-FFF2-40B4-BE49-F238E27FC236}">
                <a16:creationId xmlns:a16="http://schemas.microsoft.com/office/drawing/2014/main" id="{69EC584B-D13C-4AB5-BACA-DCE94EC8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60" y="1630945"/>
            <a:ext cx="196309" cy="146074"/>
          </a:xfrm>
          <a:custGeom xmlns:a="http://schemas.openxmlformats.org/drawingml/2006/main">
            <a:pathLst>
              <a:path w="196309" h="146074">
                <a:moveTo>
                  <a:pt x="33828" y="57917"/>
                </a:moveTo>
                <a:lnTo>
                  <a:pt x="3383" y="57917"/>
                </a:lnTo>
                <a:lnTo>
                  <a:pt x="3383" y="43156"/>
                </a:lnTo>
                <a:lnTo>
                  <a:pt x="51869" y="43156"/>
                </a:lnTo>
                <a:lnTo>
                  <a:pt x="51869" y="131211"/>
                </a:lnTo>
                <a:lnTo>
                  <a:pt x="82519" y="131211"/>
                </a:lnTo>
                <a:lnTo>
                  <a:pt x="82519" y="146074"/>
                </a:lnTo>
                <a:lnTo>
                  <a:pt x="0" y="146074"/>
                </a:lnTo>
                <a:lnTo>
                  <a:pt x="0" y="131211"/>
                </a:lnTo>
                <a:lnTo>
                  <a:pt x="33828" y="131211"/>
                </a:lnTo>
                <a:lnTo>
                  <a:pt x="33828" y="57917"/>
                </a:lnTo>
                <a:moveTo>
                  <a:pt x="40081" y="0"/>
                </a:moveTo>
                <a:cubicBezTo>
                  <a:pt x="42063" y="0"/>
                  <a:pt x="43908" y="359"/>
                  <a:pt x="45616" y="1076"/>
                </a:cubicBezTo>
                <a:cubicBezTo>
                  <a:pt x="47325" y="1794"/>
                  <a:pt x="48811" y="2802"/>
                  <a:pt x="50075" y="4100"/>
                </a:cubicBezTo>
                <a:cubicBezTo>
                  <a:pt x="51340" y="5399"/>
                  <a:pt x="52331" y="6885"/>
                  <a:pt x="53048" y="8559"/>
                </a:cubicBezTo>
                <a:cubicBezTo>
                  <a:pt x="53766" y="10234"/>
                  <a:pt x="54124" y="12062"/>
                  <a:pt x="54124" y="14044"/>
                </a:cubicBezTo>
                <a:cubicBezTo>
                  <a:pt x="54124" y="15957"/>
                  <a:pt x="53766" y="17768"/>
                  <a:pt x="53048" y="19477"/>
                </a:cubicBezTo>
                <a:cubicBezTo>
                  <a:pt x="52331" y="21185"/>
                  <a:pt x="51340" y="22689"/>
                  <a:pt x="50075" y="23987"/>
                </a:cubicBezTo>
                <a:cubicBezTo>
                  <a:pt x="48811" y="25285"/>
                  <a:pt x="47325" y="26293"/>
                  <a:pt x="45616" y="27011"/>
                </a:cubicBezTo>
                <a:cubicBezTo>
                  <a:pt x="43908" y="27729"/>
                  <a:pt x="42063" y="28087"/>
                  <a:pt x="40081" y="28087"/>
                </a:cubicBezTo>
                <a:cubicBezTo>
                  <a:pt x="38099" y="28087"/>
                  <a:pt x="36254" y="27729"/>
                  <a:pt x="34545" y="27011"/>
                </a:cubicBezTo>
                <a:cubicBezTo>
                  <a:pt x="32837" y="26293"/>
                  <a:pt x="31350" y="25285"/>
                  <a:pt x="30086" y="23987"/>
                </a:cubicBezTo>
                <a:cubicBezTo>
                  <a:pt x="28822" y="22689"/>
                  <a:pt x="27831" y="21185"/>
                  <a:pt x="27113" y="19477"/>
                </a:cubicBezTo>
                <a:cubicBezTo>
                  <a:pt x="26396" y="17768"/>
                  <a:pt x="26037" y="15957"/>
                  <a:pt x="26037" y="14044"/>
                </a:cubicBezTo>
                <a:cubicBezTo>
                  <a:pt x="26037" y="12062"/>
                  <a:pt x="26396" y="10234"/>
                  <a:pt x="27113" y="8559"/>
                </a:cubicBezTo>
                <a:cubicBezTo>
                  <a:pt x="27831" y="6885"/>
                  <a:pt x="28822" y="5399"/>
                  <a:pt x="30086" y="4100"/>
                </a:cubicBezTo>
                <a:cubicBezTo>
                  <a:pt x="31350" y="2802"/>
                  <a:pt x="32837" y="1794"/>
                  <a:pt x="34545" y="1076"/>
                </a:cubicBezTo>
                <a:cubicBezTo>
                  <a:pt x="36254" y="359"/>
                  <a:pt x="38099" y="0"/>
                  <a:pt x="40081" y="0"/>
                </a:cubicBezTo>
                <a:close/>
                <a:moveTo>
                  <a:pt x="113585" y="43156"/>
                </a:moveTo>
                <a:lnTo>
                  <a:pt x="129473" y="43156"/>
                </a:lnTo>
                <a:lnTo>
                  <a:pt x="130191" y="59762"/>
                </a:lnTo>
                <a:cubicBezTo>
                  <a:pt x="133198" y="56209"/>
                  <a:pt x="136102" y="53253"/>
                  <a:pt x="138904" y="50895"/>
                </a:cubicBezTo>
                <a:cubicBezTo>
                  <a:pt x="141706" y="48538"/>
                  <a:pt x="144457" y="46641"/>
                  <a:pt x="147156" y="45206"/>
                </a:cubicBezTo>
                <a:cubicBezTo>
                  <a:pt x="149855" y="43771"/>
                  <a:pt x="152606" y="42763"/>
                  <a:pt x="155408" y="42182"/>
                </a:cubicBezTo>
                <a:cubicBezTo>
                  <a:pt x="158210" y="41601"/>
                  <a:pt x="161114" y="41311"/>
                  <a:pt x="164121" y="41311"/>
                </a:cubicBezTo>
                <a:cubicBezTo>
                  <a:pt x="174714" y="41311"/>
                  <a:pt x="182726" y="44437"/>
                  <a:pt x="188159" y="50690"/>
                </a:cubicBezTo>
                <a:cubicBezTo>
                  <a:pt x="193592" y="56943"/>
                  <a:pt x="196309" y="66357"/>
                  <a:pt x="196309" y="78931"/>
                </a:cubicBezTo>
                <a:lnTo>
                  <a:pt x="196309" y="146074"/>
                </a:lnTo>
                <a:lnTo>
                  <a:pt x="178472" y="146074"/>
                </a:lnTo>
                <a:lnTo>
                  <a:pt x="178472" y="80367"/>
                </a:lnTo>
                <a:cubicBezTo>
                  <a:pt x="178472" y="72303"/>
                  <a:pt x="176969" y="66340"/>
                  <a:pt x="173962" y="62479"/>
                </a:cubicBezTo>
                <a:cubicBezTo>
                  <a:pt x="170955" y="58618"/>
                  <a:pt x="166479" y="56687"/>
                  <a:pt x="160533" y="56687"/>
                </a:cubicBezTo>
                <a:cubicBezTo>
                  <a:pt x="158347" y="56687"/>
                  <a:pt x="156211" y="57012"/>
                  <a:pt x="154127" y="57661"/>
                </a:cubicBezTo>
                <a:cubicBezTo>
                  <a:pt x="152042" y="58310"/>
                  <a:pt x="149872" y="59438"/>
                  <a:pt x="147617" y="61044"/>
                </a:cubicBezTo>
                <a:cubicBezTo>
                  <a:pt x="145362" y="62650"/>
                  <a:pt x="142919" y="64819"/>
                  <a:pt x="140288" y="67553"/>
                </a:cubicBezTo>
                <a:cubicBezTo>
                  <a:pt x="137657" y="70287"/>
                  <a:pt x="134701" y="73703"/>
                  <a:pt x="131421" y="77804"/>
                </a:cubicBezTo>
                <a:lnTo>
                  <a:pt x="131421" y="146074"/>
                </a:lnTo>
                <a:lnTo>
                  <a:pt x="113585" y="146074"/>
                </a:lnTo>
                <a:lnTo>
                  <a:pt x="113585" y="43156"/>
                </a:lnTo>
                <a:close/>
              </a:path>
            </a:pathLst>
          </a:custGeom>
          <a:solidFill xmlns:a="http://schemas.openxmlformats.org/drawingml/2006/main">
            <a:srgbClr val="054F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chk_map:">
            <a:extLst xmlns:a="http://schemas.openxmlformats.org/drawingml/2006/main">
              <a:ext uri="{FF2B5EF4-FFF2-40B4-BE49-F238E27FC236}">
                <a16:creationId xmlns:a16="http://schemas.microsoft.com/office/drawing/2014/main" id="{E92D20B4-89CD-4786-8BB4-8BD3EF7D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953" y="1632175"/>
            <a:ext cx="860967" cy="186873"/>
          </a:xfrm>
          <a:custGeom xmlns:a="http://schemas.openxmlformats.org/drawingml/2006/main">
            <a:pathLst>
              <a:path w="860967" h="186873">
                <a:moveTo>
                  <a:pt x="80162" y="141051"/>
                </a:moveTo>
                <a:cubicBezTo>
                  <a:pt x="75514" y="142828"/>
                  <a:pt x="70748" y="144144"/>
                  <a:pt x="65862" y="144998"/>
                </a:cubicBezTo>
                <a:cubicBezTo>
                  <a:pt x="60975" y="145852"/>
                  <a:pt x="55935" y="146279"/>
                  <a:pt x="50742" y="146279"/>
                </a:cubicBezTo>
                <a:cubicBezTo>
                  <a:pt x="34477" y="146279"/>
                  <a:pt x="21954" y="141872"/>
                  <a:pt x="13172" y="133056"/>
                </a:cubicBezTo>
                <a:cubicBezTo>
                  <a:pt x="4391" y="124240"/>
                  <a:pt x="0" y="111358"/>
                  <a:pt x="0" y="94410"/>
                </a:cubicBezTo>
                <a:cubicBezTo>
                  <a:pt x="0" y="86278"/>
                  <a:pt x="1264" y="78897"/>
                  <a:pt x="3793" y="72268"/>
                </a:cubicBezTo>
                <a:cubicBezTo>
                  <a:pt x="6321" y="65639"/>
                  <a:pt x="9875" y="59967"/>
                  <a:pt x="14454" y="55252"/>
                </a:cubicBezTo>
                <a:cubicBezTo>
                  <a:pt x="19032" y="50537"/>
                  <a:pt x="24499" y="46898"/>
                  <a:pt x="30855" y="44335"/>
                </a:cubicBezTo>
                <a:cubicBezTo>
                  <a:pt x="37211" y="41772"/>
                  <a:pt x="44215" y="40491"/>
                  <a:pt x="51869" y="40491"/>
                </a:cubicBezTo>
                <a:cubicBezTo>
                  <a:pt x="57200" y="40491"/>
                  <a:pt x="62188" y="40867"/>
                  <a:pt x="66835" y="41618"/>
                </a:cubicBezTo>
                <a:cubicBezTo>
                  <a:pt x="71482" y="42370"/>
                  <a:pt x="75925" y="43600"/>
                  <a:pt x="80162" y="45309"/>
                </a:cubicBezTo>
                <a:lnTo>
                  <a:pt x="80162" y="62325"/>
                </a:lnTo>
                <a:cubicBezTo>
                  <a:pt x="75719" y="60002"/>
                  <a:pt x="71192" y="58310"/>
                  <a:pt x="66579" y="57251"/>
                </a:cubicBezTo>
                <a:cubicBezTo>
                  <a:pt x="61966" y="56192"/>
                  <a:pt x="57200" y="55662"/>
                  <a:pt x="52279" y="55662"/>
                </a:cubicBezTo>
                <a:cubicBezTo>
                  <a:pt x="47701" y="55662"/>
                  <a:pt x="43378" y="56533"/>
                  <a:pt x="39312" y="58276"/>
                </a:cubicBezTo>
                <a:cubicBezTo>
                  <a:pt x="35246" y="60019"/>
                  <a:pt x="31675" y="62530"/>
                  <a:pt x="28600" y="65810"/>
                </a:cubicBezTo>
                <a:cubicBezTo>
                  <a:pt x="25525" y="69091"/>
                  <a:pt x="23099" y="73088"/>
                  <a:pt x="21322" y="77804"/>
                </a:cubicBezTo>
                <a:cubicBezTo>
                  <a:pt x="19545" y="82519"/>
                  <a:pt x="18657" y="87850"/>
                  <a:pt x="18657" y="93795"/>
                </a:cubicBezTo>
                <a:cubicBezTo>
                  <a:pt x="18657" y="106233"/>
                  <a:pt x="21681" y="115544"/>
                  <a:pt x="27729" y="121729"/>
                </a:cubicBezTo>
                <a:cubicBezTo>
                  <a:pt x="33776" y="127913"/>
                  <a:pt x="42165" y="131006"/>
                  <a:pt x="52894" y="131006"/>
                </a:cubicBezTo>
                <a:cubicBezTo>
                  <a:pt x="57746" y="131006"/>
                  <a:pt x="62445" y="130459"/>
                  <a:pt x="66989" y="129366"/>
                </a:cubicBezTo>
                <a:cubicBezTo>
                  <a:pt x="71534" y="128272"/>
                  <a:pt x="75925" y="126632"/>
                  <a:pt x="80162" y="124445"/>
                </a:cubicBezTo>
                <a:lnTo>
                  <a:pt x="80162" y="141051"/>
                </a:lnTo>
                <a:close/>
                <a:moveTo>
                  <a:pt x="197744" y="144844"/>
                </a:moveTo>
                <a:lnTo>
                  <a:pt x="179907" y="144844"/>
                </a:lnTo>
                <a:lnTo>
                  <a:pt x="179907" y="79136"/>
                </a:lnTo>
                <a:cubicBezTo>
                  <a:pt x="179907" y="71209"/>
                  <a:pt x="178421" y="65281"/>
                  <a:pt x="175448" y="61351"/>
                </a:cubicBezTo>
                <a:cubicBezTo>
                  <a:pt x="172475" y="57422"/>
                  <a:pt x="168221" y="55457"/>
                  <a:pt x="162686" y="55457"/>
                </a:cubicBezTo>
                <a:cubicBezTo>
                  <a:pt x="160294" y="55457"/>
                  <a:pt x="158056" y="55782"/>
                  <a:pt x="155971" y="56431"/>
                </a:cubicBezTo>
                <a:cubicBezTo>
                  <a:pt x="153887" y="57080"/>
                  <a:pt x="151717" y="58208"/>
                  <a:pt x="149462" y="59814"/>
                </a:cubicBezTo>
                <a:cubicBezTo>
                  <a:pt x="147207" y="61420"/>
                  <a:pt x="144747" y="63589"/>
                  <a:pt x="142082" y="66323"/>
                </a:cubicBezTo>
                <a:cubicBezTo>
                  <a:pt x="139416" y="69056"/>
                  <a:pt x="136341" y="72473"/>
                  <a:pt x="132856" y="76574"/>
                </a:cubicBezTo>
                <a:lnTo>
                  <a:pt x="132856" y="144844"/>
                </a:lnTo>
                <a:lnTo>
                  <a:pt x="115019" y="144844"/>
                </a:lnTo>
                <a:lnTo>
                  <a:pt x="115019" y="0"/>
                </a:lnTo>
                <a:lnTo>
                  <a:pt x="132856" y="0"/>
                </a:lnTo>
                <a:lnTo>
                  <a:pt x="132856" y="41926"/>
                </a:lnTo>
                <a:lnTo>
                  <a:pt x="132241" y="58122"/>
                </a:lnTo>
                <a:cubicBezTo>
                  <a:pt x="135043" y="54774"/>
                  <a:pt x="137793" y="51955"/>
                  <a:pt x="140493" y="49665"/>
                </a:cubicBezTo>
                <a:cubicBezTo>
                  <a:pt x="143192" y="47376"/>
                  <a:pt x="145891" y="45514"/>
                  <a:pt x="148591" y="44079"/>
                </a:cubicBezTo>
                <a:cubicBezTo>
                  <a:pt x="151290" y="42643"/>
                  <a:pt x="154041" y="41618"/>
                  <a:pt x="156843" y="41003"/>
                </a:cubicBezTo>
                <a:cubicBezTo>
                  <a:pt x="159645" y="40388"/>
                  <a:pt x="162549" y="40081"/>
                  <a:pt x="165556" y="40081"/>
                </a:cubicBezTo>
                <a:cubicBezTo>
                  <a:pt x="175807" y="40081"/>
                  <a:pt x="183734" y="43207"/>
                  <a:pt x="189338" y="49460"/>
                </a:cubicBezTo>
                <a:cubicBezTo>
                  <a:pt x="194942" y="55713"/>
                  <a:pt x="197744" y="65127"/>
                  <a:pt x="197744" y="77701"/>
                </a:cubicBezTo>
                <a:lnTo>
                  <a:pt x="197744" y="144844"/>
                </a:lnTo>
                <a:close/>
                <a:moveTo>
                  <a:pt x="322399" y="144844"/>
                </a:moveTo>
                <a:lnTo>
                  <a:pt x="297900" y="144844"/>
                </a:lnTo>
                <a:lnTo>
                  <a:pt x="249926" y="89695"/>
                </a:lnTo>
                <a:lnTo>
                  <a:pt x="249926" y="144844"/>
                </a:lnTo>
                <a:lnTo>
                  <a:pt x="232089" y="144844"/>
                </a:lnTo>
                <a:lnTo>
                  <a:pt x="232089" y="0"/>
                </a:lnTo>
                <a:lnTo>
                  <a:pt x="249926" y="0"/>
                </a:lnTo>
                <a:lnTo>
                  <a:pt x="249926" y="88977"/>
                </a:lnTo>
                <a:lnTo>
                  <a:pt x="296157" y="41926"/>
                </a:lnTo>
                <a:lnTo>
                  <a:pt x="319734" y="41926"/>
                </a:lnTo>
                <a:lnTo>
                  <a:pt x="271453" y="89387"/>
                </a:lnTo>
                <a:lnTo>
                  <a:pt x="322399" y="144844"/>
                </a:lnTo>
                <a:close/>
                <a:moveTo>
                  <a:pt x="443656" y="186873"/>
                </a:moveTo>
                <a:lnTo>
                  <a:pt x="328231" y="186873"/>
                </a:lnTo>
                <a:lnTo>
                  <a:pt x="328231" y="172111"/>
                </a:lnTo>
                <a:lnTo>
                  <a:pt x="443656" y="172111"/>
                </a:lnTo>
                <a:lnTo>
                  <a:pt x="443656" y="186873"/>
                </a:lnTo>
                <a:close/>
                <a:moveTo>
                  <a:pt x="532843" y="144844"/>
                </a:moveTo>
                <a:lnTo>
                  <a:pt x="532843" y="70936"/>
                </a:lnTo>
                <a:cubicBezTo>
                  <a:pt x="532843" y="67724"/>
                  <a:pt x="532724" y="65093"/>
                  <a:pt x="532484" y="63043"/>
                </a:cubicBezTo>
                <a:cubicBezTo>
                  <a:pt x="532245" y="60992"/>
                  <a:pt x="531869" y="59369"/>
                  <a:pt x="531357" y="58173"/>
                </a:cubicBezTo>
                <a:cubicBezTo>
                  <a:pt x="530844" y="56978"/>
                  <a:pt x="530195" y="56140"/>
                  <a:pt x="529409" y="55662"/>
                </a:cubicBezTo>
                <a:cubicBezTo>
                  <a:pt x="528623" y="55184"/>
                  <a:pt x="527649" y="54944"/>
                  <a:pt x="526488" y="54944"/>
                </a:cubicBezTo>
                <a:cubicBezTo>
                  <a:pt x="525121" y="54944"/>
                  <a:pt x="523857" y="55354"/>
                  <a:pt x="522695" y="56175"/>
                </a:cubicBezTo>
                <a:cubicBezTo>
                  <a:pt x="521533" y="56995"/>
                  <a:pt x="520286" y="58327"/>
                  <a:pt x="518953" y="60172"/>
                </a:cubicBezTo>
                <a:cubicBezTo>
                  <a:pt x="517621" y="62018"/>
                  <a:pt x="516151" y="64461"/>
                  <a:pt x="514546" y="67502"/>
                </a:cubicBezTo>
                <a:cubicBezTo>
                  <a:pt x="512940" y="70543"/>
                  <a:pt x="511043" y="74284"/>
                  <a:pt x="508856" y="78726"/>
                </a:cubicBezTo>
                <a:lnTo>
                  <a:pt x="508856" y="144844"/>
                </a:lnTo>
                <a:lnTo>
                  <a:pt x="492557" y="144844"/>
                </a:lnTo>
                <a:lnTo>
                  <a:pt x="492557" y="72883"/>
                </a:lnTo>
                <a:cubicBezTo>
                  <a:pt x="492557" y="69125"/>
                  <a:pt x="492438" y="66084"/>
                  <a:pt x="492199" y="63760"/>
                </a:cubicBezTo>
                <a:cubicBezTo>
                  <a:pt x="491959" y="61437"/>
                  <a:pt x="491584" y="59626"/>
                  <a:pt x="491071" y="58327"/>
                </a:cubicBezTo>
                <a:cubicBezTo>
                  <a:pt x="490559" y="57029"/>
                  <a:pt x="489892" y="56140"/>
                  <a:pt x="489072" y="55662"/>
                </a:cubicBezTo>
                <a:cubicBezTo>
                  <a:pt x="488252" y="55184"/>
                  <a:pt x="487261" y="54944"/>
                  <a:pt x="486099" y="54944"/>
                </a:cubicBezTo>
                <a:cubicBezTo>
                  <a:pt x="484869" y="54944"/>
                  <a:pt x="483708" y="55286"/>
                  <a:pt x="482614" y="55970"/>
                </a:cubicBezTo>
                <a:cubicBezTo>
                  <a:pt x="481521" y="56653"/>
                  <a:pt x="480308" y="57883"/>
                  <a:pt x="478975" y="59660"/>
                </a:cubicBezTo>
                <a:cubicBezTo>
                  <a:pt x="477643" y="61437"/>
                  <a:pt x="476156" y="63863"/>
                  <a:pt x="474516" y="66938"/>
                </a:cubicBezTo>
                <a:cubicBezTo>
                  <a:pt x="472876" y="70013"/>
                  <a:pt x="470928" y="73943"/>
                  <a:pt x="468673" y="78726"/>
                </a:cubicBezTo>
                <a:lnTo>
                  <a:pt x="468673" y="144844"/>
                </a:lnTo>
                <a:lnTo>
                  <a:pt x="452272" y="144844"/>
                </a:lnTo>
                <a:lnTo>
                  <a:pt x="452272" y="41926"/>
                </a:lnTo>
                <a:lnTo>
                  <a:pt x="465905" y="41926"/>
                </a:lnTo>
                <a:lnTo>
                  <a:pt x="466725" y="61505"/>
                </a:lnTo>
                <a:cubicBezTo>
                  <a:pt x="468502" y="57610"/>
                  <a:pt x="470228" y="54295"/>
                  <a:pt x="471902" y="51562"/>
                </a:cubicBezTo>
                <a:cubicBezTo>
                  <a:pt x="473576" y="48828"/>
                  <a:pt x="475302" y="46624"/>
                  <a:pt x="477079" y="44950"/>
                </a:cubicBezTo>
                <a:cubicBezTo>
                  <a:pt x="478856" y="43276"/>
                  <a:pt x="480752" y="42046"/>
                  <a:pt x="482768" y="41260"/>
                </a:cubicBezTo>
                <a:cubicBezTo>
                  <a:pt x="484784" y="40474"/>
                  <a:pt x="487022" y="40081"/>
                  <a:pt x="489482" y="40081"/>
                </a:cubicBezTo>
                <a:cubicBezTo>
                  <a:pt x="495018" y="40081"/>
                  <a:pt x="499221" y="41892"/>
                  <a:pt x="502091" y="45514"/>
                </a:cubicBezTo>
                <a:cubicBezTo>
                  <a:pt x="504961" y="49136"/>
                  <a:pt x="506396" y="54739"/>
                  <a:pt x="506396" y="62325"/>
                </a:cubicBezTo>
                <a:cubicBezTo>
                  <a:pt x="508036" y="58771"/>
                  <a:pt x="509642" y="55611"/>
                  <a:pt x="511214" y="52843"/>
                </a:cubicBezTo>
                <a:cubicBezTo>
                  <a:pt x="512786" y="50075"/>
                  <a:pt x="514477" y="47752"/>
                  <a:pt x="516288" y="45872"/>
                </a:cubicBezTo>
                <a:cubicBezTo>
                  <a:pt x="518099" y="43993"/>
                  <a:pt x="520098" y="42558"/>
                  <a:pt x="522285" y="41567"/>
                </a:cubicBezTo>
                <a:cubicBezTo>
                  <a:pt x="524472" y="40576"/>
                  <a:pt x="527000" y="40081"/>
                  <a:pt x="529870" y="40081"/>
                </a:cubicBezTo>
                <a:cubicBezTo>
                  <a:pt x="542787" y="40081"/>
                  <a:pt x="549245" y="50024"/>
                  <a:pt x="549245" y="69911"/>
                </a:cubicBezTo>
                <a:lnTo>
                  <a:pt x="549245" y="144844"/>
                </a:lnTo>
                <a:lnTo>
                  <a:pt x="532843" y="144844"/>
                </a:lnTo>
                <a:close/>
                <a:moveTo>
                  <a:pt x="640380" y="144844"/>
                </a:moveTo>
                <a:lnTo>
                  <a:pt x="639970" y="131006"/>
                </a:lnTo>
                <a:cubicBezTo>
                  <a:pt x="634366" y="136541"/>
                  <a:pt x="628677" y="140539"/>
                  <a:pt x="622902" y="142999"/>
                </a:cubicBezTo>
                <a:cubicBezTo>
                  <a:pt x="617127" y="145459"/>
                  <a:pt x="611062" y="146689"/>
                  <a:pt x="604707" y="146689"/>
                </a:cubicBezTo>
                <a:cubicBezTo>
                  <a:pt x="598830" y="146689"/>
                  <a:pt x="593807" y="145938"/>
                  <a:pt x="589638" y="144434"/>
                </a:cubicBezTo>
                <a:cubicBezTo>
                  <a:pt x="585469" y="142931"/>
                  <a:pt x="582035" y="140864"/>
                  <a:pt x="579336" y="138232"/>
                </a:cubicBezTo>
                <a:cubicBezTo>
                  <a:pt x="576637" y="135601"/>
                  <a:pt x="574655" y="132509"/>
                  <a:pt x="573391" y="128955"/>
                </a:cubicBezTo>
                <a:cubicBezTo>
                  <a:pt x="572126" y="125402"/>
                  <a:pt x="571494" y="121541"/>
                  <a:pt x="571494" y="117372"/>
                </a:cubicBezTo>
                <a:cubicBezTo>
                  <a:pt x="571494" y="107053"/>
                  <a:pt x="575338" y="98972"/>
                  <a:pt x="583026" y="93129"/>
                </a:cubicBezTo>
                <a:cubicBezTo>
                  <a:pt x="590714" y="87286"/>
                  <a:pt x="602076" y="84364"/>
                  <a:pt x="617110" y="84364"/>
                </a:cubicBezTo>
                <a:lnTo>
                  <a:pt x="638432" y="84364"/>
                </a:lnTo>
                <a:lnTo>
                  <a:pt x="638432" y="75344"/>
                </a:lnTo>
                <a:cubicBezTo>
                  <a:pt x="638432" y="69261"/>
                  <a:pt x="636484" y="64392"/>
                  <a:pt x="632589" y="60736"/>
                </a:cubicBezTo>
                <a:cubicBezTo>
                  <a:pt x="628694" y="57080"/>
                  <a:pt x="622748" y="55252"/>
                  <a:pt x="614753" y="55252"/>
                </a:cubicBezTo>
                <a:cubicBezTo>
                  <a:pt x="608944" y="55252"/>
                  <a:pt x="603221" y="55901"/>
                  <a:pt x="597583" y="57200"/>
                </a:cubicBezTo>
                <a:cubicBezTo>
                  <a:pt x="591945" y="58498"/>
                  <a:pt x="586119" y="60343"/>
                  <a:pt x="580105" y="62735"/>
                </a:cubicBezTo>
                <a:lnTo>
                  <a:pt x="580105" y="46641"/>
                </a:lnTo>
                <a:cubicBezTo>
                  <a:pt x="582360" y="45821"/>
                  <a:pt x="584872" y="45018"/>
                  <a:pt x="587639" y="44232"/>
                </a:cubicBezTo>
                <a:cubicBezTo>
                  <a:pt x="590407" y="43446"/>
                  <a:pt x="593328" y="42746"/>
                  <a:pt x="596404" y="42131"/>
                </a:cubicBezTo>
                <a:cubicBezTo>
                  <a:pt x="599479" y="41516"/>
                  <a:pt x="602691" y="41020"/>
                  <a:pt x="606039" y="40645"/>
                </a:cubicBezTo>
                <a:cubicBezTo>
                  <a:pt x="609388" y="40269"/>
                  <a:pt x="612771" y="40081"/>
                  <a:pt x="616188" y="40081"/>
                </a:cubicBezTo>
                <a:cubicBezTo>
                  <a:pt x="622407" y="40081"/>
                  <a:pt x="628010" y="40764"/>
                  <a:pt x="632999" y="42131"/>
                </a:cubicBezTo>
                <a:cubicBezTo>
                  <a:pt x="637988" y="43498"/>
                  <a:pt x="642208" y="45582"/>
                  <a:pt x="645659" y="48384"/>
                </a:cubicBezTo>
                <a:cubicBezTo>
                  <a:pt x="649110" y="51186"/>
                  <a:pt x="651758" y="54705"/>
                  <a:pt x="653603" y="58942"/>
                </a:cubicBezTo>
                <a:cubicBezTo>
                  <a:pt x="655449" y="63179"/>
                  <a:pt x="656371" y="68168"/>
                  <a:pt x="656371" y="73909"/>
                </a:cubicBezTo>
                <a:lnTo>
                  <a:pt x="656371" y="144844"/>
                </a:lnTo>
                <a:lnTo>
                  <a:pt x="640380" y="144844"/>
                </a:lnTo>
                <a:moveTo>
                  <a:pt x="638432" y="97998"/>
                </a:moveTo>
                <a:lnTo>
                  <a:pt x="615778" y="97998"/>
                </a:lnTo>
                <a:cubicBezTo>
                  <a:pt x="611336" y="97998"/>
                  <a:pt x="607509" y="98442"/>
                  <a:pt x="604297" y="99331"/>
                </a:cubicBezTo>
                <a:cubicBezTo>
                  <a:pt x="601085" y="100219"/>
                  <a:pt x="598454" y="101483"/>
                  <a:pt x="596404" y="103123"/>
                </a:cubicBezTo>
                <a:cubicBezTo>
                  <a:pt x="594354" y="104764"/>
                  <a:pt x="592833" y="106728"/>
                  <a:pt x="591842" y="109018"/>
                </a:cubicBezTo>
                <a:cubicBezTo>
                  <a:pt x="590851" y="111307"/>
                  <a:pt x="590356" y="113887"/>
                  <a:pt x="590356" y="116757"/>
                </a:cubicBezTo>
                <a:cubicBezTo>
                  <a:pt x="590356" y="118739"/>
                  <a:pt x="590663" y="120635"/>
                  <a:pt x="591278" y="122446"/>
                </a:cubicBezTo>
                <a:cubicBezTo>
                  <a:pt x="591893" y="124257"/>
                  <a:pt x="592884" y="125863"/>
                  <a:pt x="594251" y="127264"/>
                </a:cubicBezTo>
                <a:cubicBezTo>
                  <a:pt x="595618" y="128665"/>
                  <a:pt x="597395" y="129776"/>
                  <a:pt x="599581" y="130596"/>
                </a:cubicBezTo>
                <a:cubicBezTo>
                  <a:pt x="601768" y="131416"/>
                  <a:pt x="604434" y="131826"/>
                  <a:pt x="607577" y="131826"/>
                </a:cubicBezTo>
                <a:cubicBezTo>
                  <a:pt x="611677" y="131826"/>
                  <a:pt x="616376" y="130579"/>
                  <a:pt x="621672" y="128084"/>
                </a:cubicBezTo>
                <a:cubicBezTo>
                  <a:pt x="626968" y="125590"/>
                  <a:pt x="632555" y="121643"/>
                  <a:pt x="638432" y="116244"/>
                </a:cubicBezTo>
                <a:lnTo>
                  <a:pt x="638432" y="97998"/>
                </a:lnTo>
                <a:close/>
                <a:moveTo>
                  <a:pt x="777029" y="91540"/>
                </a:moveTo>
                <a:cubicBezTo>
                  <a:pt x="777029" y="100697"/>
                  <a:pt x="775747" y="108693"/>
                  <a:pt x="773185" y="115527"/>
                </a:cubicBezTo>
                <a:cubicBezTo>
                  <a:pt x="770622" y="122361"/>
                  <a:pt x="767085" y="128033"/>
                  <a:pt x="762575" y="132543"/>
                </a:cubicBezTo>
                <a:cubicBezTo>
                  <a:pt x="758065" y="137054"/>
                  <a:pt x="752734" y="140436"/>
                  <a:pt x="746584" y="142692"/>
                </a:cubicBezTo>
                <a:cubicBezTo>
                  <a:pt x="740433" y="144947"/>
                  <a:pt x="733770" y="146074"/>
                  <a:pt x="726595" y="146074"/>
                </a:cubicBezTo>
                <a:cubicBezTo>
                  <a:pt x="723314" y="146074"/>
                  <a:pt x="720051" y="145904"/>
                  <a:pt x="716805" y="145562"/>
                </a:cubicBezTo>
                <a:cubicBezTo>
                  <a:pt x="713559" y="145220"/>
                  <a:pt x="710262" y="144639"/>
                  <a:pt x="706913" y="143819"/>
                </a:cubicBezTo>
                <a:lnTo>
                  <a:pt x="706913" y="186873"/>
                </a:lnTo>
                <a:lnTo>
                  <a:pt x="689077" y="186873"/>
                </a:lnTo>
                <a:lnTo>
                  <a:pt x="689077" y="41926"/>
                </a:lnTo>
                <a:lnTo>
                  <a:pt x="704965" y="41926"/>
                </a:lnTo>
                <a:lnTo>
                  <a:pt x="706093" y="59147"/>
                </a:lnTo>
                <a:cubicBezTo>
                  <a:pt x="711218" y="52108"/>
                  <a:pt x="716685" y="47171"/>
                  <a:pt x="722494" y="44335"/>
                </a:cubicBezTo>
                <a:cubicBezTo>
                  <a:pt x="728303" y="41499"/>
                  <a:pt x="734590" y="40081"/>
                  <a:pt x="741356" y="40081"/>
                </a:cubicBezTo>
                <a:cubicBezTo>
                  <a:pt x="747233" y="40081"/>
                  <a:pt x="752393" y="41311"/>
                  <a:pt x="756835" y="43771"/>
                </a:cubicBezTo>
                <a:cubicBezTo>
                  <a:pt x="761277" y="46231"/>
                  <a:pt x="765001" y="49699"/>
                  <a:pt x="768008" y="54176"/>
                </a:cubicBezTo>
                <a:cubicBezTo>
                  <a:pt x="771015" y="58652"/>
                  <a:pt x="773270" y="64051"/>
                  <a:pt x="774774" y="70372"/>
                </a:cubicBezTo>
                <a:cubicBezTo>
                  <a:pt x="776277" y="76693"/>
                  <a:pt x="777029" y="83749"/>
                  <a:pt x="777029" y="91540"/>
                </a:cubicBezTo>
                <a:moveTo>
                  <a:pt x="758782" y="92360"/>
                </a:moveTo>
                <a:cubicBezTo>
                  <a:pt x="758782" y="86961"/>
                  <a:pt x="758389" y="82007"/>
                  <a:pt x="757603" y="77496"/>
                </a:cubicBezTo>
                <a:cubicBezTo>
                  <a:pt x="756817" y="72986"/>
                  <a:pt x="755570" y="69125"/>
                  <a:pt x="753862" y="65913"/>
                </a:cubicBezTo>
                <a:cubicBezTo>
                  <a:pt x="752153" y="62701"/>
                  <a:pt x="749966" y="60189"/>
                  <a:pt x="747301" y="58378"/>
                </a:cubicBezTo>
                <a:cubicBezTo>
                  <a:pt x="744636" y="56568"/>
                  <a:pt x="741458" y="55662"/>
                  <a:pt x="737768" y="55662"/>
                </a:cubicBezTo>
                <a:cubicBezTo>
                  <a:pt x="735513" y="55662"/>
                  <a:pt x="733223" y="56021"/>
                  <a:pt x="730900" y="56738"/>
                </a:cubicBezTo>
                <a:cubicBezTo>
                  <a:pt x="728576" y="57456"/>
                  <a:pt x="726167" y="58652"/>
                  <a:pt x="723673" y="60326"/>
                </a:cubicBezTo>
                <a:cubicBezTo>
                  <a:pt x="721179" y="62000"/>
                  <a:pt x="718548" y="64221"/>
                  <a:pt x="715780" y="66989"/>
                </a:cubicBezTo>
                <a:cubicBezTo>
                  <a:pt x="713012" y="69757"/>
                  <a:pt x="710057" y="73191"/>
                  <a:pt x="706913" y="77291"/>
                </a:cubicBezTo>
                <a:lnTo>
                  <a:pt x="706913" y="127213"/>
                </a:lnTo>
                <a:cubicBezTo>
                  <a:pt x="710193" y="128580"/>
                  <a:pt x="713644" y="129656"/>
                  <a:pt x="717266" y="130442"/>
                </a:cubicBezTo>
                <a:cubicBezTo>
                  <a:pt x="720888" y="131228"/>
                  <a:pt x="724442" y="131621"/>
                  <a:pt x="727927" y="131621"/>
                </a:cubicBezTo>
                <a:cubicBezTo>
                  <a:pt x="737563" y="131621"/>
                  <a:pt x="745114" y="128358"/>
                  <a:pt x="750582" y="121831"/>
                </a:cubicBezTo>
                <a:cubicBezTo>
                  <a:pt x="756049" y="115305"/>
                  <a:pt x="758782" y="105481"/>
                  <a:pt x="758782" y="92360"/>
                </a:cubicBezTo>
                <a:close/>
                <a:moveTo>
                  <a:pt x="845181" y="40081"/>
                </a:moveTo>
                <a:cubicBezTo>
                  <a:pt x="847300" y="40081"/>
                  <a:pt x="849316" y="40508"/>
                  <a:pt x="851229" y="41362"/>
                </a:cubicBezTo>
                <a:cubicBezTo>
                  <a:pt x="853143" y="42216"/>
                  <a:pt x="854817" y="43361"/>
                  <a:pt x="856252" y="44796"/>
                </a:cubicBezTo>
                <a:cubicBezTo>
                  <a:pt x="857687" y="46231"/>
                  <a:pt x="858832" y="47906"/>
                  <a:pt x="859686" y="49819"/>
                </a:cubicBezTo>
                <a:cubicBezTo>
                  <a:pt x="860540" y="51733"/>
                  <a:pt x="860967" y="53749"/>
                  <a:pt x="860967" y="55867"/>
                </a:cubicBezTo>
                <a:cubicBezTo>
                  <a:pt x="860967" y="58054"/>
                  <a:pt x="860540" y="60087"/>
                  <a:pt x="859686" y="61966"/>
                </a:cubicBezTo>
                <a:cubicBezTo>
                  <a:pt x="858832" y="63846"/>
                  <a:pt x="857687" y="65503"/>
                  <a:pt x="856252" y="66938"/>
                </a:cubicBezTo>
                <a:cubicBezTo>
                  <a:pt x="854817" y="68373"/>
                  <a:pt x="853143" y="69501"/>
                  <a:pt x="851229" y="70321"/>
                </a:cubicBezTo>
                <a:cubicBezTo>
                  <a:pt x="849316" y="71141"/>
                  <a:pt x="847300" y="71551"/>
                  <a:pt x="845181" y="71551"/>
                </a:cubicBezTo>
                <a:cubicBezTo>
                  <a:pt x="842994" y="71551"/>
                  <a:pt x="840961" y="71141"/>
                  <a:pt x="839082" y="70321"/>
                </a:cubicBezTo>
                <a:cubicBezTo>
                  <a:pt x="837203" y="69501"/>
                  <a:pt x="835545" y="68373"/>
                  <a:pt x="834110" y="66938"/>
                </a:cubicBezTo>
                <a:cubicBezTo>
                  <a:pt x="832675" y="65503"/>
                  <a:pt x="831548" y="63846"/>
                  <a:pt x="830728" y="61966"/>
                </a:cubicBezTo>
                <a:cubicBezTo>
                  <a:pt x="829907" y="60087"/>
                  <a:pt x="829497" y="58054"/>
                  <a:pt x="829497" y="55867"/>
                </a:cubicBezTo>
                <a:cubicBezTo>
                  <a:pt x="829497" y="53749"/>
                  <a:pt x="829907" y="51733"/>
                  <a:pt x="830728" y="49819"/>
                </a:cubicBezTo>
                <a:cubicBezTo>
                  <a:pt x="831548" y="47906"/>
                  <a:pt x="832675" y="46231"/>
                  <a:pt x="834110" y="44796"/>
                </a:cubicBezTo>
                <a:cubicBezTo>
                  <a:pt x="835545" y="43361"/>
                  <a:pt x="837203" y="42216"/>
                  <a:pt x="839082" y="41362"/>
                </a:cubicBezTo>
                <a:cubicBezTo>
                  <a:pt x="840961" y="40508"/>
                  <a:pt x="842994" y="40081"/>
                  <a:pt x="845181" y="40081"/>
                </a:cubicBezTo>
                <a:moveTo>
                  <a:pt x="845181" y="115219"/>
                </a:moveTo>
                <a:cubicBezTo>
                  <a:pt x="847300" y="115219"/>
                  <a:pt x="849316" y="115646"/>
                  <a:pt x="851229" y="116501"/>
                </a:cubicBezTo>
                <a:cubicBezTo>
                  <a:pt x="853143" y="117355"/>
                  <a:pt x="854817" y="118500"/>
                  <a:pt x="856252" y="119935"/>
                </a:cubicBezTo>
                <a:cubicBezTo>
                  <a:pt x="857687" y="121370"/>
                  <a:pt x="858832" y="123044"/>
                  <a:pt x="859686" y="124958"/>
                </a:cubicBezTo>
                <a:cubicBezTo>
                  <a:pt x="860540" y="126871"/>
                  <a:pt x="860967" y="128887"/>
                  <a:pt x="860967" y="131006"/>
                </a:cubicBezTo>
                <a:cubicBezTo>
                  <a:pt x="860967" y="133192"/>
                  <a:pt x="860540" y="135226"/>
                  <a:pt x="859686" y="137105"/>
                </a:cubicBezTo>
                <a:cubicBezTo>
                  <a:pt x="858832" y="138984"/>
                  <a:pt x="857687" y="140641"/>
                  <a:pt x="856252" y="142077"/>
                </a:cubicBezTo>
                <a:cubicBezTo>
                  <a:pt x="854817" y="143512"/>
                  <a:pt x="853143" y="144639"/>
                  <a:pt x="851229" y="145459"/>
                </a:cubicBezTo>
                <a:cubicBezTo>
                  <a:pt x="849316" y="146279"/>
                  <a:pt x="847300" y="146689"/>
                  <a:pt x="845181" y="146689"/>
                </a:cubicBezTo>
                <a:cubicBezTo>
                  <a:pt x="842994" y="146689"/>
                  <a:pt x="840961" y="146279"/>
                  <a:pt x="839082" y="145459"/>
                </a:cubicBezTo>
                <a:cubicBezTo>
                  <a:pt x="837203" y="144639"/>
                  <a:pt x="835545" y="143512"/>
                  <a:pt x="834110" y="142077"/>
                </a:cubicBezTo>
                <a:cubicBezTo>
                  <a:pt x="832675" y="140641"/>
                  <a:pt x="831548" y="138984"/>
                  <a:pt x="830728" y="137105"/>
                </a:cubicBezTo>
                <a:cubicBezTo>
                  <a:pt x="829907" y="135226"/>
                  <a:pt x="829497" y="133192"/>
                  <a:pt x="829497" y="131006"/>
                </a:cubicBezTo>
                <a:cubicBezTo>
                  <a:pt x="829497" y="128887"/>
                  <a:pt x="829907" y="126871"/>
                  <a:pt x="830728" y="124958"/>
                </a:cubicBezTo>
                <a:cubicBezTo>
                  <a:pt x="831548" y="123044"/>
                  <a:pt x="832675" y="121370"/>
                  <a:pt x="834110" y="119935"/>
                </a:cubicBezTo>
                <a:cubicBezTo>
                  <a:pt x="835545" y="118500"/>
                  <a:pt x="837203" y="117355"/>
                  <a:pt x="839082" y="116501"/>
                </a:cubicBezTo>
                <a:cubicBezTo>
                  <a:pt x="840961" y="115646"/>
                  <a:pt x="842994" y="115219"/>
                  <a:pt x="845181" y="1152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\n">
            <a:extLst xmlns:a="http://schemas.openxmlformats.org/drawingml/2006/main">
              <a:ext uri="{FF2B5EF4-FFF2-40B4-BE49-F238E27FC236}">
                <a16:creationId xmlns:a16="http://schemas.microsoft.com/office/drawing/2014/main" id="{D0C9D681-E935-4A07-A0A4-6177E9B7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632" y="1632175"/>
            <a:ext cx="197533" cy="166884"/>
          </a:xfrm>
          <a:custGeom xmlns:a="http://schemas.openxmlformats.org/drawingml/2006/main">
            <a:pathLst>
              <a:path w="197533" h="166884">
                <a:moveTo>
                  <a:pt x="87337" y="166884"/>
                </a:moveTo>
                <a:lnTo>
                  <a:pt x="70321" y="166884"/>
                </a:lnTo>
                <a:lnTo>
                  <a:pt x="0" y="0"/>
                </a:lnTo>
                <a:lnTo>
                  <a:pt x="17016" y="0"/>
                </a:lnTo>
                <a:lnTo>
                  <a:pt x="87337" y="166884"/>
                </a:lnTo>
                <a:close/>
                <a:moveTo>
                  <a:pt x="114809" y="41926"/>
                </a:moveTo>
                <a:lnTo>
                  <a:pt x="130698" y="41926"/>
                </a:lnTo>
                <a:lnTo>
                  <a:pt x="131416" y="58532"/>
                </a:lnTo>
                <a:cubicBezTo>
                  <a:pt x="134422" y="54979"/>
                  <a:pt x="137327" y="52023"/>
                  <a:pt x="140129" y="49665"/>
                </a:cubicBezTo>
                <a:cubicBezTo>
                  <a:pt x="142931" y="47308"/>
                  <a:pt x="145681" y="45411"/>
                  <a:pt x="148381" y="43976"/>
                </a:cubicBezTo>
                <a:cubicBezTo>
                  <a:pt x="151080" y="42541"/>
                  <a:pt x="153831" y="41533"/>
                  <a:pt x="156633" y="40952"/>
                </a:cubicBezTo>
                <a:cubicBezTo>
                  <a:pt x="159435" y="40371"/>
                  <a:pt x="162339" y="40081"/>
                  <a:pt x="165346" y="40081"/>
                </a:cubicBezTo>
                <a:cubicBezTo>
                  <a:pt x="175938" y="40081"/>
                  <a:pt x="183951" y="43207"/>
                  <a:pt x="189384" y="49460"/>
                </a:cubicBezTo>
                <a:cubicBezTo>
                  <a:pt x="194817" y="55713"/>
                  <a:pt x="197533" y="65127"/>
                  <a:pt x="197533" y="77701"/>
                </a:cubicBezTo>
                <a:lnTo>
                  <a:pt x="197533" y="144844"/>
                </a:lnTo>
                <a:lnTo>
                  <a:pt x="179697" y="144844"/>
                </a:lnTo>
                <a:lnTo>
                  <a:pt x="179697" y="79136"/>
                </a:lnTo>
                <a:cubicBezTo>
                  <a:pt x="179697" y="71072"/>
                  <a:pt x="178194" y="65110"/>
                  <a:pt x="175187" y="61249"/>
                </a:cubicBezTo>
                <a:cubicBezTo>
                  <a:pt x="172180" y="57388"/>
                  <a:pt x="167704" y="55457"/>
                  <a:pt x="161758" y="55457"/>
                </a:cubicBezTo>
                <a:cubicBezTo>
                  <a:pt x="159571" y="55457"/>
                  <a:pt x="157436" y="55782"/>
                  <a:pt x="155351" y="56431"/>
                </a:cubicBezTo>
                <a:cubicBezTo>
                  <a:pt x="153267" y="57080"/>
                  <a:pt x="151097" y="58208"/>
                  <a:pt x="148842" y="59814"/>
                </a:cubicBezTo>
                <a:cubicBezTo>
                  <a:pt x="146587" y="61420"/>
                  <a:pt x="144144" y="63589"/>
                  <a:pt x="141513" y="66323"/>
                </a:cubicBezTo>
                <a:cubicBezTo>
                  <a:pt x="138882" y="69056"/>
                  <a:pt x="135926" y="72473"/>
                  <a:pt x="132646" y="76574"/>
                </a:cubicBezTo>
                <a:lnTo>
                  <a:pt x="132646" y="144844"/>
                </a:lnTo>
                <a:lnTo>
                  <a:pt x="114809" y="144844"/>
                </a:lnTo>
                <a:lnTo>
                  <a:pt x="114809" y="4192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return">
            <a:extLst xmlns:a="http://schemas.openxmlformats.org/drawingml/2006/main">
              <a:ext uri="{FF2B5EF4-FFF2-40B4-BE49-F238E27FC236}">
                <a16:creationId xmlns:a16="http://schemas.microsoft.com/office/drawing/2014/main" id="{F03CF905-CBE2-4AE7-8F3C-91BFA897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886" y="1889972"/>
            <a:ext cx="652594" cy="137669"/>
          </a:xfrm>
          <a:custGeom xmlns:a="http://schemas.openxmlformats.org/drawingml/2006/main">
            <a:pathLst>
              <a:path w="652594" h="137669">
                <a:moveTo>
                  <a:pt x="0" y="32905"/>
                </a:moveTo>
                <a:lnTo>
                  <a:pt x="16299" y="32905"/>
                </a:lnTo>
                <a:lnTo>
                  <a:pt x="16811" y="51869"/>
                </a:lnTo>
                <a:cubicBezTo>
                  <a:pt x="22894" y="44557"/>
                  <a:pt x="28890" y="39261"/>
                  <a:pt x="34802" y="35980"/>
                </a:cubicBezTo>
                <a:cubicBezTo>
                  <a:pt x="40713" y="32700"/>
                  <a:pt x="46675" y="31060"/>
                  <a:pt x="52689" y="31060"/>
                </a:cubicBezTo>
                <a:cubicBezTo>
                  <a:pt x="63350" y="31060"/>
                  <a:pt x="71431" y="34511"/>
                  <a:pt x="76933" y="41413"/>
                </a:cubicBezTo>
                <a:cubicBezTo>
                  <a:pt x="82434" y="48316"/>
                  <a:pt x="84979" y="58566"/>
                  <a:pt x="84569" y="72166"/>
                </a:cubicBezTo>
                <a:lnTo>
                  <a:pt x="66528" y="72166"/>
                </a:lnTo>
                <a:cubicBezTo>
                  <a:pt x="66733" y="63145"/>
                  <a:pt x="65417" y="56602"/>
                  <a:pt x="62581" y="52536"/>
                </a:cubicBezTo>
                <a:cubicBezTo>
                  <a:pt x="59745" y="48469"/>
                  <a:pt x="55594" y="46436"/>
                  <a:pt x="50127" y="46436"/>
                </a:cubicBezTo>
                <a:cubicBezTo>
                  <a:pt x="47735" y="46436"/>
                  <a:pt x="45326" y="46863"/>
                  <a:pt x="42900" y="47718"/>
                </a:cubicBezTo>
                <a:cubicBezTo>
                  <a:pt x="40474" y="48572"/>
                  <a:pt x="37979" y="49939"/>
                  <a:pt x="35417" y="51818"/>
                </a:cubicBezTo>
                <a:cubicBezTo>
                  <a:pt x="32854" y="53697"/>
                  <a:pt x="30137" y="56106"/>
                  <a:pt x="27267" y="59045"/>
                </a:cubicBezTo>
                <a:cubicBezTo>
                  <a:pt x="24397" y="61983"/>
                  <a:pt x="21322" y="65537"/>
                  <a:pt x="18041" y="69706"/>
                </a:cubicBezTo>
                <a:lnTo>
                  <a:pt x="18041" y="135824"/>
                </a:lnTo>
                <a:lnTo>
                  <a:pt x="0" y="135824"/>
                </a:lnTo>
                <a:lnTo>
                  <a:pt x="0" y="32905"/>
                </a:lnTo>
                <a:close/>
                <a:moveTo>
                  <a:pt x="197539" y="78931"/>
                </a:moveTo>
                <a:cubicBezTo>
                  <a:pt x="197539" y="81460"/>
                  <a:pt x="197505" y="83578"/>
                  <a:pt x="197436" y="85287"/>
                </a:cubicBezTo>
                <a:cubicBezTo>
                  <a:pt x="197368" y="86995"/>
                  <a:pt x="197265" y="88601"/>
                  <a:pt x="197129" y="90105"/>
                </a:cubicBezTo>
                <a:lnTo>
                  <a:pt x="124860" y="90105"/>
                </a:lnTo>
                <a:cubicBezTo>
                  <a:pt x="124860" y="100629"/>
                  <a:pt x="127799" y="108710"/>
                  <a:pt x="133676" y="114348"/>
                </a:cubicBezTo>
                <a:cubicBezTo>
                  <a:pt x="139553" y="119986"/>
                  <a:pt x="148027" y="122805"/>
                  <a:pt x="159098" y="122805"/>
                </a:cubicBezTo>
                <a:cubicBezTo>
                  <a:pt x="162105" y="122805"/>
                  <a:pt x="165112" y="122685"/>
                  <a:pt x="168119" y="122446"/>
                </a:cubicBezTo>
                <a:cubicBezTo>
                  <a:pt x="171126" y="122207"/>
                  <a:pt x="174030" y="121882"/>
                  <a:pt x="176832" y="121472"/>
                </a:cubicBezTo>
                <a:cubicBezTo>
                  <a:pt x="179634" y="121062"/>
                  <a:pt x="182316" y="120601"/>
                  <a:pt x="184879" y="120089"/>
                </a:cubicBezTo>
                <a:cubicBezTo>
                  <a:pt x="187442" y="119576"/>
                  <a:pt x="189817" y="119012"/>
                  <a:pt x="192003" y="118397"/>
                </a:cubicBezTo>
                <a:lnTo>
                  <a:pt x="192003" y="133056"/>
                </a:lnTo>
                <a:cubicBezTo>
                  <a:pt x="187151" y="134423"/>
                  <a:pt x="181667" y="135533"/>
                  <a:pt x="175551" y="136387"/>
                </a:cubicBezTo>
                <a:cubicBezTo>
                  <a:pt x="169434" y="137242"/>
                  <a:pt x="163096" y="137669"/>
                  <a:pt x="156535" y="137669"/>
                </a:cubicBezTo>
                <a:cubicBezTo>
                  <a:pt x="147720" y="137669"/>
                  <a:pt x="140134" y="136473"/>
                  <a:pt x="133779" y="134081"/>
                </a:cubicBezTo>
                <a:cubicBezTo>
                  <a:pt x="127423" y="131689"/>
                  <a:pt x="122212" y="128221"/>
                  <a:pt x="118146" y="123676"/>
                </a:cubicBezTo>
                <a:cubicBezTo>
                  <a:pt x="114080" y="119132"/>
                  <a:pt x="111073" y="113562"/>
                  <a:pt x="109125" y="106967"/>
                </a:cubicBezTo>
                <a:cubicBezTo>
                  <a:pt x="107178" y="100373"/>
                  <a:pt x="106204" y="92907"/>
                  <a:pt x="106204" y="84569"/>
                </a:cubicBezTo>
                <a:cubicBezTo>
                  <a:pt x="106204" y="77325"/>
                  <a:pt x="107246" y="70474"/>
                  <a:pt x="109330" y="64016"/>
                </a:cubicBezTo>
                <a:cubicBezTo>
                  <a:pt x="111415" y="57558"/>
                  <a:pt x="114456" y="51886"/>
                  <a:pt x="118454" y="47000"/>
                </a:cubicBezTo>
                <a:cubicBezTo>
                  <a:pt x="122451" y="42114"/>
                  <a:pt x="127355" y="38236"/>
                  <a:pt x="133164" y="35365"/>
                </a:cubicBezTo>
                <a:cubicBezTo>
                  <a:pt x="138972" y="32495"/>
                  <a:pt x="145567" y="31060"/>
                  <a:pt x="152948" y="31060"/>
                </a:cubicBezTo>
                <a:cubicBezTo>
                  <a:pt x="160123" y="31060"/>
                  <a:pt x="166479" y="32188"/>
                  <a:pt x="172014" y="34443"/>
                </a:cubicBezTo>
                <a:cubicBezTo>
                  <a:pt x="177550" y="36698"/>
                  <a:pt x="182214" y="39893"/>
                  <a:pt x="186007" y="44027"/>
                </a:cubicBezTo>
                <a:cubicBezTo>
                  <a:pt x="189799" y="48162"/>
                  <a:pt x="192670" y="53185"/>
                  <a:pt x="194617" y="59096"/>
                </a:cubicBezTo>
                <a:cubicBezTo>
                  <a:pt x="196565" y="65007"/>
                  <a:pt x="197539" y="71619"/>
                  <a:pt x="197539" y="78931"/>
                </a:cubicBezTo>
                <a:moveTo>
                  <a:pt x="178985" y="76369"/>
                </a:moveTo>
                <a:cubicBezTo>
                  <a:pt x="179190" y="71790"/>
                  <a:pt x="178746" y="67604"/>
                  <a:pt x="177652" y="63811"/>
                </a:cubicBezTo>
                <a:cubicBezTo>
                  <a:pt x="176559" y="60019"/>
                  <a:pt x="174867" y="56755"/>
                  <a:pt x="172578" y="54022"/>
                </a:cubicBezTo>
                <a:cubicBezTo>
                  <a:pt x="170289" y="51288"/>
                  <a:pt x="167436" y="49153"/>
                  <a:pt x="164019" y="47615"/>
                </a:cubicBezTo>
                <a:cubicBezTo>
                  <a:pt x="160602" y="46077"/>
                  <a:pt x="156638" y="45309"/>
                  <a:pt x="152128" y="45309"/>
                </a:cubicBezTo>
                <a:cubicBezTo>
                  <a:pt x="148232" y="45309"/>
                  <a:pt x="144679" y="46060"/>
                  <a:pt x="141467" y="47564"/>
                </a:cubicBezTo>
                <a:cubicBezTo>
                  <a:pt x="138255" y="49067"/>
                  <a:pt x="135487" y="51186"/>
                  <a:pt x="133164" y="53919"/>
                </a:cubicBezTo>
                <a:cubicBezTo>
                  <a:pt x="130840" y="56653"/>
                  <a:pt x="128961" y="59933"/>
                  <a:pt x="127526" y="63760"/>
                </a:cubicBezTo>
                <a:cubicBezTo>
                  <a:pt x="126091" y="67587"/>
                  <a:pt x="125202" y="71790"/>
                  <a:pt x="124860" y="76369"/>
                </a:cubicBezTo>
                <a:lnTo>
                  <a:pt x="178985" y="76369"/>
                </a:lnTo>
                <a:close/>
                <a:moveTo>
                  <a:pt x="308356" y="134388"/>
                </a:moveTo>
                <a:cubicBezTo>
                  <a:pt x="304324" y="135414"/>
                  <a:pt x="300155" y="136148"/>
                  <a:pt x="295850" y="136592"/>
                </a:cubicBezTo>
                <a:cubicBezTo>
                  <a:pt x="291544" y="137037"/>
                  <a:pt x="287171" y="137259"/>
                  <a:pt x="282729" y="137259"/>
                </a:cubicBezTo>
                <a:cubicBezTo>
                  <a:pt x="269813" y="137259"/>
                  <a:pt x="260177" y="134337"/>
                  <a:pt x="253821" y="128494"/>
                </a:cubicBezTo>
                <a:cubicBezTo>
                  <a:pt x="247466" y="122651"/>
                  <a:pt x="244288" y="113682"/>
                  <a:pt x="244288" y="101586"/>
                </a:cubicBezTo>
                <a:lnTo>
                  <a:pt x="244288" y="47871"/>
                </a:lnTo>
                <a:lnTo>
                  <a:pt x="215483" y="47871"/>
                </a:lnTo>
                <a:lnTo>
                  <a:pt x="215483" y="32905"/>
                </a:lnTo>
                <a:lnTo>
                  <a:pt x="244288" y="32905"/>
                </a:lnTo>
                <a:lnTo>
                  <a:pt x="244288" y="4613"/>
                </a:lnTo>
                <a:lnTo>
                  <a:pt x="262124" y="0"/>
                </a:lnTo>
                <a:lnTo>
                  <a:pt x="262124" y="32905"/>
                </a:lnTo>
                <a:lnTo>
                  <a:pt x="308356" y="32905"/>
                </a:lnTo>
                <a:lnTo>
                  <a:pt x="308356" y="47871"/>
                </a:lnTo>
                <a:lnTo>
                  <a:pt x="262124" y="47871"/>
                </a:lnTo>
                <a:lnTo>
                  <a:pt x="262124" y="100151"/>
                </a:lnTo>
                <a:cubicBezTo>
                  <a:pt x="262124" y="107531"/>
                  <a:pt x="264089" y="113050"/>
                  <a:pt x="268019" y="116706"/>
                </a:cubicBezTo>
                <a:cubicBezTo>
                  <a:pt x="271948" y="120362"/>
                  <a:pt x="277740" y="122190"/>
                  <a:pt x="285394" y="122190"/>
                </a:cubicBezTo>
                <a:cubicBezTo>
                  <a:pt x="288674" y="122190"/>
                  <a:pt x="292262" y="121934"/>
                  <a:pt x="296157" y="121421"/>
                </a:cubicBezTo>
                <a:cubicBezTo>
                  <a:pt x="300052" y="120909"/>
                  <a:pt x="304119" y="120106"/>
                  <a:pt x="308356" y="119012"/>
                </a:cubicBezTo>
                <a:lnTo>
                  <a:pt x="308356" y="134388"/>
                </a:lnTo>
                <a:close/>
                <a:moveTo>
                  <a:pt x="422965" y="135824"/>
                </a:moveTo>
                <a:lnTo>
                  <a:pt x="406974" y="135824"/>
                </a:lnTo>
                <a:lnTo>
                  <a:pt x="406359" y="119217"/>
                </a:lnTo>
                <a:cubicBezTo>
                  <a:pt x="403283" y="122771"/>
                  <a:pt x="400362" y="125726"/>
                  <a:pt x="397594" y="128084"/>
                </a:cubicBezTo>
                <a:cubicBezTo>
                  <a:pt x="394827" y="130442"/>
                  <a:pt x="392076" y="132338"/>
                  <a:pt x="389342" y="133773"/>
                </a:cubicBezTo>
                <a:cubicBezTo>
                  <a:pt x="386609" y="135208"/>
                  <a:pt x="383858" y="136216"/>
                  <a:pt x="381090" y="136797"/>
                </a:cubicBezTo>
                <a:cubicBezTo>
                  <a:pt x="378323" y="137378"/>
                  <a:pt x="375401" y="137669"/>
                  <a:pt x="372326" y="137669"/>
                </a:cubicBezTo>
                <a:cubicBezTo>
                  <a:pt x="361733" y="137669"/>
                  <a:pt x="353738" y="134559"/>
                  <a:pt x="348339" y="128340"/>
                </a:cubicBezTo>
                <a:cubicBezTo>
                  <a:pt x="342940" y="122122"/>
                  <a:pt x="340241" y="112725"/>
                  <a:pt x="340241" y="100151"/>
                </a:cubicBezTo>
                <a:lnTo>
                  <a:pt x="340241" y="32905"/>
                </a:lnTo>
                <a:lnTo>
                  <a:pt x="358077" y="32905"/>
                </a:lnTo>
                <a:lnTo>
                  <a:pt x="358077" y="98716"/>
                </a:lnTo>
                <a:cubicBezTo>
                  <a:pt x="358077" y="114502"/>
                  <a:pt x="364023" y="122395"/>
                  <a:pt x="375914" y="122395"/>
                </a:cubicBezTo>
                <a:cubicBezTo>
                  <a:pt x="378101" y="122395"/>
                  <a:pt x="380236" y="122070"/>
                  <a:pt x="382321" y="121421"/>
                </a:cubicBezTo>
                <a:cubicBezTo>
                  <a:pt x="384405" y="120772"/>
                  <a:pt x="386592" y="119644"/>
                  <a:pt x="388881" y="118038"/>
                </a:cubicBezTo>
                <a:cubicBezTo>
                  <a:pt x="391170" y="116432"/>
                  <a:pt x="393631" y="114263"/>
                  <a:pt x="396262" y="111529"/>
                </a:cubicBezTo>
                <a:cubicBezTo>
                  <a:pt x="398893" y="108796"/>
                  <a:pt x="401848" y="105344"/>
                  <a:pt x="405129" y="101176"/>
                </a:cubicBezTo>
                <a:lnTo>
                  <a:pt x="405129" y="32905"/>
                </a:lnTo>
                <a:lnTo>
                  <a:pt x="422965" y="32905"/>
                </a:lnTo>
                <a:lnTo>
                  <a:pt x="422965" y="135824"/>
                </a:lnTo>
                <a:close/>
                <a:moveTo>
                  <a:pt x="459258" y="32905"/>
                </a:moveTo>
                <a:lnTo>
                  <a:pt x="475557" y="32905"/>
                </a:lnTo>
                <a:lnTo>
                  <a:pt x="476070" y="51869"/>
                </a:lnTo>
                <a:cubicBezTo>
                  <a:pt x="482152" y="44557"/>
                  <a:pt x="488149" y="39261"/>
                  <a:pt x="494060" y="35980"/>
                </a:cubicBezTo>
                <a:cubicBezTo>
                  <a:pt x="499971" y="32700"/>
                  <a:pt x="505934" y="31060"/>
                  <a:pt x="511948" y="31060"/>
                </a:cubicBezTo>
                <a:cubicBezTo>
                  <a:pt x="522608" y="31060"/>
                  <a:pt x="530690" y="34511"/>
                  <a:pt x="536191" y="41413"/>
                </a:cubicBezTo>
                <a:cubicBezTo>
                  <a:pt x="541692" y="48316"/>
                  <a:pt x="544238" y="58566"/>
                  <a:pt x="543828" y="72166"/>
                </a:cubicBezTo>
                <a:lnTo>
                  <a:pt x="525786" y="72166"/>
                </a:lnTo>
                <a:cubicBezTo>
                  <a:pt x="525991" y="63145"/>
                  <a:pt x="524676" y="56602"/>
                  <a:pt x="521840" y="52536"/>
                </a:cubicBezTo>
                <a:cubicBezTo>
                  <a:pt x="519004" y="48469"/>
                  <a:pt x="514852" y="46436"/>
                  <a:pt x="509385" y="46436"/>
                </a:cubicBezTo>
                <a:cubicBezTo>
                  <a:pt x="506993" y="46436"/>
                  <a:pt x="504584" y="46863"/>
                  <a:pt x="502158" y="47718"/>
                </a:cubicBezTo>
                <a:cubicBezTo>
                  <a:pt x="499732" y="48572"/>
                  <a:pt x="497238" y="49939"/>
                  <a:pt x="494675" y="51818"/>
                </a:cubicBezTo>
                <a:cubicBezTo>
                  <a:pt x="492112" y="53697"/>
                  <a:pt x="489396" y="56106"/>
                  <a:pt x="486526" y="59045"/>
                </a:cubicBezTo>
                <a:cubicBezTo>
                  <a:pt x="483655" y="61983"/>
                  <a:pt x="480580" y="65537"/>
                  <a:pt x="477300" y="69706"/>
                </a:cubicBezTo>
                <a:lnTo>
                  <a:pt x="477300" y="135824"/>
                </a:lnTo>
                <a:lnTo>
                  <a:pt x="459258" y="135824"/>
                </a:lnTo>
                <a:lnTo>
                  <a:pt x="459258" y="32905"/>
                </a:lnTo>
                <a:close/>
                <a:moveTo>
                  <a:pt x="569870" y="32905"/>
                </a:moveTo>
                <a:lnTo>
                  <a:pt x="585759" y="32905"/>
                </a:lnTo>
                <a:lnTo>
                  <a:pt x="586476" y="49512"/>
                </a:lnTo>
                <a:cubicBezTo>
                  <a:pt x="589483" y="45958"/>
                  <a:pt x="592388" y="43002"/>
                  <a:pt x="595190" y="40645"/>
                </a:cubicBezTo>
                <a:cubicBezTo>
                  <a:pt x="597992" y="38287"/>
                  <a:pt x="600742" y="36390"/>
                  <a:pt x="603442" y="34955"/>
                </a:cubicBezTo>
                <a:cubicBezTo>
                  <a:pt x="606141" y="33520"/>
                  <a:pt x="608892" y="32512"/>
                  <a:pt x="611694" y="31931"/>
                </a:cubicBezTo>
                <a:cubicBezTo>
                  <a:pt x="614495" y="31350"/>
                  <a:pt x="617400" y="31060"/>
                  <a:pt x="620407" y="31060"/>
                </a:cubicBezTo>
                <a:cubicBezTo>
                  <a:pt x="630999" y="31060"/>
                  <a:pt x="639012" y="34187"/>
                  <a:pt x="644445" y="40440"/>
                </a:cubicBezTo>
                <a:cubicBezTo>
                  <a:pt x="649878" y="46693"/>
                  <a:pt x="652594" y="56106"/>
                  <a:pt x="652594" y="68681"/>
                </a:cubicBezTo>
                <a:lnTo>
                  <a:pt x="652594" y="135824"/>
                </a:lnTo>
                <a:lnTo>
                  <a:pt x="634758" y="135824"/>
                </a:lnTo>
                <a:lnTo>
                  <a:pt x="634758" y="70116"/>
                </a:lnTo>
                <a:cubicBezTo>
                  <a:pt x="634758" y="62052"/>
                  <a:pt x="633254" y="56089"/>
                  <a:pt x="630248" y="52228"/>
                </a:cubicBezTo>
                <a:cubicBezTo>
                  <a:pt x="627241" y="48367"/>
                  <a:pt x="622764" y="46436"/>
                  <a:pt x="616819" y="46436"/>
                </a:cubicBezTo>
                <a:cubicBezTo>
                  <a:pt x="614632" y="46436"/>
                  <a:pt x="612497" y="46761"/>
                  <a:pt x="610412" y="47410"/>
                </a:cubicBezTo>
                <a:cubicBezTo>
                  <a:pt x="608328" y="48059"/>
                  <a:pt x="606158" y="49187"/>
                  <a:pt x="603903" y="50793"/>
                </a:cubicBezTo>
                <a:cubicBezTo>
                  <a:pt x="601648" y="52399"/>
                  <a:pt x="599205" y="54569"/>
                  <a:pt x="596574" y="57302"/>
                </a:cubicBezTo>
                <a:cubicBezTo>
                  <a:pt x="593943" y="60036"/>
                  <a:pt x="590987" y="63453"/>
                  <a:pt x="587707" y="67553"/>
                </a:cubicBezTo>
                <a:lnTo>
                  <a:pt x="587707" y="135824"/>
                </a:lnTo>
                <a:lnTo>
                  <a:pt x="569870" y="135824"/>
                </a:lnTo>
                <a:lnTo>
                  <a:pt x="569870" y="32905"/>
                </a:lnTo>
                <a:close/>
              </a:path>
            </a:pathLst>
          </a:custGeom>
          <a:solidFill xmlns:a="http://schemas.openxmlformats.org/drawingml/2006/main">
            <a:srgbClr val="D130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[chk_map[compl],index]">
            <a:extLst xmlns:a="http://schemas.openxmlformats.org/drawingml/2006/main">
              <a:ext uri="{FF2B5EF4-FFF2-40B4-BE49-F238E27FC236}">
                <a16:creationId xmlns:a16="http://schemas.microsoft.com/office/drawing/2014/main" id="{680CADA0-AFEC-4475-976F-0D6A8859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312" y="1877363"/>
            <a:ext cx="2570499" cy="190460"/>
          </a:xfrm>
          <a:custGeom xmlns:a="http://schemas.openxmlformats.org/drawingml/2006/main">
            <a:pathLst>
              <a:path w="2570499" h="190460">
                <a:moveTo>
                  <a:pt x="50537" y="190460"/>
                </a:moveTo>
                <a:lnTo>
                  <a:pt x="0" y="190460"/>
                </a:lnTo>
                <a:lnTo>
                  <a:pt x="0" y="0"/>
                </a:lnTo>
                <a:lnTo>
                  <a:pt x="50537" y="0"/>
                </a:lnTo>
                <a:lnTo>
                  <a:pt x="50537" y="14351"/>
                </a:lnTo>
                <a:lnTo>
                  <a:pt x="17016" y="14351"/>
                </a:lnTo>
                <a:lnTo>
                  <a:pt x="17016" y="176109"/>
                </a:lnTo>
                <a:lnTo>
                  <a:pt x="50537" y="176109"/>
                </a:lnTo>
                <a:lnTo>
                  <a:pt x="50537" y="190460"/>
                </a:lnTo>
                <a:close/>
                <a:moveTo>
                  <a:pt x="175802" y="144639"/>
                </a:moveTo>
                <a:cubicBezTo>
                  <a:pt x="171155" y="146416"/>
                  <a:pt x="166388" y="147732"/>
                  <a:pt x="161502" y="148586"/>
                </a:cubicBezTo>
                <a:cubicBezTo>
                  <a:pt x="156616" y="149440"/>
                  <a:pt x="151576" y="149867"/>
                  <a:pt x="146382" y="149867"/>
                </a:cubicBezTo>
                <a:cubicBezTo>
                  <a:pt x="130117" y="149867"/>
                  <a:pt x="117594" y="145459"/>
                  <a:pt x="108813" y="136644"/>
                </a:cubicBezTo>
                <a:cubicBezTo>
                  <a:pt x="100031" y="127828"/>
                  <a:pt x="95640" y="114946"/>
                  <a:pt x="95640" y="97998"/>
                </a:cubicBezTo>
                <a:cubicBezTo>
                  <a:pt x="95640" y="89866"/>
                  <a:pt x="96905" y="82485"/>
                  <a:pt x="99433" y="75856"/>
                </a:cubicBezTo>
                <a:cubicBezTo>
                  <a:pt x="101962" y="69227"/>
                  <a:pt x="105515" y="63555"/>
                  <a:pt x="110094" y="58840"/>
                </a:cubicBezTo>
                <a:cubicBezTo>
                  <a:pt x="114673" y="54124"/>
                  <a:pt x="120140" y="50485"/>
                  <a:pt x="126495" y="47923"/>
                </a:cubicBezTo>
                <a:cubicBezTo>
                  <a:pt x="132851" y="45360"/>
                  <a:pt x="139856" y="44079"/>
                  <a:pt x="147510" y="44079"/>
                </a:cubicBezTo>
                <a:cubicBezTo>
                  <a:pt x="152840" y="44079"/>
                  <a:pt x="157829" y="44454"/>
                  <a:pt x="162476" y="45206"/>
                </a:cubicBezTo>
                <a:cubicBezTo>
                  <a:pt x="167123" y="45958"/>
                  <a:pt x="171565" y="47188"/>
                  <a:pt x="175802" y="48896"/>
                </a:cubicBezTo>
                <a:lnTo>
                  <a:pt x="175802" y="65913"/>
                </a:lnTo>
                <a:cubicBezTo>
                  <a:pt x="171360" y="63589"/>
                  <a:pt x="166832" y="61898"/>
                  <a:pt x="162220" y="60839"/>
                </a:cubicBezTo>
                <a:cubicBezTo>
                  <a:pt x="157607" y="59779"/>
                  <a:pt x="152840" y="59250"/>
                  <a:pt x="147920" y="59250"/>
                </a:cubicBezTo>
                <a:cubicBezTo>
                  <a:pt x="143341" y="59250"/>
                  <a:pt x="139019" y="60121"/>
                  <a:pt x="134952" y="61864"/>
                </a:cubicBezTo>
                <a:cubicBezTo>
                  <a:pt x="130886" y="63606"/>
                  <a:pt x="127316" y="66118"/>
                  <a:pt x="124240" y="69398"/>
                </a:cubicBezTo>
                <a:cubicBezTo>
                  <a:pt x="121165" y="72678"/>
                  <a:pt x="118739" y="76676"/>
                  <a:pt x="116962" y="81392"/>
                </a:cubicBezTo>
                <a:cubicBezTo>
                  <a:pt x="115185" y="86107"/>
                  <a:pt x="114297" y="91437"/>
                  <a:pt x="114297" y="97383"/>
                </a:cubicBezTo>
                <a:cubicBezTo>
                  <a:pt x="114297" y="109821"/>
                  <a:pt x="117321" y="119132"/>
                  <a:pt x="123369" y="125316"/>
                </a:cubicBezTo>
                <a:cubicBezTo>
                  <a:pt x="129417" y="131501"/>
                  <a:pt x="137806" y="134593"/>
                  <a:pt x="148535" y="134593"/>
                </a:cubicBezTo>
                <a:cubicBezTo>
                  <a:pt x="153387" y="134593"/>
                  <a:pt x="158085" y="134047"/>
                  <a:pt x="162630" y="132953"/>
                </a:cubicBezTo>
                <a:cubicBezTo>
                  <a:pt x="167174" y="131860"/>
                  <a:pt x="171565" y="130220"/>
                  <a:pt x="175802" y="128033"/>
                </a:cubicBezTo>
                <a:lnTo>
                  <a:pt x="175802" y="144639"/>
                </a:lnTo>
                <a:close/>
                <a:moveTo>
                  <a:pt x="293384" y="148432"/>
                </a:moveTo>
                <a:lnTo>
                  <a:pt x="275548" y="148432"/>
                </a:lnTo>
                <a:lnTo>
                  <a:pt x="275548" y="82724"/>
                </a:lnTo>
                <a:cubicBezTo>
                  <a:pt x="275548" y="74797"/>
                  <a:pt x="274061" y="68869"/>
                  <a:pt x="271088" y="64939"/>
                </a:cubicBezTo>
                <a:cubicBezTo>
                  <a:pt x="268116" y="61010"/>
                  <a:pt x="263862" y="59045"/>
                  <a:pt x="258326" y="59045"/>
                </a:cubicBezTo>
                <a:cubicBezTo>
                  <a:pt x="255934" y="59045"/>
                  <a:pt x="253696" y="59369"/>
                  <a:pt x="251612" y="60019"/>
                </a:cubicBezTo>
                <a:cubicBezTo>
                  <a:pt x="249528" y="60668"/>
                  <a:pt x="247358" y="61795"/>
                  <a:pt x="245103" y="63401"/>
                </a:cubicBezTo>
                <a:cubicBezTo>
                  <a:pt x="242847" y="65007"/>
                  <a:pt x="240387" y="67177"/>
                  <a:pt x="237722" y="69911"/>
                </a:cubicBezTo>
                <a:cubicBezTo>
                  <a:pt x="235057" y="72644"/>
                  <a:pt x="231982" y="76061"/>
                  <a:pt x="228496" y="80162"/>
                </a:cubicBezTo>
                <a:lnTo>
                  <a:pt x="228496" y="148432"/>
                </a:lnTo>
                <a:lnTo>
                  <a:pt x="210660" y="148432"/>
                </a:lnTo>
                <a:lnTo>
                  <a:pt x="210660" y="3588"/>
                </a:lnTo>
                <a:lnTo>
                  <a:pt x="228496" y="3588"/>
                </a:lnTo>
                <a:lnTo>
                  <a:pt x="228496" y="45514"/>
                </a:lnTo>
                <a:lnTo>
                  <a:pt x="227881" y="61710"/>
                </a:lnTo>
                <a:cubicBezTo>
                  <a:pt x="230683" y="58361"/>
                  <a:pt x="233434" y="55542"/>
                  <a:pt x="236133" y="53253"/>
                </a:cubicBezTo>
                <a:cubicBezTo>
                  <a:pt x="238833" y="50964"/>
                  <a:pt x="241532" y="49101"/>
                  <a:pt x="244231" y="47666"/>
                </a:cubicBezTo>
                <a:cubicBezTo>
                  <a:pt x="246931" y="46231"/>
                  <a:pt x="249681" y="45206"/>
                  <a:pt x="252483" y="44591"/>
                </a:cubicBezTo>
                <a:cubicBezTo>
                  <a:pt x="255285" y="43976"/>
                  <a:pt x="258190" y="43669"/>
                  <a:pt x="261196" y="43669"/>
                </a:cubicBezTo>
                <a:cubicBezTo>
                  <a:pt x="271447" y="43669"/>
                  <a:pt x="279375" y="46795"/>
                  <a:pt x="284978" y="53048"/>
                </a:cubicBezTo>
                <a:cubicBezTo>
                  <a:pt x="290582" y="59301"/>
                  <a:pt x="293384" y="68715"/>
                  <a:pt x="293384" y="81289"/>
                </a:cubicBezTo>
                <a:lnTo>
                  <a:pt x="293384" y="148432"/>
                </a:lnTo>
                <a:close/>
                <a:moveTo>
                  <a:pt x="418040" y="148432"/>
                </a:moveTo>
                <a:lnTo>
                  <a:pt x="393540" y="148432"/>
                </a:lnTo>
                <a:lnTo>
                  <a:pt x="345566" y="93283"/>
                </a:lnTo>
                <a:lnTo>
                  <a:pt x="345566" y="148432"/>
                </a:lnTo>
                <a:lnTo>
                  <a:pt x="327730" y="148432"/>
                </a:lnTo>
                <a:lnTo>
                  <a:pt x="327730" y="3588"/>
                </a:lnTo>
                <a:lnTo>
                  <a:pt x="345566" y="3588"/>
                </a:lnTo>
                <a:lnTo>
                  <a:pt x="345566" y="92565"/>
                </a:lnTo>
                <a:lnTo>
                  <a:pt x="391798" y="45514"/>
                </a:lnTo>
                <a:lnTo>
                  <a:pt x="415374" y="45514"/>
                </a:lnTo>
                <a:lnTo>
                  <a:pt x="367093" y="92975"/>
                </a:lnTo>
                <a:lnTo>
                  <a:pt x="418040" y="148432"/>
                </a:lnTo>
                <a:close/>
                <a:moveTo>
                  <a:pt x="539296" y="190460"/>
                </a:moveTo>
                <a:lnTo>
                  <a:pt x="423872" y="190460"/>
                </a:lnTo>
                <a:lnTo>
                  <a:pt x="423872" y="175699"/>
                </a:lnTo>
                <a:lnTo>
                  <a:pt x="539296" y="175699"/>
                </a:lnTo>
                <a:lnTo>
                  <a:pt x="539296" y="190460"/>
                </a:lnTo>
                <a:close/>
                <a:moveTo>
                  <a:pt x="628484" y="148432"/>
                </a:moveTo>
                <a:lnTo>
                  <a:pt x="628484" y="74524"/>
                </a:lnTo>
                <a:cubicBezTo>
                  <a:pt x="628484" y="71312"/>
                  <a:pt x="628364" y="68681"/>
                  <a:pt x="628125" y="66630"/>
                </a:cubicBezTo>
                <a:cubicBezTo>
                  <a:pt x="627886" y="64580"/>
                  <a:pt x="627510" y="62957"/>
                  <a:pt x="626997" y="61761"/>
                </a:cubicBezTo>
                <a:cubicBezTo>
                  <a:pt x="626485" y="60565"/>
                  <a:pt x="625836" y="59728"/>
                  <a:pt x="625050" y="59250"/>
                </a:cubicBezTo>
                <a:cubicBezTo>
                  <a:pt x="624264" y="58771"/>
                  <a:pt x="623290" y="58532"/>
                  <a:pt x="622128" y="58532"/>
                </a:cubicBezTo>
                <a:cubicBezTo>
                  <a:pt x="620761" y="58532"/>
                  <a:pt x="619497" y="58942"/>
                  <a:pt x="618335" y="59762"/>
                </a:cubicBezTo>
                <a:cubicBezTo>
                  <a:pt x="617174" y="60582"/>
                  <a:pt x="615926" y="61915"/>
                  <a:pt x="614594" y="63760"/>
                </a:cubicBezTo>
                <a:cubicBezTo>
                  <a:pt x="613261" y="65605"/>
                  <a:pt x="611792" y="68048"/>
                  <a:pt x="610186" y="71090"/>
                </a:cubicBezTo>
                <a:cubicBezTo>
                  <a:pt x="608580" y="74131"/>
                  <a:pt x="606684" y="77872"/>
                  <a:pt x="604497" y="82314"/>
                </a:cubicBezTo>
                <a:lnTo>
                  <a:pt x="604497" y="148432"/>
                </a:lnTo>
                <a:lnTo>
                  <a:pt x="588198" y="148432"/>
                </a:lnTo>
                <a:lnTo>
                  <a:pt x="588198" y="76471"/>
                </a:lnTo>
                <a:cubicBezTo>
                  <a:pt x="588198" y="72713"/>
                  <a:pt x="588078" y="69672"/>
                  <a:pt x="587839" y="67348"/>
                </a:cubicBezTo>
                <a:cubicBezTo>
                  <a:pt x="587600" y="65024"/>
                  <a:pt x="587224" y="63213"/>
                  <a:pt x="586712" y="61915"/>
                </a:cubicBezTo>
                <a:cubicBezTo>
                  <a:pt x="586199" y="60617"/>
                  <a:pt x="585533" y="59728"/>
                  <a:pt x="584713" y="59250"/>
                </a:cubicBezTo>
                <a:cubicBezTo>
                  <a:pt x="583893" y="58771"/>
                  <a:pt x="582902" y="58532"/>
                  <a:pt x="581740" y="58532"/>
                </a:cubicBezTo>
                <a:cubicBezTo>
                  <a:pt x="580510" y="58532"/>
                  <a:pt x="579348" y="58874"/>
                  <a:pt x="578255" y="59557"/>
                </a:cubicBezTo>
                <a:cubicBezTo>
                  <a:pt x="577161" y="60241"/>
                  <a:pt x="575948" y="61471"/>
                  <a:pt x="574616" y="63248"/>
                </a:cubicBezTo>
                <a:cubicBezTo>
                  <a:pt x="573283" y="65024"/>
                  <a:pt x="571797" y="67450"/>
                  <a:pt x="570156" y="70526"/>
                </a:cubicBezTo>
                <a:cubicBezTo>
                  <a:pt x="568516" y="73601"/>
                  <a:pt x="566569" y="77530"/>
                  <a:pt x="564313" y="82314"/>
                </a:cubicBezTo>
                <a:lnTo>
                  <a:pt x="564313" y="148432"/>
                </a:lnTo>
                <a:lnTo>
                  <a:pt x="547912" y="148432"/>
                </a:lnTo>
                <a:lnTo>
                  <a:pt x="547912" y="45514"/>
                </a:lnTo>
                <a:lnTo>
                  <a:pt x="561546" y="45514"/>
                </a:lnTo>
                <a:lnTo>
                  <a:pt x="562366" y="65093"/>
                </a:lnTo>
                <a:cubicBezTo>
                  <a:pt x="564143" y="61197"/>
                  <a:pt x="565868" y="57883"/>
                  <a:pt x="567542" y="55149"/>
                </a:cubicBezTo>
                <a:cubicBezTo>
                  <a:pt x="569217" y="52416"/>
                  <a:pt x="570942" y="50212"/>
                  <a:pt x="572719" y="48538"/>
                </a:cubicBezTo>
                <a:cubicBezTo>
                  <a:pt x="574496" y="46863"/>
                  <a:pt x="576392" y="45633"/>
                  <a:pt x="578408" y="44847"/>
                </a:cubicBezTo>
                <a:cubicBezTo>
                  <a:pt x="580424" y="44062"/>
                  <a:pt x="582662" y="43669"/>
                  <a:pt x="585123" y="43669"/>
                </a:cubicBezTo>
                <a:cubicBezTo>
                  <a:pt x="590658" y="43669"/>
                  <a:pt x="594861" y="45480"/>
                  <a:pt x="597731" y="49101"/>
                </a:cubicBezTo>
                <a:cubicBezTo>
                  <a:pt x="600601" y="52723"/>
                  <a:pt x="602037" y="58327"/>
                  <a:pt x="602037" y="65913"/>
                </a:cubicBezTo>
                <a:cubicBezTo>
                  <a:pt x="603677" y="62359"/>
                  <a:pt x="605283" y="59199"/>
                  <a:pt x="606854" y="56431"/>
                </a:cubicBezTo>
                <a:cubicBezTo>
                  <a:pt x="608426" y="53663"/>
                  <a:pt x="610118" y="51340"/>
                  <a:pt x="611929" y="49460"/>
                </a:cubicBezTo>
                <a:cubicBezTo>
                  <a:pt x="613740" y="47581"/>
                  <a:pt x="615738" y="46146"/>
                  <a:pt x="617925" y="45155"/>
                </a:cubicBezTo>
                <a:cubicBezTo>
                  <a:pt x="620112" y="44164"/>
                  <a:pt x="622641" y="43669"/>
                  <a:pt x="625511" y="43669"/>
                </a:cubicBezTo>
                <a:cubicBezTo>
                  <a:pt x="638427" y="43669"/>
                  <a:pt x="644885" y="53612"/>
                  <a:pt x="644885" y="73498"/>
                </a:cubicBezTo>
                <a:lnTo>
                  <a:pt x="644885" y="148432"/>
                </a:lnTo>
                <a:lnTo>
                  <a:pt x="628484" y="148432"/>
                </a:lnTo>
                <a:close/>
                <a:moveTo>
                  <a:pt x="736020" y="148432"/>
                </a:moveTo>
                <a:lnTo>
                  <a:pt x="735610" y="134593"/>
                </a:lnTo>
                <a:cubicBezTo>
                  <a:pt x="730006" y="140129"/>
                  <a:pt x="724317" y="144127"/>
                  <a:pt x="718543" y="146587"/>
                </a:cubicBezTo>
                <a:cubicBezTo>
                  <a:pt x="712768" y="149047"/>
                  <a:pt x="706703" y="150277"/>
                  <a:pt x="700347" y="150277"/>
                </a:cubicBezTo>
                <a:cubicBezTo>
                  <a:pt x="694470" y="150277"/>
                  <a:pt x="689447" y="149525"/>
                  <a:pt x="685279" y="148022"/>
                </a:cubicBezTo>
                <a:cubicBezTo>
                  <a:pt x="681110" y="146519"/>
                  <a:pt x="677676" y="144451"/>
                  <a:pt x="674977" y="141820"/>
                </a:cubicBezTo>
                <a:cubicBezTo>
                  <a:pt x="672277" y="139189"/>
                  <a:pt x="670295" y="136097"/>
                  <a:pt x="669031" y="132543"/>
                </a:cubicBezTo>
                <a:cubicBezTo>
                  <a:pt x="667767" y="128990"/>
                  <a:pt x="667135" y="125129"/>
                  <a:pt x="667135" y="120960"/>
                </a:cubicBezTo>
                <a:cubicBezTo>
                  <a:pt x="667135" y="110641"/>
                  <a:pt x="670979" y="102560"/>
                  <a:pt x="678667" y="96717"/>
                </a:cubicBezTo>
                <a:cubicBezTo>
                  <a:pt x="686355" y="90874"/>
                  <a:pt x="697716" y="87952"/>
                  <a:pt x="712751" y="87952"/>
                </a:cubicBezTo>
                <a:lnTo>
                  <a:pt x="734073" y="87952"/>
                </a:lnTo>
                <a:lnTo>
                  <a:pt x="734073" y="78931"/>
                </a:lnTo>
                <a:cubicBezTo>
                  <a:pt x="734073" y="72849"/>
                  <a:pt x="732125" y="67980"/>
                  <a:pt x="728230" y="64324"/>
                </a:cubicBezTo>
                <a:cubicBezTo>
                  <a:pt x="724334" y="60668"/>
                  <a:pt x="718389" y="58840"/>
                  <a:pt x="710393" y="58840"/>
                </a:cubicBezTo>
                <a:cubicBezTo>
                  <a:pt x="704584" y="58840"/>
                  <a:pt x="698861" y="59489"/>
                  <a:pt x="693223" y="60787"/>
                </a:cubicBezTo>
                <a:cubicBezTo>
                  <a:pt x="687585" y="62086"/>
                  <a:pt x="681759" y="63931"/>
                  <a:pt x="675745" y="66323"/>
                </a:cubicBezTo>
                <a:lnTo>
                  <a:pt x="675745" y="50229"/>
                </a:lnTo>
                <a:cubicBezTo>
                  <a:pt x="678001" y="49409"/>
                  <a:pt x="680512" y="48606"/>
                  <a:pt x="683280" y="47820"/>
                </a:cubicBezTo>
                <a:cubicBezTo>
                  <a:pt x="686047" y="47034"/>
                  <a:pt x="688969" y="46334"/>
                  <a:pt x="692044" y="45719"/>
                </a:cubicBezTo>
                <a:cubicBezTo>
                  <a:pt x="695119" y="45104"/>
                  <a:pt x="698331" y="44608"/>
                  <a:pt x="701680" y="44232"/>
                </a:cubicBezTo>
                <a:cubicBezTo>
                  <a:pt x="705029" y="43856"/>
                  <a:pt x="708411" y="43669"/>
                  <a:pt x="711828" y="43669"/>
                </a:cubicBezTo>
                <a:cubicBezTo>
                  <a:pt x="718047" y="43669"/>
                  <a:pt x="723651" y="44352"/>
                  <a:pt x="728640" y="45719"/>
                </a:cubicBezTo>
                <a:cubicBezTo>
                  <a:pt x="733628" y="47085"/>
                  <a:pt x="737848" y="49170"/>
                  <a:pt x="741299" y="51972"/>
                </a:cubicBezTo>
                <a:cubicBezTo>
                  <a:pt x="744751" y="54774"/>
                  <a:pt x="747399" y="58293"/>
                  <a:pt x="749244" y="62530"/>
                </a:cubicBezTo>
                <a:cubicBezTo>
                  <a:pt x="751089" y="66767"/>
                  <a:pt x="752012" y="71756"/>
                  <a:pt x="752012" y="77496"/>
                </a:cubicBezTo>
                <a:lnTo>
                  <a:pt x="752012" y="148432"/>
                </a:lnTo>
                <a:lnTo>
                  <a:pt x="736020" y="148432"/>
                </a:lnTo>
                <a:moveTo>
                  <a:pt x="734073" y="101586"/>
                </a:moveTo>
                <a:lnTo>
                  <a:pt x="711418" y="101586"/>
                </a:lnTo>
                <a:cubicBezTo>
                  <a:pt x="706976" y="101586"/>
                  <a:pt x="703149" y="102030"/>
                  <a:pt x="699937" y="102918"/>
                </a:cubicBezTo>
                <a:cubicBezTo>
                  <a:pt x="696725" y="103807"/>
                  <a:pt x="694094" y="105071"/>
                  <a:pt x="692044" y="106711"/>
                </a:cubicBezTo>
                <a:cubicBezTo>
                  <a:pt x="689994" y="108351"/>
                  <a:pt x="688473" y="110316"/>
                  <a:pt x="687483" y="112605"/>
                </a:cubicBezTo>
                <a:cubicBezTo>
                  <a:pt x="686492" y="114895"/>
                  <a:pt x="685996" y="117475"/>
                  <a:pt x="685996" y="120345"/>
                </a:cubicBezTo>
                <a:cubicBezTo>
                  <a:pt x="685996" y="122327"/>
                  <a:pt x="686304" y="124223"/>
                  <a:pt x="686919" y="126034"/>
                </a:cubicBezTo>
                <a:cubicBezTo>
                  <a:pt x="687534" y="127845"/>
                  <a:pt x="688525" y="129451"/>
                  <a:pt x="689891" y="130852"/>
                </a:cubicBezTo>
                <a:cubicBezTo>
                  <a:pt x="691258" y="132253"/>
                  <a:pt x="693035" y="133363"/>
                  <a:pt x="695222" y="134183"/>
                </a:cubicBezTo>
                <a:cubicBezTo>
                  <a:pt x="697409" y="135003"/>
                  <a:pt x="700074" y="135414"/>
                  <a:pt x="703218" y="135414"/>
                </a:cubicBezTo>
                <a:cubicBezTo>
                  <a:pt x="707318" y="135414"/>
                  <a:pt x="712016" y="134166"/>
                  <a:pt x="717312" y="131672"/>
                </a:cubicBezTo>
                <a:cubicBezTo>
                  <a:pt x="722609" y="129178"/>
                  <a:pt x="728195" y="125231"/>
                  <a:pt x="734073" y="119832"/>
                </a:cubicBezTo>
                <a:lnTo>
                  <a:pt x="734073" y="101586"/>
                </a:lnTo>
                <a:close/>
                <a:moveTo>
                  <a:pt x="872669" y="95128"/>
                </a:moveTo>
                <a:cubicBezTo>
                  <a:pt x="872669" y="104285"/>
                  <a:pt x="871388" y="112281"/>
                  <a:pt x="868825" y="119115"/>
                </a:cubicBezTo>
                <a:cubicBezTo>
                  <a:pt x="866262" y="125949"/>
                  <a:pt x="862726" y="131621"/>
                  <a:pt x="858215" y="136131"/>
                </a:cubicBezTo>
                <a:cubicBezTo>
                  <a:pt x="853705" y="140641"/>
                  <a:pt x="848375" y="144024"/>
                  <a:pt x="842224" y="146279"/>
                </a:cubicBezTo>
                <a:cubicBezTo>
                  <a:pt x="836074" y="148535"/>
                  <a:pt x="829411" y="149662"/>
                  <a:pt x="822235" y="149662"/>
                </a:cubicBezTo>
                <a:cubicBezTo>
                  <a:pt x="818955" y="149662"/>
                  <a:pt x="815692" y="149491"/>
                  <a:pt x="812445" y="149150"/>
                </a:cubicBezTo>
                <a:cubicBezTo>
                  <a:pt x="809199" y="148808"/>
                  <a:pt x="805902" y="148227"/>
                  <a:pt x="802553" y="147407"/>
                </a:cubicBezTo>
                <a:lnTo>
                  <a:pt x="802553" y="190460"/>
                </a:lnTo>
                <a:lnTo>
                  <a:pt x="784717" y="190460"/>
                </a:lnTo>
                <a:lnTo>
                  <a:pt x="784717" y="45514"/>
                </a:lnTo>
                <a:lnTo>
                  <a:pt x="800606" y="45514"/>
                </a:lnTo>
                <a:lnTo>
                  <a:pt x="801733" y="62735"/>
                </a:lnTo>
                <a:cubicBezTo>
                  <a:pt x="806859" y="55696"/>
                  <a:pt x="812326" y="50759"/>
                  <a:pt x="818135" y="47923"/>
                </a:cubicBezTo>
                <a:cubicBezTo>
                  <a:pt x="823944" y="45087"/>
                  <a:pt x="830231" y="43669"/>
                  <a:pt x="836996" y="43669"/>
                </a:cubicBezTo>
                <a:cubicBezTo>
                  <a:pt x="842873" y="43669"/>
                  <a:pt x="848033" y="44899"/>
                  <a:pt x="852475" y="47359"/>
                </a:cubicBezTo>
                <a:cubicBezTo>
                  <a:pt x="856917" y="49819"/>
                  <a:pt x="860641" y="53287"/>
                  <a:pt x="863648" y="57763"/>
                </a:cubicBezTo>
                <a:cubicBezTo>
                  <a:pt x="866655" y="62240"/>
                  <a:pt x="868910" y="67638"/>
                  <a:pt x="870414" y="73960"/>
                </a:cubicBezTo>
                <a:cubicBezTo>
                  <a:pt x="871917" y="80281"/>
                  <a:pt x="872669" y="87337"/>
                  <a:pt x="872669" y="95128"/>
                </a:cubicBezTo>
                <a:moveTo>
                  <a:pt x="854423" y="95948"/>
                </a:moveTo>
                <a:cubicBezTo>
                  <a:pt x="854423" y="90549"/>
                  <a:pt x="854030" y="85594"/>
                  <a:pt x="853244" y="81084"/>
                </a:cubicBezTo>
                <a:cubicBezTo>
                  <a:pt x="852458" y="76574"/>
                  <a:pt x="851211" y="72713"/>
                  <a:pt x="849502" y="69501"/>
                </a:cubicBezTo>
                <a:cubicBezTo>
                  <a:pt x="847794" y="66289"/>
                  <a:pt x="845607" y="63777"/>
                  <a:pt x="842942" y="61966"/>
                </a:cubicBezTo>
                <a:cubicBezTo>
                  <a:pt x="840276" y="60155"/>
                  <a:pt x="837099" y="59250"/>
                  <a:pt x="833408" y="59250"/>
                </a:cubicBezTo>
                <a:cubicBezTo>
                  <a:pt x="831153" y="59250"/>
                  <a:pt x="828864" y="59609"/>
                  <a:pt x="826540" y="60326"/>
                </a:cubicBezTo>
                <a:cubicBezTo>
                  <a:pt x="824217" y="61044"/>
                  <a:pt x="821808" y="62240"/>
                  <a:pt x="819314" y="63914"/>
                </a:cubicBezTo>
                <a:cubicBezTo>
                  <a:pt x="816819" y="65588"/>
                  <a:pt x="814188" y="67809"/>
                  <a:pt x="811420" y="70577"/>
                </a:cubicBezTo>
                <a:cubicBezTo>
                  <a:pt x="808653" y="73345"/>
                  <a:pt x="805697" y="76779"/>
                  <a:pt x="802553" y="80879"/>
                </a:cubicBezTo>
                <a:lnTo>
                  <a:pt x="802553" y="130801"/>
                </a:lnTo>
                <a:cubicBezTo>
                  <a:pt x="805834" y="132167"/>
                  <a:pt x="809285" y="133244"/>
                  <a:pt x="812907" y="134030"/>
                </a:cubicBezTo>
                <a:cubicBezTo>
                  <a:pt x="816529" y="134816"/>
                  <a:pt x="820082" y="135208"/>
                  <a:pt x="823568" y="135208"/>
                </a:cubicBezTo>
                <a:cubicBezTo>
                  <a:pt x="833203" y="135208"/>
                  <a:pt x="840755" y="131945"/>
                  <a:pt x="846222" y="125419"/>
                </a:cubicBezTo>
                <a:cubicBezTo>
                  <a:pt x="851689" y="118893"/>
                  <a:pt x="854423" y="109069"/>
                  <a:pt x="854423" y="95948"/>
                </a:cubicBezTo>
                <a:close/>
                <a:moveTo>
                  <a:pt x="969011" y="190460"/>
                </a:moveTo>
                <a:lnTo>
                  <a:pt x="918475" y="190460"/>
                </a:lnTo>
                <a:lnTo>
                  <a:pt x="918475" y="0"/>
                </a:lnTo>
                <a:lnTo>
                  <a:pt x="969011" y="0"/>
                </a:lnTo>
                <a:lnTo>
                  <a:pt x="969011" y="14351"/>
                </a:lnTo>
                <a:lnTo>
                  <a:pt x="935491" y="14351"/>
                </a:lnTo>
                <a:lnTo>
                  <a:pt x="935491" y="176109"/>
                </a:lnTo>
                <a:lnTo>
                  <a:pt x="969011" y="176109"/>
                </a:lnTo>
                <a:lnTo>
                  <a:pt x="969011" y="190460"/>
                </a:lnTo>
                <a:close/>
                <a:moveTo>
                  <a:pt x="1094276" y="144639"/>
                </a:moveTo>
                <a:cubicBezTo>
                  <a:pt x="1089629" y="146416"/>
                  <a:pt x="1084863" y="147732"/>
                  <a:pt x="1079977" y="148586"/>
                </a:cubicBezTo>
                <a:cubicBezTo>
                  <a:pt x="1075090" y="149440"/>
                  <a:pt x="1070050" y="149867"/>
                  <a:pt x="1064857" y="149867"/>
                </a:cubicBezTo>
                <a:cubicBezTo>
                  <a:pt x="1048592" y="149867"/>
                  <a:pt x="1036069" y="145459"/>
                  <a:pt x="1027287" y="136644"/>
                </a:cubicBezTo>
                <a:cubicBezTo>
                  <a:pt x="1018506" y="127828"/>
                  <a:pt x="1014115" y="114946"/>
                  <a:pt x="1014115" y="97998"/>
                </a:cubicBezTo>
                <a:cubicBezTo>
                  <a:pt x="1014115" y="89866"/>
                  <a:pt x="1015379" y="82485"/>
                  <a:pt x="1017908" y="75856"/>
                </a:cubicBezTo>
                <a:cubicBezTo>
                  <a:pt x="1020436" y="69227"/>
                  <a:pt x="1023990" y="63555"/>
                  <a:pt x="1028569" y="58840"/>
                </a:cubicBezTo>
                <a:cubicBezTo>
                  <a:pt x="1033147" y="54124"/>
                  <a:pt x="1038614" y="50485"/>
                  <a:pt x="1044970" y="47923"/>
                </a:cubicBezTo>
                <a:cubicBezTo>
                  <a:pt x="1051325" y="45360"/>
                  <a:pt x="1058330" y="44079"/>
                  <a:pt x="1065984" y="44079"/>
                </a:cubicBezTo>
                <a:cubicBezTo>
                  <a:pt x="1071315" y="44079"/>
                  <a:pt x="1076303" y="44454"/>
                  <a:pt x="1080950" y="45206"/>
                </a:cubicBezTo>
                <a:cubicBezTo>
                  <a:pt x="1085597" y="45958"/>
                  <a:pt x="1090039" y="47188"/>
                  <a:pt x="1094276" y="48896"/>
                </a:cubicBezTo>
                <a:lnTo>
                  <a:pt x="1094276" y="65913"/>
                </a:lnTo>
                <a:cubicBezTo>
                  <a:pt x="1089834" y="63589"/>
                  <a:pt x="1085307" y="61898"/>
                  <a:pt x="1080694" y="60839"/>
                </a:cubicBezTo>
                <a:cubicBezTo>
                  <a:pt x="1076081" y="59779"/>
                  <a:pt x="1071315" y="59250"/>
                  <a:pt x="1066394" y="59250"/>
                </a:cubicBezTo>
                <a:cubicBezTo>
                  <a:pt x="1061815" y="59250"/>
                  <a:pt x="1057493" y="60121"/>
                  <a:pt x="1053427" y="61864"/>
                </a:cubicBezTo>
                <a:cubicBezTo>
                  <a:pt x="1049361" y="63606"/>
                  <a:pt x="1045790" y="66118"/>
                  <a:pt x="1042715" y="69398"/>
                </a:cubicBezTo>
                <a:cubicBezTo>
                  <a:pt x="1039640" y="72678"/>
                  <a:pt x="1037213" y="76676"/>
                  <a:pt x="1035437" y="81392"/>
                </a:cubicBezTo>
                <a:cubicBezTo>
                  <a:pt x="1033660" y="86107"/>
                  <a:pt x="1032771" y="91437"/>
                  <a:pt x="1032771" y="97383"/>
                </a:cubicBezTo>
                <a:cubicBezTo>
                  <a:pt x="1032771" y="109821"/>
                  <a:pt x="1035795" y="119132"/>
                  <a:pt x="1041843" y="125316"/>
                </a:cubicBezTo>
                <a:cubicBezTo>
                  <a:pt x="1047891" y="131501"/>
                  <a:pt x="1056280" y="134593"/>
                  <a:pt x="1067009" y="134593"/>
                </a:cubicBezTo>
                <a:cubicBezTo>
                  <a:pt x="1071861" y="134593"/>
                  <a:pt x="1076560" y="134047"/>
                  <a:pt x="1081104" y="132953"/>
                </a:cubicBezTo>
                <a:cubicBezTo>
                  <a:pt x="1085649" y="131860"/>
                  <a:pt x="1090039" y="130220"/>
                  <a:pt x="1094276" y="128033"/>
                </a:cubicBezTo>
                <a:lnTo>
                  <a:pt x="1094276" y="144639"/>
                </a:lnTo>
                <a:close/>
                <a:moveTo>
                  <a:pt x="1218727" y="96153"/>
                </a:moveTo>
                <a:cubicBezTo>
                  <a:pt x="1218727" y="104148"/>
                  <a:pt x="1217599" y="111478"/>
                  <a:pt x="1215344" y="118141"/>
                </a:cubicBezTo>
                <a:cubicBezTo>
                  <a:pt x="1213089" y="124804"/>
                  <a:pt x="1209843" y="130510"/>
                  <a:pt x="1205606" y="135260"/>
                </a:cubicBezTo>
                <a:cubicBezTo>
                  <a:pt x="1201369" y="140009"/>
                  <a:pt x="1196209" y="143700"/>
                  <a:pt x="1190127" y="146331"/>
                </a:cubicBezTo>
                <a:cubicBezTo>
                  <a:pt x="1184045" y="148962"/>
                  <a:pt x="1177143" y="150277"/>
                  <a:pt x="1169420" y="150277"/>
                </a:cubicBezTo>
                <a:cubicBezTo>
                  <a:pt x="1162040" y="150277"/>
                  <a:pt x="1155428" y="149133"/>
                  <a:pt x="1149585" y="146843"/>
                </a:cubicBezTo>
                <a:cubicBezTo>
                  <a:pt x="1143742" y="144554"/>
                  <a:pt x="1138787" y="141188"/>
                  <a:pt x="1134721" y="136746"/>
                </a:cubicBezTo>
                <a:cubicBezTo>
                  <a:pt x="1130655" y="132304"/>
                  <a:pt x="1127546" y="126803"/>
                  <a:pt x="1125393" y="120242"/>
                </a:cubicBezTo>
                <a:cubicBezTo>
                  <a:pt x="1123240" y="113682"/>
                  <a:pt x="1122164" y="106130"/>
                  <a:pt x="1122164" y="97588"/>
                </a:cubicBezTo>
                <a:cubicBezTo>
                  <a:pt x="1122164" y="89592"/>
                  <a:pt x="1123292" y="82297"/>
                  <a:pt x="1125547" y="75702"/>
                </a:cubicBezTo>
                <a:cubicBezTo>
                  <a:pt x="1127802" y="69108"/>
                  <a:pt x="1131048" y="63436"/>
                  <a:pt x="1135285" y="58686"/>
                </a:cubicBezTo>
                <a:cubicBezTo>
                  <a:pt x="1139522" y="53936"/>
                  <a:pt x="1144682" y="50246"/>
                  <a:pt x="1150764" y="47615"/>
                </a:cubicBezTo>
                <a:cubicBezTo>
                  <a:pt x="1156846" y="44984"/>
                  <a:pt x="1163748" y="43669"/>
                  <a:pt x="1171471" y="43669"/>
                </a:cubicBezTo>
                <a:cubicBezTo>
                  <a:pt x="1178851" y="43669"/>
                  <a:pt x="1185463" y="44813"/>
                  <a:pt x="1191306" y="47103"/>
                </a:cubicBezTo>
                <a:cubicBezTo>
                  <a:pt x="1197149" y="49392"/>
                  <a:pt x="1202103" y="52741"/>
                  <a:pt x="1206170" y="57148"/>
                </a:cubicBezTo>
                <a:cubicBezTo>
                  <a:pt x="1210236" y="61556"/>
                  <a:pt x="1213345" y="67040"/>
                  <a:pt x="1215498" y="73601"/>
                </a:cubicBezTo>
                <a:cubicBezTo>
                  <a:pt x="1217651" y="80162"/>
                  <a:pt x="1218727" y="87679"/>
                  <a:pt x="1218727" y="96153"/>
                </a:cubicBezTo>
                <a:moveTo>
                  <a:pt x="1200480" y="96973"/>
                </a:moveTo>
                <a:cubicBezTo>
                  <a:pt x="1200480" y="90617"/>
                  <a:pt x="1199780" y="85065"/>
                  <a:pt x="1198379" y="80315"/>
                </a:cubicBezTo>
                <a:cubicBezTo>
                  <a:pt x="1196978" y="75566"/>
                  <a:pt x="1194979" y="71602"/>
                  <a:pt x="1192382" y="68424"/>
                </a:cubicBezTo>
                <a:cubicBezTo>
                  <a:pt x="1189785" y="65247"/>
                  <a:pt x="1186625" y="62855"/>
                  <a:pt x="1182900" y="61249"/>
                </a:cubicBezTo>
                <a:cubicBezTo>
                  <a:pt x="1179176" y="59643"/>
                  <a:pt x="1175024" y="58840"/>
                  <a:pt x="1170445" y="58840"/>
                </a:cubicBezTo>
                <a:cubicBezTo>
                  <a:pt x="1165115" y="58840"/>
                  <a:pt x="1160553" y="59882"/>
                  <a:pt x="1156761" y="61966"/>
                </a:cubicBezTo>
                <a:cubicBezTo>
                  <a:pt x="1152968" y="64051"/>
                  <a:pt x="1149858" y="66835"/>
                  <a:pt x="1147432" y="70321"/>
                </a:cubicBezTo>
                <a:cubicBezTo>
                  <a:pt x="1145006" y="73806"/>
                  <a:pt x="1143229" y="77855"/>
                  <a:pt x="1142102" y="82468"/>
                </a:cubicBezTo>
                <a:cubicBezTo>
                  <a:pt x="1140974" y="87081"/>
                  <a:pt x="1140410" y="91916"/>
                  <a:pt x="1140410" y="96973"/>
                </a:cubicBezTo>
                <a:cubicBezTo>
                  <a:pt x="1140410" y="103328"/>
                  <a:pt x="1141111" y="108898"/>
                  <a:pt x="1142512" y="113682"/>
                </a:cubicBezTo>
                <a:cubicBezTo>
                  <a:pt x="1143913" y="118465"/>
                  <a:pt x="1145912" y="122446"/>
                  <a:pt x="1148509" y="125624"/>
                </a:cubicBezTo>
                <a:cubicBezTo>
                  <a:pt x="1151106" y="128802"/>
                  <a:pt x="1154249" y="131194"/>
                  <a:pt x="1157939" y="132800"/>
                </a:cubicBezTo>
                <a:cubicBezTo>
                  <a:pt x="1161630" y="134406"/>
                  <a:pt x="1165798" y="135208"/>
                  <a:pt x="1170445" y="135208"/>
                </a:cubicBezTo>
                <a:cubicBezTo>
                  <a:pt x="1175776" y="135208"/>
                  <a:pt x="1180337" y="134166"/>
                  <a:pt x="1184130" y="132082"/>
                </a:cubicBezTo>
                <a:cubicBezTo>
                  <a:pt x="1187923" y="129998"/>
                  <a:pt x="1191033" y="127213"/>
                  <a:pt x="1193459" y="123728"/>
                </a:cubicBezTo>
                <a:cubicBezTo>
                  <a:pt x="1195885" y="120242"/>
                  <a:pt x="1197661" y="116193"/>
                  <a:pt x="1198789" y="111580"/>
                </a:cubicBezTo>
                <a:cubicBezTo>
                  <a:pt x="1199917" y="106967"/>
                  <a:pt x="1200480" y="102098"/>
                  <a:pt x="1200480" y="96973"/>
                </a:cubicBezTo>
                <a:close/>
                <a:moveTo>
                  <a:pt x="1317345" y="148432"/>
                </a:moveTo>
                <a:lnTo>
                  <a:pt x="1317345" y="74524"/>
                </a:lnTo>
                <a:cubicBezTo>
                  <a:pt x="1317345" y="71312"/>
                  <a:pt x="1317226" y="68681"/>
                  <a:pt x="1316986" y="66630"/>
                </a:cubicBezTo>
                <a:cubicBezTo>
                  <a:pt x="1316747" y="64580"/>
                  <a:pt x="1316371" y="62957"/>
                  <a:pt x="1315859" y="61761"/>
                </a:cubicBezTo>
                <a:cubicBezTo>
                  <a:pt x="1315346" y="60565"/>
                  <a:pt x="1314697" y="59728"/>
                  <a:pt x="1313911" y="59250"/>
                </a:cubicBezTo>
                <a:cubicBezTo>
                  <a:pt x="1313125" y="58771"/>
                  <a:pt x="1312151" y="58532"/>
                  <a:pt x="1310990" y="58532"/>
                </a:cubicBezTo>
                <a:cubicBezTo>
                  <a:pt x="1309623" y="58532"/>
                  <a:pt x="1308359" y="58942"/>
                  <a:pt x="1307197" y="59762"/>
                </a:cubicBezTo>
                <a:cubicBezTo>
                  <a:pt x="1306035" y="60582"/>
                  <a:pt x="1304788" y="61915"/>
                  <a:pt x="1303455" y="63760"/>
                </a:cubicBezTo>
                <a:cubicBezTo>
                  <a:pt x="1302123" y="65605"/>
                  <a:pt x="1300653" y="68048"/>
                  <a:pt x="1299047" y="71090"/>
                </a:cubicBezTo>
                <a:cubicBezTo>
                  <a:pt x="1297441" y="74131"/>
                  <a:pt x="1295545" y="77872"/>
                  <a:pt x="1293358" y="82314"/>
                </a:cubicBezTo>
                <a:lnTo>
                  <a:pt x="1293358" y="148432"/>
                </a:lnTo>
                <a:lnTo>
                  <a:pt x="1277059" y="148432"/>
                </a:lnTo>
                <a:lnTo>
                  <a:pt x="1277059" y="76471"/>
                </a:lnTo>
                <a:cubicBezTo>
                  <a:pt x="1277059" y="72713"/>
                  <a:pt x="1276940" y="69672"/>
                  <a:pt x="1276701" y="67348"/>
                </a:cubicBezTo>
                <a:cubicBezTo>
                  <a:pt x="1276461" y="65024"/>
                  <a:pt x="1276086" y="63213"/>
                  <a:pt x="1275573" y="61915"/>
                </a:cubicBezTo>
                <a:cubicBezTo>
                  <a:pt x="1275061" y="60617"/>
                  <a:pt x="1274394" y="59728"/>
                  <a:pt x="1273574" y="59250"/>
                </a:cubicBezTo>
                <a:cubicBezTo>
                  <a:pt x="1272754" y="58771"/>
                  <a:pt x="1271763" y="58532"/>
                  <a:pt x="1270601" y="58532"/>
                </a:cubicBezTo>
                <a:cubicBezTo>
                  <a:pt x="1269371" y="58532"/>
                  <a:pt x="1268210" y="58874"/>
                  <a:pt x="1267116" y="59557"/>
                </a:cubicBezTo>
                <a:cubicBezTo>
                  <a:pt x="1266023" y="60241"/>
                  <a:pt x="1264810" y="61471"/>
                  <a:pt x="1263477" y="63248"/>
                </a:cubicBezTo>
                <a:cubicBezTo>
                  <a:pt x="1262144" y="65024"/>
                  <a:pt x="1260658" y="67450"/>
                  <a:pt x="1259018" y="70526"/>
                </a:cubicBezTo>
                <a:cubicBezTo>
                  <a:pt x="1257378" y="73601"/>
                  <a:pt x="1255430" y="77530"/>
                  <a:pt x="1253175" y="82314"/>
                </a:cubicBezTo>
                <a:lnTo>
                  <a:pt x="1253175" y="148432"/>
                </a:lnTo>
                <a:lnTo>
                  <a:pt x="1236774" y="148432"/>
                </a:lnTo>
                <a:lnTo>
                  <a:pt x="1236774" y="45514"/>
                </a:lnTo>
                <a:lnTo>
                  <a:pt x="1250407" y="45514"/>
                </a:lnTo>
                <a:lnTo>
                  <a:pt x="1251227" y="65093"/>
                </a:lnTo>
                <a:cubicBezTo>
                  <a:pt x="1253004" y="61197"/>
                  <a:pt x="1254730" y="57883"/>
                  <a:pt x="1256404" y="55149"/>
                </a:cubicBezTo>
                <a:cubicBezTo>
                  <a:pt x="1258078" y="52416"/>
                  <a:pt x="1259804" y="50212"/>
                  <a:pt x="1261581" y="48538"/>
                </a:cubicBezTo>
                <a:cubicBezTo>
                  <a:pt x="1263357" y="46863"/>
                  <a:pt x="1265254" y="45633"/>
                  <a:pt x="1267270" y="44847"/>
                </a:cubicBezTo>
                <a:cubicBezTo>
                  <a:pt x="1269286" y="44062"/>
                  <a:pt x="1271524" y="43669"/>
                  <a:pt x="1273984" y="43669"/>
                </a:cubicBezTo>
                <a:cubicBezTo>
                  <a:pt x="1279520" y="43669"/>
                  <a:pt x="1283722" y="45480"/>
                  <a:pt x="1286593" y="49101"/>
                </a:cubicBezTo>
                <a:cubicBezTo>
                  <a:pt x="1289463" y="52723"/>
                  <a:pt x="1290898" y="58327"/>
                  <a:pt x="1290898" y="65913"/>
                </a:cubicBezTo>
                <a:cubicBezTo>
                  <a:pt x="1292538" y="62359"/>
                  <a:pt x="1294144" y="59199"/>
                  <a:pt x="1295716" y="56431"/>
                </a:cubicBezTo>
                <a:cubicBezTo>
                  <a:pt x="1297288" y="53663"/>
                  <a:pt x="1298979" y="51340"/>
                  <a:pt x="1300790" y="49460"/>
                </a:cubicBezTo>
                <a:cubicBezTo>
                  <a:pt x="1302601" y="47581"/>
                  <a:pt x="1304600" y="46146"/>
                  <a:pt x="1306787" y="45155"/>
                </a:cubicBezTo>
                <a:cubicBezTo>
                  <a:pt x="1308974" y="44164"/>
                  <a:pt x="1311502" y="43669"/>
                  <a:pt x="1314372" y="43669"/>
                </a:cubicBezTo>
                <a:cubicBezTo>
                  <a:pt x="1327289" y="43669"/>
                  <a:pt x="1333747" y="53612"/>
                  <a:pt x="1333747" y="73498"/>
                </a:cubicBezTo>
                <a:lnTo>
                  <a:pt x="1333747" y="148432"/>
                </a:lnTo>
                <a:lnTo>
                  <a:pt x="1317345" y="148432"/>
                </a:lnTo>
                <a:close/>
                <a:moveTo>
                  <a:pt x="1446700" y="95128"/>
                </a:moveTo>
                <a:cubicBezTo>
                  <a:pt x="1446700" y="104285"/>
                  <a:pt x="1445419" y="112281"/>
                  <a:pt x="1442856" y="119115"/>
                </a:cubicBezTo>
                <a:cubicBezTo>
                  <a:pt x="1440293" y="125949"/>
                  <a:pt x="1436757" y="131621"/>
                  <a:pt x="1432246" y="136131"/>
                </a:cubicBezTo>
                <a:cubicBezTo>
                  <a:pt x="1427736" y="140641"/>
                  <a:pt x="1422406" y="144024"/>
                  <a:pt x="1416255" y="146279"/>
                </a:cubicBezTo>
                <a:cubicBezTo>
                  <a:pt x="1410105" y="148535"/>
                  <a:pt x="1403441" y="149662"/>
                  <a:pt x="1396266" y="149662"/>
                </a:cubicBezTo>
                <a:cubicBezTo>
                  <a:pt x="1392986" y="149662"/>
                  <a:pt x="1389722" y="149491"/>
                  <a:pt x="1386476" y="149150"/>
                </a:cubicBezTo>
                <a:cubicBezTo>
                  <a:pt x="1383230" y="148808"/>
                  <a:pt x="1379933" y="148227"/>
                  <a:pt x="1376584" y="147407"/>
                </a:cubicBezTo>
                <a:lnTo>
                  <a:pt x="1376584" y="190460"/>
                </a:lnTo>
                <a:lnTo>
                  <a:pt x="1358748" y="190460"/>
                </a:lnTo>
                <a:lnTo>
                  <a:pt x="1358748" y="45514"/>
                </a:lnTo>
                <a:lnTo>
                  <a:pt x="1374637" y="45514"/>
                </a:lnTo>
                <a:lnTo>
                  <a:pt x="1375764" y="62735"/>
                </a:lnTo>
                <a:cubicBezTo>
                  <a:pt x="1380890" y="55696"/>
                  <a:pt x="1386357" y="50759"/>
                  <a:pt x="1392166" y="47923"/>
                </a:cubicBezTo>
                <a:cubicBezTo>
                  <a:pt x="1397974" y="45087"/>
                  <a:pt x="1404262" y="43669"/>
                  <a:pt x="1411027" y="43669"/>
                </a:cubicBezTo>
                <a:cubicBezTo>
                  <a:pt x="1416904" y="43669"/>
                  <a:pt x="1422064" y="44899"/>
                  <a:pt x="1426506" y="47359"/>
                </a:cubicBezTo>
                <a:cubicBezTo>
                  <a:pt x="1430948" y="49819"/>
                  <a:pt x="1434672" y="53287"/>
                  <a:pt x="1437679" y="57763"/>
                </a:cubicBezTo>
                <a:cubicBezTo>
                  <a:pt x="1440686" y="62240"/>
                  <a:pt x="1442941" y="67638"/>
                  <a:pt x="1444445" y="73960"/>
                </a:cubicBezTo>
                <a:cubicBezTo>
                  <a:pt x="1445948" y="80281"/>
                  <a:pt x="1446700" y="87337"/>
                  <a:pt x="1446700" y="95128"/>
                </a:cubicBezTo>
                <a:moveTo>
                  <a:pt x="1428454" y="95948"/>
                </a:moveTo>
                <a:cubicBezTo>
                  <a:pt x="1428454" y="90549"/>
                  <a:pt x="1428061" y="85594"/>
                  <a:pt x="1427275" y="81084"/>
                </a:cubicBezTo>
                <a:cubicBezTo>
                  <a:pt x="1426489" y="76574"/>
                  <a:pt x="1425242" y="72713"/>
                  <a:pt x="1423533" y="69501"/>
                </a:cubicBezTo>
                <a:cubicBezTo>
                  <a:pt x="1421825" y="66289"/>
                  <a:pt x="1419638" y="63777"/>
                  <a:pt x="1416973" y="61966"/>
                </a:cubicBezTo>
                <a:cubicBezTo>
                  <a:pt x="1414307" y="60155"/>
                  <a:pt x="1411130" y="59250"/>
                  <a:pt x="1407439" y="59250"/>
                </a:cubicBezTo>
                <a:cubicBezTo>
                  <a:pt x="1405184" y="59250"/>
                  <a:pt x="1402895" y="59609"/>
                  <a:pt x="1400571" y="60326"/>
                </a:cubicBezTo>
                <a:cubicBezTo>
                  <a:pt x="1398248" y="61044"/>
                  <a:pt x="1395839" y="62240"/>
                  <a:pt x="1393344" y="63914"/>
                </a:cubicBezTo>
                <a:cubicBezTo>
                  <a:pt x="1390850" y="65588"/>
                  <a:pt x="1388219" y="67809"/>
                  <a:pt x="1385451" y="70577"/>
                </a:cubicBezTo>
                <a:cubicBezTo>
                  <a:pt x="1382684" y="73345"/>
                  <a:pt x="1379728" y="76779"/>
                  <a:pt x="1376584" y="80879"/>
                </a:cubicBezTo>
                <a:lnTo>
                  <a:pt x="1376584" y="130801"/>
                </a:lnTo>
                <a:cubicBezTo>
                  <a:pt x="1379865" y="132167"/>
                  <a:pt x="1383316" y="133244"/>
                  <a:pt x="1386938" y="134030"/>
                </a:cubicBezTo>
                <a:cubicBezTo>
                  <a:pt x="1390560" y="134816"/>
                  <a:pt x="1394113" y="135208"/>
                  <a:pt x="1397599" y="135208"/>
                </a:cubicBezTo>
                <a:cubicBezTo>
                  <a:pt x="1407234" y="135208"/>
                  <a:pt x="1414786" y="131945"/>
                  <a:pt x="1420253" y="125419"/>
                </a:cubicBezTo>
                <a:cubicBezTo>
                  <a:pt x="1425720" y="118893"/>
                  <a:pt x="1428454" y="109069"/>
                  <a:pt x="1428454" y="95948"/>
                </a:cubicBezTo>
                <a:close/>
                <a:moveTo>
                  <a:pt x="1508620" y="18246"/>
                </a:moveTo>
                <a:lnTo>
                  <a:pt x="1478175" y="18246"/>
                </a:lnTo>
                <a:lnTo>
                  <a:pt x="1478175" y="3588"/>
                </a:lnTo>
                <a:lnTo>
                  <a:pt x="1526662" y="3588"/>
                </a:lnTo>
                <a:lnTo>
                  <a:pt x="1526662" y="133568"/>
                </a:lnTo>
                <a:lnTo>
                  <a:pt x="1557312" y="133568"/>
                </a:lnTo>
                <a:lnTo>
                  <a:pt x="1557312" y="148432"/>
                </a:lnTo>
                <a:lnTo>
                  <a:pt x="1474792" y="148432"/>
                </a:lnTo>
                <a:lnTo>
                  <a:pt x="1474792" y="133568"/>
                </a:lnTo>
                <a:lnTo>
                  <a:pt x="1508620" y="133568"/>
                </a:lnTo>
                <a:lnTo>
                  <a:pt x="1508620" y="18246"/>
                </a:lnTo>
                <a:close/>
                <a:moveTo>
                  <a:pt x="1652025" y="190460"/>
                </a:moveTo>
                <a:lnTo>
                  <a:pt x="1601488" y="190460"/>
                </a:lnTo>
                <a:lnTo>
                  <a:pt x="1601488" y="176109"/>
                </a:lnTo>
                <a:lnTo>
                  <a:pt x="1634803" y="176109"/>
                </a:lnTo>
                <a:lnTo>
                  <a:pt x="1634803" y="14351"/>
                </a:lnTo>
                <a:lnTo>
                  <a:pt x="1601488" y="14351"/>
                </a:lnTo>
                <a:lnTo>
                  <a:pt x="1601488" y="0"/>
                </a:lnTo>
                <a:lnTo>
                  <a:pt x="1652025" y="0"/>
                </a:lnTo>
                <a:lnTo>
                  <a:pt x="1652025" y="190460"/>
                </a:lnTo>
                <a:close/>
                <a:moveTo>
                  <a:pt x="1711177" y="169446"/>
                </a:moveTo>
                <a:cubicBezTo>
                  <a:pt x="1714662" y="169583"/>
                  <a:pt x="1718045" y="169275"/>
                  <a:pt x="1721325" y="168524"/>
                </a:cubicBezTo>
                <a:cubicBezTo>
                  <a:pt x="1724605" y="167772"/>
                  <a:pt x="1727493" y="166661"/>
                  <a:pt x="1729987" y="165192"/>
                </a:cubicBezTo>
                <a:cubicBezTo>
                  <a:pt x="1732481" y="163723"/>
                  <a:pt x="1734480" y="161895"/>
                  <a:pt x="1735984" y="159708"/>
                </a:cubicBezTo>
                <a:cubicBezTo>
                  <a:pt x="1737487" y="157521"/>
                  <a:pt x="1738239" y="155027"/>
                  <a:pt x="1738239" y="152225"/>
                </a:cubicBezTo>
                <a:cubicBezTo>
                  <a:pt x="1738239" y="149355"/>
                  <a:pt x="1737744" y="147031"/>
                  <a:pt x="1736753" y="145254"/>
                </a:cubicBezTo>
                <a:cubicBezTo>
                  <a:pt x="1735762" y="143478"/>
                  <a:pt x="1734651" y="141837"/>
                  <a:pt x="1733421" y="140334"/>
                </a:cubicBezTo>
                <a:cubicBezTo>
                  <a:pt x="1732191" y="138830"/>
                  <a:pt x="1731081" y="137224"/>
                  <a:pt x="1730090" y="135516"/>
                </a:cubicBezTo>
                <a:cubicBezTo>
                  <a:pt x="1729099" y="133808"/>
                  <a:pt x="1728603" y="131518"/>
                  <a:pt x="1728603" y="128648"/>
                </a:cubicBezTo>
                <a:cubicBezTo>
                  <a:pt x="1728603" y="127213"/>
                  <a:pt x="1728877" y="125709"/>
                  <a:pt x="1729423" y="124138"/>
                </a:cubicBezTo>
                <a:cubicBezTo>
                  <a:pt x="1729970" y="122566"/>
                  <a:pt x="1730807" y="121131"/>
                  <a:pt x="1731935" y="119832"/>
                </a:cubicBezTo>
                <a:cubicBezTo>
                  <a:pt x="1733062" y="118534"/>
                  <a:pt x="1734497" y="117475"/>
                  <a:pt x="1736240" y="116654"/>
                </a:cubicBezTo>
                <a:cubicBezTo>
                  <a:pt x="1737983" y="115834"/>
                  <a:pt x="1740050" y="115424"/>
                  <a:pt x="1742442" y="115424"/>
                </a:cubicBezTo>
                <a:cubicBezTo>
                  <a:pt x="1744834" y="115424"/>
                  <a:pt x="1747140" y="115920"/>
                  <a:pt x="1749361" y="116911"/>
                </a:cubicBezTo>
                <a:cubicBezTo>
                  <a:pt x="1751582" y="117902"/>
                  <a:pt x="1753530" y="119422"/>
                  <a:pt x="1755204" y="121472"/>
                </a:cubicBezTo>
                <a:cubicBezTo>
                  <a:pt x="1756878" y="123523"/>
                  <a:pt x="1758211" y="126085"/>
                  <a:pt x="1759202" y="129161"/>
                </a:cubicBezTo>
                <a:cubicBezTo>
                  <a:pt x="1760193" y="132236"/>
                  <a:pt x="1760688" y="135858"/>
                  <a:pt x="1760688" y="140026"/>
                </a:cubicBezTo>
                <a:cubicBezTo>
                  <a:pt x="1760688" y="145699"/>
                  <a:pt x="1759646" y="151149"/>
                  <a:pt x="1757562" y="156376"/>
                </a:cubicBezTo>
                <a:cubicBezTo>
                  <a:pt x="1755478" y="161604"/>
                  <a:pt x="1752368" y="166234"/>
                  <a:pt x="1748234" y="170266"/>
                </a:cubicBezTo>
                <a:cubicBezTo>
                  <a:pt x="1744099" y="174298"/>
                  <a:pt x="1738940" y="177510"/>
                  <a:pt x="1732755" y="179902"/>
                </a:cubicBezTo>
                <a:cubicBezTo>
                  <a:pt x="1726570" y="182294"/>
                  <a:pt x="1719378" y="183490"/>
                  <a:pt x="1711177" y="183490"/>
                </a:cubicBezTo>
                <a:lnTo>
                  <a:pt x="1711177" y="169446"/>
                </a:lnTo>
                <a:close/>
                <a:moveTo>
                  <a:pt x="1967853" y="60275"/>
                </a:moveTo>
                <a:lnTo>
                  <a:pt x="1937408" y="60275"/>
                </a:lnTo>
                <a:lnTo>
                  <a:pt x="1937408" y="45514"/>
                </a:lnTo>
                <a:lnTo>
                  <a:pt x="1985894" y="45514"/>
                </a:lnTo>
                <a:lnTo>
                  <a:pt x="1985894" y="133568"/>
                </a:lnTo>
                <a:lnTo>
                  <a:pt x="2016544" y="133568"/>
                </a:lnTo>
                <a:lnTo>
                  <a:pt x="2016544" y="148432"/>
                </a:lnTo>
                <a:lnTo>
                  <a:pt x="1934025" y="148432"/>
                </a:lnTo>
                <a:lnTo>
                  <a:pt x="1934025" y="133568"/>
                </a:lnTo>
                <a:lnTo>
                  <a:pt x="1967853" y="133568"/>
                </a:lnTo>
                <a:lnTo>
                  <a:pt x="1967853" y="60275"/>
                </a:lnTo>
                <a:moveTo>
                  <a:pt x="1974106" y="2358"/>
                </a:moveTo>
                <a:cubicBezTo>
                  <a:pt x="1976087" y="2358"/>
                  <a:pt x="1977933" y="2716"/>
                  <a:pt x="1979641" y="3434"/>
                </a:cubicBezTo>
                <a:cubicBezTo>
                  <a:pt x="1981350" y="4152"/>
                  <a:pt x="1982836" y="5160"/>
                  <a:pt x="1984100" y="6458"/>
                </a:cubicBezTo>
                <a:cubicBezTo>
                  <a:pt x="1985364" y="7756"/>
                  <a:pt x="1986355" y="9243"/>
                  <a:pt x="1987073" y="10917"/>
                </a:cubicBezTo>
                <a:cubicBezTo>
                  <a:pt x="1987790" y="12591"/>
                  <a:pt x="1988149" y="14420"/>
                  <a:pt x="1988149" y="16401"/>
                </a:cubicBezTo>
                <a:cubicBezTo>
                  <a:pt x="1988149" y="18315"/>
                  <a:pt x="1987790" y="20126"/>
                  <a:pt x="1987073" y="21834"/>
                </a:cubicBezTo>
                <a:cubicBezTo>
                  <a:pt x="1986355" y="23543"/>
                  <a:pt x="1985364" y="25046"/>
                  <a:pt x="1984100" y="26345"/>
                </a:cubicBezTo>
                <a:cubicBezTo>
                  <a:pt x="1982836" y="27643"/>
                  <a:pt x="1981350" y="28651"/>
                  <a:pt x="1979641" y="29369"/>
                </a:cubicBezTo>
                <a:cubicBezTo>
                  <a:pt x="1977933" y="30086"/>
                  <a:pt x="1976087" y="30445"/>
                  <a:pt x="1974106" y="30445"/>
                </a:cubicBezTo>
                <a:cubicBezTo>
                  <a:pt x="1972124" y="30445"/>
                  <a:pt x="1970279" y="30086"/>
                  <a:pt x="1968570" y="29369"/>
                </a:cubicBezTo>
                <a:cubicBezTo>
                  <a:pt x="1966862" y="28651"/>
                  <a:pt x="1965375" y="27643"/>
                  <a:pt x="1964111" y="26345"/>
                </a:cubicBezTo>
                <a:cubicBezTo>
                  <a:pt x="1962847" y="25046"/>
                  <a:pt x="1961856" y="23543"/>
                  <a:pt x="1961138" y="21834"/>
                </a:cubicBezTo>
                <a:cubicBezTo>
                  <a:pt x="1960421" y="20126"/>
                  <a:pt x="1960062" y="18315"/>
                  <a:pt x="1960062" y="16401"/>
                </a:cubicBezTo>
                <a:cubicBezTo>
                  <a:pt x="1960062" y="14420"/>
                  <a:pt x="1960421" y="12591"/>
                  <a:pt x="1961138" y="10917"/>
                </a:cubicBezTo>
                <a:cubicBezTo>
                  <a:pt x="1961856" y="9243"/>
                  <a:pt x="1962847" y="7756"/>
                  <a:pt x="1964111" y="6458"/>
                </a:cubicBezTo>
                <a:cubicBezTo>
                  <a:pt x="1965375" y="5160"/>
                  <a:pt x="1966862" y="4152"/>
                  <a:pt x="1968570" y="3434"/>
                </a:cubicBezTo>
                <a:cubicBezTo>
                  <a:pt x="1970279" y="2716"/>
                  <a:pt x="1972124" y="2358"/>
                  <a:pt x="1974106" y="2358"/>
                </a:cubicBezTo>
                <a:close/>
                <a:moveTo>
                  <a:pt x="2047609" y="45514"/>
                </a:moveTo>
                <a:lnTo>
                  <a:pt x="2063498" y="45514"/>
                </a:lnTo>
                <a:lnTo>
                  <a:pt x="2064215" y="62120"/>
                </a:lnTo>
                <a:cubicBezTo>
                  <a:pt x="2067222" y="58566"/>
                  <a:pt x="2070127" y="55611"/>
                  <a:pt x="2072929" y="53253"/>
                </a:cubicBezTo>
                <a:cubicBezTo>
                  <a:pt x="2075731" y="50895"/>
                  <a:pt x="2078481" y="48999"/>
                  <a:pt x="2081181" y="47564"/>
                </a:cubicBezTo>
                <a:cubicBezTo>
                  <a:pt x="2083880" y="46129"/>
                  <a:pt x="2086631" y="45121"/>
                  <a:pt x="2089433" y="44540"/>
                </a:cubicBezTo>
                <a:cubicBezTo>
                  <a:pt x="2092234" y="43959"/>
                  <a:pt x="2095139" y="43669"/>
                  <a:pt x="2098146" y="43669"/>
                </a:cubicBezTo>
                <a:cubicBezTo>
                  <a:pt x="2108738" y="43669"/>
                  <a:pt x="2116751" y="46795"/>
                  <a:pt x="2122184" y="53048"/>
                </a:cubicBezTo>
                <a:cubicBezTo>
                  <a:pt x="2127617" y="59301"/>
                  <a:pt x="2130333" y="68715"/>
                  <a:pt x="2130333" y="81289"/>
                </a:cubicBezTo>
                <a:lnTo>
                  <a:pt x="2130333" y="148432"/>
                </a:lnTo>
                <a:lnTo>
                  <a:pt x="2112497" y="148432"/>
                </a:lnTo>
                <a:lnTo>
                  <a:pt x="2112497" y="82724"/>
                </a:lnTo>
                <a:cubicBezTo>
                  <a:pt x="2112497" y="74660"/>
                  <a:pt x="2110993" y="68698"/>
                  <a:pt x="2107987" y="64837"/>
                </a:cubicBezTo>
                <a:cubicBezTo>
                  <a:pt x="2104980" y="60975"/>
                  <a:pt x="2100503" y="59045"/>
                  <a:pt x="2094558" y="59045"/>
                </a:cubicBezTo>
                <a:cubicBezTo>
                  <a:pt x="2092371" y="59045"/>
                  <a:pt x="2090235" y="59369"/>
                  <a:pt x="2088151" y="60019"/>
                </a:cubicBezTo>
                <a:cubicBezTo>
                  <a:pt x="2086067" y="60668"/>
                  <a:pt x="2083897" y="61795"/>
                  <a:pt x="2081642" y="63401"/>
                </a:cubicBezTo>
                <a:cubicBezTo>
                  <a:pt x="2079387" y="65007"/>
                  <a:pt x="2076944" y="67177"/>
                  <a:pt x="2074313" y="69911"/>
                </a:cubicBezTo>
                <a:cubicBezTo>
                  <a:pt x="2071681" y="72644"/>
                  <a:pt x="2068726" y="76061"/>
                  <a:pt x="2065446" y="80162"/>
                </a:cubicBezTo>
                <a:lnTo>
                  <a:pt x="2065446" y="148432"/>
                </a:lnTo>
                <a:lnTo>
                  <a:pt x="2047609" y="148432"/>
                </a:lnTo>
                <a:lnTo>
                  <a:pt x="2047609" y="45514"/>
                </a:lnTo>
                <a:close/>
                <a:moveTo>
                  <a:pt x="2157196" y="99126"/>
                </a:moveTo>
                <a:cubicBezTo>
                  <a:pt x="2157196" y="90378"/>
                  <a:pt x="2158392" y="82605"/>
                  <a:pt x="2160784" y="75805"/>
                </a:cubicBezTo>
                <a:cubicBezTo>
                  <a:pt x="2163175" y="69005"/>
                  <a:pt x="2166575" y="63265"/>
                  <a:pt x="2170983" y="58584"/>
                </a:cubicBezTo>
                <a:cubicBezTo>
                  <a:pt x="2175391" y="53902"/>
                  <a:pt x="2180687" y="50349"/>
                  <a:pt x="2186872" y="47923"/>
                </a:cubicBezTo>
                <a:cubicBezTo>
                  <a:pt x="2193057" y="45497"/>
                  <a:pt x="2199942" y="44284"/>
                  <a:pt x="2207527" y="44284"/>
                </a:cubicBezTo>
                <a:cubicBezTo>
                  <a:pt x="2210808" y="44284"/>
                  <a:pt x="2214037" y="44489"/>
                  <a:pt x="2217214" y="44899"/>
                </a:cubicBezTo>
                <a:cubicBezTo>
                  <a:pt x="2220392" y="45309"/>
                  <a:pt x="2223519" y="45958"/>
                  <a:pt x="2226594" y="46846"/>
                </a:cubicBezTo>
                <a:lnTo>
                  <a:pt x="2226594" y="3588"/>
                </a:lnTo>
                <a:lnTo>
                  <a:pt x="2244533" y="3588"/>
                </a:lnTo>
                <a:lnTo>
                  <a:pt x="2244533" y="148432"/>
                </a:lnTo>
                <a:lnTo>
                  <a:pt x="2228542" y="148432"/>
                </a:lnTo>
                <a:lnTo>
                  <a:pt x="2227927" y="128955"/>
                </a:lnTo>
                <a:cubicBezTo>
                  <a:pt x="2222938" y="136199"/>
                  <a:pt x="2217539" y="141564"/>
                  <a:pt x="2211730" y="145049"/>
                </a:cubicBezTo>
                <a:cubicBezTo>
                  <a:pt x="2205921" y="148535"/>
                  <a:pt x="2199634" y="150277"/>
                  <a:pt x="2192869" y="150277"/>
                </a:cubicBezTo>
                <a:cubicBezTo>
                  <a:pt x="2186992" y="150277"/>
                  <a:pt x="2181815" y="149047"/>
                  <a:pt x="2177339" y="146587"/>
                </a:cubicBezTo>
                <a:cubicBezTo>
                  <a:pt x="2172863" y="144127"/>
                  <a:pt x="2169138" y="140659"/>
                  <a:pt x="2166165" y="136182"/>
                </a:cubicBezTo>
                <a:cubicBezTo>
                  <a:pt x="2163193" y="131706"/>
                  <a:pt x="2160954" y="126324"/>
                  <a:pt x="2159451" y="120037"/>
                </a:cubicBezTo>
                <a:cubicBezTo>
                  <a:pt x="2157948" y="113750"/>
                  <a:pt x="2157196" y="106780"/>
                  <a:pt x="2157196" y="99126"/>
                </a:cubicBezTo>
                <a:moveTo>
                  <a:pt x="2175442" y="97998"/>
                </a:moveTo>
                <a:cubicBezTo>
                  <a:pt x="2175442" y="110436"/>
                  <a:pt x="2177270" y="119713"/>
                  <a:pt x="2180926" y="125829"/>
                </a:cubicBezTo>
                <a:cubicBezTo>
                  <a:pt x="2184583" y="131945"/>
                  <a:pt x="2189759" y="135003"/>
                  <a:pt x="2196457" y="135003"/>
                </a:cubicBezTo>
                <a:cubicBezTo>
                  <a:pt x="2200967" y="135003"/>
                  <a:pt x="2205734" y="132987"/>
                  <a:pt x="2210756" y="128955"/>
                </a:cubicBezTo>
                <a:cubicBezTo>
                  <a:pt x="2215779" y="124923"/>
                  <a:pt x="2221059" y="118944"/>
                  <a:pt x="2226594" y="111017"/>
                </a:cubicBezTo>
                <a:lnTo>
                  <a:pt x="2226594" y="63248"/>
                </a:lnTo>
                <a:cubicBezTo>
                  <a:pt x="2223655" y="61881"/>
                  <a:pt x="2220409" y="60839"/>
                  <a:pt x="2216856" y="60121"/>
                </a:cubicBezTo>
                <a:cubicBezTo>
                  <a:pt x="2213302" y="59404"/>
                  <a:pt x="2209783" y="59045"/>
                  <a:pt x="2206297" y="59045"/>
                </a:cubicBezTo>
                <a:cubicBezTo>
                  <a:pt x="2196593" y="59045"/>
                  <a:pt x="2189025" y="62188"/>
                  <a:pt x="2183592" y="68476"/>
                </a:cubicBezTo>
                <a:cubicBezTo>
                  <a:pt x="2178159" y="74763"/>
                  <a:pt x="2175442" y="84604"/>
                  <a:pt x="2175442" y="97998"/>
                </a:cubicBezTo>
                <a:close/>
                <a:moveTo>
                  <a:pt x="2364166" y="91540"/>
                </a:moveTo>
                <a:cubicBezTo>
                  <a:pt x="2364166" y="94068"/>
                  <a:pt x="2364132" y="96187"/>
                  <a:pt x="2364063" y="97895"/>
                </a:cubicBezTo>
                <a:cubicBezTo>
                  <a:pt x="2363995" y="99604"/>
                  <a:pt x="2363892" y="101210"/>
                  <a:pt x="2363756" y="102713"/>
                </a:cubicBezTo>
                <a:lnTo>
                  <a:pt x="2291487" y="102713"/>
                </a:lnTo>
                <a:cubicBezTo>
                  <a:pt x="2291487" y="113238"/>
                  <a:pt x="2294426" y="121319"/>
                  <a:pt x="2300303" y="126957"/>
                </a:cubicBezTo>
                <a:cubicBezTo>
                  <a:pt x="2306180" y="132595"/>
                  <a:pt x="2314654" y="135414"/>
                  <a:pt x="2325725" y="135414"/>
                </a:cubicBezTo>
                <a:cubicBezTo>
                  <a:pt x="2328732" y="135414"/>
                  <a:pt x="2331739" y="135294"/>
                  <a:pt x="2334746" y="135055"/>
                </a:cubicBezTo>
                <a:cubicBezTo>
                  <a:pt x="2337753" y="134816"/>
                  <a:pt x="2340657" y="134491"/>
                  <a:pt x="2343459" y="134081"/>
                </a:cubicBezTo>
                <a:cubicBezTo>
                  <a:pt x="2346261" y="133671"/>
                  <a:pt x="2348943" y="133210"/>
                  <a:pt x="2351506" y="132697"/>
                </a:cubicBezTo>
                <a:cubicBezTo>
                  <a:pt x="2354069" y="132185"/>
                  <a:pt x="2356443" y="131621"/>
                  <a:pt x="2358630" y="131006"/>
                </a:cubicBezTo>
                <a:lnTo>
                  <a:pt x="2358630" y="145664"/>
                </a:lnTo>
                <a:cubicBezTo>
                  <a:pt x="2353778" y="147031"/>
                  <a:pt x="2348294" y="148142"/>
                  <a:pt x="2342178" y="148996"/>
                </a:cubicBezTo>
                <a:cubicBezTo>
                  <a:pt x="2336061" y="149850"/>
                  <a:pt x="2329723" y="150277"/>
                  <a:pt x="2323162" y="150277"/>
                </a:cubicBezTo>
                <a:cubicBezTo>
                  <a:pt x="2314347" y="150277"/>
                  <a:pt x="2306761" y="149081"/>
                  <a:pt x="2300406" y="146689"/>
                </a:cubicBezTo>
                <a:cubicBezTo>
                  <a:pt x="2294050" y="144298"/>
                  <a:pt x="2288839" y="140829"/>
                  <a:pt x="2284773" y="136285"/>
                </a:cubicBezTo>
                <a:cubicBezTo>
                  <a:pt x="2280707" y="131740"/>
                  <a:pt x="2277700" y="126171"/>
                  <a:pt x="2275752" y="119576"/>
                </a:cubicBezTo>
                <a:cubicBezTo>
                  <a:pt x="2273805" y="112981"/>
                  <a:pt x="2272831" y="105515"/>
                  <a:pt x="2272831" y="97178"/>
                </a:cubicBezTo>
                <a:cubicBezTo>
                  <a:pt x="2272831" y="89934"/>
                  <a:pt x="2273873" y="83083"/>
                  <a:pt x="2275957" y="76625"/>
                </a:cubicBezTo>
                <a:cubicBezTo>
                  <a:pt x="2278042" y="70167"/>
                  <a:pt x="2281083" y="64495"/>
                  <a:pt x="2285081" y="59609"/>
                </a:cubicBezTo>
                <a:cubicBezTo>
                  <a:pt x="2289078" y="54722"/>
                  <a:pt x="2293982" y="50844"/>
                  <a:pt x="2299790" y="47974"/>
                </a:cubicBezTo>
                <a:cubicBezTo>
                  <a:pt x="2305599" y="45104"/>
                  <a:pt x="2312194" y="43669"/>
                  <a:pt x="2319575" y="43669"/>
                </a:cubicBezTo>
                <a:cubicBezTo>
                  <a:pt x="2326750" y="43669"/>
                  <a:pt x="2333106" y="44796"/>
                  <a:pt x="2338641" y="47051"/>
                </a:cubicBezTo>
                <a:cubicBezTo>
                  <a:pt x="2344177" y="49307"/>
                  <a:pt x="2348841" y="52501"/>
                  <a:pt x="2352634" y="56636"/>
                </a:cubicBezTo>
                <a:cubicBezTo>
                  <a:pt x="2356426" y="60770"/>
                  <a:pt x="2359297" y="65793"/>
                  <a:pt x="2361244" y="71705"/>
                </a:cubicBezTo>
                <a:cubicBezTo>
                  <a:pt x="2363192" y="77616"/>
                  <a:pt x="2364166" y="84228"/>
                  <a:pt x="2364166" y="91540"/>
                </a:cubicBezTo>
                <a:moveTo>
                  <a:pt x="2345612" y="88977"/>
                </a:moveTo>
                <a:cubicBezTo>
                  <a:pt x="2345817" y="84399"/>
                  <a:pt x="2345373" y="80213"/>
                  <a:pt x="2344279" y="76420"/>
                </a:cubicBezTo>
                <a:cubicBezTo>
                  <a:pt x="2343186" y="72627"/>
                  <a:pt x="2341494" y="69364"/>
                  <a:pt x="2339205" y="66630"/>
                </a:cubicBezTo>
                <a:cubicBezTo>
                  <a:pt x="2336916" y="63897"/>
                  <a:pt x="2334062" y="61761"/>
                  <a:pt x="2330646" y="60224"/>
                </a:cubicBezTo>
                <a:cubicBezTo>
                  <a:pt x="2327229" y="58686"/>
                  <a:pt x="2323265" y="57917"/>
                  <a:pt x="2318755" y="57917"/>
                </a:cubicBezTo>
                <a:cubicBezTo>
                  <a:pt x="2314859" y="57917"/>
                  <a:pt x="2311306" y="58669"/>
                  <a:pt x="2308094" y="60172"/>
                </a:cubicBezTo>
                <a:cubicBezTo>
                  <a:pt x="2304882" y="61676"/>
                  <a:pt x="2302114" y="63794"/>
                  <a:pt x="2299790" y="66528"/>
                </a:cubicBezTo>
                <a:cubicBezTo>
                  <a:pt x="2297467" y="69261"/>
                  <a:pt x="2295588" y="72542"/>
                  <a:pt x="2294153" y="76369"/>
                </a:cubicBezTo>
                <a:cubicBezTo>
                  <a:pt x="2292717" y="80196"/>
                  <a:pt x="2291829" y="84399"/>
                  <a:pt x="2291487" y="88977"/>
                </a:cubicBezTo>
                <a:lnTo>
                  <a:pt x="2345612" y="88977"/>
                </a:lnTo>
                <a:close/>
                <a:moveTo>
                  <a:pt x="2484823" y="148432"/>
                </a:moveTo>
                <a:lnTo>
                  <a:pt x="2461144" y="148432"/>
                </a:lnTo>
                <a:lnTo>
                  <a:pt x="2433364" y="109171"/>
                </a:lnTo>
                <a:lnTo>
                  <a:pt x="2405892" y="148432"/>
                </a:lnTo>
                <a:lnTo>
                  <a:pt x="2382827" y="148432"/>
                </a:lnTo>
                <a:lnTo>
                  <a:pt x="2422703" y="96768"/>
                </a:lnTo>
                <a:lnTo>
                  <a:pt x="2384672" y="45514"/>
                </a:lnTo>
                <a:lnTo>
                  <a:pt x="2407532" y="45514"/>
                </a:lnTo>
                <a:lnTo>
                  <a:pt x="2434594" y="85082"/>
                </a:lnTo>
                <a:lnTo>
                  <a:pt x="2461144" y="45514"/>
                </a:lnTo>
                <a:lnTo>
                  <a:pt x="2483183" y="45514"/>
                </a:lnTo>
                <a:lnTo>
                  <a:pt x="2444537" y="97178"/>
                </a:lnTo>
                <a:lnTo>
                  <a:pt x="2484823" y="148432"/>
                </a:lnTo>
                <a:close/>
                <a:moveTo>
                  <a:pt x="2570499" y="190460"/>
                </a:moveTo>
                <a:lnTo>
                  <a:pt x="2519962" y="190460"/>
                </a:lnTo>
                <a:lnTo>
                  <a:pt x="2519962" y="176109"/>
                </a:lnTo>
                <a:lnTo>
                  <a:pt x="2553278" y="176109"/>
                </a:lnTo>
                <a:lnTo>
                  <a:pt x="2553278" y="14351"/>
                </a:lnTo>
                <a:lnTo>
                  <a:pt x="2519962" y="14351"/>
                </a:lnTo>
                <a:lnTo>
                  <a:pt x="2519962" y="0"/>
                </a:lnTo>
                <a:lnTo>
                  <a:pt x="2570499" y="0"/>
                </a:lnTo>
                <a:lnTo>
                  <a:pt x="2570499" y="1904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\n">
            <a:extLst xmlns:a="http://schemas.openxmlformats.org/drawingml/2006/main">
              <a:ext uri="{FF2B5EF4-FFF2-40B4-BE49-F238E27FC236}">
                <a16:creationId xmlns:a16="http://schemas.microsoft.com/office/drawing/2014/main" id="{516B7E00-B946-484D-8B3E-A804C24F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63" y="1880951"/>
            <a:ext cx="197533" cy="166884"/>
          </a:xfrm>
          <a:custGeom xmlns:a="http://schemas.openxmlformats.org/drawingml/2006/main">
            <a:pathLst>
              <a:path w="197533" h="166884">
                <a:moveTo>
                  <a:pt x="87337" y="166884"/>
                </a:moveTo>
                <a:lnTo>
                  <a:pt x="70321" y="166884"/>
                </a:lnTo>
                <a:lnTo>
                  <a:pt x="0" y="0"/>
                </a:lnTo>
                <a:lnTo>
                  <a:pt x="17016" y="0"/>
                </a:lnTo>
                <a:lnTo>
                  <a:pt x="87337" y="166884"/>
                </a:lnTo>
                <a:close/>
                <a:moveTo>
                  <a:pt x="114809" y="41926"/>
                </a:moveTo>
                <a:lnTo>
                  <a:pt x="130698" y="41926"/>
                </a:lnTo>
                <a:lnTo>
                  <a:pt x="131416" y="58532"/>
                </a:lnTo>
                <a:cubicBezTo>
                  <a:pt x="134422" y="54979"/>
                  <a:pt x="137327" y="52023"/>
                  <a:pt x="140129" y="49665"/>
                </a:cubicBezTo>
                <a:cubicBezTo>
                  <a:pt x="142931" y="47308"/>
                  <a:pt x="145681" y="45411"/>
                  <a:pt x="148381" y="43976"/>
                </a:cubicBezTo>
                <a:cubicBezTo>
                  <a:pt x="151080" y="42541"/>
                  <a:pt x="153831" y="41533"/>
                  <a:pt x="156633" y="40952"/>
                </a:cubicBezTo>
                <a:cubicBezTo>
                  <a:pt x="159435" y="40371"/>
                  <a:pt x="162339" y="40081"/>
                  <a:pt x="165346" y="40081"/>
                </a:cubicBezTo>
                <a:cubicBezTo>
                  <a:pt x="175938" y="40081"/>
                  <a:pt x="183951" y="43207"/>
                  <a:pt x="189384" y="49460"/>
                </a:cubicBezTo>
                <a:cubicBezTo>
                  <a:pt x="194817" y="55713"/>
                  <a:pt x="197533" y="65127"/>
                  <a:pt x="197533" y="77701"/>
                </a:cubicBezTo>
                <a:lnTo>
                  <a:pt x="197533" y="144844"/>
                </a:lnTo>
                <a:lnTo>
                  <a:pt x="179697" y="144844"/>
                </a:lnTo>
                <a:lnTo>
                  <a:pt x="179697" y="79136"/>
                </a:lnTo>
                <a:cubicBezTo>
                  <a:pt x="179697" y="71072"/>
                  <a:pt x="178194" y="65110"/>
                  <a:pt x="175187" y="61249"/>
                </a:cubicBezTo>
                <a:cubicBezTo>
                  <a:pt x="172180" y="57388"/>
                  <a:pt x="167704" y="55457"/>
                  <a:pt x="161758" y="55457"/>
                </a:cubicBezTo>
                <a:cubicBezTo>
                  <a:pt x="159571" y="55457"/>
                  <a:pt x="157436" y="55782"/>
                  <a:pt x="155351" y="56431"/>
                </a:cubicBezTo>
                <a:cubicBezTo>
                  <a:pt x="153267" y="57080"/>
                  <a:pt x="151097" y="58208"/>
                  <a:pt x="148842" y="59814"/>
                </a:cubicBezTo>
                <a:cubicBezTo>
                  <a:pt x="146587" y="61420"/>
                  <a:pt x="144144" y="63589"/>
                  <a:pt x="141513" y="66323"/>
                </a:cubicBezTo>
                <a:cubicBezTo>
                  <a:pt x="138882" y="69056"/>
                  <a:pt x="135926" y="72473"/>
                  <a:pt x="132646" y="76574"/>
                </a:cubicBezTo>
                <a:lnTo>
                  <a:pt x="132646" y="144844"/>
                </a:lnTo>
                <a:lnTo>
                  <a:pt x="114809" y="144844"/>
                </a:lnTo>
                <a:lnTo>
                  <a:pt x="114809" y="4192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chk_map[val]">
            <a:extLst xmlns:a="http://schemas.openxmlformats.org/drawingml/2006/main">
              <a:ext uri="{FF2B5EF4-FFF2-40B4-BE49-F238E27FC236}">
                <a16:creationId xmlns:a16="http://schemas.microsoft.com/office/drawing/2014/main" id="{EB0A2A40-1E97-40CF-A1BA-D77964D7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41" y="2126138"/>
            <a:ext cx="1326765" cy="190460"/>
          </a:xfrm>
          <a:custGeom xmlns:a="http://schemas.openxmlformats.org/drawingml/2006/main">
            <a:pathLst>
              <a:path w="1326765" h="190460">
                <a:moveTo>
                  <a:pt x="80162" y="144639"/>
                </a:moveTo>
                <a:cubicBezTo>
                  <a:pt x="75514" y="146416"/>
                  <a:pt x="70748" y="147732"/>
                  <a:pt x="65862" y="148586"/>
                </a:cubicBezTo>
                <a:cubicBezTo>
                  <a:pt x="60975" y="149440"/>
                  <a:pt x="55935" y="149867"/>
                  <a:pt x="50742" y="149867"/>
                </a:cubicBezTo>
                <a:cubicBezTo>
                  <a:pt x="34477" y="149867"/>
                  <a:pt x="21954" y="145459"/>
                  <a:pt x="13172" y="136644"/>
                </a:cubicBezTo>
                <a:cubicBezTo>
                  <a:pt x="4391" y="127828"/>
                  <a:pt x="0" y="114946"/>
                  <a:pt x="0" y="97998"/>
                </a:cubicBezTo>
                <a:cubicBezTo>
                  <a:pt x="0" y="89866"/>
                  <a:pt x="1264" y="82485"/>
                  <a:pt x="3793" y="75856"/>
                </a:cubicBezTo>
                <a:cubicBezTo>
                  <a:pt x="6321" y="69227"/>
                  <a:pt x="9875" y="63555"/>
                  <a:pt x="14454" y="58840"/>
                </a:cubicBezTo>
                <a:cubicBezTo>
                  <a:pt x="19032" y="54124"/>
                  <a:pt x="24499" y="50485"/>
                  <a:pt x="30855" y="47923"/>
                </a:cubicBezTo>
                <a:cubicBezTo>
                  <a:pt x="37211" y="45360"/>
                  <a:pt x="44215" y="44079"/>
                  <a:pt x="51869" y="44079"/>
                </a:cubicBezTo>
                <a:cubicBezTo>
                  <a:pt x="57200" y="44079"/>
                  <a:pt x="62188" y="44454"/>
                  <a:pt x="66835" y="45206"/>
                </a:cubicBezTo>
                <a:cubicBezTo>
                  <a:pt x="71482" y="45958"/>
                  <a:pt x="75925" y="47188"/>
                  <a:pt x="80162" y="48896"/>
                </a:cubicBezTo>
                <a:lnTo>
                  <a:pt x="80162" y="65913"/>
                </a:lnTo>
                <a:cubicBezTo>
                  <a:pt x="75719" y="63589"/>
                  <a:pt x="71192" y="61898"/>
                  <a:pt x="66579" y="60839"/>
                </a:cubicBezTo>
                <a:cubicBezTo>
                  <a:pt x="61966" y="59779"/>
                  <a:pt x="57200" y="59250"/>
                  <a:pt x="52279" y="59250"/>
                </a:cubicBezTo>
                <a:cubicBezTo>
                  <a:pt x="47701" y="59250"/>
                  <a:pt x="43378" y="60121"/>
                  <a:pt x="39312" y="61864"/>
                </a:cubicBezTo>
                <a:cubicBezTo>
                  <a:pt x="35246" y="63606"/>
                  <a:pt x="31675" y="66118"/>
                  <a:pt x="28600" y="69398"/>
                </a:cubicBezTo>
                <a:cubicBezTo>
                  <a:pt x="25525" y="72678"/>
                  <a:pt x="23099" y="76676"/>
                  <a:pt x="21322" y="81392"/>
                </a:cubicBezTo>
                <a:cubicBezTo>
                  <a:pt x="19545" y="86107"/>
                  <a:pt x="18657" y="91437"/>
                  <a:pt x="18657" y="97383"/>
                </a:cubicBezTo>
                <a:cubicBezTo>
                  <a:pt x="18657" y="109821"/>
                  <a:pt x="21681" y="119132"/>
                  <a:pt x="27729" y="125316"/>
                </a:cubicBezTo>
                <a:cubicBezTo>
                  <a:pt x="33776" y="131501"/>
                  <a:pt x="42165" y="134593"/>
                  <a:pt x="52894" y="134593"/>
                </a:cubicBezTo>
                <a:cubicBezTo>
                  <a:pt x="57746" y="134593"/>
                  <a:pt x="62445" y="134047"/>
                  <a:pt x="66989" y="132953"/>
                </a:cubicBezTo>
                <a:cubicBezTo>
                  <a:pt x="71534" y="131860"/>
                  <a:pt x="75925" y="130220"/>
                  <a:pt x="80162" y="128033"/>
                </a:cubicBezTo>
                <a:lnTo>
                  <a:pt x="80162" y="144639"/>
                </a:lnTo>
                <a:close/>
                <a:moveTo>
                  <a:pt x="197744" y="148432"/>
                </a:moveTo>
                <a:lnTo>
                  <a:pt x="179907" y="148432"/>
                </a:lnTo>
                <a:lnTo>
                  <a:pt x="179907" y="82724"/>
                </a:lnTo>
                <a:cubicBezTo>
                  <a:pt x="179907" y="74797"/>
                  <a:pt x="178421" y="68869"/>
                  <a:pt x="175448" y="64939"/>
                </a:cubicBezTo>
                <a:cubicBezTo>
                  <a:pt x="172476" y="61010"/>
                  <a:pt x="168221" y="59045"/>
                  <a:pt x="162686" y="59045"/>
                </a:cubicBezTo>
                <a:cubicBezTo>
                  <a:pt x="160294" y="59045"/>
                  <a:pt x="158056" y="59369"/>
                  <a:pt x="155972" y="60019"/>
                </a:cubicBezTo>
                <a:cubicBezTo>
                  <a:pt x="153887" y="60668"/>
                  <a:pt x="151718" y="61795"/>
                  <a:pt x="149462" y="63401"/>
                </a:cubicBezTo>
                <a:cubicBezTo>
                  <a:pt x="147207" y="65007"/>
                  <a:pt x="144747" y="67177"/>
                  <a:pt x="142082" y="69911"/>
                </a:cubicBezTo>
                <a:cubicBezTo>
                  <a:pt x="139417" y="72644"/>
                  <a:pt x="136341" y="76061"/>
                  <a:pt x="132856" y="80162"/>
                </a:cubicBezTo>
                <a:lnTo>
                  <a:pt x="132856" y="148432"/>
                </a:lnTo>
                <a:lnTo>
                  <a:pt x="115020" y="148432"/>
                </a:lnTo>
                <a:lnTo>
                  <a:pt x="115020" y="3588"/>
                </a:lnTo>
                <a:lnTo>
                  <a:pt x="132856" y="3588"/>
                </a:lnTo>
                <a:lnTo>
                  <a:pt x="132856" y="45514"/>
                </a:lnTo>
                <a:lnTo>
                  <a:pt x="132241" y="61710"/>
                </a:lnTo>
                <a:cubicBezTo>
                  <a:pt x="135043" y="58361"/>
                  <a:pt x="137794" y="55542"/>
                  <a:pt x="140493" y="53253"/>
                </a:cubicBezTo>
                <a:cubicBezTo>
                  <a:pt x="143192" y="50964"/>
                  <a:pt x="145892" y="49101"/>
                  <a:pt x="148591" y="47666"/>
                </a:cubicBezTo>
                <a:cubicBezTo>
                  <a:pt x="151290" y="46231"/>
                  <a:pt x="154041" y="45206"/>
                  <a:pt x="156843" y="44591"/>
                </a:cubicBezTo>
                <a:cubicBezTo>
                  <a:pt x="159645" y="43976"/>
                  <a:pt x="162549" y="43669"/>
                  <a:pt x="165556" y="43669"/>
                </a:cubicBezTo>
                <a:cubicBezTo>
                  <a:pt x="175807" y="43669"/>
                  <a:pt x="183734" y="46795"/>
                  <a:pt x="189338" y="53048"/>
                </a:cubicBezTo>
                <a:cubicBezTo>
                  <a:pt x="194942" y="59301"/>
                  <a:pt x="197744" y="68715"/>
                  <a:pt x="197744" y="81289"/>
                </a:cubicBezTo>
                <a:lnTo>
                  <a:pt x="197744" y="148432"/>
                </a:lnTo>
                <a:close/>
                <a:moveTo>
                  <a:pt x="322399" y="148432"/>
                </a:moveTo>
                <a:lnTo>
                  <a:pt x="297900" y="148432"/>
                </a:lnTo>
                <a:lnTo>
                  <a:pt x="249926" y="93283"/>
                </a:lnTo>
                <a:lnTo>
                  <a:pt x="249926" y="148432"/>
                </a:lnTo>
                <a:lnTo>
                  <a:pt x="232089" y="148432"/>
                </a:lnTo>
                <a:lnTo>
                  <a:pt x="232089" y="3588"/>
                </a:lnTo>
                <a:lnTo>
                  <a:pt x="249926" y="3588"/>
                </a:lnTo>
                <a:lnTo>
                  <a:pt x="249926" y="92565"/>
                </a:lnTo>
                <a:lnTo>
                  <a:pt x="296157" y="45514"/>
                </a:lnTo>
                <a:lnTo>
                  <a:pt x="319734" y="45514"/>
                </a:lnTo>
                <a:lnTo>
                  <a:pt x="271452" y="92975"/>
                </a:lnTo>
                <a:lnTo>
                  <a:pt x="322399" y="148432"/>
                </a:lnTo>
                <a:close/>
                <a:moveTo>
                  <a:pt x="443656" y="190460"/>
                </a:moveTo>
                <a:lnTo>
                  <a:pt x="328232" y="190460"/>
                </a:lnTo>
                <a:lnTo>
                  <a:pt x="328232" y="175699"/>
                </a:lnTo>
                <a:lnTo>
                  <a:pt x="443656" y="175699"/>
                </a:lnTo>
                <a:lnTo>
                  <a:pt x="443656" y="190460"/>
                </a:lnTo>
                <a:close/>
                <a:moveTo>
                  <a:pt x="532843" y="148432"/>
                </a:moveTo>
                <a:lnTo>
                  <a:pt x="532843" y="74524"/>
                </a:lnTo>
                <a:cubicBezTo>
                  <a:pt x="532843" y="71312"/>
                  <a:pt x="532724" y="68681"/>
                  <a:pt x="532485" y="66630"/>
                </a:cubicBezTo>
                <a:cubicBezTo>
                  <a:pt x="532246" y="64580"/>
                  <a:pt x="531870" y="62957"/>
                  <a:pt x="531357" y="61761"/>
                </a:cubicBezTo>
                <a:cubicBezTo>
                  <a:pt x="530845" y="60565"/>
                  <a:pt x="530195" y="59728"/>
                  <a:pt x="529409" y="59250"/>
                </a:cubicBezTo>
                <a:cubicBezTo>
                  <a:pt x="528624" y="58771"/>
                  <a:pt x="527650" y="58532"/>
                  <a:pt x="526488" y="58532"/>
                </a:cubicBezTo>
                <a:cubicBezTo>
                  <a:pt x="525121" y="58532"/>
                  <a:pt x="523857" y="58942"/>
                  <a:pt x="522695" y="59762"/>
                </a:cubicBezTo>
                <a:cubicBezTo>
                  <a:pt x="521533" y="60582"/>
                  <a:pt x="520286" y="61915"/>
                  <a:pt x="518954" y="63760"/>
                </a:cubicBezTo>
                <a:cubicBezTo>
                  <a:pt x="517621" y="65605"/>
                  <a:pt x="516152" y="68048"/>
                  <a:pt x="514546" y="71090"/>
                </a:cubicBezTo>
                <a:cubicBezTo>
                  <a:pt x="512940" y="74131"/>
                  <a:pt x="511043" y="77872"/>
                  <a:pt x="508857" y="82314"/>
                </a:cubicBezTo>
                <a:lnTo>
                  <a:pt x="508857" y="148432"/>
                </a:lnTo>
                <a:lnTo>
                  <a:pt x="492558" y="148432"/>
                </a:lnTo>
                <a:lnTo>
                  <a:pt x="492558" y="76471"/>
                </a:lnTo>
                <a:cubicBezTo>
                  <a:pt x="492558" y="72713"/>
                  <a:pt x="492438" y="69672"/>
                  <a:pt x="492199" y="67348"/>
                </a:cubicBezTo>
                <a:cubicBezTo>
                  <a:pt x="491960" y="65024"/>
                  <a:pt x="491584" y="63213"/>
                  <a:pt x="491071" y="61915"/>
                </a:cubicBezTo>
                <a:cubicBezTo>
                  <a:pt x="490559" y="60617"/>
                  <a:pt x="489893" y="59728"/>
                  <a:pt x="489072" y="59250"/>
                </a:cubicBezTo>
                <a:cubicBezTo>
                  <a:pt x="488252" y="58771"/>
                  <a:pt x="487261" y="58532"/>
                  <a:pt x="486100" y="58532"/>
                </a:cubicBezTo>
                <a:cubicBezTo>
                  <a:pt x="484870" y="58532"/>
                  <a:pt x="483708" y="58874"/>
                  <a:pt x="482614" y="59557"/>
                </a:cubicBezTo>
                <a:cubicBezTo>
                  <a:pt x="481521" y="60241"/>
                  <a:pt x="480308" y="61471"/>
                  <a:pt x="478975" y="63248"/>
                </a:cubicBezTo>
                <a:cubicBezTo>
                  <a:pt x="477643" y="65024"/>
                  <a:pt x="476156" y="67450"/>
                  <a:pt x="474516" y="70526"/>
                </a:cubicBezTo>
                <a:cubicBezTo>
                  <a:pt x="472876" y="73601"/>
                  <a:pt x="470928" y="77530"/>
                  <a:pt x="468673" y="82314"/>
                </a:cubicBezTo>
                <a:lnTo>
                  <a:pt x="468673" y="148432"/>
                </a:lnTo>
                <a:lnTo>
                  <a:pt x="452272" y="148432"/>
                </a:lnTo>
                <a:lnTo>
                  <a:pt x="452272" y="45514"/>
                </a:lnTo>
                <a:lnTo>
                  <a:pt x="465906" y="45514"/>
                </a:lnTo>
                <a:lnTo>
                  <a:pt x="466726" y="65093"/>
                </a:lnTo>
                <a:cubicBezTo>
                  <a:pt x="468502" y="61197"/>
                  <a:pt x="470228" y="57883"/>
                  <a:pt x="471902" y="55149"/>
                </a:cubicBezTo>
                <a:cubicBezTo>
                  <a:pt x="473577" y="52416"/>
                  <a:pt x="475302" y="50212"/>
                  <a:pt x="477079" y="48538"/>
                </a:cubicBezTo>
                <a:cubicBezTo>
                  <a:pt x="478856" y="46863"/>
                  <a:pt x="480752" y="45633"/>
                  <a:pt x="482768" y="44847"/>
                </a:cubicBezTo>
                <a:cubicBezTo>
                  <a:pt x="484784" y="44062"/>
                  <a:pt x="487022" y="43669"/>
                  <a:pt x="489482" y="43669"/>
                </a:cubicBezTo>
                <a:cubicBezTo>
                  <a:pt x="495018" y="43669"/>
                  <a:pt x="499221" y="45480"/>
                  <a:pt x="502091" y="49101"/>
                </a:cubicBezTo>
                <a:cubicBezTo>
                  <a:pt x="504961" y="52723"/>
                  <a:pt x="506396" y="58327"/>
                  <a:pt x="506396" y="65913"/>
                </a:cubicBezTo>
                <a:cubicBezTo>
                  <a:pt x="508036" y="62359"/>
                  <a:pt x="509642" y="59199"/>
                  <a:pt x="511214" y="56431"/>
                </a:cubicBezTo>
                <a:cubicBezTo>
                  <a:pt x="512786" y="53663"/>
                  <a:pt x="514477" y="51340"/>
                  <a:pt x="516288" y="49460"/>
                </a:cubicBezTo>
                <a:cubicBezTo>
                  <a:pt x="518099" y="47581"/>
                  <a:pt x="520098" y="46146"/>
                  <a:pt x="522285" y="45155"/>
                </a:cubicBezTo>
                <a:cubicBezTo>
                  <a:pt x="524472" y="44164"/>
                  <a:pt x="527001" y="43669"/>
                  <a:pt x="529871" y="43669"/>
                </a:cubicBezTo>
                <a:cubicBezTo>
                  <a:pt x="542787" y="43669"/>
                  <a:pt x="549245" y="53612"/>
                  <a:pt x="549245" y="73498"/>
                </a:cubicBezTo>
                <a:lnTo>
                  <a:pt x="549245" y="148432"/>
                </a:lnTo>
                <a:lnTo>
                  <a:pt x="532843" y="148432"/>
                </a:lnTo>
                <a:close/>
                <a:moveTo>
                  <a:pt x="640380" y="148432"/>
                </a:moveTo>
                <a:lnTo>
                  <a:pt x="639970" y="134593"/>
                </a:lnTo>
                <a:cubicBezTo>
                  <a:pt x="634366" y="140129"/>
                  <a:pt x="628677" y="144127"/>
                  <a:pt x="622902" y="146587"/>
                </a:cubicBezTo>
                <a:cubicBezTo>
                  <a:pt x="617128" y="149047"/>
                  <a:pt x="611063" y="150277"/>
                  <a:pt x="604707" y="150277"/>
                </a:cubicBezTo>
                <a:cubicBezTo>
                  <a:pt x="598830" y="150277"/>
                  <a:pt x="593807" y="149525"/>
                  <a:pt x="589638" y="148022"/>
                </a:cubicBezTo>
                <a:cubicBezTo>
                  <a:pt x="585470" y="146519"/>
                  <a:pt x="582036" y="144451"/>
                  <a:pt x="579336" y="141820"/>
                </a:cubicBezTo>
                <a:cubicBezTo>
                  <a:pt x="576637" y="139189"/>
                  <a:pt x="574655" y="136097"/>
                  <a:pt x="573391" y="132543"/>
                </a:cubicBezTo>
                <a:cubicBezTo>
                  <a:pt x="572127" y="128990"/>
                  <a:pt x="571494" y="125129"/>
                  <a:pt x="571494" y="120960"/>
                </a:cubicBezTo>
                <a:cubicBezTo>
                  <a:pt x="571494" y="110641"/>
                  <a:pt x="575339" y="102560"/>
                  <a:pt x="583027" y="96717"/>
                </a:cubicBezTo>
                <a:cubicBezTo>
                  <a:pt x="590715" y="90874"/>
                  <a:pt x="602076" y="87952"/>
                  <a:pt x="617111" y="87952"/>
                </a:cubicBezTo>
                <a:lnTo>
                  <a:pt x="638432" y="87952"/>
                </a:lnTo>
                <a:lnTo>
                  <a:pt x="638432" y="78931"/>
                </a:lnTo>
                <a:cubicBezTo>
                  <a:pt x="638432" y="72849"/>
                  <a:pt x="636485" y="67980"/>
                  <a:pt x="632589" y="64324"/>
                </a:cubicBezTo>
                <a:cubicBezTo>
                  <a:pt x="628694" y="60668"/>
                  <a:pt x="622749" y="58840"/>
                  <a:pt x="614753" y="58840"/>
                </a:cubicBezTo>
                <a:cubicBezTo>
                  <a:pt x="608944" y="58840"/>
                  <a:pt x="603221" y="59489"/>
                  <a:pt x="597583" y="60787"/>
                </a:cubicBezTo>
                <a:cubicBezTo>
                  <a:pt x="591945" y="62086"/>
                  <a:pt x="586119" y="63931"/>
                  <a:pt x="580105" y="66323"/>
                </a:cubicBezTo>
                <a:lnTo>
                  <a:pt x="580105" y="50229"/>
                </a:lnTo>
                <a:cubicBezTo>
                  <a:pt x="582360" y="49409"/>
                  <a:pt x="584872" y="48606"/>
                  <a:pt x="587640" y="47820"/>
                </a:cubicBezTo>
                <a:cubicBezTo>
                  <a:pt x="590407" y="47034"/>
                  <a:pt x="593329" y="46334"/>
                  <a:pt x="596404" y="45719"/>
                </a:cubicBezTo>
                <a:cubicBezTo>
                  <a:pt x="599479" y="45104"/>
                  <a:pt x="602691" y="44608"/>
                  <a:pt x="606040" y="44232"/>
                </a:cubicBezTo>
                <a:cubicBezTo>
                  <a:pt x="609388" y="43856"/>
                  <a:pt x="612771" y="43669"/>
                  <a:pt x="616188" y="43669"/>
                </a:cubicBezTo>
                <a:cubicBezTo>
                  <a:pt x="622407" y="43669"/>
                  <a:pt x="628011" y="44352"/>
                  <a:pt x="632999" y="45719"/>
                </a:cubicBezTo>
                <a:cubicBezTo>
                  <a:pt x="637988" y="47085"/>
                  <a:pt x="642208" y="49170"/>
                  <a:pt x="645659" y="51972"/>
                </a:cubicBezTo>
                <a:cubicBezTo>
                  <a:pt x="649110" y="54774"/>
                  <a:pt x="651758" y="58293"/>
                  <a:pt x="653604" y="62530"/>
                </a:cubicBezTo>
                <a:cubicBezTo>
                  <a:pt x="655449" y="66767"/>
                  <a:pt x="656371" y="71756"/>
                  <a:pt x="656371" y="77496"/>
                </a:cubicBezTo>
                <a:lnTo>
                  <a:pt x="656371" y="148432"/>
                </a:lnTo>
                <a:lnTo>
                  <a:pt x="640380" y="148432"/>
                </a:lnTo>
                <a:moveTo>
                  <a:pt x="638432" y="101586"/>
                </a:moveTo>
                <a:lnTo>
                  <a:pt x="615778" y="101586"/>
                </a:lnTo>
                <a:cubicBezTo>
                  <a:pt x="611336" y="101586"/>
                  <a:pt x="607509" y="102030"/>
                  <a:pt x="604297" y="102918"/>
                </a:cubicBezTo>
                <a:cubicBezTo>
                  <a:pt x="601085" y="103807"/>
                  <a:pt x="598454" y="105071"/>
                  <a:pt x="596404" y="106711"/>
                </a:cubicBezTo>
                <a:cubicBezTo>
                  <a:pt x="594354" y="108351"/>
                  <a:pt x="592833" y="110316"/>
                  <a:pt x="591842" y="112605"/>
                </a:cubicBezTo>
                <a:cubicBezTo>
                  <a:pt x="590851" y="114895"/>
                  <a:pt x="590356" y="117475"/>
                  <a:pt x="590356" y="120345"/>
                </a:cubicBezTo>
                <a:cubicBezTo>
                  <a:pt x="590356" y="122327"/>
                  <a:pt x="590663" y="124223"/>
                  <a:pt x="591279" y="126034"/>
                </a:cubicBezTo>
                <a:cubicBezTo>
                  <a:pt x="591894" y="127845"/>
                  <a:pt x="592885" y="129451"/>
                  <a:pt x="594251" y="130852"/>
                </a:cubicBezTo>
                <a:cubicBezTo>
                  <a:pt x="595618" y="132253"/>
                  <a:pt x="597395" y="133363"/>
                  <a:pt x="599582" y="134183"/>
                </a:cubicBezTo>
                <a:cubicBezTo>
                  <a:pt x="601769" y="135003"/>
                  <a:pt x="604434" y="135414"/>
                  <a:pt x="607577" y="135414"/>
                </a:cubicBezTo>
                <a:cubicBezTo>
                  <a:pt x="611678" y="135414"/>
                  <a:pt x="616376" y="134166"/>
                  <a:pt x="621672" y="131672"/>
                </a:cubicBezTo>
                <a:cubicBezTo>
                  <a:pt x="626969" y="129178"/>
                  <a:pt x="632555" y="125231"/>
                  <a:pt x="638432" y="119832"/>
                </a:cubicBezTo>
                <a:lnTo>
                  <a:pt x="638432" y="101586"/>
                </a:lnTo>
                <a:close/>
                <a:moveTo>
                  <a:pt x="777029" y="95128"/>
                </a:moveTo>
                <a:cubicBezTo>
                  <a:pt x="777029" y="104285"/>
                  <a:pt x="775747" y="112281"/>
                  <a:pt x="773185" y="119115"/>
                </a:cubicBezTo>
                <a:cubicBezTo>
                  <a:pt x="770622" y="125949"/>
                  <a:pt x="767085" y="131621"/>
                  <a:pt x="762575" y="136131"/>
                </a:cubicBezTo>
                <a:cubicBezTo>
                  <a:pt x="758065" y="140641"/>
                  <a:pt x="752734" y="144024"/>
                  <a:pt x="746584" y="146279"/>
                </a:cubicBezTo>
                <a:cubicBezTo>
                  <a:pt x="740433" y="148535"/>
                  <a:pt x="733770" y="149662"/>
                  <a:pt x="726595" y="149662"/>
                </a:cubicBezTo>
                <a:cubicBezTo>
                  <a:pt x="723314" y="149662"/>
                  <a:pt x="720051" y="149491"/>
                  <a:pt x="716805" y="149150"/>
                </a:cubicBezTo>
                <a:cubicBezTo>
                  <a:pt x="713559" y="148808"/>
                  <a:pt x="710262" y="148227"/>
                  <a:pt x="706913" y="147407"/>
                </a:cubicBezTo>
                <a:lnTo>
                  <a:pt x="706913" y="190460"/>
                </a:lnTo>
                <a:lnTo>
                  <a:pt x="689077" y="190460"/>
                </a:lnTo>
                <a:lnTo>
                  <a:pt x="689077" y="45514"/>
                </a:lnTo>
                <a:lnTo>
                  <a:pt x="704965" y="45514"/>
                </a:lnTo>
                <a:lnTo>
                  <a:pt x="706093" y="62735"/>
                </a:lnTo>
                <a:cubicBezTo>
                  <a:pt x="711218" y="55696"/>
                  <a:pt x="716686" y="50759"/>
                  <a:pt x="722494" y="47923"/>
                </a:cubicBezTo>
                <a:cubicBezTo>
                  <a:pt x="728303" y="45087"/>
                  <a:pt x="734590" y="43669"/>
                  <a:pt x="741356" y="43669"/>
                </a:cubicBezTo>
                <a:cubicBezTo>
                  <a:pt x="747233" y="43669"/>
                  <a:pt x="752393" y="44899"/>
                  <a:pt x="756835" y="47359"/>
                </a:cubicBezTo>
                <a:cubicBezTo>
                  <a:pt x="761277" y="49819"/>
                  <a:pt x="765001" y="53287"/>
                  <a:pt x="768008" y="57763"/>
                </a:cubicBezTo>
                <a:cubicBezTo>
                  <a:pt x="771015" y="62240"/>
                  <a:pt x="773270" y="67638"/>
                  <a:pt x="774774" y="73960"/>
                </a:cubicBezTo>
                <a:cubicBezTo>
                  <a:pt x="776277" y="80281"/>
                  <a:pt x="777029" y="87337"/>
                  <a:pt x="777029" y="95128"/>
                </a:cubicBezTo>
                <a:moveTo>
                  <a:pt x="758782" y="95948"/>
                </a:moveTo>
                <a:cubicBezTo>
                  <a:pt x="758782" y="90549"/>
                  <a:pt x="758389" y="85594"/>
                  <a:pt x="757603" y="81084"/>
                </a:cubicBezTo>
                <a:cubicBezTo>
                  <a:pt x="756818" y="76574"/>
                  <a:pt x="755570" y="72713"/>
                  <a:pt x="753862" y="69501"/>
                </a:cubicBezTo>
                <a:cubicBezTo>
                  <a:pt x="752153" y="66289"/>
                  <a:pt x="749967" y="63777"/>
                  <a:pt x="747301" y="61966"/>
                </a:cubicBezTo>
                <a:cubicBezTo>
                  <a:pt x="744636" y="60155"/>
                  <a:pt x="741458" y="59250"/>
                  <a:pt x="737768" y="59250"/>
                </a:cubicBezTo>
                <a:cubicBezTo>
                  <a:pt x="735513" y="59250"/>
                  <a:pt x="733224" y="59609"/>
                  <a:pt x="730900" y="60326"/>
                </a:cubicBezTo>
                <a:cubicBezTo>
                  <a:pt x="728577" y="61044"/>
                  <a:pt x="726168" y="62240"/>
                  <a:pt x="723673" y="63914"/>
                </a:cubicBezTo>
                <a:cubicBezTo>
                  <a:pt x="721179" y="65588"/>
                  <a:pt x="718548" y="67809"/>
                  <a:pt x="715780" y="70577"/>
                </a:cubicBezTo>
                <a:cubicBezTo>
                  <a:pt x="713012" y="73345"/>
                  <a:pt x="710057" y="76779"/>
                  <a:pt x="706913" y="80879"/>
                </a:cubicBezTo>
                <a:lnTo>
                  <a:pt x="706913" y="130801"/>
                </a:lnTo>
                <a:cubicBezTo>
                  <a:pt x="710193" y="132167"/>
                  <a:pt x="713644" y="133244"/>
                  <a:pt x="717266" y="134030"/>
                </a:cubicBezTo>
                <a:cubicBezTo>
                  <a:pt x="720888" y="134816"/>
                  <a:pt x="724442" y="135208"/>
                  <a:pt x="727927" y="135208"/>
                </a:cubicBezTo>
                <a:cubicBezTo>
                  <a:pt x="737563" y="135208"/>
                  <a:pt x="745115" y="131945"/>
                  <a:pt x="750582" y="125419"/>
                </a:cubicBezTo>
                <a:cubicBezTo>
                  <a:pt x="756049" y="118893"/>
                  <a:pt x="758782" y="109069"/>
                  <a:pt x="758782" y="95948"/>
                </a:cubicBezTo>
                <a:close/>
                <a:moveTo>
                  <a:pt x="873371" y="190460"/>
                </a:moveTo>
                <a:lnTo>
                  <a:pt x="822834" y="190460"/>
                </a:lnTo>
                <a:lnTo>
                  <a:pt x="822834" y="0"/>
                </a:lnTo>
                <a:lnTo>
                  <a:pt x="873371" y="0"/>
                </a:lnTo>
                <a:lnTo>
                  <a:pt x="873371" y="14351"/>
                </a:lnTo>
                <a:lnTo>
                  <a:pt x="839851" y="14351"/>
                </a:lnTo>
                <a:lnTo>
                  <a:pt x="839851" y="176109"/>
                </a:lnTo>
                <a:lnTo>
                  <a:pt x="873371" y="176109"/>
                </a:lnTo>
                <a:lnTo>
                  <a:pt x="873371" y="190460"/>
                </a:lnTo>
                <a:close/>
                <a:moveTo>
                  <a:pt x="909044" y="45514"/>
                </a:moveTo>
                <a:lnTo>
                  <a:pt x="929340" y="45514"/>
                </a:lnTo>
                <a:lnTo>
                  <a:pt x="954558" y="113579"/>
                </a:lnTo>
                <a:lnTo>
                  <a:pt x="959990" y="130186"/>
                </a:lnTo>
                <a:lnTo>
                  <a:pt x="965628" y="113169"/>
                </a:lnTo>
                <a:lnTo>
                  <a:pt x="990640" y="45514"/>
                </a:lnTo>
                <a:lnTo>
                  <a:pt x="1010220" y="45514"/>
                </a:lnTo>
                <a:lnTo>
                  <a:pt x="969831" y="148432"/>
                </a:lnTo>
                <a:lnTo>
                  <a:pt x="949330" y="148432"/>
                </a:lnTo>
                <a:lnTo>
                  <a:pt x="909044" y="45514"/>
                </a:lnTo>
                <a:close/>
                <a:moveTo>
                  <a:pt x="1099612" y="148432"/>
                </a:moveTo>
                <a:lnTo>
                  <a:pt x="1099202" y="134593"/>
                </a:lnTo>
                <a:cubicBezTo>
                  <a:pt x="1093598" y="140129"/>
                  <a:pt x="1087909" y="144127"/>
                  <a:pt x="1082134" y="146587"/>
                </a:cubicBezTo>
                <a:cubicBezTo>
                  <a:pt x="1076360" y="149047"/>
                  <a:pt x="1070295" y="150277"/>
                  <a:pt x="1063939" y="150277"/>
                </a:cubicBezTo>
                <a:cubicBezTo>
                  <a:pt x="1058062" y="150277"/>
                  <a:pt x="1053039" y="149525"/>
                  <a:pt x="1048870" y="148022"/>
                </a:cubicBezTo>
                <a:cubicBezTo>
                  <a:pt x="1044702" y="146519"/>
                  <a:pt x="1041268" y="144451"/>
                  <a:pt x="1038568" y="141820"/>
                </a:cubicBezTo>
                <a:cubicBezTo>
                  <a:pt x="1035869" y="139189"/>
                  <a:pt x="1033887" y="136097"/>
                  <a:pt x="1032623" y="132543"/>
                </a:cubicBezTo>
                <a:cubicBezTo>
                  <a:pt x="1031359" y="128990"/>
                  <a:pt x="1030727" y="125129"/>
                  <a:pt x="1030727" y="120960"/>
                </a:cubicBezTo>
                <a:cubicBezTo>
                  <a:pt x="1030727" y="110641"/>
                  <a:pt x="1034571" y="102560"/>
                  <a:pt x="1042259" y="96717"/>
                </a:cubicBezTo>
                <a:cubicBezTo>
                  <a:pt x="1049947" y="90874"/>
                  <a:pt x="1061308" y="87952"/>
                  <a:pt x="1076343" y="87952"/>
                </a:cubicBezTo>
                <a:lnTo>
                  <a:pt x="1097664" y="87952"/>
                </a:lnTo>
                <a:lnTo>
                  <a:pt x="1097664" y="78931"/>
                </a:lnTo>
                <a:cubicBezTo>
                  <a:pt x="1097664" y="72849"/>
                  <a:pt x="1095717" y="67980"/>
                  <a:pt x="1091821" y="64324"/>
                </a:cubicBezTo>
                <a:cubicBezTo>
                  <a:pt x="1087926" y="60668"/>
                  <a:pt x="1081981" y="58840"/>
                  <a:pt x="1073985" y="58840"/>
                </a:cubicBezTo>
                <a:cubicBezTo>
                  <a:pt x="1068176" y="58840"/>
                  <a:pt x="1062453" y="59489"/>
                  <a:pt x="1056815" y="60787"/>
                </a:cubicBezTo>
                <a:cubicBezTo>
                  <a:pt x="1051177" y="62086"/>
                  <a:pt x="1045351" y="63931"/>
                  <a:pt x="1039337" y="66323"/>
                </a:cubicBezTo>
                <a:lnTo>
                  <a:pt x="1039337" y="50229"/>
                </a:lnTo>
                <a:cubicBezTo>
                  <a:pt x="1041592" y="49409"/>
                  <a:pt x="1044104" y="48606"/>
                  <a:pt x="1046872" y="47820"/>
                </a:cubicBezTo>
                <a:cubicBezTo>
                  <a:pt x="1049639" y="47034"/>
                  <a:pt x="1052561" y="46334"/>
                  <a:pt x="1055636" y="45719"/>
                </a:cubicBezTo>
                <a:cubicBezTo>
                  <a:pt x="1058711" y="45104"/>
                  <a:pt x="1061923" y="44608"/>
                  <a:pt x="1065272" y="44232"/>
                </a:cubicBezTo>
                <a:cubicBezTo>
                  <a:pt x="1068620" y="43856"/>
                  <a:pt x="1072003" y="43669"/>
                  <a:pt x="1075420" y="43669"/>
                </a:cubicBezTo>
                <a:cubicBezTo>
                  <a:pt x="1081639" y="43669"/>
                  <a:pt x="1087243" y="44352"/>
                  <a:pt x="1092232" y="45719"/>
                </a:cubicBezTo>
                <a:cubicBezTo>
                  <a:pt x="1097220" y="47085"/>
                  <a:pt x="1101440" y="49170"/>
                  <a:pt x="1104891" y="51972"/>
                </a:cubicBezTo>
                <a:cubicBezTo>
                  <a:pt x="1108342" y="54774"/>
                  <a:pt x="1110991" y="58293"/>
                  <a:pt x="1112836" y="62530"/>
                </a:cubicBezTo>
                <a:cubicBezTo>
                  <a:pt x="1114681" y="66767"/>
                  <a:pt x="1115603" y="71756"/>
                  <a:pt x="1115603" y="77496"/>
                </a:cubicBezTo>
                <a:lnTo>
                  <a:pt x="1115603" y="148432"/>
                </a:lnTo>
                <a:lnTo>
                  <a:pt x="1099612" y="148432"/>
                </a:lnTo>
                <a:moveTo>
                  <a:pt x="1097664" y="101586"/>
                </a:moveTo>
                <a:lnTo>
                  <a:pt x="1075010" y="101586"/>
                </a:lnTo>
                <a:cubicBezTo>
                  <a:pt x="1070568" y="101586"/>
                  <a:pt x="1066741" y="102030"/>
                  <a:pt x="1063529" y="102918"/>
                </a:cubicBezTo>
                <a:cubicBezTo>
                  <a:pt x="1060317" y="103807"/>
                  <a:pt x="1057686" y="105071"/>
                  <a:pt x="1055636" y="106711"/>
                </a:cubicBezTo>
                <a:cubicBezTo>
                  <a:pt x="1053586" y="108351"/>
                  <a:pt x="1052065" y="110316"/>
                  <a:pt x="1051074" y="112605"/>
                </a:cubicBezTo>
                <a:cubicBezTo>
                  <a:pt x="1050084" y="114895"/>
                  <a:pt x="1049588" y="117475"/>
                  <a:pt x="1049588" y="120345"/>
                </a:cubicBezTo>
                <a:cubicBezTo>
                  <a:pt x="1049588" y="122327"/>
                  <a:pt x="1049896" y="124223"/>
                  <a:pt x="1050511" y="126034"/>
                </a:cubicBezTo>
                <a:cubicBezTo>
                  <a:pt x="1051126" y="127845"/>
                  <a:pt x="1052117" y="129451"/>
                  <a:pt x="1053483" y="130852"/>
                </a:cubicBezTo>
                <a:cubicBezTo>
                  <a:pt x="1054850" y="132253"/>
                  <a:pt x="1056627" y="133363"/>
                  <a:pt x="1058814" y="134183"/>
                </a:cubicBezTo>
                <a:cubicBezTo>
                  <a:pt x="1061001" y="135003"/>
                  <a:pt x="1063666" y="135414"/>
                  <a:pt x="1066809" y="135414"/>
                </a:cubicBezTo>
                <a:cubicBezTo>
                  <a:pt x="1070910" y="135414"/>
                  <a:pt x="1075608" y="134166"/>
                  <a:pt x="1080904" y="131672"/>
                </a:cubicBezTo>
                <a:cubicBezTo>
                  <a:pt x="1086201" y="129178"/>
                  <a:pt x="1091787" y="125231"/>
                  <a:pt x="1097664" y="119832"/>
                </a:cubicBezTo>
                <a:lnTo>
                  <a:pt x="1097664" y="101586"/>
                </a:lnTo>
                <a:close/>
                <a:moveTo>
                  <a:pt x="1183367" y="18246"/>
                </a:moveTo>
                <a:lnTo>
                  <a:pt x="1152922" y="18246"/>
                </a:lnTo>
                <a:lnTo>
                  <a:pt x="1152922" y="3588"/>
                </a:lnTo>
                <a:lnTo>
                  <a:pt x="1201408" y="3588"/>
                </a:lnTo>
                <a:lnTo>
                  <a:pt x="1201408" y="133568"/>
                </a:lnTo>
                <a:lnTo>
                  <a:pt x="1232058" y="133568"/>
                </a:lnTo>
                <a:lnTo>
                  <a:pt x="1232058" y="148432"/>
                </a:lnTo>
                <a:lnTo>
                  <a:pt x="1149539" y="148432"/>
                </a:lnTo>
                <a:lnTo>
                  <a:pt x="1149539" y="133568"/>
                </a:lnTo>
                <a:lnTo>
                  <a:pt x="1183367" y="133568"/>
                </a:lnTo>
                <a:lnTo>
                  <a:pt x="1183367" y="18246"/>
                </a:lnTo>
                <a:close/>
                <a:moveTo>
                  <a:pt x="1326765" y="190460"/>
                </a:moveTo>
                <a:lnTo>
                  <a:pt x="1276229" y="190460"/>
                </a:lnTo>
                <a:lnTo>
                  <a:pt x="1276229" y="176109"/>
                </a:lnTo>
                <a:lnTo>
                  <a:pt x="1309544" y="176109"/>
                </a:lnTo>
                <a:lnTo>
                  <a:pt x="1309544" y="14351"/>
                </a:lnTo>
                <a:lnTo>
                  <a:pt x="1276229" y="14351"/>
                </a:lnTo>
                <a:lnTo>
                  <a:pt x="1276229" y="0"/>
                </a:lnTo>
                <a:lnTo>
                  <a:pt x="1326765" y="0"/>
                </a:lnTo>
                <a:lnTo>
                  <a:pt x="1326765" y="1904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=">
            <a:extLst xmlns:a="http://schemas.openxmlformats.org/drawingml/2006/main">
              <a:ext uri="{FF2B5EF4-FFF2-40B4-BE49-F238E27FC236}">
                <a16:creationId xmlns:a16="http://schemas.microsoft.com/office/drawing/2014/main" id="{EC09060F-5437-48EB-A701-5413232D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199" y="2193281"/>
            <a:ext cx="88157" cy="50742"/>
          </a:xfrm>
          <a:custGeom xmlns:a="http://schemas.openxmlformats.org/drawingml/2006/main">
            <a:pathLst>
              <a:path w="88157" h="50742">
                <a:moveTo>
                  <a:pt x="88157" y="15069"/>
                </a:moveTo>
                <a:lnTo>
                  <a:pt x="0" y="15069"/>
                </a:lnTo>
                <a:lnTo>
                  <a:pt x="0" y="0"/>
                </a:lnTo>
                <a:lnTo>
                  <a:pt x="88157" y="0"/>
                </a:lnTo>
                <a:lnTo>
                  <a:pt x="88157" y="15069"/>
                </a:lnTo>
                <a:moveTo>
                  <a:pt x="88157" y="50742"/>
                </a:moveTo>
                <a:lnTo>
                  <a:pt x="0" y="50742"/>
                </a:lnTo>
                <a:lnTo>
                  <a:pt x="0" y="35673"/>
                </a:lnTo>
                <a:lnTo>
                  <a:pt x="88157" y="35673"/>
                </a:lnTo>
                <a:lnTo>
                  <a:pt x="88157" y="50742"/>
                </a:lnTo>
                <a:close/>
              </a:path>
            </a:pathLst>
          </a:custGeom>
          <a:solidFill xmlns:a="http://schemas.openxmlformats.org/drawingml/2006/main">
            <a:srgbClr val="054F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index">
            <a:extLst xmlns:a="http://schemas.openxmlformats.org/drawingml/2006/main">
              <a:ext uri="{FF2B5EF4-FFF2-40B4-BE49-F238E27FC236}">
                <a16:creationId xmlns:a16="http://schemas.microsoft.com/office/drawing/2014/main" id="{09233D4C-EE41-42F8-BD69-3997ADCE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816" y="2128495"/>
            <a:ext cx="550798" cy="147920"/>
          </a:xfrm>
          <a:custGeom xmlns:a="http://schemas.openxmlformats.org/drawingml/2006/main">
            <a:pathLst>
              <a:path w="550798" h="147920">
                <a:moveTo>
                  <a:pt x="33828" y="57917"/>
                </a:moveTo>
                <a:lnTo>
                  <a:pt x="3383" y="57917"/>
                </a:lnTo>
                <a:lnTo>
                  <a:pt x="3383" y="43156"/>
                </a:lnTo>
                <a:lnTo>
                  <a:pt x="51869" y="43156"/>
                </a:lnTo>
                <a:lnTo>
                  <a:pt x="51869" y="131211"/>
                </a:lnTo>
                <a:lnTo>
                  <a:pt x="82519" y="131211"/>
                </a:lnTo>
                <a:lnTo>
                  <a:pt x="82519" y="146074"/>
                </a:lnTo>
                <a:lnTo>
                  <a:pt x="0" y="146074"/>
                </a:lnTo>
                <a:lnTo>
                  <a:pt x="0" y="131211"/>
                </a:lnTo>
                <a:lnTo>
                  <a:pt x="33828" y="131211"/>
                </a:lnTo>
                <a:lnTo>
                  <a:pt x="33828" y="57917"/>
                </a:lnTo>
                <a:moveTo>
                  <a:pt x="40081" y="0"/>
                </a:moveTo>
                <a:cubicBezTo>
                  <a:pt x="42063" y="0"/>
                  <a:pt x="43908" y="359"/>
                  <a:pt x="45616" y="1076"/>
                </a:cubicBezTo>
                <a:cubicBezTo>
                  <a:pt x="47325" y="1794"/>
                  <a:pt x="48811" y="2802"/>
                  <a:pt x="50075" y="4100"/>
                </a:cubicBezTo>
                <a:cubicBezTo>
                  <a:pt x="51340" y="5399"/>
                  <a:pt x="52331" y="6885"/>
                  <a:pt x="53048" y="8559"/>
                </a:cubicBezTo>
                <a:cubicBezTo>
                  <a:pt x="53766" y="10234"/>
                  <a:pt x="54124" y="12062"/>
                  <a:pt x="54124" y="14044"/>
                </a:cubicBezTo>
                <a:cubicBezTo>
                  <a:pt x="54124" y="15957"/>
                  <a:pt x="53766" y="17768"/>
                  <a:pt x="53048" y="19477"/>
                </a:cubicBezTo>
                <a:cubicBezTo>
                  <a:pt x="52331" y="21185"/>
                  <a:pt x="51340" y="22689"/>
                  <a:pt x="50075" y="23987"/>
                </a:cubicBezTo>
                <a:cubicBezTo>
                  <a:pt x="48811" y="25285"/>
                  <a:pt x="47325" y="26293"/>
                  <a:pt x="45616" y="27011"/>
                </a:cubicBezTo>
                <a:cubicBezTo>
                  <a:pt x="43908" y="27729"/>
                  <a:pt x="42063" y="28087"/>
                  <a:pt x="40081" y="28087"/>
                </a:cubicBezTo>
                <a:cubicBezTo>
                  <a:pt x="38099" y="28087"/>
                  <a:pt x="36254" y="27729"/>
                  <a:pt x="34545" y="27011"/>
                </a:cubicBezTo>
                <a:cubicBezTo>
                  <a:pt x="32837" y="26293"/>
                  <a:pt x="31350" y="25285"/>
                  <a:pt x="30086" y="23987"/>
                </a:cubicBezTo>
                <a:cubicBezTo>
                  <a:pt x="28822" y="22689"/>
                  <a:pt x="27831" y="21185"/>
                  <a:pt x="27113" y="19477"/>
                </a:cubicBezTo>
                <a:cubicBezTo>
                  <a:pt x="26396" y="17768"/>
                  <a:pt x="26037" y="15957"/>
                  <a:pt x="26037" y="14044"/>
                </a:cubicBezTo>
                <a:cubicBezTo>
                  <a:pt x="26037" y="12062"/>
                  <a:pt x="26396" y="10234"/>
                  <a:pt x="27113" y="8559"/>
                </a:cubicBezTo>
                <a:cubicBezTo>
                  <a:pt x="27831" y="6885"/>
                  <a:pt x="28822" y="5399"/>
                  <a:pt x="30086" y="4100"/>
                </a:cubicBezTo>
                <a:cubicBezTo>
                  <a:pt x="31350" y="2802"/>
                  <a:pt x="32837" y="1794"/>
                  <a:pt x="34545" y="1076"/>
                </a:cubicBezTo>
                <a:cubicBezTo>
                  <a:pt x="36254" y="359"/>
                  <a:pt x="38099" y="0"/>
                  <a:pt x="40081" y="0"/>
                </a:cubicBezTo>
                <a:close/>
                <a:moveTo>
                  <a:pt x="113585" y="43156"/>
                </a:moveTo>
                <a:lnTo>
                  <a:pt x="129473" y="43156"/>
                </a:lnTo>
                <a:lnTo>
                  <a:pt x="130191" y="59762"/>
                </a:lnTo>
                <a:cubicBezTo>
                  <a:pt x="133198" y="56209"/>
                  <a:pt x="136102" y="53253"/>
                  <a:pt x="138904" y="50895"/>
                </a:cubicBezTo>
                <a:cubicBezTo>
                  <a:pt x="141706" y="48538"/>
                  <a:pt x="144457" y="46641"/>
                  <a:pt x="147156" y="45206"/>
                </a:cubicBezTo>
                <a:cubicBezTo>
                  <a:pt x="149855" y="43771"/>
                  <a:pt x="152606" y="42763"/>
                  <a:pt x="155408" y="42182"/>
                </a:cubicBezTo>
                <a:cubicBezTo>
                  <a:pt x="158210" y="41601"/>
                  <a:pt x="161114" y="41311"/>
                  <a:pt x="164121" y="41311"/>
                </a:cubicBezTo>
                <a:cubicBezTo>
                  <a:pt x="174714" y="41311"/>
                  <a:pt x="182726" y="44437"/>
                  <a:pt x="188159" y="50690"/>
                </a:cubicBezTo>
                <a:cubicBezTo>
                  <a:pt x="193592" y="56943"/>
                  <a:pt x="196309" y="66357"/>
                  <a:pt x="196309" y="78931"/>
                </a:cubicBezTo>
                <a:lnTo>
                  <a:pt x="196309" y="146074"/>
                </a:lnTo>
                <a:lnTo>
                  <a:pt x="178472" y="146074"/>
                </a:lnTo>
                <a:lnTo>
                  <a:pt x="178472" y="80367"/>
                </a:lnTo>
                <a:cubicBezTo>
                  <a:pt x="178472" y="72303"/>
                  <a:pt x="176969" y="66340"/>
                  <a:pt x="173962" y="62479"/>
                </a:cubicBezTo>
                <a:cubicBezTo>
                  <a:pt x="170955" y="58618"/>
                  <a:pt x="166479" y="56687"/>
                  <a:pt x="160533" y="56687"/>
                </a:cubicBezTo>
                <a:cubicBezTo>
                  <a:pt x="158347" y="56687"/>
                  <a:pt x="156211" y="57012"/>
                  <a:pt x="154127" y="57661"/>
                </a:cubicBezTo>
                <a:cubicBezTo>
                  <a:pt x="152042" y="58310"/>
                  <a:pt x="149872" y="59438"/>
                  <a:pt x="147617" y="61044"/>
                </a:cubicBezTo>
                <a:cubicBezTo>
                  <a:pt x="145362" y="62650"/>
                  <a:pt x="142919" y="64819"/>
                  <a:pt x="140288" y="67553"/>
                </a:cubicBezTo>
                <a:cubicBezTo>
                  <a:pt x="137657" y="70287"/>
                  <a:pt x="134701" y="73703"/>
                  <a:pt x="131421" y="77804"/>
                </a:cubicBezTo>
                <a:lnTo>
                  <a:pt x="131421" y="146074"/>
                </a:lnTo>
                <a:lnTo>
                  <a:pt x="113585" y="146074"/>
                </a:lnTo>
                <a:lnTo>
                  <a:pt x="113585" y="43156"/>
                </a:lnTo>
                <a:close/>
                <a:moveTo>
                  <a:pt x="223171" y="96768"/>
                </a:moveTo>
                <a:cubicBezTo>
                  <a:pt x="223171" y="88020"/>
                  <a:pt x="224367" y="80247"/>
                  <a:pt x="226759" y="73447"/>
                </a:cubicBezTo>
                <a:cubicBezTo>
                  <a:pt x="229151" y="66648"/>
                  <a:pt x="232551" y="60907"/>
                  <a:pt x="236959" y="56226"/>
                </a:cubicBezTo>
                <a:cubicBezTo>
                  <a:pt x="241366" y="51545"/>
                  <a:pt x="246663" y="47991"/>
                  <a:pt x="252847" y="45565"/>
                </a:cubicBezTo>
                <a:cubicBezTo>
                  <a:pt x="259032" y="43139"/>
                  <a:pt x="265917" y="41926"/>
                  <a:pt x="273503" y="41926"/>
                </a:cubicBezTo>
                <a:cubicBezTo>
                  <a:pt x="276783" y="41926"/>
                  <a:pt x="280012" y="42131"/>
                  <a:pt x="283190" y="42541"/>
                </a:cubicBezTo>
                <a:cubicBezTo>
                  <a:pt x="286368" y="42951"/>
                  <a:pt x="289494" y="43600"/>
                  <a:pt x="292569" y="44489"/>
                </a:cubicBezTo>
                <a:lnTo>
                  <a:pt x="292569" y="1230"/>
                </a:lnTo>
                <a:lnTo>
                  <a:pt x="310508" y="1230"/>
                </a:lnTo>
                <a:lnTo>
                  <a:pt x="310508" y="146074"/>
                </a:lnTo>
                <a:lnTo>
                  <a:pt x="294517" y="146074"/>
                </a:lnTo>
                <a:lnTo>
                  <a:pt x="293902" y="126598"/>
                </a:lnTo>
                <a:cubicBezTo>
                  <a:pt x="288913" y="133842"/>
                  <a:pt x="283514" y="139206"/>
                  <a:pt x="277706" y="142692"/>
                </a:cubicBezTo>
                <a:cubicBezTo>
                  <a:pt x="271897" y="146177"/>
                  <a:pt x="265610" y="147920"/>
                  <a:pt x="258844" y="147920"/>
                </a:cubicBezTo>
                <a:cubicBezTo>
                  <a:pt x="252967" y="147920"/>
                  <a:pt x="247790" y="146689"/>
                  <a:pt x="243314" y="144229"/>
                </a:cubicBezTo>
                <a:cubicBezTo>
                  <a:pt x="238838" y="141769"/>
                  <a:pt x="235113" y="138301"/>
                  <a:pt x="232141" y="133825"/>
                </a:cubicBezTo>
                <a:cubicBezTo>
                  <a:pt x="229168" y="129348"/>
                  <a:pt x="226930" y="123967"/>
                  <a:pt x="225426" y="117680"/>
                </a:cubicBezTo>
                <a:cubicBezTo>
                  <a:pt x="223923" y="111392"/>
                  <a:pt x="223171" y="104422"/>
                  <a:pt x="223171" y="96768"/>
                </a:cubicBezTo>
                <a:moveTo>
                  <a:pt x="241418" y="95640"/>
                </a:moveTo>
                <a:cubicBezTo>
                  <a:pt x="241418" y="108078"/>
                  <a:pt x="243246" y="117355"/>
                  <a:pt x="246902" y="123471"/>
                </a:cubicBezTo>
                <a:cubicBezTo>
                  <a:pt x="250558" y="129588"/>
                  <a:pt x="255735" y="132646"/>
                  <a:pt x="262432" y="132646"/>
                </a:cubicBezTo>
                <a:cubicBezTo>
                  <a:pt x="266942" y="132646"/>
                  <a:pt x="271709" y="130630"/>
                  <a:pt x="276732" y="126598"/>
                </a:cubicBezTo>
                <a:cubicBezTo>
                  <a:pt x="281755" y="122566"/>
                  <a:pt x="287034" y="116586"/>
                  <a:pt x="292569" y="108659"/>
                </a:cubicBezTo>
                <a:lnTo>
                  <a:pt x="292569" y="60890"/>
                </a:lnTo>
                <a:cubicBezTo>
                  <a:pt x="289631" y="59523"/>
                  <a:pt x="286385" y="58481"/>
                  <a:pt x="282831" y="57763"/>
                </a:cubicBezTo>
                <a:cubicBezTo>
                  <a:pt x="279277" y="57046"/>
                  <a:pt x="275758" y="56687"/>
                  <a:pt x="272273" y="56687"/>
                </a:cubicBezTo>
                <a:cubicBezTo>
                  <a:pt x="262569" y="56687"/>
                  <a:pt x="255000" y="59831"/>
                  <a:pt x="249567" y="66118"/>
                </a:cubicBezTo>
                <a:cubicBezTo>
                  <a:pt x="244134" y="72405"/>
                  <a:pt x="241418" y="82246"/>
                  <a:pt x="241418" y="95640"/>
                </a:cubicBezTo>
                <a:close/>
                <a:moveTo>
                  <a:pt x="430141" y="89182"/>
                </a:moveTo>
                <a:cubicBezTo>
                  <a:pt x="430141" y="91711"/>
                  <a:pt x="430107" y="93829"/>
                  <a:pt x="430038" y="95538"/>
                </a:cubicBezTo>
                <a:cubicBezTo>
                  <a:pt x="429970" y="97246"/>
                  <a:pt x="429868" y="98852"/>
                  <a:pt x="429731" y="100356"/>
                </a:cubicBezTo>
                <a:lnTo>
                  <a:pt x="357462" y="100356"/>
                </a:lnTo>
                <a:cubicBezTo>
                  <a:pt x="357462" y="110880"/>
                  <a:pt x="360401" y="118961"/>
                  <a:pt x="366278" y="124599"/>
                </a:cubicBezTo>
                <a:cubicBezTo>
                  <a:pt x="372155" y="130237"/>
                  <a:pt x="380629" y="133056"/>
                  <a:pt x="391700" y="133056"/>
                </a:cubicBezTo>
                <a:cubicBezTo>
                  <a:pt x="394707" y="133056"/>
                  <a:pt x="397714" y="132936"/>
                  <a:pt x="400721" y="132697"/>
                </a:cubicBezTo>
                <a:cubicBezTo>
                  <a:pt x="403728" y="132458"/>
                  <a:pt x="406632" y="132133"/>
                  <a:pt x="409434" y="131723"/>
                </a:cubicBezTo>
                <a:cubicBezTo>
                  <a:pt x="412236" y="131313"/>
                  <a:pt x="414918" y="130852"/>
                  <a:pt x="417481" y="130339"/>
                </a:cubicBezTo>
                <a:cubicBezTo>
                  <a:pt x="420044" y="129827"/>
                  <a:pt x="422419" y="129263"/>
                  <a:pt x="424605" y="128648"/>
                </a:cubicBezTo>
                <a:lnTo>
                  <a:pt x="424605" y="143307"/>
                </a:lnTo>
                <a:cubicBezTo>
                  <a:pt x="419753" y="144673"/>
                  <a:pt x="414269" y="145784"/>
                  <a:pt x="408153" y="146638"/>
                </a:cubicBezTo>
                <a:cubicBezTo>
                  <a:pt x="402037" y="147492"/>
                  <a:pt x="395698" y="147920"/>
                  <a:pt x="389138" y="147920"/>
                </a:cubicBezTo>
                <a:cubicBezTo>
                  <a:pt x="380322" y="147920"/>
                  <a:pt x="372736" y="146724"/>
                  <a:pt x="366381" y="144332"/>
                </a:cubicBezTo>
                <a:cubicBezTo>
                  <a:pt x="360025" y="141940"/>
                  <a:pt x="354814" y="138472"/>
                  <a:pt x="350748" y="133927"/>
                </a:cubicBezTo>
                <a:cubicBezTo>
                  <a:pt x="346682" y="129383"/>
                  <a:pt x="343675" y="123813"/>
                  <a:pt x="341727" y="117218"/>
                </a:cubicBezTo>
                <a:cubicBezTo>
                  <a:pt x="339780" y="110624"/>
                  <a:pt x="338806" y="103158"/>
                  <a:pt x="338806" y="94820"/>
                </a:cubicBezTo>
                <a:cubicBezTo>
                  <a:pt x="338806" y="87576"/>
                  <a:pt x="339848" y="80725"/>
                  <a:pt x="341932" y="74267"/>
                </a:cubicBezTo>
                <a:cubicBezTo>
                  <a:pt x="344017" y="67809"/>
                  <a:pt x="347058" y="62137"/>
                  <a:pt x="351056" y="57251"/>
                </a:cubicBezTo>
                <a:cubicBezTo>
                  <a:pt x="355054" y="52365"/>
                  <a:pt x="359957" y="48486"/>
                  <a:pt x="365766" y="45616"/>
                </a:cubicBezTo>
                <a:cubicBezTo>
                  <a:pt x="371574" y="42746"/>
                  <a:pt x="378169" y="41311"/>
                  <a:pt x="385550" y="41311"/>
                </a:cubicBezTo>
                <a:cubicBezTo>
                  <a:pt x="392725" y="41311"/>
                  <a:pt x="399081" y="42438"/>
                  <a:pt x="404616" y="44694"/>
                </a:cubicBezTo>
                <a:cubicBezTo>
                  <a:pt x="410152" y="46949"/>
                  <a:pt x="414816" y="50144"/>
                  <a:pt x="418609" y="54278"/>
                </a:cubicBezTo>
                <a:cubicBezTo>
                  <a:pt x="422401" y="58413"/>
                  <a:pt x="425272" y="63436"/>
                  <a:pt x="427219" y="69347"/>
                </a:cubicBezTo>
                <a:cubicBezTo>
                  <a:pt x="429167" y="75258"/>
                  <a:pt x="430141" y="81870"/>
                  <a:pt x="430141" y="89182"/>
                </a:cubicBezTo>
                <a:moveTo>
                  <a:pt x="411587" y="86620"/>
                </a:moveTo>
                <a:cubicBezTo>
                  <a:pt x="411792" y="82041"/>
                  <a:pt x="411348" y="77855"/>
                  <a:pt x="410254" y="74062"/>
                </a:cubicBezTo>
                <a:cubicBezTo>
                  <a:pt x="409161" y="70269"/>
                  <a:pt x="407469" y="67006"/>
                  <a:pt x="405180" y="64273"/>
                </a:cubicBezTo>
                <a:cubicBezTo>
                  <a:pt x="402891" y="61539"/>
                  <a:pt x="400038" y="59404"/>
                  <a:pt x="396621" y="57866"/>
                </a:cubicBezTo>
                <a:cubicBezTo>
                  <a:pt x="393204" y="56328"/>
                  <a:pt x="389240" y="55560"/>
                  <a:pt x="384730" y="55560"/>
                </a:cubicBezTo>
                <a:cubicBezTo>
                  <a:pt x="380834" y="55560"/>
                  <a:pt x="377281" y="56311"/>
                  <a:pt x="374069" y="57815"/>
                </a:cubicBezTo>
                <a:cubicBezTo>
                  <a:pt x="370857" y="59318"/>
                  <a:pt x="368089" y="61437"/>
                  <a:pt x="365766" y="64170"/>
                </a:cubicBezTo>
                <a:cubicBezTo>
                  <a:pt x="363442" y="66904"/>
                  <a:pt x="361563" y="70184"/>
                  <a:pt x="360128" y="74011"/>
                </a:cubicBezTo>
                <a:cubicBezTo>
                  <a:pt x="358693" y="77838"/>
                  <a:pt x="357804" y="82041"/>
                  <a:pt x="357462" y="86620"/>
                </a:cubicBezTo>
                <a:lnTo>
                  <a:pt x="411587" y="86620"/>
                </a:lnTo>
                <a:close/>
                <a:moveTo>
                  <a:pt x="550798" y="146074"/>
                </a:moveTo>
                <a:lnTo>
                  <a:pt x="527119" y="146074"/>
                </a:lnTo>
                <a:lnTo>
                  <a:pt x="499339" y="106814"/>
                </a:lnTo>
                <a:lnTo>
                  <a:pt x="471867" y="146074"/>
                </a:lnTo>
                <a:lnTo>
                  <a:pt x="448803" y="146074"/>
                </a:lnTo>
                <a:lnTo>
                  <a:pt x="488678" y="94410"/>
                </a:lnTo>
                <a:lnTo>
                  <a:pt x="450648" y="43156"/>
                </a:lnTo>
                <a:lnTo>
                  <a:pt x="473507" y="43156"/>
                </a:lnTo>
                <a:lnTo>
                  <a:pt x="500569" y="82724"/>
                </a:lnTo>
                <a:lnTo>
                  <a:pt x="527119" y="43156"/>
                </a:lnTo>
                <a:lnTo>
                  <a:pt x="549158" y="43156"/>
                </a:lnTo>
                <a:lnTo>
                  <a:pt x="510513" y="94820"/>
                </a:lnTo>
                <a:lnTo>
                  <a:pt x="550798" y="146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\n">
            <a:extLst xmlns:a="http://schemas.openxmlformats.org/drawingml/2006/main">
              <a:ext uri="{FF2B5EF4-FFF2-40B4-BE49-F238E27FC236}">
                <a16:creationId xmlns:a16="http://schemas.microsoft.com/office/drawing/2014/main" id="{9E0468A0-681B-452D-8795-71213492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632" y="2129725"/>
            <a:ext cx="197533" cy="166884"/>
          </a:xfrm>
          <a:custGeom xmlns:a="http://schemas.openxmlformats.org/drawingml/2006/main">
            <a:pathLst>
              <a:path w="197533" h="166884">
                <a:moveTo>
                  <a:pt x="87337" y="166884"/>
                </a:moveTo>
                <a:lnTo>
                  <a:pt x="70321" y="166884"/>
                </a:lnTo>
                <a:lnTo>
                  <a:pt x="0" y="0"/>
                </a:lnTo>
                <a:lnTo>
                  <a:pt x="17016" y="0"/>
                </a:lnTo>
                <a:lnTo>
                  <a:pt x="87337" y="166884"/>
                </a:lnTo>
                <a:close/>
                <a:moveTo>
                  <a:pt x="114809" y="41926"/>
                </a:moveTo>
                <a:lnTo>
                  <a:pt x="130698" y="41926"/>
                </a:lnTo>
                <a:lnTo>
                  <a:pt x="131416" y="58532"/>
                </a:lnTo>
                <a:cubicBezTo>
                  <a:pt x="134422" y="54979"/>
                  <a:pt x="137327" y="52023"/>
                  <a:pt x="140129" y="49665"/>
                </a:cubicBezTo>
                <a:cubicBezTo>
                  <a:pt x="142931" y="47308"/>
                  <a:pt x="145681" y="45411"/>
                  <a:pt x="148381" y="43976"/>
                </a:cubicBezTo>
                <a:cubicBezTo>
                  <a:pt x="151080" y="42541"/>
                  <a:pt x="153831" y="41533"/>
                  <a:pt x="156633" y="40952"/>
                </a:cubicBezTo>
                <a:cubicBezTo>
                  <a:pt x="159435" y="40371"/>
                  <a:pt x="162339" y="40081"/>
                  <a:pt x="165346" y="40081"/>
                </a:cubicBezTo>
                <a:cubicBezTo>
                  <a:pt x="175938" y="40081"/>
                  <a:pt x="183951" y="43207"/>
                  <a:pt x="189384" y="49460"/>
                </a:cubicBezTo>
                <a:cubicBezTo>
                  <a:pt x="194817" y="55713"/>
                  <a:pt x="197533" y="65127"/>
                  <a:pt x="197533" y="77701"/>
                </a:cubicBezTo>
                <a:lnTo>
                  <a:pt x="197533" y="144844"/>
                </a:lnTo>
                <a:lnTo>
                  <a:pt x="179697" y="144844"/>
                </a:lnTo>
                <a:lnTo>
                  <a:pt x="179697" y="79136"/>
                </a:lnTo>
                <a:cubicBezTo>
                  <a:pt x="179697" y="71072"/>
                  <a:pt x="178194" y="65110"/>
                  <a:pt x="175187" y="61249"/>
                </a:cubicBezTo>
                <a:cubicBezTo>
                  <a:pt x="172180" y="57388"/>
                  <a:pt x="167704" y="55457"/>
                  <a:pt x="161758" y="55457"/>
                </a:cubicBezTo>
                <a:cubicBezTo>
                  <a:pt x="159571" y="55457"/>
                  <a:pt x="157436" y="55782"/>
                  <a:pt x="155351" y="56431"/>
                </a:cubicBezTo>
                <a:cubicBezTo>
                  <a:pt x="153267" y="57080"/>
                  <a:pt x="151097" y="58208"/>
                  <a:pt x="148842" y="59814"/>
                </a:cubicBezTo>
                <a:cubicBezTo>
                  <a:pt x="146587" y="61420"/>
                  <a:pt x="144144" y="63589"/>
                  <a:pt x="141513" y="66323"/>
                </a:cubicBezTo>
                <a:cubicBezTo>
                  <a:pt x="138882" y="69056"/>
                  <a:pt x="135926" y="72473"/>
                  <a:pt x="132646" y="76574"/>
                </a:cubicBezTo>
                <a:lnTo>
                  <a:pt x="132646" y="144844"/>
                </a:lnTo>
                <a:lnTo>
                  <a:pt x="114809" y="144844"/>
                </a:lnTo>
                <a:lnTo>
                  <a:pt x="114809" y="4192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return">
            <a:extLst xmlns:a="http://schemas.openxmlformats.org/drawingml/2006/main">
              <a:ext uri="{FF2B5EF4-FFF2-40B4-BE49-F238E27FC236}">
                <a16:creationId xmlns:a16="http://schemas.microsoft.com/office/drawing/2014/main" id="{DDE283FE-0D68-4BC8-BA34-1430C51C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11" y="2390672"/>
            <a:ext cx="652594" cy="137669"/>
          </a:xfrm>
          <a:custGeom xmlns:a="http://schemas.openxmlformats.org/drawingml/2006/main">
            <a:pathLst>
              <a:path w="652594" h="137669">
                <a:moveTo>
                  <a:pt x="0" y="32905"/>
                </a:moveTo>
                <a:lnTo>
                  <a:pt x="16299" y="32905"/>
                </a:lnTo>
                <a:lnTo>
                  <a:pt x="16811" y="51869"/>
                </a:lnTo>
                <a:cubicBezTo>
                  <a:pt x="22894" y="44557"/>
                  <a:pt x="28890" y="39261"/>
                  <a:pt x="34802" y="35980"/>
                </a:cubicBezTo>
                <a:cubicBezTo>
                  <a:pt x="40713" y="32700"/>
                  <a:pt x="46675" y="31060"/>
                  <a:pt x="52689" y="31060"/>
                </a:cubicBezTo>
                <a:cubicBezTo>
                  <a:pt x="63350" y="31060"/>
                  <a:pt x="71431" y="34511"/>
                  <a:pt x="76933" y="41413"/>
                </a:cubicBezTo>
                <a:cubicBezTo>
                  <a:pt x="82434" y="48316"/>
                  <a:pt x="84979" y="58566"/>
                  <a:pt x="84569" y="72166"/>
                </a:cubicBezTo>
                <a:lnTo>
                  <a:pt x="66528" y="72166"/>
                </a:lnTo>
                <a:cubicBezTo>
                  <a:pt x="66733" y="63145"/>
                  <a:pt x="65417" y="56602"/>
                  <a:pt x="62581" y="52536"/>
                </a:cubicBezTo>
                <a:cubicBezTo>
                  <a:pt x="59745" y="48469"/>
                  <a:pt x="55594" y="46436"/>
                  <a:pt x="50127" y="46436"/>
                </a:cubicBezTo>
                <a:cubicBezTo>
                  <a:pt x="47735" y="46436"/>
                  <a:pt x="45326" y="46863"/>
                  <a:pt x="42900" y="47718"/>
                </a:cubicBezTo>
                <a:cubicBezTo>
                  <a:pt x="40474" y="48572"/>
                  <a:pt x="37979" y="49939"/>
                  <a:pt x="35417" y="51818"/>
                </a:cubicBezTo>
                <a:cubicBezTo>
                  <a:pt x="32854" y="53697"/>
                  <a:pt x="30137" y="56106"/>
                  <a:pt x="27267" y="59045"/>
                </a:cubicBezTo>
                <a:cubicBezTo>
                  <a:pt x="24397" y="61983"/>
                  <a:pt x="21322" y="65537"/>
                  <a:pt x="18041" y="69706"/>
                </a:cubicBezTo>
                <a:lnTo>
                  <a:pt x="18041" y="135824"/>
                </a:lnTo>
                <a:lnTo>
                  <a:pt x="0" y="135824"/>
                </a:lnTo>
                <a:lnTo>
                  <a:pt x="0" y="32905"/>
                </a:lnTo>
                <a:close/>
                <a:moveTo>
                  <a:pt x="197539" y="78931"/>
                </a:moveTo>
                <a:cubicBezTo>
                  <a:pt x="197539" y="81460"/>
                  <a:pt x="197505" y="83578"/>
                  <a:pt x="197436" y="85287"/>
                </a:cubicBezTo>
                <a:cubicBezTo>
                  <a:pt x="197368" y="86995"/>
                  <a:pt x="197265" y="88601"/>
                  <a:pt x="197129" y="90105"/>
                </a:cubicBezTo>
                <a:lnTo>
                  <a:pt x="124860" y="90105"/>
                </a:lnTo>
                <a:cubicBezTo>
                  <a:pt x="124860" y="100629"/>
                  <a:pt x="127799" y="108710"/>
                  <a:pt x="133676" y="114348"/>
                </a:cubicBezTo>
                <a:cubicBezTo>
                  <a:pt x="139553" y="119986"/>
                  <a:pt x="148027" y="122805"/>
                  <a:pt x="159098" y="122805"/>
                </a:cubicBezTo>
                <a:cubicBezTo>
                  <a:pt x="162105" y="122805"/>
                  <a:pt x="165112" y="122685"/>
                  <a:pt x="168119" y="122446"/>
                </a:cubicBezTo>
                <a:cubicBezTo>
                  <a:pt x="171126" y="122207"/>
                  <a:pt x="174030" y="121882"/>
                  <a:pt x="176832" y="121472"/>
                </a:cubicBezTo>
                <a:cubicBezTo>
                  <a:pt x="179634" y="121062"/>
                  <a:pt x="182316" y="120601"/>
                  <a:pt x="184879" y="120089"/>
                </a:cubicBezTo>
                <a:cubicBezTo>
                  <a:pt x="187442" y="119576"/>
                  <a:pt x="189817" y="119012"/>
                  <a:pt x="192003" y="118397"/>
                </a:cubicBezTo>
                <a:lnTo>
                  <a:pt x="192003" y="133056"/>
                </a:lnTo>
                <a:cubicBezTo>
                  <a:pt x="187151" y="134423"/>
                  <a:pt x="181667" y="135533"/>
                  <a:pt x="175551" y="136387"/>
                </a:cubicBezTo>
                <a:cubicBezTo>
                  <a:pt x="169434" y="137242"/>
                  <a:pt x="163096" y="137669"/>
                  <a:pt x="156535" y="137669"/>
                </a:cubicBezTo>
                <a:cubicBezTo>
                  <a:pt x="147720" y="137669"/>
                  <a:pt x="140134" y="136473"/>
                  <a:pt x="133779" y="134081"/>
                </a:cubicBezTo>
                <a:cubicBezTo>
                  <a:pt x="127423" y="131689"/>
                  <a:pt x="122212" y="128221"/>
                  <a:pt x="118146" y="123676"/>
                </a:cubicBezTo>
                <a:cubicBezTo>
                  <a:pt x="114080" y="119132"/>
                  <a:pt x="111073" y="113562"/>
                  <a:pt x="109125" y="106967"/>
                </a:cubicBezTo>
                <a:cubicBezTo>
                  <a:pt x="107178" y="100373"/>
                  <a:pt x="106204" y="92907"/>
                  <a:pt x="106204" y="84569"/>
                </a:cubicBezTo>
                <a:cubicBezTo>
                  <a:pt x="106204" y="77325"/>
                  <a:pt x="107246" y="70474"/>
                  <a:pt x="109330" y="64016"/>
                </a:cubicBezTo>
                <a:cubicBezTo>
                  <a:pt x="111415" y="57558"/>
                  <a:pt x="114456" y="51886"/>
                  <a:pt x="118454" y="47000"/>
                </a:cubicBezTo>
                <a:cubicBezTo>
                  <a:pt x="122451" y="42114"/>
                  <a:pt x="127355" y="38236"/>
                  <a:pt x="133164" y="35365"/>
                </a:cubicBezTo>
                <a:cubicBezTo>
                  <a:pt x="138972" y="32495"/>
                  <a:pt x="145567" y="31060"/>
                  <a:pt x="152948" y="31060"/>
                </a:cubicBezTo>
                <a:cubicBezTo>
                  <a:pt x="160123" y="31060"/>
                  <a:pt x="166479" y="32188"/>
                  <a:pt x="172014" y="34443"/>
                </a:cubicBezTo>
                <a:cubicBezTo>
                  <a:pt x="177550" y="36698"/>
                  <a:pt x="182214" y="39893"/>
                  <a:pt x="186007" y="44027"/>
                </a:cubicBezTo>
                <a:cubicBezTo>
                  <a:pt x="189799" y="48162"/>
                  <a:pt x="192670" y="53185"/>
                  <a:pt x="194617" y="59096"/>
                </a:cubicBezTo>
                <a:cubicBezTo>
                  <a:pt x="196565" y="65007"/>
                  <a:pt x="197539" y="71619"/>
                  <a:pt x="197539" y="78931"/>
                </a:cubicBezTo>
                <a:moveTo>
                  <a:pt x="178985" y="76369"/>
                </a:moveTo>
                <a:cubicBezTo>
                  <a:pt x="179190" y="71790"/>
                  <a:pt x="178746" y="67604"/>
                  <a:pt x="177652" y="63811"/>
                </a:cubicBezTo>
                <a:cubicBezTo>
                  <a:pt x="176559" y="60019"/>
                  <a:pt x="174867" y="56755"/>
                  <a:pt x="172578" y="54022"/>
                </a:cubicBezTo>
                <a:cubicBezTo>
                  <a:pt x="170289" y="51288"/>
                  <a:pt x="167436" y="49153"/>
                  <a:pt x="164019" y="47615"/>
                </a:cubicBezTo>
                <a:cubicBezTo>
                  <a:pt x="160602" y="46077"/>
                  <a:pt x="156638" y="45309"/>
                  <a:pt x="152128" y="45309"/>
                </a:cubicBezTo>
                <a:cubicBezTo>
                  <a:pt x="148232" y="45309"/>
                  <a:pt x="144679" y="46060"/>
                  <a:pt x="141467" y="47564"/>
                </a:cubicBezTo>
                <a:cubicBezTo>
                  <a:pt x="138255" y="49067"/>
                  <a:pt x="135487" y="51186"/>
                  <a:pt x="133164" y="53919"/>
                </a:cubicBezTo>
                <a:cubicBezTo>
                  <a:pt x="130840" y="56653"/>
                  <a:pt x="128961" y="59933"/>
                  <a:pt x="127526" y="63760"/>
                </a:cubicBezTo>
                <a:cubicBezTo>
                  <a:pt x="126091" y="67587"/>
                  <a:pt x="125202" y="71790"/>
                  <a:pt x="124860" y="76369"/>
                </a:cubicBezTo>
                <a:lnTo>
                  <a:pt x="178985" y="76369"/>
                </a:lnTo>
                <a:close/>
                <a:moveTo>
                  <a:pt x="308356" y="134388"/>
                </a:moveTo>
                <a:cubicBezTo>
                  <a:pt x="304324" y="135414"/>
                  <a:pt x="300155" y="136148"/>
                  <a:pt x="295850" y="136592"/>
                </a:cubicBezTo>
                <a:cubicBezTo>
                  <a:pt x="291544" y="137037"/>
                  <a:pt x="287171" y="137259"/>
                  <a:pt x="282728" y="137259"/>
                </a:cubicBezTo>
                <a:cubicBezTo>
                  <a:pt x="269812" y="137259"/>
                  <a:pt x="260177" y="134337"/>
                  <a:pt x="253821" y="128494"/>
                </a:cubicBezTo>
                <a:cubicBezTo>
                  <a:pt x="247466" y="122651"/>
                  <a:pt x="244288" y="113682"/>
                  <a:pt x="244288" y="101586"/>
                </a:cubicBezTo>
                <a:lnTo>
                  <a:pt x="244288" y="47871"/>
                </a:lnTo>
                <a:lnTo>
                  <a:pt x="215483" y="47871"/>
                </a:lnTo>
                <a:lnTo>
                  <a:pt x="215483" y="32905"/>
                </a:lnTo>
                <a:lnTo>
                  <a:pt x="244288" y="32905"/>
                </a:lnTo>
                <a:lnTo>
                  <a:pt x="244288" y="4613"/>
                </a:lnTo>
                <a:lnTo>
                  <a:pt x="262124" y="0"/>
                </a:lnTo>
                <a:lnTo>
                  <a:pt x="262124" y="32905"/>
                </a:lnTo>
                <a:lnTo>
                  <a:pt x="308356" y="32905"/>
                </a:lnTo>
                <a:lnTo>
                  <a:pt x="308356" y="47871"/>
                </a:lnTo>
                <a:lnTo>
                  <a:pt x="262124" y="47871"/>
                </a:lnTo>
                <a:lnTo>
                  <a:pt x="262124" y="100151"/>
                </a:lnTo>
                <a:cubicBezTo>
                  <a:pt x="262124" y="107531"/>
                  <a:pt x="264089" y="113050"/>
                  <a:pt x="268019" y="116706"/>
                </a:cubicBezTo>
                <a:cubicBezTo>
                  <a:pt x="271948" y="120362"/>
                  <a:pt x="277740" y="122190"/>
                  <a:pt x="285394" y="122190"/>
                </a:cubicBezTo>
                <a:cubicBezTo>
                  <a:pt x="288674" y="122190"/>
                  <a:pt x="292262" y="121934"/>
                  <a:pt x="296157" y="121421"/>
                </a:cubicBezTo>
                <a:cubicBezTo>
                  <a:pt x="300052" y="120909"/>
                  <a:pt x="304119" y="120106"/>
                  <a:pt x="308356" y="119012"/>
                </a:cubicBezTo>
                <a:lnTo>
                  <a:pt x="308356" y="134388"/>
                </a:lnTo>
                <a:close/>
                <a:moveTo>
                  <a:pt x="422965" y="135824"/>
                </a:moveTo>
                <a:lnTo>
                  <a:pt x="406974" y="135824"/>
                </a:lnTo>
                <a:lnTo>
                  <a:pt x="406359" y="119217"/>
                </a:lnTo>
                <a:cubicBezTo>
                  <a:pt x="403284" y="122771"/>
                  <a:pt x="400362" y="125726"/>
                  <a:pt x="397594" y="128084"/>
                </a:cubicBezTo>
                <a:cubicBezTo>
                  <a:pt x="394827" y="130442"/>
                  <a:pt x="392076" y="132338"/>
                  <a:pt x="389342" y="133773"/>
                </a:cubicBezTo>
                <a:cubicBezTo>
                  <a:pt x="386609" y="135208"/>
                  <a:pt x="383858" y="136216"/>
                  <a:pt x="381090" y="136797"/>
                </a:cubicBezTo>
                <a:cubicBezTo>
                  <a:pt x="378323" y="137378"/>
                  <a:pt x="375401" y="137669"/>
                  <a:pt x="372326" y="137669"/>
                </a:cubicBezTo>
                <a:cubicBezTo>
                  <a:pt x="361733" y="137669"/>
                  <a:pt x="353738" y="134559"/>
                  <a:pt x="348339" y="128340"/>
                </a:cubicBezTo>
                <a:cubicBezTo>
                  <a:pt x="342940" y="122122"/>
                  <a:pt x="340241" y="112725"/>
                  <a:pt x="340241" y="100151"/>
                </a:cubicBezTo>
                <a:lnTo>
                  <a:pt x="340241" y="32905"/>
                </a:lnTo>
                <a:lnTo>
                  <a:pt x="358077" y="32905"/>
                </a:lnTo>
                <a:lnTo>
                  <a:pt x="358077" y="98716"/>
                </a:lnTo>
                <a:cubicBezTo>
                  <a:pt x="358077" y="114502"/>
                  <a:pt x="364023" y="122395"/>
                  <a:pt x="375914" y="122395"/>
                </a:cubicBezTo>
                <a:cubicBezTo>
                  <a:pt x="378101" y="122395"/>
                  <a:pt x="380236" y="122070"/>
                  <a:pt x="382321" y="121421"/>
                </a:cubicBezTo>
                <a:cubicBezTo>
                  <a:pt x="384405" y="120772"/>
                  <a:pt x="386592" y="119644"/>
                  <a:pt x="388881" y="118038"/>
                </a:cubicBezTo>
                <a:cubicBezTo>
                  <a:pt x="391170" y="116432"/>
                  <a:pt x="393631" y="114263"/>
                  <a:pt x="396262" y="111529"/>
                </a:cubicBezTo>
                <a:cubicBezTo>
                  <a:pt x="398893" y="108796"/>
                  <a:pt x="401848" y="105344"/>
                  <a:pt x="405129" y="101176"/>
                </a:cubicBezTo>
                <a:lnTo>
                  <a:pt x="405129" y="32905"/>
                </a:lnTo>
                <a:lnTo>
                  <a:pt x="422965" y="32905"/>
                </a:lnTo>
                <a:lnTo>
                  <a:pt x="422965" y="135824"/>
                </a:lnTo>
                <a:close/>
                <a:moveTo>
                  <a:pt x="459258" y="32905"/>
                </a:moveTo>
                <a:lnTo>
                  <a:pt x="475557" y="32905"/>
                </a:lnTo>
                <a:lnTo>
                  <a:pt x="476070" y="51869"/>
                </a:lnTo>
                <a:cubicBezTo>
                  <a:pt x="482152" y="44557"/>
                  <a:pt x="488149" y="39261"/>
                  <a:pt x="494060" y="35980"/>
                </a:cubicBezTo>
                <a:cubicBezTo>
                  <a:pt x="499971" y="32700"/>
                  <a:pt x="505934" y="31060"/>
                  <a:pt x="511948" y="31060"/>
                </a:cubicBezTo>
                <a:cubicBezTo>
                  <a:pt x="522609" y="31060"/>
                  <a:pt x="530690" y="34511"/>
                  <a:pt x="536191" y="41413"/>
                </a:cubicBezTo>
                <a:cubicBezTo>
                  <a:pt x="541692" y="48316"/>
                  <a:pt x="544238" y="58566"/>
                  <a:pt x="543828" y="72166"/>
                </a:cubicBezTo>
                <a:lnTo>
                  <a:pt x="525786" y="72166"/>
                </a:lnTo>
                <a:cubicBezTo>
                  <a:pt x="525991" y="63145"/>
                  <a:pt x="524676" y="56602"/>
                  <a:pt x="521840" y="52536"/>
                </a:cubicBezTo>
                <a:cubicBezTo>
                  <a:pt x="519004" y="48469"/>
                  <a:pt x="514852" y="46436"/>
                  <a:pt x="509385" y="46436"/>
                </a:cubicBezTo>
                <a:cubicBezTo>
                  <a:pt x="506993" y="46436"/>
                  <a:pt x="504584" y="46863"/>
                  <a:pt x="502158" y="47718"/>
                </a:cubicBezTo>
                <a:cubicBezTo>
                  <a:pt x="499732" y="48572"/>
                  <a:pt x="497238" y="49939"/>
                  <a:pt x="494675" y="51818"/>
                </a:cubicBezTo>
                <a:cubicBezTo>
                  <a:pt x="492112" y="53697"/>
                  <a:pt x="489396" y="56106"/>
                  <a:pt x="486526" y="59045"/>
                </a:cubicBezTo>
                <a:cubicBezTo>
                  <a:pt x="483655" y="61983"/>
                  <a:pt x="480580" y="65537"/>
                  <a:pt x="477300" y="69706"/>
                </a:cubicBezTo>
                <a:lnTo>
                  <a:pt x="477300" y="135824"/>
                </a:lnTo>
                <a:lnTo>
                  <a:pt x="459258" y="135824"/>
                </a:lnTo>
                <a:lnTo>
                  <a:pt x="459258" y="32905"/>
                </a:lnTo>
                <a:close/>
                <a:moveTo>
                  <a:pt x="569870" y="32905"/>
                </a:moveTo>
                <a:lnTo>
                  <a:pt x="585759" y="32905"/>
                </a:lnTo>
                <a:lnTo>
                  <a:pt x="586476" y="49512"/>
                </a:lnTo>
                <a:cubicBezTo>
                  <a:pt x="589483" y="45958"/>
                  <a:pt x="592388" y="43002"/>
                  <a:pt x="595189" y="40645"/>
                </a:cubicBezTo>
                <a:cubicBezTo>
                  <a:pt x="597991" y="38287"/>
                  <a:pt x="600742" y="36390"/>
                  <a:pt x="603441" y="34955"/>
                </a:cubicBezTo>
                <a:cubicBezTo>
                  <a:pt x="606141" y="33520"/>
                  <a:pt x="608891" y="32512"/>
                  <a:pt x="611693" y="31931"/>
                </a:cubicBezTo>
                <a:cubicBezTo>
                  <a:pt x="614495" y="31350"/>
                  <a:pt x="617400" y="31060"/>
                  <a:pt x="620407" y="31060"/>
                </a:cubicBezTo>
                <a:cubicBezTo>
                  <a:pt x="630999" y="31060"/>
                  <a:pt x="639012" y="34187"/>
                  <a:pt x="644445" y="40440"/>
                </a:cubicBezTo>
                <a:cubicBezTo>
                  <a:pt x="649878" y="46693"/>
                  <a:pt x="652594" y="56106"/>
                  <a:pt x="652594" y="68681"/>
                </a:cubicBezTo>
                <a:lnTo>
                  <a:pt x="652594" y="135824"/>
                </a:lnTo>
                <a:lnTo>
                  <a:pt x="634758" y="135824"/>
                </a:lnTo>
                <a:lnTo>
                  <a:pt x="634758" y="70116"/>
                </a:lnTo>
                <a:cubicBezTo>
                  <a:pt x="634758" y="62052"/>
                  <a:pt x="633254" y="56089"/>
                  <a:pt x="630247" y="52228"/>
                </a:cubicBezTo>
                <a:cubicBezTo>
                  <a:pt x="627240" y="48367"/>
                  <a:pt x="622764" y="46436"/>
                  <a:pt x="616819" y="46436"/>
                </a:cubicBezTo>
                <a:cubicBezTo>
                  <a:pt x="614632" y="46436"/>
                  <a:pt x="612496" y="46761"/>
                  <a:pt x="610412" y="47410"/>
                </a:cubicBezTo>
                <a:cubicBezTo>
                  <a:pt x="608328" y="48059"/>
                  <a:pt x="606158" y="49187"/>
                  <a:pt x="603903" y="50793"/>
                </a:cubicBezTo>
                <a:cubicBezTo>
                  <a:pt x="601648" y="52399"/>
                  <a:pt x="599204" y="54569"/>
                  <a:pt x="596573" y="57302"/>
                </a:cubicBezTo>
                <a:cubicBezTo>
                  <a:pt x="593942" y="60036"/>
                  <a:pt x="590987" y="63453"/>
                  <a:pt x="587706" y="67553"/>
                </a:cubicBezTo>
                <a:lnTo>
                  <a:pt x="587706" y="135824"/>
                </a:lnTo>
                <a:lnTo>
                  <a:pt x="569870" y="135824"/>
                </a:lnTo>
                <a:lnTo>
                  <a:pt x="569870" y="32905"/>
                </a:lnTo>
                <a:close/>
              </a:path>
            </a:pathLst>
          </a:custGeom>
          <a:solidFill xmlns:a="http://schemas.openxmlformats.org/drawingml/2006/main">
            <a:srgbClr val="D130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[]">
            <a:extLst xmlns:a="http://schemas.openxmlformats.org/drawingml/2006/main">
              <a:ext uri="{FF2B5EF4-FFF2-40B4-BE49-F238E27FC236}">
                <a16:creationId xmlns:a16="http://schemas.microsoft.com/office/drawing/2014/main" id="{06E6173E-EE2F-436A-B9BA-0063D947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838" y="2378063"/>
            <a:ext cx="159508" cy="190460"/>
          </a:xfrm>
          <a:custGeom xmlns:a="http://schemas.openxmlformats.org/drawingml/2006/main">
            <a:pathLst>
              <a:path w="159508" h="190460">
                <a:moveTo>
                  <a:pt x="50537" y="190460"/>
                </a:moveTo>
                <a:lnTo>
                  <a:pt x="0" y="190460"/>
                </a:lnTo>
                <a:lnTo>
                  <a:pt x="0" y="0"/>
                </a:lnTo>
                <a:lnTo>
                  <a:pt x="50537" y="0"/>
                </a:lnTo>
                <a:lnTo>
                  <a:pt x="50537" y="14351"/>
                </a:lnTo>
                <a:lnTo>
                  <a:pt x="17016" y="14351"/>
                </a:lnTo>
                <a:lnTo>
                  <a:pt x="17016" y="176109"/>
                </a:lnTo>
                <a:lnTo>
                  <a:pt x="50537" y="176109"/>
                </a:lnTo>
                <a:lnTo>
                  <a:pt x="50537" y="190460"/>
                </a:lnTo>
                <a:close/>
                <a:moveTo>
                  <a:pt x="159508" y="190460"/>
                </a:moveTo>
                <a:lnTo>
                  <a:pt x="108972" y="190460"/>
                </a:lnTo>
                <a:lnTo>
                  <a:pt x="108972" y="176109"/>
                </a:lnTo>
                <a:lnTo>
                  <a:pt x="142287" y="176109"/>
                </a:lnTo>
                <a:lnTo>
                  <a:pt x="142287" y="14351"/>
                </a:lnTo>
                <a:lnTo>
                  <a:pt x="108972" y="14351"/>
                </a:lnTo>
                <a:lnTo>
                  <a:pt x="108972" y="0"/>
                </a:lnTo>
                <a:lnTo>
                  <a:pt x="159508" y="0"/>
                </a:lnTo>
                <a:lnTo>
                  <a:pt x="159508" y="1904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f23b11de049cc"/>
          <a:stretch xmlns:a="http://schemas.openxmlformats.org/drawingml/2006/main"/>
        </p:blipFill>
        <p:spPr>
          <a:xfrm xmlns:a="http://schemas.openxmlformats.org/drawingml/2006/main">
            <a:off x="180022" y="70231"/>
            <a:ext cx="302309" cy="302309"/>
          </a:xfrm>
          <a:prstGeom xmlns:a="http://schemas.openxmlformats.org/drawingml/2006/main" prst="rect">
            <a:avLst/>
          </a:prstGeom>
        </p:spPr>
      </p:pic>
      <p:sp>
        <p:nvSpPr>
          <p:cNvPr id="163" name="Text Python">
            <a:extLst xmlns:a="http://schemas.openxmlformats.org/drawingml/2006/main">
              <a:ext uri="{FF2B5EF4-FFF2-40B4-BE49-F238E27FC236}">
                <a16:creationId xmlns:a16="http://schemas.microsoft.com/office/drawing/2014/main" id="{68102796-7BCA-4232-9CEF-A1DD10A0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55" y="156023"/>
            <a:ext cx="594750" cy="170151"/>
          </a:xfrm>
          <a:custGeom xmlns:a="http://schemas.openxmlformats.org/drawingml/2006/main">
            <a:pathLst>
              <a:path w="594750" h="170151">
                <a:moveTo>
                  <a:pt x="0" y="131493"/>
                </a:moveTo>
                <a:lnTo>
                  <a:pt x="0" y="0"/>
                </a:lnTo>
                <a:lnTo>
                  <a:pt x="42605" y="0"/>
                </a:lnTo>
                <a:cubicBezTo>
                  <a:pt x="58750" y="0"/>
                  <a:pt x="69274" y="658"/>
                  <a:pt x="74178" y="1973"/>
                </a:cubicBezTo>
                <a:cubicBezTo>
                  <a:pt x="81712" y="3947"/>
                  <a:pt x="88020" y="8237"/>
                  <a:pt x="93103" y="14844"/>
                </a:cubicBezTo>
                <a:cubicBezTo>
                  <a:pt x="98186" y="21452"/>
                  <a:pt x="100727" y="29988"/>
                  <a:pt x="100727" y="40452"/>
                </a:cubicBezTo>
                <a:cubicBezTo>
                  <a:pt x="100727" y="48525"/>
                  <a:pt x="99262" y="55312"/>
                  <a:pt x="96332" y="60813"/>
                </a:cubicBezTo>
                <a:cubicBezTo>
                  <a:pt x="93402" y="66314"/>
                  <a:pt x="89680" y="70635"/>
                  <a:pt x="85165" y="73774"/>
                </a:cubicBezTo>
                <a:cubicBezTo>
                  <a:pt x="80651" y="76913"/>
                  <a:pt x="76061" y="78991"/>
                  <a:pt x="71397" y="80008"/>
                </a:cubicBezTo>
                <a:cubicBezTo>
                  <a:pt x="65059" y="81263"/>
                  <a:pt x="55880" y="81891"/>
                  <a:pt x="43861" y="81891"/>
                </a:cubicBezTo>
                <a:lnTo>
                  <a:pt x="26550" y="81891"/>
                </a:lnTo>
                <a:lnTo>
                  <a:pt x="26550" y="131493"/>
                </a:lnTo>
                <a:lnTo>
                  <a:pt x="0" y="131493"/>
                </a:lnTo>
                <a:moveTo>
                  <a:pt x="26550" y="22244"/>
                </a:moveTo>
                <a:lnTo>
                  <a:pt x="26550" y="59557"/>
                </a:lnTo>
                <a:lnTo>
                  <a:pt x="41080" y="59557"/>
                </a:lnTo>
                <a:cubicBezTo>
                  <a:pt x="51545" y="59557"/>
                  <a:pt x="58541" y="58870"/>
                  <a:pt x="62069" y="57494"/>
                </a:cubicBezTo>
                <a:cubicBezTo>
                  <a:pt x="65597" y="56119"/>
                  <a:pt x="68362" y="53966"/>
                  <a:pt x="70366" y="51036"/>
                </a:cubicBezTo>
                <a:cubicBezTo>
                  <a:pt x="72369" y="48106"/>
                  <a:pt x="73370" y="44698"/>
                  <a:pt x="73370" y="40811"/>
                </a:cubicBezTo>
                <a:cubicBezTo>
                  <a:pt x="73370" y="36027"/>
                  <a:pt x="71965" y="32081"/>
                  <a:pt x="69155" y="28971"/>
                </a:cubicBezTo>
                <a:cubicBezTo>
                  <a:pt x="66344" y="25862"/>
                  <a:pt x="62786" y="23919"/>
                  <a:pt x="58481" y="23141"/>
                </a:cubicBezTo>
                <a:cubicBezTo>
                  <a:pt x="55312" y="22543"/>
                  <a:pt x="48943" y="22244"/>
                  <a:pt x="39376" y="22244"/>
                </a:cubicBezTo>
                <a:lnTo>
                  <a:pt x="26550" y="22244"/>
                </a:lnTo>
                <a:close/>
                <a:moveTo>
                  <a:pt x="110893" y="36237"/>
                </a:moveTo>
                <a:lnTo>
                  <a:pt x="137712" y="36237"/>
                </a:lnTo>
                <a:lnTo>
                  <a:pt x="160495" y="103867"/>
                </a:lnTo>
                <a:lnTo>
                  <a:pt x="182739" y="36237"/>
                </a:lnTo>
                <a:lnTo>
                  <a:pt x="208840" y="36237"/>
                </a:lnTo>
                <a:lnTo>
                  <a:pt x="175205" y="127905"/>
                </a:lnTo>
                <a:lnTo>
                  <a:pt x="169195" y="144498"/>
                </a:lnTo>
                <a:cubicBezTo>
                  <a:pt x="166982" y="150059"/>
                  <a:pt x="164875" y="154305"/>
                  <a:pt x="162871" y="157235"/>
                </a:cubicBezTo>
                <a:cubicBezTo>
                  <a:pt x="160868" y="160165"/>
                  <a:pt x="158566" y="162542"/>
                  <a:pt x="155965" y="164366"/>
                </a:cubicBezTo>
                <a:cubicBezTo>
                  <a:pt x="153364" y="166190"/>
                  <a:pt x="150165" y="167610"/>
                  <a:pt x="146368" y="168626"/>
                </a:cubicBezTo>
                <a:cubicBezTo>
                  <a:pt x="142571" y="169643"/>
                  <a:pt x="138280" y="170151"/>
                  <a:pt x="133496" y="170151"/>
                </a:cubicBezTo>
                <a:cubicBezTo>
                  <a:pt x="128653" y="170151"/>
                  <a:pt x="123899" y="169643"/>
                  <a:pt x="119235" y="168626"/>
                </a:cubicBezTo>
                <a:lnTo>
                  <a:pt x="116993" y="148893"/>
                </a:lnTo>
                <a:cubicBezTo>
                  <a:pt x="120939" y="149671"/>
                  <a:pt x="124497" y="150059"/>
                  <a:pt x="127666" y="150059"/>
                </a:cubicBezTo>
                <a:cubicBezTo>
                  <a:pt x="133526" y="150059"/>
                  <a:pt x="137862" y="148340"/>
                  <a:pt x="140672" y="144902"/>
                </a:cubicBezTo>
                <a:cubicBezTo>
                  <a:pt x="143482" y="141464"/>
                  <a:pt x="145635" y="137084"/>
                  <a:pt x="147130" y="131762"/>
                </a:cubicBezTo>
                <a:lnTo>
                  <a:pt x="110893" y="36237"/>
                </a:lnTo>
                <a:close/>
                <a:moveTo>
                  <a:pt x="268198" y="36237"/>
                </a:moveTo>
                <a:lnTo>
                  <a:pt x="268198" y="56328"/>
                </a:lnTo>
                <a:lnTo>
                  <a:pt x="250976" y="56328"/>
                </a:lnTo>
                <a:lnTo>
                  <a:pt x="250976" y="94718"/>
                </a:lnTo>
                <a:cubicBezTo>
                  <a:pt x="250976" y="102491"/>
                  <a:pt x="251141" y="107021"/>
                  <a:pt x="251470" y="108306"/>
                </a:cubicBezTo>
                <a:cubicBezTo>
                  <a:pt x="251798" y="109592"/>
                  <a:pt x="252546" y="110653"/>
                  <a:pt x="253712" y="111491"/>
                </a:cubicBezTo>
                <a:cubicBezTo>
                  <a:pt x="254878" y="112328"/>
                  <a:pt x="256298" y="112746"/>
                  <a:pt x="257972" y="112746"/>
                </a:cubicBezTo>
                <a:cubicBezTo>
                  <a:pt x="260304" y="112746"/>
                  <a:pt x="263683" y="111939"/>
                  <a:pt x="268108" y="110325"/>
                </a:cubicBezTo>
                <a:lnTo>
                  <a:pt x="270261" y="129878"/>
                </a:lnTo>
                <a:cubicBezTo>
                  <a:pt x="264401" y="132390"/>
                  <a:pt x="257763" y="133645"/>
                  <a:pt x="250348" y="133645"/>
                </a:cubicBezTo>
                <a:cubicBezTo>
                  <a:pt x="245804" y="133645"/>
                  <a:pt x="241708" y="132883"/>
                  <a:pt x="238060" y="131358"/>
                </a:cubicBezTo>
                <a:cubicBezTo>
                  <a:pt x="234413" y="129833"/>
                  <a:pt x="231737" y="127860"/>
                  <a:pt x="230032" y="125438"/>
                </a:cubicBezTo>
                <a:cubicBezTo>
                  <a:pt x="228328" y="123016"/>
                  <a:pt x="227147" y="119743"/>
                  <a:pt x="226490" y="115617"/>
                </a:cubicBezTo>
                <a:cubicBezTo>
                  <a:pt x="225951" y="112687"/>
                  <a:pt x="225682" y="106767"/>
                  <a:pt x="225682" y="97857"/>
                </a:cubicBezTo>
                <a:lnTo>
                  <a:pt x="225682" y="56328"/>
                </a:lnTo>
                <a:lnTo>
                  <a:pt x="214112" y="56328"/>
                </a:lnTo>
                <a:lnTo>
                  <a:pt x="214112" y="36237"/>
                </a:lnTo>
                <a:lnTo>
                  <a:pt x="225682" y="36237"/>
                </a:lnTo>
                <a:lnTo>
                  <a:pt x="225682" y="17311"/>
                </a:lnTo>
                <a:lnTo>
                  <a:pt x="250976" y="2601"/>
                </a:lnTo>
                <a:lnTo>
                  <a:pt x="250976" y="36237"/>
                </a:lnTo>
                <a:lnTo>
                  <a:pt x="268198" y="36237"/>
                </a:lnTo>
                <a:close/>
                <a:moveTo>
                  <a:pt x="310360" y="0"/>
                </a:moveTo>
                <a:lnTo>
                  <a:pt x="310360" y="48345"/>
                </a:lnTo>
                <a:cubicBezTo>
                  <a:pt x="318493" y="38838"/>
                  <a:pt x="328210" y="34084"/>
                  <a:pt x="339511" y="34084"/>
                </a:cubicBezTo>
                <a:cubicBezTo>
                  <a:pt x="345312" y="34084"/>
                  <a:pt x="350544" y="35160"/>
                  <a:pt x="355208" y="37313"/>
                </a:cubicBezTo>
                <a:cubicBezTo>
                  <a:pt x="359872" y="39466"/>
                  <a:pt x="363385" y="42216"/>
                  <a:pt x="365747" y="45565"/>
                </a:cubicBezTo>
                <a:cubicBezTo>
                  <a:pt x="368109" y="48914"/>
                  <a:pt x="369723" y="52621"/>
                  <a:pt x="370590" y="56687"/>
                </a:cubicBezTo>
                <a:cubicBezTo>
                  <a:pt x="371458" y="60753"/>
                  <a:pt x="371891" y="67062"/>
                  <a:pt x="371891" y="75613"/>
                </a:cubicBezTo>
                <a:lnTo>
                  <a:pt x="371891" y="131493"/>
                </a:lnTo>
                <a:lnTo>
                  <a:pt x="346687" y="131493"/>
                </a:lnTo>
                <a:lnTo>
                  <a:pt x="346687" y="81174"/>
                </a:lnTo>
                <a:cubicBezTo>
                  <a:pt x="346687" y="71188"/>
                  <a:pt x="346208" y="64849"/>
                  <a:pt x="345252" y="62158"/>
                </a:cubicBezTo>
                <a:cubicBezTo>
                  <a:pt x="344295" y="59468"/>
                  <a:pt x="342606" y="57330"/>
                  <a:pt x="340184" y="55745"/>
                </a:cubicBezTo>
                <a:cubicBezTo>
                  <a:pt x="337762" y="54161"/>
                  <a:pt x="334728" y="53368"/>
                  <a:pt x="331080" y="53368"/>
                </a:cubicBezTo>
                <a:cubicBezTo>
                  <a:pt x="326894" y="53368"/>
                  <a:pt x="323157" y="54385"/>
                  <a:pt x="319868" y="56418"/>
                </a:cubicBezTo>
                <a:cubicBezTo>
                  <a:pt x="316579" y="58451"/>
                  <a:pt x="314172" y="61516"/>
                  <a:pt x="312648" y="65612"/>
                </a:cubicBezTo>
                <a:cubicBezTo>
                  <a:pt x="311123" y="69708"/>
                  <a:pt x="310360" y="75762"/>
                  <a:pt x="310360" y="83775"/>
                </a:cubicBezTo>
                <a:lnTo>
                  <a:pt x="310360" y="131493"/>
                </a:lnTo>
                <a:lnTo>
                  <a:pt x="285156" y="131493"/>
                </a:lnTo>
                <a:lnTo>
                  <a:pt x="285156" y="0"/>
                </a:lnTo>
                <a:lnTo>
                  <a:pt x="310360" y="0"/>
                </a:lnTo>
                <a:close/>
                <a:moveTo>
                  <a:pt x="390845" y="82519"/>
                </a:moveTo>
                <a:cubicBezTo>
                  <a:pt x="390845" y="74148"/>
                  <a:pt x="392908" y="66045"/>
                  <a:pt x="397034" y="58212"/>
                </a:cubicBezTo>
                <a:cubicBezTo>
                  <a:pt x="401160" y="50379"/>
                  <a:pt x="407005" y="44399"/>
                  <a:pt x="414569" y="40273"/>
                </a:cubicBezTo>
                <a:cubicBezTo>
                  <a:pt x="422134" y="36147"/>
                  <a:pt x="430580" y="34084"/>
                  <a:pt x="439908" y="34084"/>
                </a:cubicBezTo>
                <a:cubicBezTo>
                  <a:pt x="454319" y="34084"/>
                  <a:pt x="466129" y="38763"/>
                  <a:pt x="475338" y="48121"/>
                </a:cubicBezTo>
                <a:cubicBezTo>
                  <a:pt x="484546" y="57479"/>
                  <a:pt x="489151" y="69304"/>
                  <a:pt x="489151" y="83596"/>
                </a:cubicBezTo>
                <a:cubicBezTo>
                  <a:pt x="489151" y="98007"/>
                  <a:pt x="484501" y="109951"/>
                  <a:pt x="475203" y="119429"/>
                </a:cubicBezTo>
                <a:cubicBezTo>
                  <a:pt x="465905" y="128906"/>
                  <a:pt x="454200" y="133645"/>
                  <a:pt x="440088" y="133645"/>
                </a:cubicBezTo>
                <a:cubicBezTo>
                  <a:pt x="431357" y="133645"/>
                  <a:pt x="423031" y="131672"/>
                  <a:pt x="415108" y="127725"/>
                </a:cubicBezTo>
                <a:cubicBezTo>
                  <a:pt x="407185" y="123779"/>
                  <a:pt x="401160" y="117994"/>
                  <a:pt x="397034" y="110369"/>
                </a:cubicBezTo>
                <a:cubicBezTo>
                  <a:pt x="392908" y="102745"/>
                  <a:pt x="390845" y="93462"/>
                  <a:pt x="390845" y="82519"/>
                </a:cubicBezTo>
                <a:moveTo>
                  <a:pt x="416677" y="83865"/>
                </a:moveTo>
                <a:cubicBezTo>
                  <a:pt x="416677" y="93312"/>
                  <a:pt x="418920" y="100548"/>
                  <a:pt x="423404" y="105571"/>
                </a:cubicBezTo>
                <a:cubicBezTo>
                  <a:pt x="427889" y="110594"/>
                  <a:pt x="433420" y="113105"/>
                  <a:pt x="439998" y="113105"/>
                </a:cubicBezTo>
                <a:cubicBezTo>
                  <a:pt x="446575" y="113105"/>
                  <a:pt x="452092" y="110594"/>
                  <a:pt x="456547" y="105571"/>
                </a:cubicBezTo>
                <a:cubicBezTo>
                  <a:pt x="461001" y="100548"/>
                  <a:pt x="463229" y="93253"/>
                  <a:pt x="463229" y="83685"/>
                </a:cubicBezTo>
                <a:cubicBezTo>
                  <a:pt x="463229" y="74357"/>
                  <a:pt x="461001" y="67181"/>
                  <a:pt x="456547" y="62158"/>
                </a:cubicBezTo>
                <a:cubicBezTo>
                  <a:pt x="452092" y="57136"/>
                  <a:pt x="446575" y="54624"/>
                  <a:pt x="439998" y="54624"/>
                </a:cubicBezTo>
                <a:cubicBezTo>
                  <a:pt x="433420" y="54624"/>
                  <a:pt x="427889" y="57136"/>
                  <a:pt x="423404" y="62158"/>
                </a:cubicBezTo>
                <a:cubicBezTo>
                  <a:pt x="418920" y="67181"/>
                  <a:pt x="416677" y="74417"/>
                  <a:pt x="416677" y="83865"/>
                </a:cubicBezTo>
                <a:close/>
                <a:moveTo>
                  <a:pt x="594750" y="131493"/>
                </a:moveTo>
                <a:lnTo>
                  <a:pt x="569546" y="131493"/>
                </a:lnTo>
                <a:lnTo>
                  <a:pt x="569546" y="82878"/>
                </a:lnTo>
                <a:cubicBezTo>
                  <a:pt x="569546" y="72593"/>
                  <a:pt x="569007" y="65941"/>
                  <a:pt x="567931" y="62921"/>
                </a:cubicBezTo>
                <a:cubicBezTo>
                  <a:pt x="566855" y="59901"/>
                  <a:pt x="565106" y="57554"/>
                  <a:pt x="562684" y="55880"/>
                </a:cubicBezTo>
                <a:cubicBezTo>
                  <a:pt x="560262" y="54206"/>
                  <a:pt x="557347" y="53368"/>
                  <a:pt x="553939" y="53368"/>
                </a:cubicBezTo>
                <a:cubicBezTo>
                  <a:pt x="549574" y="53368"/>
                  <a:pt x="545657" y="54564"/>
                  <a:pt x="542189" y="56956"/>
                </a:cubicBezTo>
                <a:cubicBezTo>
                  <a:pt x="538720" y="59348"/>
                  <a:pt x="536344" y="62517"/>
                  <a:pt x="535058" y="66464"/>
                </a:cubicBezTo>
                <a:cubicBezTo>
                  <a:pt x="533772" y="70410"/>
                  <a:pt x="533129" y="77706"/>
                  <a:pt x="533129" y="88349"/>
                </a:cubicBezTo>
                <a:lnTo>
                  <a:pt x="533129" y="131493"/>
                </a:lnTo>
                <a:lnTo>
                  <a:pt x="507925" y="131493"/>
                </a:lnTo>
                <a:lnTo>
                  <a:pt x="507925" y="36237"/>
                </a:lnTo>
                <a:lnTo>
                  <a:pt x="531336" y="36237"/>
                </a:lnTo>
                <a:lnTo>
                  <a:pt x="531336" y="50229"/>
                </a:lnTo>
                <a:cubicBezTo>
                  <a:pt x="539647" y="39466"/>
                  <a:pt x="550112" y="34084"/>
                  <a:pt x="562729" y="34084"/>
                </a:cubicBezTo>
                <a:cubicBezTo>
                  <a:pt x="568290" y="34084"/>
                  <a:pt x="573373" y="35086"/>
                  <a:pt x="577977" y="37089"/>
                </a:cubicBezTo>
                <a:cubicBezTo>
                  <a:pt x="582581" y="39092"/>
                  <a:pt x="586064" y="41648"/>
                  <a:pt x="588426" y="44758"/>
                </a:cubicBezTo>
                <a:cubicBezTo>
                  <a:pt x="590788" y="47867"/>
                  <a:pt x="592433" y="51395"/>
                  <a:pt x="593360" y="55342"/>
                </a:cubicBezTo>
                <a:cubicBezTo>
                  <a:pt x="594286" y="59288"/>
                  <a:pt x="594750" y="64939"/>
                  <a:pt x="594750" y="72294"/>
                </a:cubicBezTo>
                <a:lnTo>
                  <a:pt x="594750" y="13149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b5c831a314912"/>
          <a:stretch xmlns:a="http://schemas.openxmlformats.org/drawingml/2006/main"/>
        </p:blipFill>
        <p:spPr>
          <a:xfrm xmlns:a="http://schemas.openxmlformats.org/drawingml/2006/main">
            <a:off x="180022" y="3373591"/>
            <a:ext cx="302309" cy="302309"/>
          </a:xfrm>
          <a:prstGeom xmlns:a="http://schemas.openxmlformats.org/drawingml/2006/main" prst="rect">
            <a:avLst/>
          </a:prstGeom>
        </p:spPr>
      </p:pic>
      <p:sp>
        <p:nvSpPr>
          <p:cNvPr id="165" name="Text SimPy">
            <a:extLst xmlns:a="http://schemas.openxmlformats.org/drawingml/2006/main">
              <a:ext uri="{FF2B5EF4-FFF2-40B4-BE49-F238E27FC236}">
                <a16:creationId xmlns:a16="http://schemas.microsoft.com/office/drawing/2014/main" id="{899655D4-5A13-4326-9163-510E91E0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28" y="3463439"/>
            <a:ext cx="553346" cy="172393"/>
          </a:xfrm>
          <a:custGeom xmlns:a="http://schemas.openxmlformats.org/drawingml/2006/main">
            <a:pathLst>
              <a:path w="553346" h="172393">
                <a:moveTo>
                  <a:pt x="0" y="90951"/>
                </a:moveTo>
                <a:lnTo>
                  <a:pt x="25832" y="88439"/>
                </a:lnTo>
                <a:cubicBezTo>
                  <a:pt x="27387" y="97110"/>
                  <a:pt x="30541" y="103478"/>
                  <a:pt x="35295" y="107544"/>
                </a:cubicBezTo>
                <a:cubicBezTo>
                  <a:pt x="40049" y="111610"/>
                  <a:pt x="46462" y="113643"/>
                  <a:pt x="54534" y="113643"/>
                </a:cubicBezTo>
                <a:cubicBezTo>
                  <a:pt x="63085" y="113643"/>
                  <a:pt x="69528" y="111834"/>
                  <a:pt x="73864" y="108217"/>
                </a:cubicBezTo>
                <a:cubicBezTo>
                  <a:pt x="78199" y="104599"/>
                  <a:pt x="80367" y="100368"/>
                  <a:pt x="80367" y="95525"/>
                </a:cubicBezTo>
                <a:cubicBezTo>
                  <a:pt x="80367" y="92416"/>
                  <a:pt x="79455" y="89770"/>
                  <a:pt x="77631" y="87587"/>
                </a:cubicBezTo>
                <a:cubicBezTo>
                  <a:pt x="75807" y="85404"/>
                  <a:pt x="72623" y="83506"/>
                  <a:pt x="68078" y="81891"/>
                </a:cubicBezTo>
                <a:cubicBezTo>
                  <a:pt x="64969" y="80815"/>
                  <a:pt x="57883" y="78902"/>
                  <a:pt x="46821" y="76151"/>
                </a:cubicBezTo>
                <a:cubicBezTo>
                  <a:pt x="32589" y="72623"/>
                  <a:pt x="22603" y="68288"/>
                  <a:pt x="16863" y="63145"/>
                </a:cubicBezTo>
                <a:cubicBezTo>
                  <a:pt x="8790" y="55910"/>
                  <a:pt x="4754" y="47090"/>
                  <a:pt x="4754" y="36685"/>
                </a:cubicBezTo>
                <a:cubicBezTo>
                  <a:pt x="4754" y="29988"/>
                  <a:pt x="6652" y="23724"/>
                  <a:pt x="10449" y="17894"/>
                </a:cubicBezTo>
                <a:cubicBezTo>
                  <a:pt x="14247" y="12064"/>
                  <a:pt x="19718" y="7624"/>
                  <a:pt x="26864" y="4574"/>
                </a:cubicBezTo>
                <a:cubicBezTo>
                  <a:pt x="34009" y="1525"/>
                  <a:pt x="42635" y="0"/>
                  <a:pt x="52741" y="0"/>
                </a:cubicBezTo>
                <a:cubicBezTo>
                  <a:pt x="69244" y="0"/>
                  <a:pt x="81667" y="3618"/>
                  <a:pt x="90009" y="10853"/>
                </a:cubicBezTo>
                <a:cubicBezTo>
                  <a:pt x="98350" y="18088"/>
                  <a:pt x="102730" y="27746"/>
                  <a:pt x="103149" y="39824"/>
                </a:cubicBezTo>
                <a:lnTo>
                  <a:pt x="76599" y="40991"/>
                </a:lnTo>
                <a:cubicBezTo>
                  <a:pt x="75463" y="34234"/>
                  <a:pt x="73027" y="29375"/>
                  <a:pt x="69289" y="26415"/>
                </a:cubicBezTo>
                <a:cubicBezTo>
                  <a:pt x="65552" y="23455"/>
                  <a:pt x="59946" y="21975"/>
                  <a:pt x="52471" y="21975"/>
                </a:cubicBezTo>
                <a:cubicBezTo>
                  <a:pt x="44758" y="21975"/>
                  <a:pt x="38718" y="23560"/>
                  <a:pt x="34353" y="26729"/>
                </a:cubicBezTo>
                <a:cubicBezTo>
                  <a:pt x="31543" y="28762"/>
                  <a:pt x="30137" y="31483"/>
                  <a:pt x="30137" y="34891"/>
                </a:cubicBezTo>
                <a:cubicBezTo>
                  <a:pt x="30137" y="38001"/>
                  <a:pt x="31453" y="40662"/>
                  <a:pt x="34084" y="42874"/>
                </a:cubicBezTo>
                <a:cubicBezTo>
                  <a:pt x="37433" y="45685"/>
                  <a:pt x="45565" y="48615"/>
                  <a:pt x="58481" y="51664"/>
                </a:cubicBezTo>
                <a:cubicBezTo>
                  <a:pt x="71397" y="54714"/>
                  <a:pt x="80950" y="57868"/>
                  <a:pt x="87138" y="61127"/>
                </a:cubicBezTo>
                <a:cubicBezTo>
                  <a:pt x="93327" y="64386"/>
                  <a:pt x="98171" y="68841"/>
                  <a:pt x="101669" y="74492"/>
                </a:cubicBezTo>
                <a:cubicBezTo>
                  <a:pt x="105167" y="80142"/>
                  <a:pt x="106916" y="87124"/>
                  <a:pt x="106916" y="95435"/>
                </a:cubicBezTo>
                <a:cubicBezTo>
                  <a:pt x="106916" y="102970"/>
                  <a:pt x="104823" y="110026"/>
                  <a:pt x="100638" y="116603"/>
                </a:cubicBezTo>
                <a:cubicBezTo>
                  <a:pt x="96452" y="123181"/>
                  <a:pt x="90532" y="128069"/>
                  <a:pt x="82878" y="131268"/>
                </a:cubicBezTo>
                <a:cubicBezTo>
                  <a:pt x="75224" y="134467"/>
                  <a:pt x="65686" y="136067"/>
                  <a:pt x="54265" y="136067"/>
                </a:cubicBezTo>
                <a:cubicBezTo>
                  <a:pt x="37642" y="136067"/>
                  <a:pt x="24875" y="132225"/>
                  <a:pt x="15966" y="124541"/>
                </a:cubicBezTo>
                <a:cubicBezTo>
                  <a:pt x="7056" y="116857"/>
                  <a:pt x="1734" y="105660"/>
                  <a:pt x="0" y="90951"/>
                </a:cubicBezTo>
                <a:close/>
                <a:moveTo>
                  <a:pt x="129550" y="25563"/>
                </a:moveTo>
                <a:lnTo>
                  <a:pt x="129550" y="2242"/>
                </a:lnTo>
                <a:lnTo>
                  <a:pt x="154754" y="2242"/>
                </a:lnTo>
                <a:lnTo>
                  <a:pt x="154754" y="25563"/>
                </a:lnTo>
                <a:lnTo>
                  <a:pt x="129550" y="25563"/>
                </a:lnTo>
                <a:moveTo>
                  <a:pt x="129550" y="133735"/>
                </a:moveTo>
                <a:lnTo>
                  <a:pt x="129550" y="38479"/>
                </a:lnTo>
                <a:lnTo>
                  <a:pt x="154754" y="38479"/>
                </a:lnTo>
                <a:lnTo>
                  <a:pt x="154754" y="133735"/>
                </a:lnTo>
                <a:lnTo>
                  <a:pt x="129550" y="133735"/>
                </a:lnTo>
                <a:close/>
                <a:moveTo>
                  <a:pt x="178476" y="38479"/>
                </a:moveTo>
                <a:lnTo>
                  <a:pt x="201707" y="38479"/>
                </a:lnTo>
                <a:lnTo>
                  <a:pt x="201707" y="51485"/>
                </a:lnTo>
                <a:cubicBezTo>
                  <a:pt x="210019" y="41379"/>
                  <a:pt x="219915" y="36326"/>
                  <a:pt x="231396" y="36326"/>
                </a:cubicBezTo>
                <a:cubicBezTo>
                  <a:pt x="237496" y="36326"/>
                  <a:pt x="242788" y="37582"/>
                  <a:pt x="247272" y="40094"/>
                </a:cubicBezTo>
                <a:cubicBezTo>
                  <a:pt x="251757" y="42605"/>
                  <a:pt x="255434" y="46402"/>
                  <a:pt x="258305" y="51485"/>
                </a:cubicBezTo>
                <a:cubicBezTo>
                  <a:pt x="262490" y="46402"/>
                  <a:pt x="267005" y="42605"/>
                  <a:pt x="271849" y="40094"/>
                </a:cubicBezTo>
                <a:cubicBezTo>
                  <a:pt x="276692" y="37582"/>
                  <a:pt x="281865" y="36326"/>
                  <a:pt x="287366" y="36326"/>
                </a:cubicBezTo>
                <a:cubicBezTo>
                  <a:pt x="294362" y="36326"/>
                  <a:pt x="300282" y="37747"/>
                  <a:pt x="305125" y="40587"/>
                </a:cubicBezTo>
                <a:cubicBezTo>
                  <a:pt x="309969" y="43427"/>
                  <a:pt x="313587" y="47598"/>
                  <a:pt x="315978" y="53099"/>
                </a:cubicBezTo>
                <a:cubicBezTo>
                  <a:pt x="317713" y="57165"/>
                  <a:pt x="318580" y="63743"/>
                  <a:pt x="318580" y="72832"/>
                </a:cubicBezTo>
                <a:lnTo>
                  <a:pt x="318580" y="133735"/>
                </a:lnTo>
                <a:lnTo>
                  <a:pt x="293375" y="133735"/>
                </a:lnTo>
                <a:lnTo>
                  <a:pt x="293375" y="79290"/>
                </a:lnTo>
                <a:cubicBezTo>
                  <a:pt x="293375" y="69842"/>
                  <a:pt x="292508" y="63743"/>
                  <a:pt x="290774" y="60992"/>
                </a:cubicBezTo>
                <a:cubicBezTo>
                  <a:pt x="288442" y="57405"/>
                  <a:pt x="284854" y="55611"/>
                  <a:pt x="280011" y="55611"/>
                </a:cubicBezTo>
                <a:cubicBezTo>
                  <a:pt x="276483" y="55611"/>
                  <a:pt x="273164" y="56687"/>
                  <a:pt x="270055" y="58840"/>
                </a:cubicBezTo>
                <a:cubicBezTo>
                  <a:pt x="266945" y="60992"/>
                  <a:pt x="264703" y="64147"/>
                  <a:pt x="263328" y="68303"/>
                </a:cubicBezTo>
                <a:cubicBezTo>
                  <a:pt x="261952" y="72458"/>
                  <a:pt x="261265" y="79021"/>
                  <a:pt x="261265" y="87991"/>
                </a:cubicBezTo>
                <a:lnTo>
                  <a:pt x="261265" y="133735"/>
                </a:lnTo>
                <a:lnTo>
                  <a:pt x="236060" y="133735"/>
                </a:lnTo>
                <a:lnTo>
                  <a:pt x="236060" y="81533"/>
                </a:lnTo>
                <a:cubicBezTo>
                  <a:pt x="236060" y="72264"/>
                  <a:pt x="235612" y="66284"/>
                  <a:pt x="234715" y="63594"/>
                </a:cubicBezTo>
                <a:cubicBezTo>
                  <a:pt x="233818" y="60903"/>
                  <a:pt x="232428" y="58900"/>
                  <a:pt x="230544" y="57584"/>
                </a:cubicBezTo>
                <a:cubicBezTo>
                  <a:pt x="228661" y="56269"/>
                  <a:pt x="226104" y="55611"/>
                  <a:pt x="222875" y="55611"/>
                </a:cubicBezTo>
                <a:cubicBezTo>
                  <a:pt x="218988" y="55611"/>
                  <a:pt x="215490" y="56657"/>
                  <a:pt x="212381" y="58750"/>
                </a:cubicBezTo>
                <a:cubicBezTo>
                  <a:pt x="209272" y="60843"/>
                  <a:pt x="207044" y="63863"/>
                  <a:pt x="205699" y="67809"/>
                </a:cubicBezTo>
                <a:cubicBezTo>
                  <a:pt x="204353" y="71756"/>
                  <a:pt x="203681" y="78304"/>
                  <a:pt x="203681" y="87452"/>
                </a:cubicBezTo>
                <a:lnTo>
                  <a:pt x="203681" y="133735"/>
                </a:lnTo>
                <a:lnTo>
                  <a:pt x="178476" y="133735"/>
                </a:lnTo>
                <a:lnTo>
                  <a:pt x="178476" y="38479"/>
                </a:lnTo>
                <a:close/>
                <a:moveTo>
                  <a:pt x="344505" y="133735"/>
                </a:moveTo>
                <a:lnTo>
                  <a:pt x="344505" y="2242"/>
                </a:lnTo>
                <a:lnTo>
                  <a:pt x="387110" y="2242"/>
                </a:lnTo>
                <a:cubicBezTo>
                  <a:pt x="403256" y="2242"/>
                  <a:pt x="413780" y="2900"/>
                  <a:pt x="418683" y="4216"/>
                </a:cubicBezTo>
                <a:cubicBezTo>
                  <a:pt x="426217" y="6189"/>
                  <a:pt x="432526" y="10479"/>
                  <a:pt x="437609" y="17087"/>
                </a:cubicBezTo>
                <a:cubicBezTo>
                  <a:pt x="442691" y="23694"/>
                  <a:pt x="445233" y="32230"/>
                  <a:pt x="445233" y="42695"/>
                </a:cubicBezTo>
                <a:cubicBezTo>
                  <a:pt x="445233" y="50767"/>
                  <a:pt x="443768" y="57554"/>
                  <a:pt x="440838" y="63055"/>
                </a:cubicBezTo>
                <a:cubicBezTo>
                  <a:pt x="437908" y="68557"/>
                  <a:pt x="434185" y="72877"/>
                  <a:pt x="429671" y="76016"/>
                </a:cubicBezTo>
                <a:cubicBezTo>
                  <a:pt x="425156" y="79156"/>
                  <a:pt x="420567" y="81234"/>
                  <a:pt x="415902" y="82250"/>
                </a:cubicBezTo>
                <a:cubicBezTo>
                  <a:pt x="409564" y="83506"/>
                  <a:pt x="400385" y="84134"/>
                  <a:pt x="388366" y="84134"/>
                </a:cubicBezTo>
                <a:lnTo>
                  <a:pt x="371055" y="84134"/>
                </a:lnTo>
                <a:lnTo>
                  <a:pt x="371055" y="133735"/>
                </a:lnTo>
                <a:lnTo>
                  <a:pt x="344505" y="133735"/>
                </a:lnTo>
                <a:moveTo>
                  <a:pt x="371055" y="24487"/>
                </a:moveTo>
                <a:lnTo>
                  <a:pt x="371055" y="61800"/>
                </a:lnTo>
                <a:lnTo>
                  <a:pt x="385586" y="61800"/>
                </a:lnTo>
                <a:cubicBezTo>
                  <a:pt x="396050" y="61800"/>
                  <a:pt x="403046" y="61112"/>
                  <a:pt x="406574" y="59737"/>
                </a:cubicBezTo>
                <a:cubicBezTo>
                  <a:pt x="410102" y="58361"/>
                  <a:pt x="412868" y="56209"/>
                  <a:pt x="414871" y="53279"/>
                </a:cubicBezTo>
                <a:cubicBezTo>
                  <a:pt x="416874" y="50349"/>
                  <a:pt x="417876" y="46940"/>
                  <a:pt x="417876" y="43054"/>
                </a:cubicBezTo>
                <a:cubicBezTo>
                  <a:pt x="417876" y="38270"/>
                  <a:pt x="416471" y="34323"/>
                  <a:pt x="413660" y="31214"/>
                </a:cubicBezTo>
                <a:cubicBezTo>
                  <a:pt x="410850" y="28104"/>
                  <a:pt x="407292" y="26161"/>
                  <a:pt x="402986" y="25384"/>
                </a:cubicBezTo>
                <a:cubicBezTo>
                  <a:pt x="399817" y="24786"/>
                  <a:pt x="393449" y="24487"/>
                  <a:pt x="383881" y="24487"/>
                </a:cubicBezTo>
                <a:lnTo>
                  <a:pt x="371055" y="24487"/>
                </a:lnTo>
                <a:close/>
                <a:moveTo>
                  <a:pt x="455399" y="38479"/>
                </a:moveTo>
                <a:lnTo>
                  <a:pt x="482218" y="38479"/>
                </a:lnTo>
                <a:lnTo>
                  <a:pt x="505000" y="106109"/>
                </a:lnTo>
                <a:lnTo>
                  <a:pt x="527244" y="38479"/>
                </a:lnTo>
                <a:lnTo>
                  <a:pt x="553346" y="38479"/>
                </a:lnTo>
                <a:lnTo>
                  <a:pt x="519710" y="130147"/>
                </a:lnTo>
                <a:lnTo>
                  <a:pt x="513700" y="146741"/>
                </a:lnTo>
                <a:cubicBezTo>
                  <a:pt x="511488" y="152302"/>
                  <a:pt x="509380" y="156547"/>
                  <a:pt x="507377" y="159477"/>
                </a:cubicBezTo>
                <a:cubicBezTo>
                  <a:pt x="505374" y="162407"/>
                  <a:pt x="503072" y="164784"/>
                  <a:pt x="500470" y="166608"/>
                </a:cubicBezTo>
                <a:cubicBezTo>
                  <a:pt x="497869" y="168432"/>
                  <a:pt x="494670" y="169852"/>
                  <a:pt x="490873" y="170869"/>
                </a:cubicBezTo>
                <a:cubicBezTo>
                  <a:pt x="487076" y="171885"/>
                  <a:pt x="482786" y="172393"/>
                  <a:pt x="478002" y="172393"/>
                </a:cubicBezTo>
                <a:cubicBezTo>
                  <a:pt x="473158" y="172393"/>
                  <a:pt x="468405" y="171885"/>
                  <a:pt x="463740" y="170869"/>
                </a:cubicBezTo>
                <a:lnTo>
                  <a:pt x="461498" y="151136"/>
                </a:lnTo>
                <a:cubicBezTo>
                  <a:pt x="465445" y="151913"/>
                  <a:pt x="469003" y="152302"/>
                  <a:pt x="472172" y="152302"/>
                </a:cubicBezTo>
                <a:cubicBezTo>
                  <a:pt x="478032" y="152302"/>
                  <a:pt x="482367" y="150583"/>
                  <a:pt x="485177" y="147144"/>
                </a:cubicBezTo>
                <a:cubicBezTo>
                  <a:pt x="487988" y="143706"/>
                  <a:pt x="490141" y="139326"/>
                  <a:pt x="491636" y="134004"/>
                </a:cubicBezTo>
                <a:lnTo>
                  <a:pt x="455399" y="38479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72">
            <a:extLst xmlns:a="http://schemas.openxmlformats.org/drawingml/2006/main">
              <a:ext uri="{FF2B5EF4-FFF2-40B4-BE49-F238E27FC236}">
                <a16:creationId xmlns:a16="http://schemas.microsoft.com/office/drawing/2014/main" id="{B7DF09E8-AFFD-4C38-9842-CB1F94A4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071" y="98316"/>
            <a:ext cx="343931" cy="237512"/>
          </a:xfrm>
          <a:custGeom xmlns:a="http://schemas.openxmlformats.org/drawingml/2006/main">
            <a:pathLst>
              <a:path w="343931" h="237512">
                <a:moveTo>
                  <a:pt x="156787" y="24218"/>
                </a:moveTo>
                <a:cubicBezTo>
                  <a:pt x="156787" y="27686"/>
                  <a:pt x="156667" y="30706"/>
                  <a:pt x="156428" y="33277"/>
                </a:cubicBezTo>
                <a:cubicBezTo>
                  <a:pt x="156189" y="35848"/>
                  <a:pt x="155860" y="38240"/>
                  <a:pt x="155441" y="40452"/>
                </a:cubicBezTo>
                <a:cubicBezTo>
                  <a:pt x="155023" y="42665"/>
                  <a:pt x="154455" y="44758"/>
                  <a:pt x="153737" y="46731"/>
                </a:cubicBezTo>
                <a:cubicBezTo>
                  <a:pt x="153019" y="48704"/>
                  <a:pt x="152182" y="50827"/>
                  <a:pt x="151225" y="53099"/>
                </a:cubicBezTo>
                <a:lnTo>
                  <a:pt x="74805" y="230157"/>
                </a:lnTo>
                <a:cubicBezTo>
                  <a:pt x="74088" y="231712"/>
                  <a:pt x="73161" y="232967"/>
                  <a:pt x="72025" y="233924"/>
                </a:cubicBezTo>
                <a:cubicBezTo>
                  <a:pt x="70889" y="234881"/>
                  <a:pt x="69304" y="235628"/>
                  <a:pt x="67271" y="236166"/>
                </a:cubicBezTo>
                <a:cubicBezTo>
                  <a:pt x="65238" y="236705"/>
                  <a:pt x="62637" y="237063"/>
                  <a:pt x="59468" y="237243"/>
                </a:cubicBezTo>
                <a:cubicBezTo>
                  <a:pt x="56298" y="237422"/>
                  <a:pt x="52382" y="237512"/>
                  <a:pt x="47718" y="237512"/>
                </a:cubicBezTo>
                <a:cubicBezTo>
                  <a:pt x="41379" y="237512"/>
                  <a:pt x="36356" y="237303"/>
                  <a:pt x="32649" y="236884"/>
                </a:cubicBezTo>
                <a:cubicBezTo>
                  <a:pt x="28942" y="236465"/>
                  <a:pt x="26221" y="235808"/>
                  <a:pt x="24487" y="234911"/>
                </a:cubicBezTo>
                <a:cubicBezTo>
                  <a:pt x="22753" y="234014"/>
                  <a:pt x="21826" y="232878"/>
                  <a:pt x="21706" y="231502"/>
                </a:cubicBezTo>
                <a:cubicBezTo>
                  <a:pt x="21587" y="230127"/>
                  <a:pt x="22005" y="228423"/>
                  <a:pt x="22962" y="226390"/>
                </a:cubicBezTo>
                <a:lnTo>
                  <a:pt x="105122" y="45206"/>
                </a:lnTo>
                <a:lnTo>
                  <a:pt x="7534" y="45206"/>
                </a:lnTo>
                <a:cubicBezTo>
                  <a:pt x="5023" y="45206"/>
                  <a:pt x="3139" y="43562"/>
                  <a:pt x="1884" y="40273"/>
                </a:cubicBezTo>
                <a:cubicBezTo>
                  <a:pt x="628" y="36984"/>
                  <a:pt x="0" y="31752"/>
                  <a:pt x="0" y="24576"/>
                </a:cubicBezTo>
                <a:cubicBezTo>
                  <a:pt x="0" y="20989"/>
                  <a:pt x="179" y="17909"/>
                  <a:pt x="538" y="15338"/>
                </a:cubicBezTo>
                <a:cubicBezTo>
                  <a:pt x="897" y="12767"/>
                  <a:pt x="1405" y="10644"/>
                  <a:pt x="2063" y="8969"/>
                </a:cubicBezTo>
                <a:cubicBezTo>
                  <a:pt x="2721" y="7295"/>
                  <a:pt x="3498" y="6099"/>
                  <a:pt x="4395" y="5382"/>
                </a:cubicBezTo>
                <a:cubicBezTo>
                  <a:pt x="5292" y="4664"/>
                  <a:pt x="6338" y="4305"/>
                  <a:pt x="7534" y="4305"/>
                </a:cubicBezTo>
                <a:lnTo>
                  <a:pt x="145485" y="4305"/>
                </a:lnTo>
                <a:cubicBezTo>
                  <a:pt x="147638" y="4305"/>
                  <a:pt x="149432" y="4515"/>
                  <a:pt x="150867" y="4933"/>
                </a:cubicBezTo>
                <a:cubicBezTo>
                  <a:pt x="152302" y="5352"/>
                  <a:pt x="153438" y="6279"/>
                  <a:pt x="154275" y="7714"/>
                </a:cubicBezTo>
                <a:cubicBezTo>
                  <a:pt x="155112" y="9149"/>
                  <a:pt x="155740" y="11182"/>
                  <a:pt x="156159" y="13813"/>
                </a:cubicBezTo>
                <a:cubicBezTo>
                  <a:pt x="156577" y="16444"/>
                  <a:pt x="156787" y="19912"/>
                  <a:pt x="156787" y="24218"/>
                </a:cubicBezTo>
                <a:close/>
                <a:moveTo>
                  <a:pt x="343931" y="217151"/>
                </a:moveTo>
                <a:cubicBezTo>
                  <a:pt x="343931" y="220634"/>
                  <a:pt x="343781" y="223607"/>
                  <a:pt x="343482" y="226070"/>
                </a:cubicBezTo>
                <a:cubicBezTo>
                  <a:pt x="343183" y="228533"/>
                  <a:pt x="342735" y="230546"/>
                  <a:pt x="342137" y="232108"/>
                </a:cubicBezTo>
                <a:cubicBezTo>
                  <a:pt x="341539" y="233670"/>
                  <a:pt x="340762" y="234782"/>
                  <a:pt x="339805" y="235443"/>
                </a:cubicBezTo>
                <a:cubicBezTo>
                  <a:pt x="338848" y="236105"/>
                  <a:pt x="337772" y="236436"/>
                  <a:pt x="336576" y="236436"/>
                </a:cubicBezTo>
                <a:lnTo>
                  <a:pt x="203110" y="236436"/>
                </a:lnTo>
                <a:cubicBezTo>
                  <a:pt x="200479" y="236436"/>
                  <a:pt x="198207" y="236196"/>
                  <a:pt x="196293" y="235718"/>
                </a:cubicBezTo>
                <a:cubicBezTo>
                  <a:pt x="194380" y="235236"/>
                  <a:pt x="192825" y="234305"/>
                  <a:pt x="191629" y="232926"/>
                </a:cubicBezTo>
                <a:cubicBezTo>
                  <a:pt x="190433" y="231543"/>
                  <a:pt x="189566" y="229533"/>
                  <a:pt x="189028" y="226894"/>
                </a:cubicBezTo>
                <a:cubicBezTo>
                  <a:pt x="188490" y="224256"/>
                  <a:pt x="188221" y="220836"/>
                  <a:pt x="188221" y="216635"/>
                </a:cubicBezTo>
                <a:cubicBezTo>
                  <a:pt x="188221" y="212674"/>
                  <a:pt x="188400" y="209284"/>
                  <a:pt x="188759" y="206466"/>
                </a:cubicBezTo>
                <a:cubicBezTo>
                  <a:pt x="189117" y="203645"/>
                  <a:pt x="189775" y="201124"/>
                  <a:pt x="190732" y="198904"/>
                </a:cubicBezTo>
                <a:cubicBezTo>
                  <a:pt x="191689" y="196680"/>
                  <a:pt x="192915" y="194518"/>
                  <a:pt x="194409" y="192418"/>
                </a:cubicBezTo>
                <a:cubicBezTo>
                  <a:pt x="195904" y="190317"/>
                  <a:pt x="197848" y="188008"/>
                  <a:pt x="200240" y="185489"/>
                </a:cubicBezTo>
                <a:lnTo>
                  <a:pt x="240423" y="142508"/>
                </a:lnTo>
                <a:cubicBezTo>
                  <a:pt x="248436" y="134133"/>
                  <a:pt x="254894" y="126507"/>
                  <a:pt x="259797" y="119630"/>
                </a:cubicBezTo>
                <a:cubicBezTo>
                  <a:pt x="264700" y="112754"/>
                  <a:pt x="268527" y="106475"/>
                  <a:pt x="271278" y="100795"/>
                </a:cubicBezTo>
                <a:cubicBezTo>
                  <a:pt x="274029" y="95110"/>
                  <a:pt x="275912" y="89876"/>
                  <a:pt x="276929" y="85092"/>
                </a:cubicBezTo>
                <a:cubicBezTo>
                  <a:pt x="277945" y="80305"/>
                  <a:pt x="278454" y="75759"/>
                  <a:pt x="278454" y="71453"/>
                </a:cubicBezTo>
                <a:cubicBezTo>
                  <a:pt x="278454" y="67525"/>
                  <a:pt x="277826" y="63805"/>
                  <a:pt x="276570" y="60292"/>
                </a:cubicBezTo>
                <a:cubicBezTo>
                  <a:pt x="275314" y="56779"/>
                  <a:pt x="273461" y="53712"/>
                  <a:pt x="271009" y="51092"/>
                </a:cubicBezTo>
                <a:cubicBezTo>
                  <a:pt x="268557" y="48473"/>
                  <a:pt x="265478" y="46419"/>
                  <a:pt x="261770" y="44932"/>
                </a:cubicBezTo>
                <a:cubicBezTo>
                  <a:pt x="258063" y="43440"/>
                  <a:pt x="253698" y="42695"/>
                  <a:pt x="248675" y="42695"/>
                </a:cubicBezTo>
                <a:cubicBezTo>
                  <a:pt x="241619" y="42695"/>
                  <a:pt x="235370" y="43592"/>
                  <a:pt x="229929" y="45386"/>
                </a:cubicBezTo>
                <a:cubicBezTo>
                  <a:pt x="224487" y="47179"/>
                  <a:pt x="219703" y="49183"/>
                  <a:pt x="215577" y="51395"/>
                </a:cubicBezTo>
                <a:cubicBezTo>
                  <a:pt x="211451" y="53608"/>
                  <a:pt x="208013" y="55641"/>
                  <a:pt x="205263" y="57494"/>
                </a:cubicBezTo>
                <a:cubicBezTo>
                  <a:pt x="202512" y="59348"/>
                  <a:pt x="200359" y="60275"/>
                  <a:pt x="198805" y="60275"/>
                </a:cubicBezTo>
                <a:cubicBezTo>
                  <a:pt x="197728" y="60275"/>
                  <a:pt x="196801" y="59914"/>
                  <a:pt x="196024" y="59193"/>
                </a:cubicBezTo>
                <a:cubicBezTo>
                  <a:pt x="195247" y="58472"/>
                  <a:pt x="194619" y="57272"/>
                  <a:pt x="194140" y="55594"/>
                </a:cubicBezTo>
                <a:cubicBezTo>
                  <a:pt x="193662" y="53912"/>
                  <a:pt x="193273" y="51660"/>
                  <a:pt x="192974" y="48839"/>
                </a:cubicBezTo>
                <a:cubicBezTo>
                  <a:pt x="192675" y="46013"/>
                  <a:pt x="192526" y="42560"/>
                  <a:pt x="192526" y="38479"/>
                </a:cubicBezTo>
                <a:cubicBezTo>
                  <a:pt x="192526" y="35717"/>
                  <a:pt x="192616" y="33406"/>
                  <a:pt x="192795" y="31545"/>
                </a:cubicBezTo>
                <a:cubicBezTo>
                  <a:pt x="192974" y="29683"/>
                  <a:pt x="193243" y="28061"/>
                  <a:pt x="193602" y="26679"/>
                </a:cubicBezTo>
                <a:cubicBezTo>
                  <a:pt x="193961" y="25296"/>
                  <a:pt x="194439" y="24094"/>
                  <a:pt x="195037" y="23074"/>
                </a:cubicBezTo>
                <a:cubicBezTo>
                  <a:pt x="195635" y="22054"/>
                  <a:pt x="196682" y="20824"/>
                  <a:pt x="198177" y="19385"/>
                </a:cubicBezTo>
                <a:cubicBezTo>
                  <a:pt x="199672" y="17943"/>
                  <a:pt x="202422" y="16115"/>
                  <a:pt x="206429" y="13903"/>
                </a:cubicBezTo>
                <a:cubicBezTo>
                  <a:pt x="210435" y="11690"/>
                  <a:pt x="215368" y="9538"/>
                  <a:pt x="221228" y="7445"/>
                </a:cubicBezTo>
                <a:cubicBezTo>
                  <a:pt x="227088" y="5352"/>
                  <a:pt x="233546" y="3588"/>
                  <a:pt x="240602" y="2153"/>
                </a:cubicBezTo>
                <a:cubicBezTo>
                  <a:pt x="247658" y="718"/>
                  <a:pt x="255013" y="0"/>
                  <a:pt x="262667" y="0"/>
                </a:cubicBezTo>
                <a:cubicBezTo>
                  <a:pt x="274746" y="0"/>
                  <a:pt x="285300" y="1527"/>
                  <a:pt x="294330" y="4580"/>
                </a:cubicBezTo>
                <a:cubicBezTo>
                  <a:pt x="303359" y="7630"/>
                  <a:pt x="310863" y="11877"/>
                  <a:pt x="316843" y="17322"/>
                </a:cubicBezTo>
                <a:cubicBezTo>
                  <a:pt x="322823" y="22768"/>
                  <a:pt x="327277" y="29231"/>
                  <a:pt x="330207" y="36713"/>
                </a:cubicBezTo>
                <a:cubicBezTo>
                  <a:pt x="333137" y="44192"/>
                  <a:pt x="334602" y="52240"/>
                  <a:pt x="334602" y="60858"/>
                </a:cubicBezTo>
                <a:cubicBezTo>
                  <a:pt x="334602" y="68392"/>
                  <a:pt x="333885" y="75807"/>
                  <a:pt x="332450" y="83102"/>
                </a:cubicBezTo>
                <a:cubicBezTo>
                  <a:pt x="331015" y="90394"/>
                  <a:pt x="328025" y="98255"/>
                  <a:pt x="323480" y="106686"/>
                </a:cubicBezTo>
                <a:cubicBezTo>
                  <a:pt x="318936" y="115118"/>
                  <a:pt x="312538" y="124446"/>
                  <a:pt x="304286" y="134671"/>
                </a:cubicBezTo>
                <a:cubicBezTo>
                  <a:pt x="296034" y="144893"/>
                  <a:pt x="285091" y="156760"/>
                  <a:pt x="271457" y="170274"/>
                </a:cubicBezTo>
                <a:lnTo>
                  <a:pt x="244369" y="198046"/>
                </a:lnTo>
                <a:lnTo>
                  <a:pt x="335858" y="198046"/>
                </a:lnTo>
                <a:cubicBezTo>
                  <a:pt x="337054" y="198046"/>
                  <a:pt x="338160" y="198407"/>
                  <a:pt x="339177" y="199128"/>
                </a:cubicBezTo>
                <a:cubicBezTo>
                  <a:pt x="340193" y="199849"/>
                  <a:pt x="341061" y="200961"/>
                  <a:pt x="341778" y="202464"/>
                </a:cubicBezTo>
                <a:cubicBezTo>
                  <a:pt x="342496" y="203966"/>
                  <a:pt x="343034" y="205949"/>
                  <a:pt x="343393" y="208412"/>
                </a:cubicBezTo>
                <a:cubicBezTo>
                  <a:pt x="343751" y="210874"/>
                  <a:pt x="343931" y="213788"/>
                  <a:pt x="343931" y="217151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tokens">
            <a:extLst xmlns:a="http://schemas.openxmlformats.org/drawingml/2006/main">
              <a:ext uri="{FF2B5EF4-FFF2-40B4-BE49-F238E27FC236}">
                <a16:creationId xmlns:a16="http://schemas.microsoft.com/office/drawing/2014/main" id="{E4A11695-73E5-4C6F-AB64-4C94E3B5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420" y="173993"/>
            <a:ext cx="621735" cy="163065"/>
          </a:xfrm>
          <a:custGeom xmlns:a="http://schemas.openxmlformats.org/drawingml/2006/main">
            <a:pathLst>
              <a:path w="621735" h="163065">
                <a:moveTo>
                  <a:pt x="67809" y="150380"/>
                </a:moveTo>
                <a:cubicBezTo>
                  <a:pt x="67809" y="152609"/>
                  <a:pt x="67656" y="154378"/>
                  <a:pt x="67348" y="155685"/>
                </a:cubicBezTo>
                <a:cubicBezTo>
                  <a:pt x="67040" y="156992"/>
                  <a:pt x="66579" y="157953"/>
                  <a:pt x="65964" y="158568"/>
                </a:cubicBezTo>
                <a:cubicBezTo>
                  <a:pt x="65349" y="159183"/>
                  <a:pt x="64427" y="159759"/>
                  <a:pt x="63196" y="160297"/>
                </a:cubicBezTo>
                <a:cubicBezTo>
                  <a:pt x="61966" y="160836"/>
                  <a:pt x="60563" y="161278"/>
                  <a:pt x="58987" y="161624"/>
                </a:cubicBezTo>
                <a:cubicBezTo>
                  <a:pt x="57411" y="161970"/>
                  <a:pt x="55739" y="162258"/>
                  <a:pt x="53971" y="162489"/>
                </a:cubicBezTo>
                <a:cubicBezTo>
                  <a:pt x="52202" y="162719"/>
                  <a:pt x="50434" y="162835"/>
                  <a:pt x="48666" y="162835"/>
                </a:cubicBezTo>
                <a:cubicBezTo>
                  <a:pt x="43284" y="162835"/>
                  <a:pt x="38671" y="162122"/>
                  <a:pt x="34827" y="160697"/>
                </a:cubicBezTo>
                <a:cubicBezTo>
                  <a:pt x="30983" y="159270"/>
                  <a:pt x="27831" y="157112"/>
                  <a:pt x="25371" y="154221"/>
                </a:cubicBezTo>
                <a:cubicBezTo>
                  <a:pt x="22911" y="151331"/>
                  <a:pt x="21123" y="147671"/>
                  <a:pt x="20008" y="143241"/>
                </a:cubicBezTo>
                <a:cubicBezTo>
                  <a:pt x="18894" y="138810"/>
                  <a:pt x="18336" y="133590"/>
                  <a:pt x="18336" y="127578"/>
                </a:cubicBezTo>
                <a:lnTo>
                  <a:pt x="18336" y="66771"/>
                </a:lnTo>
                <a:lnTo>
                  <a:pt x="3806" y="66771"/>
                </a:lnTo>
                <a:cubicBezTo>
                  <a:pt x="2652" y="66771"/>
                  <a:pt x="1730" y="66156"/>
                  <a:pt x="1038" y="64926"/>
                </a:cubicBezTo>
                <a:cubicBezTo>
                  <a:pt x="346" y="63696"/>
                  <a:pt x="0" y="61697"/>
                  <a:pt x="0" y="58929"/>
                </a:cubicBezTo>
                <a:cubicBezTo>
                  <a:pt x="0" y="57469"/>
                  <a:pt x="96" y="56239"/>
                  <a:pt x="288" y="55239"/>
                </a:cubicBezTo>
                <a:cubicBezTo>
                  <a:pt x="481" y="54240"/>
                  <a:pt x="730" y="53413"/>
                  <a:pt x="1038" y="52760"/>
                </a:cubicBezTo>
                <a:cubicBezTo>
                  <a:pt x="1345" y="52106"/>
                  <a:pt x="1749" y="51645"/>
                  <a:pt x="2249" y="51376"/>
                </a:cubicBezTo>
                <a:cubicBezTo>
                  <a:pt x="2749" y="51107"/>
                  <a:pt x="3306" y="50972"/>
                  <a:pt x="3921" y="50972"/>
                </a:cubicBezTo>
                <a:lnTo>
                  <a:pt x="18336" y="50972"/>
                </a:lnTo>
                <a:lnTo>
                  <a:pt x="18336" y="26293"/>
                </a:lnTo>
                <a:cubicBezTo>
                  <a:pt x="18336" y="25755"/>
                  <a:pt x="18471" y="25255"/>
                  <a:pt x="18740" y="24794"/>
                </a:cubicBezTo>
                <a:cubicBezTo>
                  <a:pt x="19009" y="24333"/>
                  <a:pt x="19509" y="23929"/>
                  <a:pt x="20239" y="23583"/>
                </a:cubicBezTo>
                <a:cubicBezTo>
                  <a:pt x="20969" y="23237"/>
                  <a:pt x="21950" y="22988"/>
                  <a:pt x="23180" y="22834"/>
                </a:cubicBezTo>
                <a:cubicBezTo>
                  <a:pt x="24410" y="22680"/>
                  <a:pt x="25947" y="22603"/>
                  <a:pt x="27793" y="22603"/>
                </a:cubicBezTo>
                <a:cubicBezTo>
                  <a:pt x="29715" y="22603"/>
                  <a:pt x="31291" y="22680"/>
                  <a:pt x="32521" y="22834"/>
                </a:cubicBezTo>
                <a:cubicBezTo>
                  <a:pt x="33751" y="22988"/>
                  <a:pt x="34712" y="23237"/>
                  <a:pt x="35404" y="23583"/>
                </a:cubicBezTo>
                <a:cubicBezTo>
                  <a:pt x="36096" y="23929"/>
                  <a:pt x="36595" y="24333"/>
                  <a:pt x="36903" y="24794"/>
                </a:cubicBezTo>
                <a:cubicBezTo>
                  <a:pt x="37211" y="25255"/>
                  <a:pt x="37364" y="25755"/>
                  <a:pt x="37364" y="26293"/>
                </a:cubicBezTo>
                <a:lnTo>
                  <a:pt x="37364" y="50972"/>
                </a:lnTo>
                <a:lnTo>
                  <a:pt x="64004" y="50972"/>
                </a:lnTo>
                <a:cubicBezTo>
                  <a:pt x="64619" y="50972"/>
                  <a:pt x="65157" y="51107"/>
                  <a:pt x="65618" y="51376"/>
                </a:cubicBezTo>
                <a:cubicBezTo>
                  <a:pt x="66079" y="51645"/>
                  <a:pt x="66483" y="52106"/>
                  <a:pt x="66829" y="52760"/>
                </a:cubicBezTo>
                <a:cubicBezTo>
                  <a:pt x="67175" y="53413"/>
                  <a:pt x="67425" y="54240"/>
                  <a:pt x="67579" y="55239"/>
                </a:cubicBezTo>
                <a:cubicBezTo>
                  <a:pt x="67732" y="56239"/>
                  <a:pt x="67809" y="57469"/>
                  <a:pt x="67809" y="58929"/>
                </a:cubicBezTo>
                <a:cubicBezTo>
                  <a:pt x="67809" y="61697"/>
                  <a:pt x="67463" y="63696"/>
                  <a:pt x="66771" y="64926"/>
                </a:cubicBezTo>
                <a:cubicBezTo>
                  <a:pt x="66079" y="66156"/>
                  <a:pt x="65157" y="66771"/>
                  <a:pt x="64004" y="66771"/>
                </a:cubicBezTo>
                <a:lnTo>
                  <a:pt x="37364" y="66771"/>
                </a:lnTo>
                <a:lnTo>
                  <a:pt x="37364" y="124832"/>
                </a:lnTo>
                <a:cubicBezTo>
                  <a:pt x="37364" y="132002"/>
                  <a:pt x="38421" y="137418"/>
                  <a:pt x="40536" y="141082"/>
                </a:cubicBezTo>
                <a:cubicBezTo>
                  <a:pt x="42650" y="144743"/>
                  <a:pt x="46436" y="146574"/>
                  <a:pt x="51895" y="146574"/>
                </a:cubicBezTo>
                <a:cubicBezTo>
                  <a:pt x="53663" y="146574"/>
                  <a:pt x="55239" y="146401"/>
                  <a:pt x="56623" y="146055"/>
                </a:cubicBezTo>
                <a:cubicBezTo>
                  <a:pt x="58007" y="145709"/>
                  <a:pt x="59237" y="145344"/>
                  <a:pt x="60313" y="144960"/>
                </a:cubicBezTo>
                <a:cubicBezTo>
                  <a:pt x="61390" y="144575"/>
                  <a:pt x="62312" y="144210"/>
                  <a:pt x="63081" y="143864"/>
                </a:cubicBezTo>
                <a:cubicBezTo>
                  <a:pt x="63850" y="143518"/>
                  <a:pt x="64542" y="143345"/>
                  <a:pt x="65157" y="143345"/>
                </a:cubicBezTo>
                <a:cubicBezTo>
                  <a:pt x="65541" y="143345"/>
                  <a:pt x="65906" y="143441"/>
                  <a:pt x="66252" y="143633"/>
                </a:cubicBezTo>
                <a:cubicBezTo>
                  <a:pt x="66598" y="143826"/>
                  <a:pt x="66867" y="144191"/>
                  <a:pt x="67060" y="144729"/>
                </a:cubicBezTo>
                <a:cubicBezTo>
                  <a:pt x="67252" y="145267"/>
                  <a:pt x="67425" y="145998"/>
                  <a:pt x="67579" y="146920"/>
                </a:cubicBezTo>
                <a:cubicBezTo>
                  <a:pt x="67732" y="147843"/>
                  <a:pt x="67809" y="148996"/>
                  <a:pt x="67809" y="150380"/>
                </a:cubicBezTo>
                <a:close/>
                <a:moveTo>
                  <a:pt x="186791" y="104885"/>
                </a:moveTo>
                <a:cubicBezTo>
                  <a:pt x="186791" y="113349"/>
                  <a:pt x="185676" y="121141"/>
                  <a:pt x="183447" y="128260"/>
                </a:cubicBezTo>
                <a:cubicBezTo>
                  <a:pt x="181217" y="135378"/>
                  <a:pt x="177892" y="141517"/>
                  <a:pt x="173471" y="146675"/>
                </a:cubicBezTo>
                <a:cubicBezTo>
                  <a:pt x="169051" y="151831"/>
                  <a:pt x="163515" y="155852"/>
                  <a:pt x="156865" y="158737"/>
                </a:cubicBezTo>
                <a:cubicBezTo>
                  <a:pt x="150215" y="161622"/>
                  <a:pt x="142507" y="163065"/>
                  <a:pt x="133743" y="163065"/>
                </a:cubicBezTo>
                <a:cubicBezTo>
                  <a:pt x="125209" y="163065"/>
                  <a:pt x="117771" y="161795"/>
                  <a:pt x="111428" y="159256"/>
                </a:cubicBezTo>
                <a:cubicBezTo>
                  <a:pt x="105085" y="156716"/>
                  <a:pt x="99800" y="153023"/>
                  <a:pt x="95571" y="148174"/>
                </a:cubicBezTo>
                <a:cubicBezTo>
                  <a:pt x="91343" y="143326"/>
                  <a:pt x="88191" y="137438"/>
                  <a:pt x="86115" y="130512"/>
                </a:cubicBezTo>
                <a:cubicBezTo>
                  <a:pt x="84039" y="123585"/>
                  <a:pt x="83001" y="115735"/>
                  <a:pt x="83001" y="106961"/>
                </a:cubicBezTo>
                <a:cubicBezTo>
                  <a:pt x="83001" y="98497"/>
                  <a:pt x="84097" y="90705"/>
                  <a:pt x="86288" y="83587"/>
                </a:cubicBezTo>
                <a:cubicBezTo>
                  <a:pt x="88479" y="76468"/>
                  <a:pt x="91785" y="70331"/>
                  <a:pt x="96206" y="65175"/>
                </a:cubicBezTo>
                <a:cubicBezTo>
                  <a:pt x="100626" y="60017"/>
                  <a:pt x="106142" y="56014"/>
                  <a:pt x="112754" y="53167"/>
                </a:cubicBezTo>
                <a:cubicBezTo>
                  <a:pt x="119366" y="50320"/>
                  <a:pt x="127093" y="48896"/>
                  <a:pt x="135934" y="48896"/>
                </a:cubicBezTo>
                <a:cubicBezTo>
                  <a:pt x="144468" y="48896"/>
                  <a:pt x="151906" y="50166"/>
                  <a:pt x="158249" y="52706"/>
                </a:cubicBezTo>
                <a:cubicBezTo>
                  <a:pt x="164591" y="55245"/>
                  <a:pt x="169877" y="58939"/>
                  <a:pt x="174105" y="63787"/>
                </a:cubicBezTo>
                <a:cubicBezTo>
                  <a:pt x="178334" y="68636"/>
                  <a:pt x="181505" y="74523"/>
                  <a:pt x="183620" y="81450"/>
                </a:cubicBezTo>
                <a:cubicBezTo>
                  <a:pt x="185734" y="88376"/>
                  <a:pt x="186791" y="96188"/>
                  <a:pt x="186791" y="104885"/>
                </a:cubicBezTo>
                <a:moveTo>
                  <a:pt x="166725" y="106154"/>
                </a:moveTo>
                <a:cubicBezTo>
                  <a:pt x="166725" y="100534"/>
                  <a:pt x="166206" y="95222"/>
                  <a:pt x="165168" y="90218"/>
                </a:cubicBezTo>
                <a:cubicBezTo>
                  <a:pt x="164130" y="85213"/>
                  <a:pt x="162420" y="80825"/>
                  <a:pt x="160036" y="77053"/>
                </a:cubicBezTo>
                <a:cubicBezTo>
                  <a:pt x="157653" y="73281"/>
                  <a:pt x="154424" y="70298"/>
                  <a:pt x="150349" y="68105"/>
                </a:cubicBezTo>
                <a:cubicBezTo>
                  <a:pt x="146274" y="65909"/>
                  <a:pt x="141200" y="64811"/>
                  <a:pt x="135127" y="64811"/>
                </a:cubicBezTo>
                <a:cubicBezTo>
                  <a:pt x="129514" y="64811"/>
                  <a:pt x="124690" y="65812"/>
                  <a:pt x="120654" y="67813"/>
                </a:cubicBezTo>
                <a:cubicBezTo>
                  <a:pt x="116618" y="69814"/>
                  <a:pt x="113292" y="72644"/>
                  <a:pt x="110678" y="76303"/>
                </a:cubicBezTo>
                <a:cubicBezTo>
                  <a:pt x="108064" y="79960"/>
                  <a:pt x="106123" y="84291"/>
                  <a:pt x="104855" y="89295"/>
                </a:cubicBezTo>
                <a:cubicBezTo>
                  <a:pt x="103586" y="94297"/>
                  <a:pt x="102952" y="99763"/>
                  <a:pt x="102952" y="105693"/>
                </a:cubicBezTo>
                <a:cubicBezTo>
                  <a:pt x="102952" y="111389"/>
                  <a:pt x="103471" y="116739"/>
                  <a:pt x="104509" y="121744"/>
                </a:cubicBezTo>
                <a:cubicBezTo>
                  <a:pt x="105547" y="126748"/>
                  <a:pt x="107276" y="131117"/>
                  <a:pt x="109698" y="134851"/>
                </a:cubicBezTo>
                <a:cubicBezTo>
                  <a:pt x="112120" y="138584"/>
                  <a:pt x="115368" y="141549"/>
                  <a:pt x="119443" y="143745"/>
                </a:cubicBezTo>
                <a:cubicBezTo>
                  <a:pt x="123518" y="145939"/>
                  <a:pt x="128592" y="147035"/>
                  <a:pt x="134665" y="147035"/>
                </a:cubicBezTo>
                <a:cubicBezTo>
                  <a:pt x="140201" y="147035"/>
                  <a:pt x="145006" y="146035"/>
                  <a:pt x="149081" y="144033"/>
                </a:cubicBezTo>
                <a:cubicBezTo>
                  <a:pt x="153155" y="142032"/>
                  <a:pt x="156500" y="139222"/>
                  <a:pt x="159114" y="135604"/>
                </a:cubicBezTo>
                <a:cubicBezTo>
                  <a:pt x="161728" y="131984"/>
                  <a:pt x="163650" y="127672"/>
                  <a:pt x="164880" y="122670"/>
                </a:cubicBezTo>
                <a:cubicBezTo>
                  <a:pt x="166110" y="117666"/>
                  <a:pt x="166725" y="112160"/>
                  <a:pt x="166725" y="106154"/>
                </a:cubicBezTo>
                <a:close/>
                <a:moveTo>
                  <a:pt x="300097" y="157760"/>
                </a:moveTo>
                <a:cubicBezTo>
                  <a:pt x="300097" y="158375"/>
                  <a:pt x="299943" y="158914"/>
                  <a:pt x="299636" y="159375"/>
                </a:cubicBezTo>
                <a:cubicBezTo>
                  <a:pt x="299328" y="159836"/>
                  <a:pt x="298809" y="160221"/>
                  <a:pt x="298079" y="160528"/>
                </a:cubicBezTo>
                <a:cubicBezTo>
                  <a:pt x="297349" y="160836"/>
                  <a:pt x="296330" y="161066"/>
                  <a:pt x="295023" y="161220"/>
                </a:cubicBezTo>
                <a:cubicBezTo>
                  <a:pt x="293716" y="161374"/>
                  <a:pt x="292063" y="161451"/>
                  <a:pt x="290064" y="161451"/>
                </a:cubicBezTo>
                <a:cubicBezTo>
                  <a:pt x="287988" y="161451"/>
                  <a:pt x="286278" y="161393"/>
                  <a:pt x="284932" y="161278"/>
                </a:cubicBezTo>
                <a:cubicBezTo>
                  <a:pt x="283587" y="161162"/>
                  <a:pt x="282453" y="160970"/>
                  <a:pt x="281530" y="160701"/>
                </a:cubicBezTo>
                <a:cubicBezTo>
                  <a:pt x="280608" y="160432"/>
                  <a:pt x="279858" y="160048"/>
                  <a:pt x="279282" y="159548"/>
                </a:cubicBezTo>
                <a:cubicBezTo>
                  <a:pt x="278705" y="159048"/>
                  <a:pt x="278186" y="158452"/>
                  <a:pt x="277725" y="157760"/>
                </a:cubicBezTo>
                <a:lnTo>
                  <a:pt x="233902" y="100330"/>
                </a:lnTo>
                <a:lnTo>
                  <a:pt x="233902" y="157876"/>
                </a:lnTo>
                <a:cubicBezTo>
                  <a:pt x="233902" y="158491"/>
                  <a:pt x="233749" y="159010"/>
                  <a:pt x="233441" y="159433"/>
                </a:cubicBezTo>
                <a:cubicBezTo>
                  <a:pt x="233134" y="159855"/>
                  <a:pt x="232634" y="160221"/>
                  <a:pt x="231942" y="160528"/>
                </a:cubicBezTo>
                <a:cubicBezTo>
                  <a:pt x="231250" y="160836"/>
                  <a:pt x="230289" y="161066"/>
                  <a:pt x="229059" y="161220"/>
                </a:cubicBezTo>
                <a:cubicBezTo>
                  <a:pt x="227829" y="161374"/>
                  <a:pt x="226253" y="161451"/>
                  <a:pt x="224331" y="161451"/>
                </a:cubicBezTo>
                <a:cubicBezTo>
                  <a:pt x="222486" y="161451"/>
                  <a:pt x="220948" y="161374"/>
                  <a:pt x="219718" y="161220"/>
                </a:cubicBezTo>
                <a:cubicBezTo>
                  <a:pt x="218488" y="161066"/>
                  <a:pt x="217508" y="160836"/>
                  <a:pt x="216777" y="160528"/>
                </a:cubicBezTo>
                <a:cubicBezTo>
                  <a:pt x="216047" y="160221"/>
                  <a:pt x="215547" y="159855"/>
                  <a:pt x="215278" y="159433"/>
                </a:cubicBezTo>
                <a:cubicBezTo>
                  <a:pt x="215009" y="159007"/>
                  <a:pt x="214874" y="158487"/>
                  <a:pt x="214874" y="157872"/>
                </a:cubicBezTo>
                <a:lnTo>
                  <a:pt x="214874" y="3694"/>
                </a:lnTo>
                <a:cubicBezTo>
                  <a:pt x="214874" y="3079"/>
                  <a:pt x="215009" y="2541"/>
                  <a:pt x="215278" y="2079"/>
                </a:cubicBezTo>
                <a:cubicBezTo>
                  <a:pt x="215547" y="1616"/>
                  <a:pt x="216047" y="1230"/>
                  <a:pt x="216777" y="923"/>
                </a:cubicBezTo>
                <a:cubicBezTo>
                  <a:pt x="217508" y="615"/>
                  <a:pt x="218488" y="384"/>
                  <a:pt x="219718" y="231"/>
                </a:cubicBezTo>
                <a:cubicBezTo>
                  <a:pt x="220948" y="77"/>
                  <a:pt x="222486" y="0"/>
                  <a:pt x="224331" y="0"/>
                </a:cubicBezTo>
                <a:cubicBezTo>
                  <a:pt x="226253" y="0"/>
                  <a:pt x="227829" y="77"/>
                  <a:pt x="229059" y="231"/>
                </a:cubicBezTo>
                <a:cubicBezTo>
                  <a:pt x="230289" y="384"/>
                  <a:pt x="231250" y="615"/>
                  <a:pt x="231942" y="923"/>
                </a:cubicBezTo>
                <a:cubicBezTo>
                  <a:pt x="232634" y="1230"/>
                  <a:pt x="233134" y="1616"/>
                  <a:pt x="233441" y="2079"/>
                </a:cubicBezTo>
                <a:cubicBezTo>
                  <a:pt x="233749" y="2541"/>
                  <a:pt x="233902" y="3079"/>
                  <a:pt x="233902" y="3694"/>
                </a:cubicBezTo>
                <a:lnTo>
                  <a:pt x="233902" y="97678"/>
                </a:lnTo>
                <a:lnTo>
                  <a:pt x="273112" y="54547"/>
                </a:lnTo>
                <a:cubicBezTo>
                  <a:pt x="273727" y="53778"/>
                  <a:pt x="274380" y="53144"/>
                  <a:pt x="275072" y="52644"/>
                </a:cubicBezTo>
                <a:cubicBezTo>
                  <a:pt x="275764" y="52145"/>
                  <a:pt x="276591" y="51722"/>
                  <a:pt x="277552" y="51376"/>
                </a:cubicBezTo>
                <a:cubicBezTo>
                  <a:pt x="278513" y="51030"/>
                  <a:pt x="279647" y="50799"/>
                  <a:pt x="280954" y="50684"/>
                </a:cubicBezTo>
                <a:cubicBezTo>
                  <a:pt x="282261" y="50569"/>
                  <a:pt x="283837" y="50511"/>
                  <a:pt x="285682" y="50511"/>
                </a:cubicBezTo>
                <a:cubicBezTo>
                  <a:pt x="287604" y="50511"/>
                  <a:pt x="289219" y="50569"/>
                  <a:pt x="290525" y="50684"/>
                </a:cubicBezTo>
                <a:cubicBezTo>
                  <a:pt x="291832" y="50799"/>
                  <a:pt x="292890" y="50992"/>
                  <a:pt x="293697" y="51261"/>
                </a:cubicBezTo>
                <a:cubicBezTo>
                  <a:pt x="294504" y="51530"/>
                  <a:pt x="295081" y="51876"/>
                  <a:pt x="295427" y="52298"/>
                </a:cubicBezTo>
                <a:cubicBezTo>
                  <a:pt x="295773" y="52721"/>
                  <a:pt x="295946" y="53279"/>
                  <a:pt x="295946" y="53971"/>
                </a:cubicBezTo>
                <a:cubicBezTo>
                  <a:pt x="295946" y="54893"/>
                  <a:pt x="295696" y="55816"/>
                  <a:pt x="295196" y="56738"/>
                </a:cubicBezTo>
                <a:cubicBezTo>
                  <a:pt x="294696" y="57661"/>
                  <a:pt x="293870" y="58737"/>
                  <a:pt x="292717" y="59967"/>
                </a:cubicBezTo>
                <a:lnTo>
                  <a:pt x="255122" y="97562"/>
                </a:lnTo>
                <a:lnTo>
                  <a:pt x="297329" y="152340"/>
                </a:lnTo>
                <a:cubicBezTo>
                  <a:pt x="298329" y="153647"/>
                  <a:pt x="299040" y="154704"/>
                  <a:pt x="299463" y="155512"/>
                </a:cubicBezTo>
                <a:cubicBezTo>
                  <a:pt x="299886" y="156319"/>
                  <a:pt x="300097" y="157068"/>
                  <a:pt x="300097" y="157760"/>
                </a:cubicBezTo>
                <a:close/>
                <a:moveTo>
                  <a:pt x="402542" y="101483"/>
                </a:moveTo>
                <a:cubicBezTo>
                  <a:pt x="402542" y="104482"/>
                  <a:pt x="401793" y="106615"/>
                  <a:pt x="400294" y="107884"/>
                </a:cubicBezTo>
                <a:cubicBezTo>
                  <a:pt x="398795" y="109152"/>
                  <a:pt x="397084" y="109786"/>
                  <a:pt x="395162" y="109786"/>
                </a:cubicBezTo>
                <a:lnTo>
                  <a:pt x="327122" y="109786"/>
                </a:lnTo>
                <a:cubicBezTo>
                  <a:pt x="327122" y="115569"/>
                  <a:pt x="327699" y="120774"/>
                  <a:pt x="328852" y="125402"/>
                </a:cubicBezTo>
                <a:cubicBezTo>
                  <a:pt x="330005" y="130029"/>
                  <a:pt x="331927" y="134000"/>
                  <a:pt x="334618" y="137316"/>
                </a:cubicBezTo>
                <a:cubicBezTo>
                  <a:pt x="337309" y="140631"/>
                  <a:pt x="340807" y="143177"/>
                  <a:pt x="345112" y="144952"/>
                </a:cubicBezTo>
                <a:cubicBezTo>
                  <a:pt x="349418" y="146725"/>
                  <a:pt x="354684" y="147612"/>
                  <a:pt x="360911" y="147612"/>
                </a:cubicBezTo>
                <a:cubicBezTo>
                  <a:pt x="365832" y="147612"/>
                  <a:pt x="370214" y="147208"/>
                  <a:pt x="374058" y="146401"/>
                </a:cubicBezTo>
                <a:cubicBezTo>
                  <a:pt x="377902" y="145594"/>
                  <a:pt x="381227" y="144691"/>
                  <a:pt x="384033" y="143691"/>
                </a:cubicBezTo>
                <a:cubicBezTo>
                  <a:pt x="386839" y="142692"/>
                  <a:pt x="389146" y="141788"/>
                  <a:pt x="390953" y="140981"/>
                </a:cubicBezTo>
                <a:cubicBezTo>
                  <a:pt x="392759" y="140174"/>
                  <a:pt x="394124" y="139770"/>
                  <a:pt x="395047" y="139770"/>
                </a:cubicBezTo>
                <a:cubicBezTo>
                  <a:pt x="395585" y="139770"/>
                  <a:pt x="396065" y="139905"/>
                  <a:pt x="396488" y="140174"/>
                </a:cubicBezTo>
                <a:cubicBezTo>
                  <a:pt x="396911" y="140443"/>
                  <a:pt x="397238" y="140846"/>
                  <a:pt x="397468" y="141385"/>
                </a:cubicBezTo>
                <a:cubicBezTo>
                  <a:pt x="397699" y="141923"/>
                  <a:pt x="397872" y="142672"/>
                  <a:pt x="397987" y="143633"/>
                </a:cubicBezTo>
                <a:cubicBezTo>
                  <a:pt x="398103" y="144594"/>
                  <a:pt x="398160" y="145767"/>
                  <a:pt x="398160" y="147151"/>
                </a:cubicBezTo>
                <a:cubicBezTo>
                  <a:pt x="398160" y="148150"/>
                  <a:pt x="398122" y="149015"/>
                  <a:pt x="398045" y="149745"/>
                </a:cubicBezTo>
                <a:cubicBezTo>
                  <a:pt x="397968" y="150476"/>
                  <a:pt x="397872" y="151129"/>
                  <a:pt x="397757" y="151706"/>
                </a:cubicBezTo>
                <a:cubicBezTo>
                  <a:pt x="397641" y="152283"/>
                  <a:pt x="397449" y="152802"/>
                  <a:pt x="397180" y="153263"/>
                </a:cubicBezTo>
                <a:cubicBezTo>
                  <a:pt x="396911" y="153724"/>
                  <a:pt x="396565" y="154166"/>
                  <a:pt x="396142" y="154589"/>
                </a:cubicBezTo>
                <a:cubicBezTo>
                  <a:pt x="395719" y="155012"/>
                  <a:pt x="394470" y="155704"/>
                  <a:pt x="392394" y="156665"/>
                </a:cubicBezTo>
                <a:cubicBezTo>
                  <a:pt x="390318" y="157626"/>
                  <a:pt x="387628" y="158568"/>
                  <a:pt x="384322" y="159490"/>
                </a:cubicBezTo>
                <a:cubicBezTo>
                  <a:pt x="381016" y="160413"/>
                  <a:pt x="377191" y="161239"/>
                  <a:pt x="372847" y="161970"/>
                </a:cubicBezTo>
                <a:cubicBezTo>
                  <a:pt x="368503" y="162700"/>
                  <a:pt x="363871" y="163065"/>
                  <a:pt x="358951" y="163065"/>
                </a:cubicBezTo>
                <a:cubicBezTo>
                  <a:pt x="350417" y="163065"/>
                  <a:pt x="342940" y="161872"/>
                  <a:pt x="336521" y="159487"/>
                </a:cubicBezTo>
                <a:cubicBezTo>
                  <a:pt x="330101" y="157101"/>
                  <a:pt x="324700" y="153561"/>
                  <a:pt x="320318" y="148866"/>
                </a:cubicBezTo>
                <a:cubicBezTo>
                  <a:pt x="315936" y="144172"/>
                  <a:pt x="312630" y="138284"/>
                  <a:pt x="310400" y="131204"/>
                </a:cubicBezTo>
                <a:cubicBezTo>
                  <a:pt x="308171" y="124124"/>
                  <a:pt x="307056" y="115889"/>
                  <a:pt x="307056" y="106500"/>
                </a:cubicBezTo>
                <a:cubicBezTo>
                  <a:pt x="307056" y="97572"/>
                  <a:pt x="308209" y="89549"/>
                  <a:pt x="310516" y="82430"/>
                </a:cubicBezTo>
                <a:cubicBezTo>
                  <a:pt x="312822" y="75311"/>
                  <a:pt x="316147" y="69270"/>
                  <a:pt x="320491" y="64306"/>
                </a:cubicBezTo>
                <a:cubicBezTo>
                  <a:pt x="324835" y="59343"/>
                  <a:pt x="330082" y="55533"/>
                  <a:pt x="336232" y="52879"/>
                </a:cubicBezTo>
                <a:cubicBezTo>
                  <a:pt x="342383" y="50224"/>
                  <a:pt x="349264" y="48896"/>
                  <a:pt x="356875" y="48896"/>
                </a:cubicBezTo>
                <a:cubicBezTo>
                  <a:pt x="365024" y="48896"/>
                  <a:pt x="371963" y="50203"/>
                  <a:pt x="377691" y="52817"/>
                </a:cubicBezTo>
                <a:cubicBezTo>
                  <a:pt x="383418" y="55431"/>
                  <a:pt x="388127" y="58949"/>
                  <a:pt x="391818" y="63369"/>
                </a:cubicBezTo>
                <a:cubicBezTo>
                  <a:pt x="395508" y="67790"/>
                  <a:pt x="398218" y="72980"/>
                  <a:pt x="399948" y="78938"/>
                </a:cubicBezTo>
                <a:cubicBezTo>
                  <a:pt x="401678" y="84896"/>
                  <a:pt x="402542" y="91258"/>
                  <a:pt x="402542" y="98024"/>
                </a:cubicBezTo>
                <a:lnTo>
                  <a:pt x="402542" y="101483"/>
                </a:lnTo>
                <a:moveTo>
                  <a:pt x="383399" y="95832"/>
                </a:moveTo>
                <a:cubicBezTo>
                  <a:pt x="383630" y="85838"/>
                  <a:pt x="381419" y="77996"/>
                  <a:pt x="376768" y="72307"/>
                </a:cubicBezTo>
                <a:cubicBezTo>
                  <a:pt x="372117" y="66618"/>
                  <a:pt x="365217" y="63773"/>
                  <a:pt x="356068" y="63773"/>
                </a:cubicBezTo>
                <a:cubicBezTo>
                  <a:pt x="351378" y="63773"/>
                  <a:pt x="347265" y="64657"/>
                  <a:pt x="343728" y="66425"/>
                </a:cubicBezTo>
                <a:cubicBezTo>
                  <a:pt x="340192" y="68194"/>
                  <a:pt x="337232" y="70539"/>
                  <a:pt x="334849" y="73460"/>
                </a:cubicBezTo>
                <a:cubicBezTo>
                  <a:pt x="332465" y="76382"/>
                  <a:pt x="330620" y="79784"/>
                  <a:pt x="329313" y="83666"/>
                </a:cubicBezTo>
                <a:cubicBezTo>
                  <a:pt x="328006" y="87549"/>
                  <a:pt x="327276" y="91604"/>
                  <a:pt x="327122" y="95832"/>
                </a:cubicBezTo>
                <a:lnTo>
                  <a:pt x="383399" y="95832"/>
                </a:lnTo>
                <a:close/>
                <a:moveTo>
                  <a:pt x="521345" y="157876"/>
                </a:moveTo>
                <a:cubicBezTo>
                  <a:pt x="521345" y="158491"/>
                  <a:pt x="521191" y="159010"/>
                  <a:pt x="520883" y="159433"/>
                </a:cubicBezTo>
                <a:cubicBezTo>
                  <a:pt x="520576" y="159855"/>
                  <a:pt x="520076" y="160221"/>
                  <a:pt x="519384" y="160528"/>
                </a:cubicBezTo>
                <a:cubicBezTo>
                  <a:pt x="518692" y="160836"/>
                  <a:pt x="517731" y="161066"/>
                  <a:pt x="516501" y="161220"/>
                </a:cubicBezTo>
                <a:cubicBezTo>
                  <a:pt x="515271" y="161374"/>
                  <a:pt x="513734" y="161451"/>
                  <a:pt x="511888" y="161451"/>
                </a:cubicBezTo>
                <a:cubicBezTo>
                  <a:pt x="509966" y="161451"/>
                  <a:pt x="508390" y="161374"/>
                  <a:pt x="507160" y="161220"/>
                </a:cubicBezTo>
                <a:cubicBezTo>
                  <a:pt x="505930" y="161066"/>
                  <a:pt x="504969" y="160836"/>
                  <a:pt x="504277" y="160528"/>
                </a:cubicBezTo>
                <a:cubicBezTo>
                  <a:pt x="503585" y="160221"/>
                  <a:pt x="503085" y="159855"/>
                  <a:pt x="502778" y="159433"/>
                </a:cubicBezTo>
                <a:cubicBezTo>
                  <a:pt x="502470" y="159010"/>
                  <a:pt x="502317" y="158491"/>
                  <a:pt x="502317" y="157876"/>
                </a:cubicBezTo>
                <a:lnTo>
                  <a:pt x="502317" y="97101"/>
                </a:lnTo>
                <a:cubicBezTo>
                  <a:pt x="502317" y="91181"/>
                  <a:pt x="501855" y="86415"/>
                  <a:pt x="500933" y="82801"/>
                </a:cubicBezTo>
                <a:cubicBezTo>
                  <a:pt x="500010" y="79188"/>
                  <a:pt x="498665" y="76074"/>
                  <a:pt x="496897" y="73460"/>
                </a:cubicBezTo>
                <a:cubicBezTo>
                  <a:pt x="495128" y="70846"/>
                  <a:pt x="492841" y="68847"/>
                  <a:pt x="490035" y="67463"/>
                </a:cubicBezTo>
                <a:cubicBezTo>
                  <a:pt x="487229" y="66079"/>
                  <a:pt x="483980" y="65388"/>
                  <a:pt x="480290" y="65388"/>
                </a:cubicBezTo>
                <a:cubicBezTo>
                  <a:pt x="475524" y="65388"/>
                  <a:pt x="470757" y="67079"/>
                  <a:pt x="465990" y="70462"/>
                </a:cubicBezTo>
                <a:cubicBezTo>
                  <a:pt x="461224" y="73844"/>
                  <a:pt x="456226" y="78803"/>
                  <a:pt x="450998" y="85338"/>
                </a:cubicBezTo>
                <a:lnTo>
                  <a:pt x="450998" y="157876"/>
                </a:lnTo>
                <a:cubicBezTo>
                  <a:pt x="450998" y="158491"/>
                  <a:pt x="450845" y="159010"/>
                  <a:pt x="450537" y="159433"/>
                </a:cubicBezTo>
                <a:cubicBezTo>
                  <a:pt x="450230" y="159855"/>
                  <a:pt x="449730" y="160221"/>
                  <a:pt x="449038" y="160528"/>
                </a:cubicBezTo>
                <a:cubicBezTo>
                  <a:pt x="448346" y="160836"/>
                  <a:pt x="447385" y="161066"/>
                  <a:pt x="446155" y="161220"/>
                </a:cubicBezTo>
                <a:cubicBezTo>
                  <a:pt x="444925" y="161374"/>
                  <a:pt x="443349" y="161451"/>
                  <a:pt x="441427" y="161451"/>
                </a:cubicBezTo>
                <a:cubicBezTo>
                  <a:pt x="439582" y="161451"/>
                  <a:pt x="438044" y="161374"/>
                  <a:pt x="436814" y="161220"/>
                </a:cubicBezTo>
                <a:cubicBezTo>
                  <a:pt x="435584" y="161066"/>
                  <a:pt x="434603" y="160836"/>
                  <a:pt x="433873" y="160528"/>
                </a:cubicBezTo>
                <a:cubicBezTo>
                  <a:pt x="433143" y="160221"/>
                  <a:pt x="432643" y="159855"/>
                  <a:pt x="432374" y="159433"/>
                </a:cubicBezTo>
                <a:cubicBezTo>
                  <a:pt x="432105" y="159010"/>
                  <a:pt x="431970" y="158491"/>
                  <a:pt x="431970" y="157876"/>
                </a:cubicBezTo>
                <a:lnTo>
                  <a:pt x="431970" y="54086"/>
                </a:lnTo>
                <a:cubicBezTo>
                  <a:pt x="431970" y="53471"/>
                  <a:pt x="432086" y="52952"/>
                  <a:pt x="432316" y="52529"/>
                </a:cubicBezTo>
                <a:cubicBezTo>
                  <a:pt x="432547" y="52106"/>
                  <a:pt x="433008" y="51722"/>
                  <a:pt x="433700" y="51376"/>
                </a:cubicBezTo>
                <a:cubicBezTo>
                  <a:pt x="434392" y="51030"/>
                  <a:pt x="435276" y="50799"/>
                  <a:pt x="436353" y="50684"/>
                </a:cubicBezTo>
                <a:cubicBezTo>
                  <a:pt x="437429" y="50569"/>
                  <a:pt x="438851" y="50511"/>
                  <a:pt x="440619" y="50511"/>
                </a:cubicBezTo>
                <a:cubicBezTo>
                  <a:pt x="442311" y="50511"/>
                  <a:pt x="443714" y="50569"/>
                  <a:pt x="444829" y="50684"/>
                </a:cubicBezTo>
                <a:cubicBezTo>
                  <a:pt x="445943" y="50799"/>
                  <a:pt x="446808" y="51030"/>
                  <a:pt x="447423" y="51376"/>
                </a:cubicBezTo>
                <a:cubicBezTo>
                  <a:pt x="448038" y="51722"/>
                  <a:pt x="448481" y="52106"/>
                  <a:pt x="448750" y="52529"/>
                </a:cubicBezTo>
                <a:cubicBezTo>
                  <a:pt x="449019" y="52952"/>
                  <a:pt x="449153" y="53471"/>
                  <a:pt x="449153" y="54086"/>
                </a:cubicBezTo>
                <a:lnTo>
                  <a:pt x="449153" y="67809"/>
                </a:lnTo>
                <a:cubicBezTo>
                  <a:pt x="454996" y="61274"/>
                  <a:pt x="460820" y="56489"/>
                  <a:pt x="466625" y="53452"/>
                </a:cubicBezTo>
                <a:cubicBezTo>
                  <a:pt x="472429" y="50415"/>
                  <a:pt x="478291" y="48896"/>
                  <a:pt x="484211" y="48896"/>
                </a:cubicBezTo>
                <a:cubicBezTo>
                  <a:pt x="491130" y="48896"/>
                  <a:pt x="496954" y="50069"/>
                  <a:pt x="501682" y="52414"/>
                </a:cubicBezTo>
                <a:cubicBezTo>
                  <a:pt x="506411" y="54759"/>
                  <a:pt x="510235" y="57892"/>
                  <a:pt x="513157" y="61813"/>
                </a:cubicBezTo>
                <a:cubicBezTo>
                  <a:pt x="516078" y="65733"/>
                  <a:pt x="518173" y="70327"/>
                  <a:pt x="519442" y="75594"/>
                </a:cubicBezTo>
                <a:cubicBezTo>
                  <a:pt x="520711" y="80860"/>
                  <a:pt x="521345" y="87183"/>
                  <a:pt x="521345" y="94564"/>
                </a:cubicBezTo>
                <a:lnTo>
                  <a:pt x="521345" y="157876"/>
                </a:lnTo>
                <a:close/>
                <a:moveTo>
                  <a:pt x="621735" y="129705"/>
                </a:moveTo>
                <a:cubicBezTo>
                  <a:pt x="621735" y="135014"/>
                  <a:pt x="620755" y="139747"/>
                  <a:pt x="618795" y="143904"/>
                </a:cubicBezTo>
                <a:cubicBezTo>
                  <a:pt x="616834" y="148058"/>
                  <a:pt x="614047" y="151559"/>
                  <a:pt x="610434" y="154409"/>
                </a:cubicBezTo>
                <a:cubicBezTo>
                  <a:pt x="606820" y="157256"/>
                  <a:pt x="602515" y="159410"/>
                  <a:pt x="597518" y="160870"/>
                </a:cubicBezTo>
                <a:cubicBezTo>
                  <a:pt x="592520" y="162334"/>
                  <a:pt x="587023" y="163065"/>
                  <a:pt x="581027" y="163065"/>
                </a:cubicBezTo>
                <a:cubicBezTo>
                  <a:pt x="577336" y="163065"/>
                  <a:pt x="573819" y="162777"/>
                  <a:pt x="570475" y="162200"/>
                </a:cubicBezTo>
                <a:cubicBezTo>
                  <a:pt x="567130" y="161624"/>
                  <a:pt x="564132" y="160893"/>
                  <a:pt x="561480" y="160009"/>
                </a:cubicBezTo>
                <a:cubicBezTo>
                  <a:pt x="558827" y="159125"/>
                  <a:pt x="556578" y="158202"/>
                  <a:pt x="554733" y="157241"/>
                </a:cubicBezTo>
                <a:cubicBezTo>
                  <a:pt x="552888" y="156280"/>
                  <a:pt x="551543" y="155415"/>
                  <a:pt x="550697" y="154647"/>
                </a:cubicBezTo>
                <a:cubicBezTo>
                  <a:pt x="549851" y="153878"/>
                  <a:pt x="549236" y="152802"/>
                  <a:pt x="548852" y="151418"/>
                </a:cubicBezTo>
                <a:cubicBezTo>
                  <a:pt x="548467" y="150034"/>
                  <a:pt x="548275" y="148150"/>
                  <a:pt x="548275" y="145767"/>
                </a:cubicBezTo>
                <a:cubicBezTo>
                  <a:pt x="548275" y="144306"/>
                  <a:pt x="548352" y="143076"/>
                  <a:pt x="548506" y="142077"/>
                </a:cubicBezTo>
                <a:cubicBezTo>
                  <a:pt x="548660" y="141077"/>
                  <a:pt x="548852" y="140270"/>
                  <a:pt x="549083" y="139655"/>
                </a:cubicBezTo>
                <a:cubicBezTo>
                  <a:pt x="549313" y="139040"/>
                  <a:pt x="549640" y="138598"/>
                  <a:pt x="550063" y="138329"/>
                </a:cubicBezTo>
                <a:cubicBezTo>
                  <a:pt x="550486" y="138060"/>
                  <a:pt x="550966" y="137925"/>
                  <a:pt x="551504" y="137925"/>
                </a:cubicBezTo>
                <a:cubicBezTo>
                  <a:pt x="552350" y="137925"/>
                  <a:pt x="553599" y="138444"/>
                  <a:pt x="555252" y="139482"/>
                </a:cubicBezTo>
                <a:cubicBezTo>
                  <a:pt x="556905" y="140520"/>
                  <a:pt x="558943" y="141654"/>
                  <a:pt x="561364" y="142884"/>
                </a:cubicBezTo>
                <a:cubicBezTo>
                  <a:pt x="563786" y="144114"/>
                  <a:pt x="566650" y="145248"/>
                  <a:pt x="569956" y="146286"/>
                </a:cubicBezTo>
                <a:cubicBezTo>
                  <a:pt x="573262" y="147324"/>
                  <a:pt x="577067" y="147843"/>
                  <a:pt x="581373" y="147843"/>
                </a:cubicBezTo>
                <a:cubicBezTo>
                  <a:pt x="584602" y="147843"/>
                  <a:pt x="587523" y="147497"/>
                  <a:pt x="590137" y="146805"/>
                </a:cubicBezTo>
                <a:cubicBezTo>
                  <a:pt x="592751" y="146110"/>
                  <a:pt x="595019" y="145089"/>
                  <a:pt x="596941" y="143742"/>
                </a:cubicBezTo>
                <a:cubicBezTo>
                  <a:pt x="598863" y="142394"/>
                  <a:pt x="600343" y="140679"/>
                  <a:pt x="601381" y="138599"/>
                </a:cubicBezTo>
                <a:cubicBezTo>
                  <a:pt x="602419" y="136518"/>
                  <a:pt x="602938" y="134053"/>
                  <a:pt x="602938" y="131204"/>
                </a:cubicBezTo>
                <a:cubicBezTo>
                  <a:pt x="602938" y="128280"/>
                  <a:pt x="602188" y="125817"/>
                  <a:pt x="600689" y="123816"/>
                </a:cubicBezTo>
                <a:cubicBezTo>
                  <a:pt x="599190" y="121815"/>
                  <a:pt x="597210" y="120045"/>
                  <a:pt x="594750" y="118508"/>
                </a:cubicBezTo>
                <a:cubicBezTo>
                  <a:pt x="592290" y="116968"/>
                  <a:pt x="589522" y="115602"/>
                  <a:pt x="586447" y="114410"/>
                </a:cubicBezTo>
                <a:cubicBezTo>
                  <a:pt x="583372" y="113216"/>
                  <a:pt x="580200" y="111966"/>
                  <a:pt x="576933" y="110659"/>
                </a:cubicBezTo>
                <a:cubicBezTo>
                  <a:pt x="573665" y="109349"/>
                  <a:pt x="570475" y="107867"/>
                  <a:pt x="567361" y="106211"/>
                </a:cubicBezTo>
                <a:cubicBezTo>
                  <a:pt x="564247" y="104556"/>
                  <a:pt x="561460" y="102536"/>
                  <a:pt x="559000" y="100150"/>
                </a:cubicBezTo>
                <a:cubicBezTo>
                  <a:pt x="556540" y="97764"/>
                  <a:pt x="554560" y="94917"/>
                  <a:pt x="553061" y="91609"/>
                </a:cubicBezTo>
                <a:cubicBezTo>
                  <a:pt x="551562" y="88301"/>
                  <a:pt x="550812" y="84338"/>
                  <a:pt x="550812" y="79720"/>
                </a:cubicBezTo>
                <a:cubicBezTo>
                  <a:pt x="550812" y="75640"/>
                  <a:pt x="551600" y="71735"/>
                  <a:pt x="553176" y="68004"/>
                </a:cubicBezTo>
                <a:cubicBezTo>
                  <a:pt x="554753" y="64270"/>
                  <a:pt x="557117" y="60999"/>
                  <a:pt x="560269" y="58191"/>
                </a:cubicBezTo>
                <a:cubicBezTo>
                  <a:pt x="563421" y="55380"/>
                  <a:pt x="567361" y="53129"/>
                  <a:pt x="572089" y="51437"/>
                </a:cubicBezTo>
                <a:cubicBezTo>
                  <a:pt x="576817" y="49743"/>
                  <a:pt x="582334" y="48896"/>
                  <a:pt x="588638" y="48896"/>
                </a:cubicBezTo>
                <a:cubicBezTo>
                  <a:pt x="591406" y="48896"/>
                  <a:pt x="594173" y="49131"/>
                  <a:pt x="596941" y="49599"/>
                </a:cubicBezTo>
                <a:cubicBezTo>
                  <a:pt x="599709" y="50068"/>
                  <a:pt x="602207" y="50653"/>
                  <a:pt x="604437" y="51354"/>
                </a:cubicBezTo>
                <a:cubicBezTo>
                  <a:pt x="606667" y="52056"/>
                  <a:pt x="608569" y="52816"/>
                  <a:pt x="610145" y="53635"/>
                </a:cubicBezTo>
                <a:cubicBezTo>
                  <a:pt x="611722" y="54455"/>
                  <a:pt x="612913" y="55177"/>
                  <a:pt x="613720" y="55801"/>
                </a:cubicBezTo>
                <a:cubicBezTo>
                  <a:pt x="614528" y="56426"/>
                  <a:pt x="615066" y="56969"/>
                  <a:pt x="615335" y="57430"/>
                </a:cubicBezTo>
                <a:cubicBezTo>
                  <a:pt x="615604" y="57892"/>
                  <a:pt x="615796" y="58411"/>
                  <a:pt x="615912" y="58987"/>
                </a:cubicBezTo>
                <a:cubicBezTo>
                  <a:pt x="616027" y="59564"/>
                  <a:pt x="616142" y="60275"/>
                  <a:pt x="616258" y="61121"/>
                </a:cubicBezTo>
                <a:cubicBezTo>
                  <a:pt x="616373" y="61966"/>
                  <a:pt x="616431" y="63004"/>
                  <a:pt x="616431" y="64234"/>
                </a:cubicBezTo>
                <a:cubicBezTo>
                  <a:pt x="616431" y="65541"/>
                  <a:pt x="616373" y="66675"/>
                  <a:pt x="616258" y="67636"/>
                </a:cubicBezTo>
                <a:cubicBezTo>
                  <a:pt x="616142" y="68597"/>
                  <a:pt x="615950" y="69385"/>
                  <a:pt x="615681" y="70000"/>
                </a:cubicBezTo>
                <a:cubicBezTo>
                  <a:pt x="615412" y="70615"/>
                  <a:pt x="615085" y="71058"/>
                  <a:pt x="614701" y="71327"/>
                </a:cubicBezTo>
                <a:cubicBezTo>
                  <a:pt x="614316" y="71596"/>
                  <a:pt x="613893" y="71730"/>
                  <a:pt x="613432" y="71730"/>
                </a:cubicBezTo>
                <a:cubicBezTo>
                  <a:pt x="612740" y="71730"/>
                  <a:pt x="611741" y="71301"/>
                  <a:pt x="610434" y="70444"/>
                </a:cubicBezTo>
                <a:cubicBezTo>
                  <a:pt x="609127" y="69586"/>
                  <a:pt x="607435" y="68669"/>
                  <a:pt x="605360" y="67694"/>
                </a:cubicBezTo>
                <a:cubicBezTo>
                  <a:pt x="603284" y="66719"/>
                  <a:pt x="600843" y="65802"/>
                  <a:pt x="598037" y="64944"/>
                </a:cubicBezTo>
                <a:cubicBezTo>
                  <a:pt x="595231" y="64087"/>
                  <a:pt x="592021" y="63658"/>
                  <a:pt x="588407" y="63658"/>
                </a:cubicBezTo>
                <a:cubicBezTo>
                  <a:pt x="585178" y="63658"/>
                  <a:pt x="582334" y="64024"/>
                  <a:pt x="579873" y="64757"/>
                </a:cubicBezTo>
                <a:cubicBezTo>
                  <a:pt x="577413" y="65487"/>
                  <a:pt x="575395" y="66526"/>
                  <a:pt x="573819" y="67874"/>
                </a:cubicBezTo>
                <a:cubicBezTo>
                  <a:pt x="572243" y="69222"/>
                  <a:pt x="571051" y="70821"/>
                  <a:pt x="570244" y="72671"/>
                </a:cubicBezTo>
                <a:cubicBezTo>
                  <a:pt x="569437" y="74518"/>
                  <a:pt x="569033" y="76521"/>
                  <a:pt x="569033" y="78678"/>
                </a:cubicBezTo>
                <a:cubicBezTo>
                  <a:pt x="569033" y="81679"/>
                  <a:pt x="569802" y="84199"/>
                  <a:pt x="571340" y="86239"/>
                </a:cubicBezTo>
                <a:cubicBezTo>
                  <a:pt x="572877" y="88279"/>
                  <a:pt x="574876" y="90069"/>
                  <a:pt x="577336" y="91609"/>
                </a:cubicBezTo>
                <a:cubicBezTo>
                  <a:pt x="579797" y="93146"/>
                  <a:pt x="582603" y="94532"/>
                  <a:pt x="585755" y="95764"/>
                </a:cubicBezTo>
                <a:cubicBezTo>
                  <a:pt x="588907" y="96994"/>
                  <a:pt x="592117" y="98264"/>
                  <a:pt x="595384" y="99573"/>
                </a:cubicBezTo>
                <a:cubicBezTo>
                  <a:pt x="598652" y="100880"/>
                  <a:pt x="601881" y="102342"/>
                  <a:pt x="605071" y="103959"/>
                </a:cubicBezTo>
                <a:cubicBezTo>
                  <a:pt x="608262" y="105576"/>
                  <a:pt x="611087" y="107539"/>
                  <a:pt x="613547" y="109848"/>
                </a:cubicBezTo>
                <a:cubicBezTo>
                  <a:pt x="616008" y="112157"/>
                  <a:pt x="617987" y="114928"/>
                  <a:pt x="619487" y="118162"/>
                </a:cubicBezTo>
                <a:cubicBezTo>
                  <a:pt x="620986" y="121393"/>
                  <a:pt x="621735" y="125241"/>
                  <a:pt x="621735" y="129705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60">
            <a:extLst xmlns:a="http://schemas.openxmlformats.org/drawingml/2006/main">
              <a:ext uri="{FF2B5EF4-FFF2-40B4-BE49-F238E27FC236}">
                <a16:creationId xmlns:a16="http://schemas.microsoft.com/office/drawing/2014/main" id="{31D94C5A-89AB-4EF1-9A3D-F362AEC2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609" y="3414272"/>
            <a:ext cx="348057" cy="240741"/>
          </a:xfrm>
          <a:custGeom xmlns:a="http://schemas.openxmlformats.org/drawingml/2006/main">
            <a:pathLst>
              <a:path w="348057" h="240741">
                <a:moveTo>
                  <a:pt x="160016" y="159119"/>
                </a:moveTo>
                <a:cubicBezTo>
                  <a:pt x="160016" y="170839"/>
                  <a:pt x="158222" y="181692"/>
                  <a:pt x="154634" y="191678"/>
                </a:cubicBezTo>
                <a:cubicBezTo>
                  <a:pt x="151046" y="201664"/>
                  <a:pt x="145784" y="210275"/>
                  <a:pt x="138848" y="217510"/>
                </a:cubicBezTo>
                <a:cubicBezTo>
                  <a:pt x="131911" y="224745"/>
                  <a:pt x="123360" y="230426"/>
                  <a:pt x="113195" y="234552"/>
                </a:cubicBezTo>
                <a:cubicBezTo>
                  <a:pt x="103029" y="238678"/>
                  <a:pt x="91309" y="240741"/>
                  <a:pt x="78035" y="240741"/>
                </a:cubicBezTo>
                <a:cubicBezTo>
                  <a:pt x="67271" y="240741"/>
                  <a:pt x="57883" y="239513"/>
                  <a:pt x="49870" y="237058"/>
                </a:cubicBezTo>
                <a:cubicBezTo>
                  <a:pt x="41858" y="234606"/>
                  <a:pt x="34921" y="231076"/>
                  <a:pt x="29061" y="226468"/>
                </a:cubicBezTo>
                <a:cubicBezTo>
                  <a:pt x="23201" y="221860"/>
                  <a:pt x="18417" y="216265"/>
                  <a:pt x="14710" y="209684"/>
                </a:cubicBezTo>
                <a:cubicBezTo>
                  <a:pt x="11003" y="203103"/>
                  <a:pt x="8043" y="195682"/>
                  <a:pt x="5830" y="187423"/>
                </a:cubicBezTo>
                <a:cubicBezTo>
                  <a:pt x="3618" y="179164"/>
                  <a:pt x="2093" y="170187"/>
                  <a:pt x="1256" y="160492"/>
                </a:cubicBezTo>
                <a:cubicBezTo>
                  <a:pt x="419" y="150798"/>
                  <a:pt x="0" y="140505"/>
                  <a:pt x="0" y="129615"/>
                </a:cubicBezTo>
                <a:cubicBezTo>
                  <a:pt x="0" y="120518"/>
                  <a:pt x="448" y="111003"/>
                  <a:pt x="1345" y="101069"/>
                </a:cubicBezTo>
                <a:cubicBezTo>
                  <a:pt x="2242" y="91136"/>
                  <a:pt x="3976" y="81383"/>
                  <a:pt x="6548" y="71812"/>
                </a:cubicBezTo>
                <a:cubicBezTo>
                  <a:pt x="9119" y="62237"/>
                  <a:pt x="12737" y="53111"/>
                  <a:pt x="17401" y="44433"/>
                </a:cubicBezTo>
                <a:cubicBezTo>
                  <a:pt x="22065" y="35755"/>
                  <a:pt x="28074" y="28155"/>
                  <a:pt x="35429" y="21633"/>
                </a:cubicBezTo>
                <a:cubicBezTo>
                  <a:pt x="42784" y="15112"/>
                  <a:pt x="51694" y="9936"/>
                  <a:pt x="62159" y="6105"/>
                </a:cubicBezTo>
                <a:cubicBezTo>
                  <a:pt x="72623" y="2274"/>
                  <a:pt x="85031" y="359"/>
                  <a:pt x="99382" y="359"/>
                </a:cubicBezTo>
                <a:cubicBezTo>
                  <a:pt x="103926" y="359"/>
                  <a:pt x="108501" y="630"/>
                  <a:pt x="113105" y="1172"/>
                </a:cubicBezTo>
                <a:cubicBezTo>
                  <a:pt x="117710" y="1710"/>
                  <a:pt x="121985" y="2401"/>
                  <a:pt x="125932" y="3246"/>
                </a:cubicBezTo>
                <a:cubicBezTo>
                  <a:pt x="129878" y="4087"/>
                  <a:pt x="133227" y="5049"/>
                  <a:pt x="135977" y="6133"/>
                </a:cubicBezTo>
                <a:cubicBezTo>
                  <a:pt x="138728" y="7213"/>
                  <a:pt x="140552" y="8144"/>
                  <a:pt x="141449" y="8925"/>
                </a:cubicBezTo>
                <a:cubicBezTo>
                  <a:pt x="142346" y="9706"/>
                  <a:pt x="143033" y="10577"/>
                  <a:pt x="143512" y="11537"/>
                </a:cubicBezTo>
                <a:cubicBezTo>
                  <a:pt x="143990" y="12497"/>
                  <a:pt x="144379" y="13550"/>
                  <a:pt x="144678" y="14693"/>
                </a:cubicBezTo>
                <a:cubicBezTo>
                  <a:pt x="144977" y="15833"/>
                  <a:pt x="145186" y="17246"/>
                  <a:pt x="145306" y="18931"/>
                </a:cubicBezTo>
                <a:cubicBezTo>
                  <a:pt x="145425" y="20613"/>
                  <a:pt x="145485" y="22655"/>
                  <a:pt x="145485" y="25058"/>
                </a:cubicBezTo>
                <a:cubicBezTo>
                  <a:pt x="145485" y="28785"/>
                  <a:pt x="145395" y="31879"/>
                  <a:pt x="145216" y="34342"/>
                </a:cubicBezTo>
                <a:cubicBezTo>
                  <a:pt x="145037" y="36801"/>
                  <a:pt x="144708" y="38718"/>
                  <a:pt x="144229" y="40094"/>
                </a:cubicBezTo>
                <a:cubicBezTo>
                  <a:pt x="143751" y="41469"/>
                  <a:pt x="143093" y="42456"/>
                  <a:pt x="142256" y="43054"/>
                </a:cubicBezTo>
                <a:cubicBezTo>
                  <a:pt x="141419" y="43651"/>
                  <a:pt x="140402" y="43950"/>
                  <a:pt x="139206" y="43950"/>
                </a:cubicBezTo>
                <a:cubicBezTo>
                  <a:pt x="137771" y="43950"/>
                  <a:pt x="135918" y="43562"/>
                  <a:pt x="133645" y="42784"/>
                </a:cubicBezTo>
                <a:cubicBezTo>
                  <a:pt x="131373" y="42007"/>
                  <a:pt x="128622" y="41140"/>
                  <a:pt x="125393" y="40183"/>
                </a:cubicBezTo>
                <a:cubicBezTo>
                  <a:pt x="122164" y="39227"/>
                  <a:pt x="118367" y="38389"/>
                  <a:pt x="114002" y="37672"/>
                </a:cubicBezTo>
                <a:cubicBezTo>
                  <a:pt x="109637" y="36954"/>
                  <a:pt x="104584" y="36596"/>
                  <a:pt x="98844" y="36596"/>
                </a:cubicBezTo>
                <a:cubicBezTo>
                  <a:pt x="89157" y="36596"/>
                  <a:pt x="80965" y="38389"/>
                  <a:pt x="74267" y="41977"/>
                </a:cubicBezTo>
                <a:cubicBezTo>
                  <a:pt x="67570" y="45565"/>
                  <a:pt x="62129" y="50438"/>
                  <a:pt x="57943" y="56597"/>
                </a:cubicBezTo>
                <a:cubicBezTo>
                  <a:pt x="53757" y="62756"/>
                  <a:pt x="50707" y="69902"/>
                  <a:pt x="48794" y="78035"/>
                </a:cubicBezTo>
                <a:cubicBezTo>
                  <a:pt x="46881" y="86167"/>
                  <a:pt x="45864" y="94778"/>
                  <a:pt x="45744" y="103867"/>
                </a:cubicBezTo>
                <a:cubicBezTo>
                  <a:pt x="48375" y="102192"/>
                  <a:pt x="51395" y="100518"/>
                  <a:pt x="54804" y="98844"/>
                </a:cubicBezTo>
                <a:cubicBezTo>
                  <a:pt x="58212" y="97169"/>
                  <a:pt x="61919" y="95734"/>
                  <a:pt x="65926" y="94538"/>
                </a:cubicBezTo>
                <a:cubicBezTo>
                  <a:pt x="69932" y="93342"/>
                  <a:pt x="74267" y="92356"/>
                  <a:pt x="78931" y="91578"/>
                </a:cubicBezTo>
                <a:cubicBezTo>
                  <a:pt x="83596" y="90801"/>
                  <a:pt x="88559" y="90412"/>
                  <a:pt x="93821" y="90412"/>
                </a:cubicBezTo>
                <a:cubicBezTo>
                  <a:pt x="105541" y="90412"/>
                  <a:pt x="115587" y="92027"/>
                  <a:pt x="123958" y="95256"/>
                </a:cubicBezTo>
                <a:cubicBezTo>
                  <a:pt x="132330" y="98485"/>
                  <a:pt x="139176" y="103089"/>
                  <a:pt x="144498" y="109069"/>
                </a:cubicBezTo>
                <a:cubicBezTo>
                  <a:pt x="149820" y="115049"/>
                  <a:pt x="153737" y="122284"/>
                  <a:pt x="156248" y="130775"/>
                </a:cubicBezTo>
                <a:cubicBezTo>
                  <a:pt x="158760" y="139266"/>
                  <a:pt x="160016" y="148714"/>
                  <a:pt x="160016" y="159119"/>
                </a:cubicBezTo>
                <a:moveTo>
                  <a:pt x="113733" y="163603"/>
                </a:moveTo>
                <a:cubicBezTo>
                  <a:pt x="113733" y="157504"/>
                  <a:pt x="113195" y="152152"/>
                  <a:pt x="112119" y="147548"/>
                </a:cubicBezTo>
                <a:cubicBezTo>
                  <a:pt x="111042" y="142944"/>
                  <a:pt x="109308" y="139057"/>
                  <a:pt x="106916" y="135888"/>
                </a:cubicBezTo>
                <a:cubicBezTo>
                  <a:pt x="104524" y="132718"/>
                  <a:pt x="101355" y="130327"/>
                  <a:pt x="97409" y="128712"/>
                </a:cubicBezTo>
                <a:cubicBezTo>
                  <a:pt x="93462" y="127098"/>
                  <a:pt x="88678" y="126290"/>
                  <a:pt x="83057" y="126290"/>
                </a:cubicBezTo>
                <a:cubicBezTo>
                  <a:pt x="79709" y="126290"/>
                  <a:pt x="76420" y="126589"/>
                  <a:pt x="73191" y="127187"/>
                </a:cubicBezTo>
                <a:cubicBezTo>
                  <a:pt x="69962" y="127785"/>
                  <a:pt x="66793" y="128622"/>
                  <a:pt x="63683" y="129699"/>
                </a:cubicBezTo>
                <a:cubicBezTo>
                  <a:pt x="60574" y="130775"/>
                  <a:pt x="57584" y="132061"/>
                  <a:pt x="54714" y="133556"/>
                </a:cubicBezTo>
                <a:cubicBezTo>
                  <a:pt x="51844" y="135051"/>
                  <a:pt x="49153" y="136635"/>
                  <a:pt x="46641" y="138309"/>
                </a:cubicBezTo>
                <a:cubicBezTo>
                  <a:pt x="46641" y="151106"/>
                  <a:pt x="47359" y="161780"/>
                  <a:pt x="48794" y="170330"/>
                </a:cubicBezTo>
                <a:cubicBezTo>
                  <a:pt x="50229" y="178881"/>
                  <a:pt x="52352" y="185668"/>
                  <a:pt x="55162" y="190691"/>
                </a:cubicBezTo>
                <a:cubicBezTo>
                  <a:pt x="57973" y="195714"/>
                  <a:pt x="61501" y="199272"/>
                  <a:pt x="65746" y="201365"/>
                </a:cubicBezTo>
                <a:cubicBezTo>
                  <a:pt x="69992" y="203458"/>
                  <a:pt x="74925" y="204504"/>
                  <a:pt x="80546" y="204504"/>
                </a:cubicBezTo>
                <a:cubicBezTo>
                  <a:pt x="86047" y="204504"/>
                  <a:pt x="90861" y="203488"/>
                  <a:pt x="94987" y="201455"/>
                </a:cubicBezTo>
                <a:cubicBezTo>
                  <a:pt x="99113" y="199422"/>
                  <a:pt x="102551" y="196551"/>
                  <a:pt x="105302" y="192844"/>
                </a:cubicBezTo>
                <a:cubicBezTo>
                  <a:pt x="108052" y="189137"/>
                  <a:pt x="110145" y="184801"/>
                  <a:pt x="111580" y="179838"/>
                </a:cubicBezTo>
                <a:cubicBezTo>
                  <a:pt x="113015" y="174875"/>
                  <a:pt x="113733" y="169463"/>
                  <a:pt x="113733" y="163603"/>
                </a:cubicBezTo>
                <a:close/>
                <a:moveTo>
                  <a:pt x="348057" y="119474"/>
                </a:moveTo>
                <a:cubicBezTo>
                  <a:pt x="348057" y="138037"/>
                  <a:pt x="346562" y="154804"/>
                  <a:pt x="343572" y="169776"/>
                </a:cubicBezTo>
                <a:cubicBezTo>
                  <a:pt x="340582" y="184747"/>
                  <a:pt x="335709" y="197504"/>
                  <a:pt x="328952" y="208047"/>
                </a:cubicBezTo>
                <a:cubicBezTo>
                  <a:pt x="322195" y="218586"/>
                  <a:pt x="313405" y="226670"/>
                  <a:pt x="302581" y="232298"/>
                </a:cubicBezTo>
                <a:cubicBezTo>
                  <a:pt x="291758" y="237927"/>
                  <a:pt x="278513" y="240741"/>
                  <a:pt x="262847" y="240741"/>
                </a:cubicBezTo>
                <a:cubicBezTo>
                  <a:pt x="246941" y="240741"/>
                  <a:pt x="233785" y="238016"/>
                  <a:pt x="223381" y="232567"/>
                </a:cubicBezTo>
                <a:cubicBezTo>
                  <a:pt x="212976" y="227119"/>
                  <a:pt x="204724" y="219274"/>
                  <a:pt x="198625" y="209034"/>
                </a:cubicBezTo>
                <a:cubicBezTo>
                  <a:pt x="192526" y="198790"/>
                  <a:pt x="188250" y="186274"/>
                  <a:pt x="185799" y="171485"/>
                </a:cubicBezTo>
                <a:cubicBezTo>
                  <a:pt x="183347" y="156693"/>
                  <a:pt x="182121" y="139954"/>
                  <a:pt x="182121" y="121267"/>
                </a:cubicBezTo>
                <a:cubicBezTo>
                  <a:pt x="182121" y="102824"/>
                  <a:pt x="183646" y="86086"/>
                  <a:pt x="186696" y="71055"/>
                </a:cubicBezTo>
                <a:cubicBezTo>
                  <a:pt x="189745" y="56024"/>
                  <a:pt x="194649" y="43239"/>
                  <a:pt x="201406" y="32699"/>
                </a:cubicBezTo>
                <a:cubicBezTo>
                  <a:pt x="208163" y="22156"/>
                  <a:pt x="216953" y="14071"/>
                  <a:pt x="227776" y="8443"/>
                </a:cubicBezTo>
                <a:cubicBezTo>
                  <a:pt x="238599" y="2814"/>
                  <a:pt x="251784" y="0"/>
                  <a:pt x="267331" y="0"/>
                </a:cubicBezTo>
                <a:cubicBezTo>
                  <a:pt x="283237" y="0"/>
                  <a:pt x="296422" y="2724"/>
                  <a:pt x="306887" y="8173"/>
                </a:cubicBezTo>
                <a:cubicBezTo>
                  <a:pt x="317351" y="13622"/>
                  <a:pt x="325633" y="21469"/>
                  <a:pt x="331732" y="31713"/>
                </a:cubicBezTo>
                <a:cubicBezTo>
                  <a:pt x="337832" y="41953"/>
                  <a:pt x="342077" y="54469"/>
                  <a:pt x="344469" y="69261"/>
                </a:cubicBezTo>
                <a:cubicBezTo>
                  <a:pt x="346861" y="84050"/>
                  <a:pt x="348057" y="100787"/>
                  <a:pt x="348057" y="119474"/>
                </a:cubicBezTo>
                <a:moveTo>
                  <a:pt x="300518" y="121716"/>
                </a:moveTo>
                <a:cubicBezTo>
                  <a:pt x="300518" y="110702"/>
                  <a:pt x="300219" y="100976"/>
                  <a:pt x="299622" y="92537"/>
                </a:cubicBezTo>
                <a:cubicBezTo>
                  <a:pt x="299024" y="84095"/>
                  <a:pt x="298097" y="76762"/>
                  <a:pt x="296841" y="70539"/>
                </a:cubicBezTo>
                <a:cubicBezTo>
                  <a:pt x="295585" y="64313"/>
                  <a:pt x="294031" y="59045"/>
                  <a:pt x="292177" y="54736"/>
                </a:cubicBezTo>
                <a:cubicBezTo>
                  <a:pt x="290323" y="50423"/>
                  <a:pt x="288081" y="46981"/>
                  <a:pt x="285450" y="44410"/>
                </a:cubicBezTo>
                <a:cubicBezTo>
                  <a:pt x="282819" y="41835"/>
                  <a:pt x="279829" y="40010"/>
                  <a:pt x="276480" y="38933"/>
                </a:cubicBezTo>
                <a:cubicBezTo>
                  <a:pt x="273132" y="37853"/>
                  <a:pt x="269424" y="37313"/>
                  <a:pt x="265358" y="37313"/>
                </a:cubicBezTo>
                <a:cubicBezTo>
                  <a:pt x="258302" y="37313"/>
                  <a:pt x="252472" y="39019"/>
                  <a:pt x="247868" y="42431"/>
                </a:cubicBezTo>
                <a:cubicBezTo>
                  <a:pt x="243263" y="45843"/>
                  <a:pt x="239616" y="50962"/>
                  <a:pt x="236925" y="57786"/>
                </a:cubicBezTo>
                <a:cubicBezTo>
                  <a:pt x="234234" y="64610"/>
                  <a:pt x="232350" y="73111"/>
                  <a:pt x="231274" y="83287"/>
                </a:cubicBezTo>
                <a:cubicBezTo>
                  <a:pt x="230198" y="93464"/>
                  <a:pt x="229660" y="105317"/>
                  <a:pt x="229660" y="118846"/>
                </a:cubicBezTo>
                <a:cubicBezTo>
                  <a:pt x="229660" y="135368"/>
                  <a:pt x="230317" y="149047"/>
                  <a:pt x="231633" y="159881"/>
                </a:cubicBezTo>
                <a:cubicBezTo>
                  <a:pt x="232948" y="170715"/>
                  <a:pt x="235011" y="179335"/>
                  <a:pt x="237822" y="185741"/>
                </a:cubicBezTo>
                <a:cubicBezTo>
                  <a:pt x="240632" y="192147"/>
                  <a:pt x="244250" y="196637"/>
                  <a:pt x="248675" y="199212"/>
                </a:cubicBezTo>
                <a:cubicBezTo>
                  <a:pt x="253100" y="201783"/>
                  <a:pt x="258422" y="203069"/>
                  <a:pt x="264641" y="203069"/>
                </a:cubicBezTo>
                <a:cubicBezTo>
                  <a:pt x="269305" y="203069"/>
                  <a:pt x="273431" y="202322"/>
                  <a:pt x="277018" y="200827"/>
                </a:cubicBezTo>
                <a:cubicBezTo>
                  <a:pt x="280606" y="199328"/>
                  <a:pt x="283746" y="197082"/>
                  <a:pt x="286436" y="194088"/>
                </a:cubicBezTo>
                <a:cubicBezTo>
                  <a:pt x="289127" y="191095"/>
                  <a:pt x="291370" y="187324"/>
                  <a:pt x="293163" y="182776"/>
                </a:cubicBezTo>
                <a:cubicBezTo>
                  <a:pt x="294957" y="178227"/>
                  <a:pt x="296422" y="172960"/>
                  <a:pt x="297559" y="166973"/>
                </a:cubicBezTo>
                <a:cubicBezTo>
                  <a:pt x="298695" y="160985"/>
                  <a:pt x="299472" y="154221"/>
                  <a:pt x="299891" y="146679"/>
                </a:cubicBezTo>
                <a:cubicBezTo>
                  <a:pt x="300309" y="139137"/>
                  <a:pt x="300518" y="130816"/>
                  <a:pt x="300518" y="121716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tokens">
            <a:extLst xmlns:a="http://schemas.openxmlformats.org/drawingml/2006/main">
              <a:ext uri="{FF2B5EF4-FFF2-40B4-BE49-F238E27FC236}">
                <a16:creationId xmlns:a16="http://schemas.microsoft.com/office/drawing/2014/main" id="{2891DAAD-64F7-45A0-B786-89430464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420" y="3489949"/>
            <a:ext cx="621735" cy="163065"/>
          </a:xfrm>
          <a:custGeom xmlns:a="http://schemas.openxmlformats.org/drawingml/2006/main">
            <a:pathLst>
              <a:path w="621735" h="163065">
                <a:moveTo>
                  <a:pt x="67809" y="150380"/>
                </a:moveTo>
                <a:cubicBezTo>
                  <a:pt x="67809" y="152609"/>
                  <a:pt x="67656" y="154378"/>
                  <a:pt x="67348" y="155685"/>
                </a:cubicBezTo>
                <a:cubicBezTo>
                  <a:pt x="67040" y="156992"/>
                  <a:pt x="66579" y="157953"/>
                  <a:pt x="65964" y="158568"/>
                </a:cubicBezTo>
                <a:cubicBezTo>
                  <a:pt x="65349" y="159183"/>
                  <a:pt x="64427" y="159759"/>
                  <a:pt x="63196" y="160297"/>
                </a:cubicBezTo>
                <a:cubicBezTo>
                  <a:pt x="61966" y="160836"/>
                  <a:pt x="60563" y="161278"/>
                  <a:pt x="58987" y="161624"/>
                </a:cubicBezTo>
                <a:cubicBezTo>
                  <a:pt x="57411" y="161970"/>
                  <a:pt x="55739" y="162258"/>
                  <a:pt x="53971" y="162489"/>
                </a:cubicBezTo>
                <a:cubicBezTo>
                  <a:pt x="52202" y="162719"/>
                  <a:pt x="50434" y="162835"/>
                  <a:pt x="48666" y="162835"/>
                </a:cubicBezTo>
                <a:cubicBezTo>
                  <a:pt x="43284" y="162835"/>
                  <a:pt x="38671" y="162122"/>
                  <a:pt x="34827" y="160697"/>
                </a:cubicBezTo>
                <a:cubicBezTo>
                  <a:pt x="30983" y="159270"/>
                  <a:pt x="27831" y="157112"/>
                  <a:pt x="25371" y="154221"/>
                </a:cubicBezTo>
                <a:cubicBezTo>
                  <a:pt x="22911" y="151331"/>
                  <a:pt x="21123" y="147671"/>
                  <a:pt x="20008" y="143241"/>
                </a:cubicBezTo>
                <a:cubicBezTo>
                  <a:pt x="18894" y="138810"/>
                  <a:pt x="18336" y="133590"/>
                  <a:pt x="18336" y="127578"/>
                </a:cubicBezTo>
                <a:lnTo>
                  <a:pt x="18336" y="66771"/>
                </a:lnTo>
                <a:lnTo>
                  <a:pt x="3806" y="66771"/>
                </a:lnTo>
                <a:cubicBezTo>
                  <a:pt x="2652" y="66771"/>
                  <a:pt x="1730" y="66156"/>
                  <a:pt x="1038" y="64926"/>
                </a:cubicBezTo>
                <a:cubicBezTo>
                  <a:pt x="346" y="63696"/>
                  <a:pt x="0" y="61697"/>
                  <a:pt x="0" y="58929"/>
                </a:cubicBezTo>
                <a:cubicBezTo>
                  <a:pt x="0" y="57469"/>
                  <a:pt x="96" y="56239"/>
                  <a:pt x="288" y="55239"/>
                </a:cubicBezTo>
                <a:cubicBezTo>
                  <a:pt x="481" y="54240"/>
                  <a:pt x="730" y="53413"/>
                  <a:pt x="1038" y="52760"/>
                </a:cubicBezTo>
                <a:cubicBezTo>
                  <a:pt x="1345" y="52106"/>
                  <a:pt x="1749" y="51645"/>
                  <a:pt x="2249" y="51376"/>
                </a:cubicBezTo>
                <a:cubicBezTo>
                  <a:pt x="2749" y="51107"/>
                  <a:pt x="3306" y="50972"/>
                  <a:pt x="3921" y="50972"/>
                </a:cubicBezTo>
                <a:lnTo>
                  <a:pt x="18336" y="50972"/>
                </a:lnTo>
                <a:lnTo>
                  <a:pt x="18336" y="26293"/>
                </a:lnTo>
                <a:cubicBezTo>
                  <a:pt x="18336" y="25755"/>
                  <a:pt x="18471" y="25255"/>
                  <a:pt x="18740" y="24794"/>
                </a:cubicBezTo>
                <a:cubicBezTo>
                  <a:pt x="19009" y="24333"/>
                  <a:pt x="19509" y="23929"/>
                  <a:pt x="20239" y="23583"/>
                </a:cubicBezTo>
                <a:cubicBezTo>
                  <a:pt x="20969" y="23237"/>
                  <a:pt x="21950" y="22988"/>
                  <a:pt x="23180" y="22834"/>
                </a:cubicBezTo>
                <a:cubicBezTo>
                  <a:pt x="24410" y="22680"/>
                  <a:pt x="25947" y="22603"/>
                  <a:pt x="27793" y="22603"/>
                </a:cubicBezTo>
                <a:cubicBezTo>
                  <a:pt x="29715" y="22603"/>
                  <a:pt x="31291" y="22680"/>
                  <a:pt x="32521" y="22834"/>
                </a:cubicBezTo>
                <a:cubicBezTo>
                  <a:pt x="33751" y="22988"/>
                  <a:pt x="34712" y="23237"/>
                  <a:pt x="35404" y="23583"/>
                </a:cubicBezTo>
                <a:cubicBezTo>
                  <a:pt x="36096" y="23929"/>
                  <a:pt x="36595" y="24333"/>
                  <a:pt x="36903" y="24794"/>
                </a:cubicBezTo>
                <a:cubicBezTo>
                  <a:pt x="37211" y="25255"/>
                  <a:pt x="37364" y="25755"/>
                  <a:pt x="37364" y="26293"/>
                </a:cubicBezTo>
                <a:lnTo>
                  <a:pt x="37364" y="50972"/>
                </a:lnTo>
                <a:lnTo>
                  <a:pt x="64004" y="50972"/>
                </a:lnTo>
                <a:cubicBezTo>
                  <a:pt x="64619" y="50972"/>
                  <a:pt x="65157" y="51107"/>
                  <a:pt x="65618" y="51376"/>
                </a:cubicBezTo>
                <a:cubicBezTo>
                  <a:pt x="66079" y="51645"/>
                  <a:pt x="66483" y="52106"/>
                  <a:pt x="66829" y="52760"/>
                </a:cubicBezTo>
                <a:cubicBezTo>
                  <a:pt x="67175" y="53413"/>
                  <a:pt x="67425" y="54240"/>
                  <a:pt x="67579" y="55239"/>
                </a:cubicBezTo>
                <a:cubicBezTo>
                  <a:pt x="67732" y="56239"/>
                  <a:pt x="67809" y="57469"/>
                  <a:pt x="67809" y="58929"/>
                </a:cubicBezTo>
                <a:cubicBezTo>
                  <a:pt x="67809" y="61697"/>
                  <a:pt x="67463" y="63696"/>
                  <a:pt x="66771" y="64926"/>
                </a:cubicBezTo>
                <a:cubicBezTo>
                  <a:pt x="66079" y="66156"/>
                  <a:pt x="65157" y="66771"/>
                  <a:pt x="64004" y="66771"/>
                </a:cubicBezTo>
                <a:lnTo>
                  <a:pt x="37364" y="66771"/>
                </a:lnTo>
                <a:lnTo>
                  <a:pt x="37364" y="124832"/>
                </a:lnTo>
                <a:cubicBezTo>
                  <a:pt x="37364" y="132002"/>
                  <a:pt x="38421" y="137418"/>
                  <a:pt x="40536" y="141082"/>
                </a:cubicBezTo>
                <a:cubicBezTo>
                  <a:pt x="42650" y="144743"/>
                  <a:pt x="46436" y="146574"/>
                  <a:pt x="51895" y="146574"/>
                </a:cubicBezTo>
                <a:cubicBezTo>
                  <a:pt x="53663" y="146574"/>
                  <a:pt x="55239" y="146401"/>
                  <a:pt x="56623" y="146055"/>
                </a:cubicBezTo>
                <a:cubicBezTo>
                  <a:pt x="58007" y="145709"/>
                  <a:pt x="59237" y="145344"/>
                  <a:pt x="60313" y="144960"/>
                </a:cubicBezTo>
                <a:cubicBezTo>
                  <a:pt x="61390" y="144575"/>
                  <a:pt x="62312" y="144210"/>
                  <a:pt x="63081" y="143864"/>
                </a:cubicBezTo>
                <a:cubicBezTo>
                  <a:pt x="63850" y="143518"/>
                  <a:pt x="64542" y="143345"/>
                  <a:pt x="65157" y="143345"/>
                </a:cubicBezTo>
                <a:cubicBezTo>
                  <a:pt x="65541" y="143345"/>
                  <a:pt x="65906" y="143441"/>
                  <a:pt x="66252" y="143633"/>
                </a:cubicBezTo>
                <a:cubicBezTo>
                  <a:pt x="66598" y="143826"/>
                  <a:pt x="66867" y="144191"/>
                  <a:pt x="67060" y="144729"/>
                </a:cubicBezTo>
                <a:cubicBezTo>
                  <a:pt x="67252" y="145267"/>
                  <a:pt x="67425" y="145998"/>
                  <a:pt x="67579" y="146920"/>
                </a:cubicBezTo>
                <a:cubicBezTo>
                  <a:pt x="67732" y="147843"/>
                  <a:pt x="67809" y="148996"/>
                  <a:pt x="67809" y="150380"/>
                </a:cubicBezTo>
                <a:close/>
                <a:moveTo>
                  <a:pt x="186791" y="104885"/>
                </a:moveTo>
                <a:cubicBezTo>
                  <a:pt x="186791" y="113349"/>
                  <a:pt x="185676" y="121141"/>
                  <a:pt x="183447" y="128260"/>
                </a:cubicBezTo>
                <a:cubicBezTo>
                  <a:pt x="181217" y="135378"/>
                  <a:pt x="177892" y="141517"/>
                  <a:pt x="173471" y="146675"/>
                </a:cubicBezTo>
                <a:cubicBezTo>
                  <a:pt x="169051" y="151831"/>
                  <a:pt x="163515" y="155852"/>
                  <a:pt x="156865" y="158737"/>
                </a:cubicBezTo>
                <a:cubicBezTo>
                  <a:pt x="150215" y="161622"/>
                  <a:pt x="142507" y="163065"/>
                  <a:pt x="133743" y="163065"/>
                </a:cubicBezTo>
                <a:cubicBezTo>
                  <a:pt x="125209" y="163065"/>
                  <a:pt x="117771" y="161795"/>
                  <a:pt x="111428" y="159256"/>
                </a:cubicBezTo>
                <a:cubicBezTo>
                  <a:pt x="105085" y="156716"/>
                  <a:pt x="99800" y="153023"/>
                  <a:pt x="95571" y="148174"/>
                </a:cubicBezTo>
                <a:cubicBezTo>
                  <a:pt x="91343" y="143326"/>
                  <a:pt x="88191" y="137438"/>
                  <a:pt x="86115" y="130512"/>
                </a:cubicBezTo>
                <a:cubicBezTo>
                  <a:pt x="84039" y="123585"/>
                  <a:pt x="83001" y="115735"/>
                  <a:pt x="83001" y="106961"/>
                </a:cubicBezTo>
                <a:cubicBezTo>
                  <a:pt x="83001" y="98497"/>
                  <a:pt x="84097" y="90705"/>
                  <a:pt x="86288" y="83587"/>
                </a:cubicBezTo>
                <a:cubicBezTo>
                  <a:pt x="88479" y="76468"/>
                  <a:pt x="91785" y="70331"/>
                  <a:pt x="96206" y="65175"/>
                </a:cubicBezTo>
                <a:cubicBezTo>
                  <a:pt x="100626" y="60017"/>
                  <a:pt x="106142" y="56014"/>
                  <a:pt x="112754" y="53167"/>
                </a:cubicBezTo>
                <a:cubicBezTo>
                  <a:pt x="119366" y="50320"/>
                  <a:pt x="127093" y="48896"/>
                  <a:pt x="135934" y="48896"/>
                </a:cubicBezTo>
                <a:cubicBezTo>
                  <a:pt x="144468" y="48896"/>
                  <a:pt x="151906" y="50166"/>
                  <a:pt x="158249" y="52706"/>
                </a:cubicBezTo>
                <a:cubicBezTo>
                  <a:pt x="164591" y="55245"/>
                  <a:pt x="169877" y="58939"/>
                  <a:pt x="174105" y="63787"/>
                </a:cubicBezTo>
                <a:cubicBezTo>
                  <a:pt x="178334" y="68636"/>
                  <a:pt x="181505" y="74523"/>
                  <a:pt x="183620" y="81450"/>
                </a:cubicBezTo>
                <a:cubicBezTo>
                  <a:pt x="185734" y="88376"/>
                  <a:pt x="186791" y="96188"/>
                  <a:pt x="186791" y="104885"/>
                </a:cubicBezTo>
                <a:moveTo>
                  <a:pt x="166725" y="106154"/>
                </a:moveTo>
                <a:cubicBezTo>
                  <a:pt x="166725" y="100534"/>
                  <a:pt x="166206" y="95222"/>
                  <a:pt x="165168" y="90218"/>
                </a:cubicBezTo>
                <a:cubicBezTo>
                  <a:pt x="164130" y="85213"/>
                  <a:pt x="162420" y="80825"/>
                  <a:pt x="160036" y="77053"/>
                </a:cubicBezTo>
                <a:cubicBezTo>
                  <a:pt x="157653" y="73281"/>
                  <a:pt x="154424" y="70298"/>
                  <a:pt x="150349" y="68105"/>
                </a:cubicBezTo>
                <a:cubicBezTo>
                  <a:pt x="146274" y="65909"/>
                  <a:pt x="141200" y="64811"/>
                  <a:pt x="135127" y="64811"/>
                </a:cubicBezTo>
                <a:cubicBezTo>
                  <a:pt x="129514" y="64811"/>
                  <a:pt x="124690" y="65812"/>
                  <a:pt x="120654" y="67813"/>
                </a:cubicBezTo>
                <a:cubicBezTo>
                  <a:pt x="116618" y="69814"/>
                  <a:pt x="113292" y="72644"/>
                  <a:pt x="110678" y="76303"/>
                </a:cubicBezTo>
                <a:cubicBezTo>
                  <a:pt x="108064" y="79960"/>
                  <a:pt x="106123" y="84291"/>
                  <a:pt x="104855" y="89295"/>
                </a:cubicBezTo>
                <a:cubicBezTo>
                  <a:pt x="103586" y="94297"/>
                  <a:pt x="102952" y="99763"/>
                  <a:pt x="102952" y="105693"/>
                </a:cubicBezTo>
                <a:cubicBezTo>
                  <a:pt x="102952" y="111389"/>
                  <a:pt x="103471" y="116739"/>
                  <a:pt x="104509" y="121744"/>
                </a:cubicBezTo>
                <a:cubicBezTo>
                  <a:pt x="105547" y="126748"/>
                  <a:pt x="107276" y="131117"/>
                  <a:pt x="109698" y="134851"/>
                </a:cubicBezTo>
                <a:cubicBezTo>
                  <a:pt x="112120" y="138584"/>
                  <a:pt x="115368" y="141549"/>
                  <a:pt x="119443" y="143745"/>
                </a:cubicBezTo>
                <a:cubicBezTo>
                  <a:pt x="123518" y="145939"/>
                  <a:pt x="128592" y="147035"/>
                  <a:pt x="134665" y="147035"/>
                </a:cubicBezTo>
                <a:cubicBezTo>
                  <a:pt x="140201" y="147035"/>
                  <a:pt x="145006" y="146035"/>
                  <a:pt x="149081" y="144033"/>
                </a:cubicBezTo>
                <a:cubicBezTo>
                  <a:pt x="153155" y="142032"/>
                  <a:pt x="156500" y="139222"/>
                  <a:pt x="159114" y="135604"/>
                </a:cubicBezTo>
                <a:cubicBezTo>
                  <a:pt x="161728" y="131984"/>
                  <a:pt x="163650" y="127672"/>
                  <a:pt x="164880" y="122670"/>
                </a:cubicBezTo>
                <a:cubicBezTo>
                  <a:pt x="166110" y="117666"/>
                  <a:pt x="166725" y="112160"/>
                  <a:pt x="166725" y="106154"/>
                </a:cubicBezTo>
                <a:close/>
                <a:moveTo>
                  <a:pt x="300097" y="157760"/>
                </a:moveTo>
                <a:cubicBezTo>
                  <a:pt x="300097" y="158375"/>
                  <a:pt x="299943" y="158914"/>
                  <a:pt x="299636" y="159375"/>
                </a:cubicBezTo>
                <a:cubicBezTo>
                  <a:pt x="299328" y="159836"/>
                  <a:pt x="298809" y="160221"/>
                  <a:pt x="298079" y="160528"/>
                </a:cubicBezTo>
                <a:cubicBezTo>
                  <a:pt x="297349" y="160836"/>
                  <a:pt x="296330" y="161066"/>
                  <a:pt x="295023" y="161220"/>
                </a:cubicBezTo>
                <a:cubicBezTo>
                  <a:pt x="293716" y="161374"/>
                  <a:pt x="292063" y="161451"/>
                  <a:pt x="290064" y="161451"/>
                </a:cubicBezTo>
                <a:cubicBezTo>
                  <a:pt x="287988" y="161451"/>
                  <a:pt x="286278" y="161393"/>
                  <a:pt x="284932" y="161278"/>
                </a:cubicBezTo>
                <a:cubicBezTo>
                  <a:pt x="283587" y="161162"/>
                  <a:pt x="282453" y="160970"/>
                  <a:pt x="281530" y="160701"/>
                </a:cubicBezTo>
                <a:cubicBezTo>
                  <a:pt x="280608" y="160432"/>
                  <a:pt x="279858" y="160048"/>
                  <a:pt x="279282" y="159548"/>
                </a:cubicBezTo>
                <a:cubicBezTo>
                  <a:pt x="278705" y="159048"/>
                  <a:pt x="278186" y="158452"/>
                  <a:pt x="277725" y="157760"/>
                </a:cubicBezTo>
                <a:lnTo>
                  <a:pt x="233902" y="100330"/>
                </a:lnTo>
                <a:lnTo>
                  <a:pt x="233902" y="157876"/>
                </a:lnTo>
                <a:cubicBezTo>
                  <a:pt x="233902" y="158491"/>
                  <a:pt x="233749" y="159010"/>
                  <a:pt x="233441" y="159433"/>
                </a:cubicBezTo>
                <a:cubicBezTo>
                  <a:pt x="233134" y="159855"/>
                  <a:pt x="232634" y="160221"/>
                  <a:pt x="231942" y="160528"/>
                </a:cubicBezTo>
                <a:cubicBezTo>
                  <a:pt x="231250" y="160836"/>
                  <a:pt x="230289" y="161066"/>
                  <a:pt x="229059" y="161220"/>
                </a:cubicBezTo>
                <a:cubicBezTo>
                  <a:pt x="227829" y="161374"/>
                  <a:pt x="226253" y="161451"/>
                  <a:pt x="224331" y="161451"/>
                </a:cubicBezTo>
                <a:cubicBezTo>
                  <a:pt x="222486" y="161451"/>
                  <a:pt x="220948" y="161374"/>
                  <a:pt x="219718" y="161220"/>
                </a:cubicBezTo>
                <a:cubicBezTo>
                  <a:pt x="218488" y="161066"/>
                  <a:pt x="217508" y="160836"/>
                  <a:pt x="216777" y="160528"/>
                </a:cubicBezTo>
                <a:cubicBezTo>
                  <a:pt x="216047" y="160221"/>
                  <a:pt x="215547" y="159855"/>
                  <a:pt x="215278" y="159433"/>
                </a:cubicBezTo>
                <a:cubicBezTo>
                  <a:pt x="215009" y="159007"/>
                  <a:pt x="214874" y="158487"/>
                  <a:pt x="214874" y="157872"/>
                </a:cubicBezTo>
                <a:lnTo>
                  <a:pt x="214874" y="3694"/>
                </a:lnTo>
                <a:cubicBezTo>
                  <a:pt x="214874" y="3079"/>
                  <a:pt x="215009" y="2541"/>
                  <a:pt x="215278" y="2079"/>
                </a:cubicBezTo>
                <a:cubicBezTo>
                  <a:pt x="215547" y="1616"/>
                  <a:pt x="216047" y="1230"/>
                  <a:pt x="216777" y="923"/>
                </a:cubicBezTo>
                <a:cubicBezTo>
                  <a:pt x="217508" y="615"/>
                  <a:pt x="218488" y="384"/>
                  <a:pt x="219718" y="231"/>
                </a:cubicBezTo>
                <a:cubicBezTo>
                  <a:pt x="220948" y="77"/>
                  <a:pt x="222486" y="0"/>
                  <a:pt x="224331" y="0"/>
                </a:cubicBezTo>
                <a:cubicBezTo>
                  <a:pt x="226253" y="0"/>
                  <a:pt x="227829" y="77"/>
                  <a:pt x="229059" y="231"/>
                </a:cubicBezTo>
                <a:cubicBezTo>
                  <a:pt x="230289" y="384"/>
                  <a:pt x="231250" y="615"/>
                  <a:pt x="231942" y="923"/>
                </a:cubicBezTo>
                <a:cubicBezTo>
                  <a:pt x="232634" y="1230"/>
                  <a:pt x="233134" y="1616"/>
                  <a:pt x="233441" y="2079"/>
                </a:cubicBezTo>
                <a:cubicBezTo>
                  <a:pt x="233749" y="2541"/>
                  <a:pt x="233902" y="3079"/>
                  <a:pt x="233902" y="3694"/>
                </a:cubicBezTo>
                <a:lnTo>
                  <a:pt x="233902" y="97678"/>
                </a:lnTo>
                <a:lnTo>
                  <a:pt x="273112" y="54547"/>
                </a:lnTo>
                <a:cubicBezTo>
                  <a:pt x="273727" y="53778"/>
                  <a:pt x="274380" y="53144"/>
                  <a:pt x="275072" y="52644"/>
                </a:cubicBezTo>
                <a:cubicBezTo>
                  <a:pt x="275764" y="52145"/>
                  <a:pt x="276591" y="51722"/>
                  <a:pt x="277552" y="51376"/>
                </a:cubicBezTo>
                <a:cubicBezTo>
                  <a:pt x="278513" y="51030"/>
                  <a:pt x="279647" y="50799"/>
                  <a:pt x="280954" y="50684"/>
                </a:cubicBezTo>
                <a:cubicBezTo>
                  <a:pt x="282261" y="50569"/>
                  <a:pt x="283837" y="50511"/>
                  <a:pt x="285682" y="50511"/>
                </a:cubicBezTo>
                <a:cubicBezTo>
                  <a:pt x="287604" y="50511"/>
                  <a:pt x="289219" y="50569"/>
                  <a:pt x="290525" y="50684"/>
                </a:cubicBezTo>
                <a:cubicBezTo>
                  <a:pt x="291832" y="50799"/>
                  <a:pt x="292890" y="50992"/>
                  <a:pt x="293697" y="51261"/>
                </a:cubicBezTo>
                <a:cubicBezTo>
                  <a:pt x="294504" y="51530"/>
                  <a:pt x="295081" y="51876"/>
                  <a:pt x="295427" y="52298"/>
                </a:cubicBezTo>
                <a:cubicBezTo>
                  <a:pt x="295773" y="52721"/>
                  <a:pt x="295946" y="53279"/>
                  <a:pt x="295946" y="53971"/>
                </a:cubicBezTo>
                <a:cubicBezTo>
                  <a:pt x="295946" y="54893"/>
                  <a:pt x="295696" y="55816"/>
                  <a:pt x="295196" y="56738"/>
                </a:cubicBezTo>
                <a:cubicBezTo>
                  <a:pt x="294696" y="57661"/>
                  <a:pt x="293870" y="58737"/>
                  <a:pt x="292717" y="59967"/>
                </a:cubicBezTo>
                <a:lnTo>
                  <a:pt x="255122" y="97562"/>
                </a:lnTo>
                <a:lnTo>
                  <a:pt x="297329" y="152340"/>
                </a:lnTo>
                <a:cubicBezTo>
                  <a:pt x="298329" y="153647"/>
                  <a:pt x="299040" y="154704"/>
                  <a:pt x="299463" y="155512"/>
                </a:cubicBezTo>
                <a:cubicBezTo>
                  <a:pt x="299886" y="156319"/>
                  <a:pt x="300097" y="157068"/>
                  <a:pt x="300097" y="157760"/>
                </a:cubicBezTo>
                <a:close/>
                <a:moveTo>
                  <a:pt x="402542" y="101483"/>
                </a:moveTo>
                <a:cubicBezTo>
                  <a:pt x="402542" y="104482"/>
                  <a:pt x="401793" y="106615"/>
                  <a:pt x="400294" y="107884"/>
                </a:cubicBezTo>
                <a:cubicBezTo>
                  <a:pt x="398795" y="109152"/>
                  <a:pt x="397084" y="109786"/>
                  <a:pt x="395162" y="109786"/>
                </a:cubicBezTo>
                <a:lnTo>
                  <a:pt x="327122" y="109786"/>
                </a:lnTo>
                <a:cubicBezTo>
                  <a:pt x="327122" y="115569"/>
                  <a:pt x="327699" y="120774"/>
                  <a:pt x="328852" y="125402"/>
                </a:cubicBezTo>
                <a:cubicBezTo>
                  <a:pt x="330005" y="130029"/>
                  <a:pt x="331927" y="134000"/>
                  <a:pt x="334618" y="137316"/>
                </a:cubicBezTo>
                <a:cubicBezTo>
                  <a:pt x="337309" y="140631"/>
                  <a:pt x="340807" y="143177"/>
                  <a:pt x="345112" y="144952"/>
                </a:cubicBezTo>
                <a:cubicBezTo>
                  <a:pt x="349418" y="146725"/>
                  <a:pt x="354684" y="147612"/>
                  <a:pt x="360911" y="147612"/>
                </a:cubicBezTo>
                <a:cubicBezTo>
                  <a:pt x="365832" y="147612"/>
                  <a:pt x="370214" y="147208"/>
                  <a:pt x="374058" y="146401"/>
                </a:cubicBezTo>
                <a:cubicBezTo>
                  <a:pt x="377902" y="145594"/>
                  <a:pt x="381227" y="144691"/>
                  <a:pt x="384033" y="143691"/>
                </a:cubicBezTo>
                <a:cubicBezTo>
                  <a:pt x="386839" y="142692"/>
                  <a:pt x="389146" y="141788"/>
                  <a:pt x="390953" y="140981"/>
                </a:cubicBezTo>
                <a:cubicBezTo>
                  <a:pt x="392759" y="140174"/>
                  <a:pt x="394124" y="139770"/>
                  <a:pt x="395047" y="139770"/>
                </a:cubicBezTo>
                <a:cubicBezTo>
                  <a:pt x="395585" y="139770"/>
                  <a:pt x="396065" y="139905"/>
                  <a:pt x="396488" y="140174"/>
                </a:cubicBezTo>
                <a:cubicBezTo>
                  <a:pt x="396911" y="140443"/>
                  <a:pt x="397238" y="140846"/>
                  <a:pt x="397468" y="141385"/>
                </a:cubicBezTo>
                <a:cubicBezTo>
                  <a:pt x="397699" y="141923"/>
                  <a:pt x="397872" y="142672"/>
                  <a:pt x="397987" y="143633"/>
                </a:cubicBezTo>
                <a:cubicBezTo>
                  <a:pt x="398103" y="144594"/>
                  <a:pt x="398160" y="145767"/>
                  <a:pt x="398160" y="147151"/>
                </a:cubicBezTo>
                <a:cubicBezTo>
                  <a:pt x="398160" y="148150"/>
                  <a:pt x="398122" y="149015"/>
                  <a:pt x="398045" y="149745"/>
                </a:cubicBezTo>
                <a:cubicBezTo>
                  <a:pt x="397968" y="150476"/>
                  <a:pt x="397872" y="151129"/>
                  <a:pt x="397757" y="151706"/>
                </a:cubicBezTo>
                <a:cubicBezTo>
                  <a:pt x="397641" y="152283"/>
                  <a:pt x="397449" y="152802"/>
                  <a:pt x="397180" y="153263"/>
                </a:cubicBezTo>
                <a:cubicBezTo>
                  <a:pt x="396911" y="153724"/>
                  <a:pt x="396565" y="154166"/>
                  <a:pt x="396142" y="154589"/>
                </a:cubicBezTo>
                <a:cubicBezTo>
                  <a:pt x="395719" y="155012"/>
                  <a:pt x="394470" y="155704"/>
                  <a:pt x="392394" y="156665"/>
                </a:cubicBezTo>
                <a:cubicBezTo>
                  <a:pt x="390318" y="157626"/>
                  <a:pt x="387628" y="158568"/>
                  <a:pt x="384322" y="159490"/>
                </a:cubicBezTo>
                <a:cubicBezTo>
                  <a:pt x="381016" y="160413"/>
                  <a:pt x="377191" y="161239"/>
                  <a:pt x="372847" y="161970"/>
                </a:cubicBezTo>
                <a:cubicBezTo>
                  <a:pt x="368503" y="162700"/>
                  <a:pt x="363871" y="163065"/>
                  <a:pt x="358951" y="163065"/>
                </a:cubicBezTo>
                <a:cubicBezTo>
                  <a:pt x="350417" y="163065"/>
                  <a:pt x="342940" y="161872"/>
                  <a:pt x="336521" y="159487"/>
                </a:cubicBezTo>
                <a:cubicBezTo>
                  <a:pt x="330101" y="157101"/>
                  <a:pt x="324700" y="153561"/>
                  <a:pt x="320318" y="148866"/>
                </a:cubicBezTo>
                <a:cubicBezTo>
                  <a:pt x="315936" y="144172"/>
                  <a:pt x="312630" y="138284"/>
                  <a:pt x="310400" y="131204"/>
                </a:cubicBezTo>
                <a:cubicBezTo>
                  <a:pt x="308171" y="124124"/>
                  <a:pt x="307056" y="115889"/>
                  <a:pt x="307056" y="106500"/>
                </a:cubicBezTo>
                <a:cubicBezTo>
                  <a:pt x="307056" y="97572"/>
                  <a:pt x="308209" y="89549"/>
                  <a:pt x="310516" y="82430"/>
                </a:cubicBezTo>
                <a:cubicBezTo>
                  <a:pt x="312822" y="75311"/>
                  <a:pt x="316147" y="69270"/>
                  <a:pt x="320491" y="64306"/>
                </a:cubicBezTo>
                <a:cubicBezTo>
                  <a:pt x="324835" y="59343"/>
                  <a:pt x="330082" y="55533"/>
                  <a:pt x="336232" y="52879"/>
                </a:cubicBezTo>
                <a:cubicBezTo>
                  <a:pt x="342383" y="50224"/>
                  <a:pt x="349264" y="48896"/>
                  <a:pt x="356875" y="48896"/>
                </a:cubicBezTo>
                <a:cubicBezTo>
                  <a:pt x="365024" y="48896"/>
                  <a:pt x="371963" y="50203"/>
                  <a:pt x="377691" y="52817"/>
                </a:cubicBezTo>
                <a:cubicBezTo>
                  <a:pt x="383418" y="55431"/>
                  <a:pt x="388127" y="58949"/>
                  <a:pt x="391818" y="63369"/>
                </a:cubicBezTo>
                <a:cubicBezTo>
                  <a:pt x="395508" y="67790"/>
                  <a:pt x="398218" y="72980"/>
                  <a:pt x="399948" y="78938"/>
                </a:cubicBezTo>
                <a:cubicBezTo>
                  <a:pt x="401678" y="84896"/>
                  <a:pt x="402542" y="91258"/>
                  <a:pt x="402542" y="98024"/>
                </a:cubicBezTo>
                <a:lnTo>
                  <a:pt x="402542" y="101483"/>
                </a:lnTo>
                <a:moveTo>
                  <a:pt x="383399" y="95832"/>
                </a:moveTo>
                <a:cubicBezTo>
                  <a:pt x="383630" y="85838"/>
                  <a:pt x="381419" y="77996"/>
                  <a:pt x="376768" y="72307"/>
                </a:cubicBezTo>
                <a:cubicBezTo>
                  <a:pt x="372117" y="66618"/>
                  <a:pt x="365217" y="63773"/>
                  <a:pt x="356068" y="63773"/>
                </a:cubicBezTo>
                <a:cubicBezTo>
                  <a:pt x="351378" y="63773"/>
                  <a:pt x="347265" y="64657"/>
                  <a:pt x="343728" y="66425"/>
                </a:cubicBezTo>
                <a:cubicBezTo>
                  <a:pt x="340192" y="68194"/>
                  <a:pt x="337232" y="70539"/>
                  <a:pt x="334849" y="73460"/>
                </a:cubicBezTo>
                <a:cubicBezTo>
                  <a:pt x="332465" y="76382"/>
                  <a:pt x="330620" y="79784"/>
                  <a:pt x="329313" y="83666"/>
                </a:cubicBezTo>
                <a:cubicBezTo>
                  <a:pt x="328006" y="87549"/>
                  <a:pt x="327276" y="91604"/>
                  <a:pt x="327122" y="95832"/>
                </a:cubicBezTo>
                <a:lnTo>
                  <a:pt x="383399" y="95832"/>
                </a:lnTo>
                <a:close/>
                <a:moveTo>
                  <a:pt x="521345" y="157876"/>
                </a:moveTo>
                <a:cubicBezTo>
                  <a:pt x="521345" y="158491"/>
                  <a:pt x="521191" y="159010"/>
                  <a:pt x="520883" y="159433"/>
                </a:cubicBezTo>
                <a:cubicBezTo>
                  <a:pt x="520576" y="159855"/>
                  <a:pt x="520076" y="160221"/>
                  <a:pt x="519384" y="160528"/>
                </a:cubicBezTo>
                <a:cubicBezTo>
                  <a:pt x="518692" y="160836"/>
                  <a:pt x="517731" y="161066"/>
                  <a:pt x="516501" y="161220"/>
                </a:cubicBezTo>
                <a:cubicBezTo>
                  <a:pt x="515271" y="161374"/>
                  <a:pt x="513734" y="161451"/>
                  <a:pt x="511888" y="161451"/>
                </a:cubicBezTo>
                <a:cubicBezTo>
                  <a:pt x="509966" y="161451"/>
                  <a:pt x="508390" y="161374"/>
                  <a:pt x="507160" y="161220"/>
                </a:cubicBezTo>
                <a:cubicBezTo>
                  <a:pt x="505930" y="161066"/>
                  <a:pt x="504969" y="160836"/>
                  <a:pt x="504277" y="160528"/>
                </a:cubicBezTo>
                <a:cubicBezTo>
                  <a:pt x="503585" y="160221"/>
                  <a:pt x="503085" y="159855"/>
                  <a:pt x="502778" y="159433"/>
                </a:cubicBezTo>
                <a:cubicBezTo>
                  <a:pt x="502470" y="159010"/>
                  <a:pt x="502317" y="158491"/>
                  <a:pt x="502317" y="157876"/>
                </a:cubicBezTo>
                <a:lnTo>
                  <a:pt x="502317" y="97101"/>
                </a:lnTo>
                <a:cubicBezTo>
                  <a:pt x="502317" y="91181"/>
                  <a:pt x="501855" y="86415"/>
                  <a:pt x="500933" y="82801"/>
                </a:cubicBezTo>
                <a:cubicBezTo>
                  <a:pt x="500010" y="79188"/>
                  <a:pt x="498665" y="76074"/>
                  <a:pt x="496897" y="73460"/>
                </a:cubicBezTo>
                <a:cubicBezTo>
                  <a:pt x="495128" y="70846"/>
                  <a:pt x="492841" y="68847"/>
                  <a:pt x="490035" y="67463"/>
                </a:cubicBezTo>
                <a:cubicBezTo>
                  <a:pt x="487229" y="66079"/>
                  <a:pt x="483980" y="65388"/>
                  <a:pt x="480290" y="65388"/>
                </a:cubicBezTo>
                <a:cubicBezTo>
                  <a:pt x="475524" y="65388"/>
                  <a:pt x="470757" y="67079"/>
                  <a:pt x="465990" y="70462"/>
                </a:cubicBezTo>
                <a:cubicBezTo>
                  <a:pt x="461224" y="73844"/>
                  <a:pt x="456226" y="78803"/>
                  <a:pt x="450998" y="85338"/>
                </a:cubicBezTo>
                <a:lnTo>
                  <a:pt x="450998" y="157876"/>
                </a:lnTo>
                <a:cubicBezTo>
                  <a:pt x="450998" y="158491"/>
                  <a:pt x="450845" y="159010"/>
                  <a:pt x="450537" y="159433"/>
                </a:cubicBezTo>
                <a:cubicBezTo>
                  <a:pt x="450230" y="159855"/>
                  <a:pt x="449730" y="160221"/>
                  <a:pt x="449038" y="160528"/>
                </a:cubicBezTo>
                <a:cubicBezTo>
                  <a:pt x="448346" y="160836"/>
                  <a:pt x="447385" y="161066"/>
                  <a:pt x="446155" y="161220"/>
                </a:cubicBezTo>
                <a:cubicBezTo>
                  <a:pt x="444925" y="161374"/>
                  <a:pt x="443349" y="161451"/>
                  <a:pt x="441427" y="161451"/>
                </a:cubicBezTo>
                <a:cubicBezTo>
                  <a:pt x="439582" y="161451"/>
                  <a:pt x="438044" y="161374"/>
                  <a:pt x="436814" y="161220"/>
                </a:cubicBezTo>
                <a:cubicBezTo>
                  <a:pt x="435584" y="161066"/>
                  <a:pt x="434603" y="160836"/>
                  <a:pt x="433873" y="160528"/>
                </a:cubicBezTo>
                <a:cubicBezTo>
                  <a:pt x="433143" y="160221"/>
                  <a:pt x="432643" y="159855"/>
                  <a:pt x="432374" y="159433"/>
                </a:cubicBezTo>
                <a:cubicBezTo>
                  <a:pt x="432105" y="159010"/>
                  <a:pt x="431970" y="158491"/>
                  <a:pt x="431970" y="157876"/>
                </a:cubicBezTo>
                <a:lnTo>
                  <a:pt x="431970" y="54086"/>
                </a:lnTo>
                <a:cubicBezTo>
                  <a:pt x="431970" y="53471"/>
                  <a:pt x="432086" y="52952"/>
                  <a:pt x="432316" y="52529"/>
                </a:cubicBezTo>
                <a:cubicBezTo>
                  <a:pt x="432547" y="52106"/>
                  <a:pt x="433008" y="51722"/>
                  <a:pt x="433700" y="51376"/>
                </a:cubicBezTo>
                <a:cubicBezTo>
                  <a:pt x="434392" y="51030"/>
                  <a:pt x="435276" y="50799"/>
                  <a:pt x="436353" y="50684"/>
                </a:cubicBezTo>
                <a:cubicBezTo>
                  <a:pt x="437429" y="50569"/>
                  <a:pt x="438851" y="50511"/>
                  <a:pt x="440619" y="50511"/>
                </a:cubicBezTo>
                <a:cubicBezTo>
                  <a:pt x="442311" y="50511"/>
                  <a:pt x="443714" y="50569"/>
                  <a:pt x="444829" y="50684"/>
                </a:cubicBezTo>
                <a:cubicBezTo>
                  <a:pt x="445943" y="50799"/>
                  <a:pt x="446808" y="51030"/>
                  <a:pt x="447423" y="51376"/>
                </a:cubicBezTo>
                <a:cubicBezTo>
                  <a:pt x="448038" y="51722"/>
                  <a:pt x="448481" y="52106"/>
                  <a:pt x="448750" y="52529"/>
                </a:cubicBezTo>
                <a:cubicBezTo>
                  <a:pt x="449019" y="52952"/>
                  <a:pt x="449153" y="53471"/>
                  <a:pt x="449153" y="54086"/>
                </a:cubicBezTo>
                <a:lnTo>
                  <a:pt x="449153" y="67809"/>
                </a:lnTo>
                <a:cubicBezTo>
                  <a:pt x="454996" y="61274"/>
                  <a:pt x="460820" y="56489"/>
                  <a:pt x="466625" y="53452"/>
                </a:cubicBezTo>
                <a:cubicBezTo>
                  <a:pt x="472429" y="50415"/>
                  <a:pt x="478291" y="48896"/>
                  <a:pt x="484211" y="48896"/>
                </a:cubicBezTo>
                <a:cubicBezTo>
                  <a:pt x="491130" y="48896"/>
                  <a:pt x="496954" y="50069"/>
                  <a:pt x="501682" y="52414"/>
                </a:cubicBezTo>
                <a:cubicBezTo>
                  <a:pt x="506411" y="54759"/>
                  <a:pt x="510235" y="57892"/>
                  <a:pt x="513157" y="61813"/>
                </a:cubicBezTo>
                <a:cubicBezTo>
                  <a:pt x="516078" y="65733"/>
                  <a:pt x="518173" y="70327"/>
                  <a:pt x="519442" y="75594"/>
                </a:cubicBezTo>
                <a:cubicBezTo>
                  <a:pt x="520711" y="80860"/>
                  <a:pt x="521345" y="87183"/>
                  <a:pt x="521345" y="94564"/>
                </a:cubicBezTo>
                <a:lnTo>
                  <a:pt x="521345" y="157876"/>
                </a:lnTo>
                <a:close/>
                <a:moveTo>
                  <a:pt x="621735" y="129705"/>
                </a:moveTo>
                <a:cubicBezTo>
                  <a:pt x="621735" y="135014"/>
                  <a:pt x="620755" y="139747"/>
                  <a:pt x="618795" y="143904"/>
                </a:cubicBezTo>
                <a:cubicBezTo>
                  <a:pt x="616834" y="148058"/>
                  <a:pt x="614047" y="151559"/>
                  <a:pt x="610434" y="154409"/>
                </a:cubicBezTo>
                <a:cubicBezTo>
                  <a:pt x="606820" y="157256"/>
                  <a:pt x="602515" y="159410"/>
                  <a:pt x="597518" y="160870"/>
                </a:cubicBezTo>
                <a:cubicBezTo>
                  <a:pt x="592520" y="162334"/>
                  <a:pt x="587023" y="163065"/>
                  <a:pt x="581027" y="163065"/>
                </a:cubicBezTo>
                <a:cubicBezTo>
                  <a:pt x="577336" y="163065"/>
                  <a:pt x="573819" y="162777"/>
                  <a:pt x="570475" y="162200"/>
                </a:cubicBezTo>
                <a:cubicBezTo>
                  <a:pt x="567130" y="161624"/>
                  <a:pt x="564132" y="160893"/>
                  <a:pt x="561480" y="160009"/>
                </a:cubicBezTo>
                <a:cubicBezTo>
                  <a:pt x="558827" y="159125"/>
                  <a:pt x="556578" y="158202"/>
                  <a:pt x="554733" y="157241"/>
                </a:cubicBezTo>
                <a:cubicBezTo>
                  <a:pt x="552888" y="156280"/>
                  <a:pt x="551543" y="155415"/>
                  <a:pt x="550697" y="154647"/>
                </a:cubicBezTo>
                <a:cubicBezTo>
                  <a:pt x="549851" y="153878"/>
                  <a:pt x="549236" y="152802"/>
                  <a:pt x="548852" y="151418"/>
                </a:cubicBezTo>
                <a:cubicBezTo>
                  <a:pt x="548467" y="150034"/>
                  <a:pt x="548275" y="148150"/>
                  <a:pt x="548275" y="145767"/>
                </a:cubicBezTo>
                <a:cubicBezTo>
                  <a:pt x="548275" y="144306"/>
                  <a:pt x="548352" y="143076"/>
                  <a:pt x="548506" y="142077"/>
                </a:cubicBezTo>
                <a:cubicBezTo>
                  <a:pt x="548660" y="141077"/>
                  <a:pt x="548852" y="140270"/>
                  <a:pt x="549083" y="139655"/>
                </a:cubicBezTo>
                <a:cubicBezTo>
                  <a:pt x="549313" y="139040"/>
                  <a:pt x="549640" y="138598"/>
                  <a:pt x="550063" y="138329"/>
                </a:cubicBezTo>
                <a:cubicBezTo>
                  <a:pt x="550486" y="138060"/>
                  <a:pt x="550966" y="137925"/>
                  <a:pt x="551504" y="137925"/>
                </a:cubicBezTo>
                <a:cubicBezTo>
                  <a:pt x="552350" y="137925"/>
                  <a:pt x="553599" y="138444"/>
                  <a:pt x="555252" y="139482"/>
                </a:cubicBezTo>
                <a:cubicBezTo>
                  <a:pt x="556905" y="140520"/>
                  <a:pt x="558943" y="141654"/>
                  <a:pt x="561364" y="142884"/>
                </a:cubicBezTo>
                <a:cubicBezTo>
                  <a:pt x="563786" y="144114"/>
                  <a:pt x="566650" y="145248"/>
                  <a:pt x="569956" y="146286"/>
                </a:cubicBezTo>
                <a:cubicBezTo>
                  <a:pt x="573262" y="147324"/>
                  <a:pt x="577067" y="147843"/>
                  <a:pt x="581373" y="147843"/>
                </a:cubicBezTo>
                <a:cubicBezTo>
                  <a:pt x="584602" y="147843"/>
                  <a:pt x="587523" y="147497"/>
                  <a:pt x="590137" y="146805"/>
                </a:cubicBezTo>
                <a:cubicBezTo>
                  <a:pt x="592751" y="146110"/>
                  <a:pt x="595019" y="145089"/>
                  <a:pt x="596941" y="143742"/>
                </a:cubicBezTo>
                <a:cubicBezTo>
                  <a:pt x="598863" y="142394"/>
                  <a:pt x="600343" y="140679"/>
                  <a:pt x="601381" y="138599"/>
                </a:cubicBezTo>
                <a:cubicBezTo>
                  <a:pt x="602419" y="136518"/>
                  <a:pt x="602938" y="134053"/>
                  <a:pt x="602938" y="131204"/>
                </a:cubicBezTo>
                <a:cubicBezTo>
                  <a:pt x="602938" y="128280"/>
                  <a:pt x="602188" y="125817"/>
                  <a:pt x="600689" y="123816"/>
                </a:cubicBezTo>
                <a:cubicBezTo>
                  <a:pt x="599190" y="121815"/>
                  <a:pt x="597210" y="120045"/>
                  <a:pt x="594750" y="118508"/>
                </a:cubicBezTo>
                <a:cubicBezTo>
                  <a:pt x="592290" y="116968"/>
                  <a:pt x="589522" y="115602"/>
                  <a:pt x="586447" y="114410"/>
                </a:cubicBezTo>
                <a:cubicBezTo>
                  <a:pt x="583372" y="113216"/>
                  <a:pt x="580200" y="111966"/>
                  <a:pt x="576933" y="110659"/>
                </a:cubicBezTo>
                <a:cubicBezTo>
                  <a:pt x="573665" y="109349"/>
                  <a:pt x="570475" y="107867"/>
                  <a:pt x="567361" y="106211"/>
                </a:cubicBezTo>
                <a:cubicBezTo>
                  <a:pt x="564247" y="104556"/>
                  <a:pt x="561460" y="102536"/>
                  <a:pt x="559000" y="100150"/>
                </a:cubicBezTo>
                <a:cubicBezTo>
                  <a:pt x="556540" y="97764"/>
                  <a:pt x="554560" y="94917"/>
                  <a:pt x="553061" y="91609"/>
                </a:cubicBezTo>
                <a:cubicBezTo>
                  <a:pt x="551562" y="88301"/>
                  <a:pt x="550812" y="84338"/>
                  <a:pt x="550812" y="79720"/>
                </a:cubicBezTo>
                <a:cubicBezTo>
                  <a:pt x="550812" y="75640"/>
                  <a:pt x="551600" y="71735"/>
                  <a:pt x="553176" y="68004"/>
                </a:cubicBezTo>
                <a:cubicBezTo>
                  <a:pt x="554753" y="64270"/>
                  <a:pt x="557117" y="60999"/>
                  <a:pt x="560269" y="58191"/>
                </a:cubicBezTo>
                <a:cubicBezTo>
                  <a:pt x="563421" y="55380"/>
                  <a:pt x="567361" y="53129"/>
                  <a:pt x="572089" y="51437"/>
                </a:cubicBezTo>
                <a:cubicBezTo>
                  <a:pt x="576817" y="49743"/>
                  <a:pt x="582334" y="48896"/>
                  <a:pt x="588638" y="48896"/>
                </a:cubicBezTo>
                <a:cubicBezTo>
                  <a:pt x="591406" y="48896"/>
                  <a:pt x="594173" y="49131"/>
                  <a:pt x="596941" y="49599"/>
                </a:cubicBezTo>
                <a:cubicBezTo>
                  <a:pt x="599709" y="50068"/>
                  <a:pt x="602207" y="50653"/>
                  <a:pt x="604437" y="51354"/>
                </a:cubicBezTo>
                <a:cubicBezTo>
                  <a:pt x="606667" y="52056"/>
                  <a:pt x="608569" y="52816"/>
                  <a:pt x="610145" y="53635"/>
                </a:cubicBezTo>
                <a:cubicBezTo>
                  <a:pt x="611722" y="54455"/>
                  <a:pt x="612913" y="55177"/>
                  <a:pt x="613720" y="55801"/>
                </a:cubicBezTo>
                <a:cubicBezTo>
                  <a:pt x="614528" y="56426"/>
                  <a:pt x="615066" y="56969"/>
                  <a:pt x="615335" y="57430"/>
                </a:cubicBezTo>
                <a:cubicBezTo>
                  <a:pt x="615604" y="57892"/>
                  <a:pt x="615796" y="58411"/>
                  <a:pt x="615912" y="58987"/>
                </a:cubicBezTo>
                <a:cubicBezTo>
                  <a:pt x="616027" y="59564"/>
                  <a:pt x="616142" y="60275"/>
                  <a:pt x="616258" y="61121"/>
                </a:cubicBezTo>
                <a:cubicBezTo>
                  <a:pt x="616373" y="61966"/>
                  <a:pt x="616431" y="63004"/>
                  <a:pt x="616431" y="64234"/>
                </a:cubicBezTo>
                <a:cubicBezTo>
                  <a:pt x="616431" y="65541"/>
                  <a:pt x="616373" y="66675"/>
                  <a:pt x="616258" y="67636"/>
                </a:cubicBezTo>
                <a:cubicBezTo>
                  <a:pt x="616142" y="68597"/>
                  <a:pt x="615950" y="69385"/>
                  <a:pt x="615681" y="70000"/>
                </a:cubicBezTo>
                <a:cubicBezTo>
                  <a:pt x="615412" y="70615"/>
                  <a:pt x="615085" y="71058"/>
                  <a:pt x="614701" y="71327"/>
                </a:cubicBezTo>
                <a:cubicBezTo>
                  <a:pt x="614316" y="71596"/>
                  <a:pt x="613893" y="71730"/>
                  <a:pt x="613432" y="71730"/>
                </a:cubicBezTo>
                <a:cubicBezTo>
                  <a:pt x="612740" y="71730"/>
                  <a:pt x="611741" y="71301"/>
                  <a:pt x="610434" y="70444"/>
                </a:cubicBezTo>
                <a:cubicBezTo>
                  <a:pt x="609127" y="69586"/>
                  <a:pt x="607435" y="68669"/>
                  <a:pt x="605360" y="67694"/>
                </a:cubicBezTo>
                <a:cubicBezTo>
                  <a:pt x="603284" y="66719"/>
                  <a:pt x="600843" y="65802"/>
                  <a:pt x="598037" y="64944"/>
                </a:cubicBezTo>
                <a:cubicBezTo>
                  <a:pt x="595231" y="64087"/>
                  <a:pt x="592021" y="63658"/>
                  <a:pt x="588407" y="63658"/>
                </a:cubicBezTo>
                <a:cubicBezTo>
                  <a:pt x="585178" y="63658"/>
                  <a:pt x="582334" y="64024"/>
                  <a:pt x="579873" y="64757"/>
                </a:cubicBezTo>
                <a:cubicBezTo>
                  <a:pt x="577413" y="65487"/>
                  <a:pt x="575395" y="66526"/>
                  <a:pt x="573819" y="67874"/>
                </a:cubicBezTo>
                <a:cubicBezTo>
                  <a:pt x="572243" y="69222"/>
                  <a:pt x="571051" y="70821"/>
                  <a:pt x="570244" y="72671"/>
                </a:cubicBezTo>
                <a:cubicBezTo>
                  <a:pt x="569437" y="74518"/>
                  <a:pt x="569033" y="76521"/>
                  <a:pt x="569033" y="78678"/>
                </a:cubicBezTo>
                <a:cubicBezTo>
                  <a:pt x="569033" y="81679"/>
                  <a:pt x="569802" y="84199"/>
                  <a:pt x="571340" y="86239"/>
                </a:cubicBezTo>
                <a:cubicBezTo>
                  <a:pt x="572877" y="88279"/>
                  <a:pt x="574876" y="90069"/>
                  <a:pt x="577336" y="91609"/>
                </a:cubicBezTo>
                <a:cubicBezTo>
                  <a:pt x="579797" y="93146"/>
                  <a:pt x="582603" y="94532"/>
                  <a:pt x="585755" y="95764"/>
                </a:cubicBezTo>
                <a:cubicBezTo>
                  <a:pt x="588907" y="96994"/>
                  <a:pt x="592117" y="98264"/>
                  <a:pt x="595384" y="99573"/>
                </a:cubicBezTo>
                <a:cubicBezTo>
                  <a:pt x="598652" y="100880"/>
                  <a:pt x="601881" y="102342"/>
                  <a:pt x="605071" y="103959"/>
                </a:cubicBezTo>
                <a:cubicBezTo>
                  <a:pt x="608262" y="105576"/>
                  <a:pt x="611087" y="107539"/>
                  <a:pt x="613547" y="109848"/>
                </a:cubicBezTo>
                <a:cubicBezTo>
                  <a:pt x="616008" y="112157"/>
                  <a:pt x="617987" y="114928"/>
                  <a:pt x="619487" y="118162"/>
                </a:cubicBezTo>
                <a:cubicBezTo>
                  <a:pt x="620986" y="121393"/>
                  <a:pt x="621735" y="125241"/>
                  <a:pt x="621735" y="129705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9FE9E-2D29-4736-90D9-86527BE8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090" y="2921494"/>
            <a:ext cx="304653" cy="645135"/>
          </a:xfrm>
          <a:custGeom xmlns:a="http://schemas.openxmlformats.org/drawingml/2006/main">
            <a:pathLst>
              <a:path w="304653" h="645135" fill="none">
                <a:moveTo>
                  <a:pt x="152326" y="0"/>
                </a:moveTo>
                <a:lnTo>
                  <a:pt x="304653" y="152326"/>
                </a:lnTo>
                <a:lnTo>
                  <a:pt x="228489" y="152326"/>
                </a:lnTo>
                <a:lnTo>
                  <a:pt x="228489" y="492809"/>
                </a:lnTo>
                <a:lnTo>
                  <a:pt x="304653" y="492809"/>
                </a:lnTo>
                <a:lnTo>
                  <a:pt x="152326" y="645135"/>
                </a:lnTo>
                <a:lnTo>
                  <a:pt x="0" y="492809"/>
                </a:lnTo>
                <a:lnTo>
                  <a:pt x="76163" y="492809"/>
                </a:lnTo>
                <a:lnTo>
                  <a:pt x="76163" y="152326"/>
                </a:lnTo>
                <a:lnTo>
                  <a:pt x="0" y="152326"/>
                </a:lnTo>
                <a:lnTo>
                  <a:pt x="15232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121" cap="flat">
            <a:solidFill>
              <a:srgbClr val="172C51"/>
            </a:solidFill>
            <a:miter/>
          </a:ln>
        </p:spPr>
      </p:sp>
      <p:sp>
        <p:nvSpPr>
          <p:cNvPr id="171" name="Text SameAST">
            <a:extLst xmlns:a="http://schemas.openxmlformats.org/drawingml/2006/main">
              <a:ext uri="{FF2B5EF4-FFF2-40B4-BE49-F238E27FC236}">
                <a16:creationId xmlns:a16="http://schemas.microsoft.com/office/drawing/2014/main" id="{04AFD410-1BC1-49C2-A639-7A357611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396" y="3132367"/>
            <a:ext cx="1145427" cy="174943"/>
          </a:xfrm>
          <a:custGeom xmlns:a="http://schemas.openxmlformats.org/drawingml/2006/main">
            <a:pathLst>
              <a:path w="1145427" h="174943">
                <a:moveTo>
                  <a:pt x="0" y="116936"/>
                </a:moveTo>
                <a:lnTo>
                  <a:pt x="33213" y="113707"/>
                </a:lnTo>
                <a:cubicBezTo>
                  <a:pt x="35212" y="124855"/>
                  <a:pt x="39267" y="133043"/>
                  <a:pt x="45379" y="138271"/>
                </a:cubicBezTo>
                <a:cubicBezTo>
                  <a:pt x="51491" y="143499"/>
                  <a:pt x="59737" y="146113"/>
                  <a:pt x="70116" y="146113"/>
                </a:cubicBezTo>
                <a:cubicBezTo>
                  <a:pt x="81110" y="146113"/>
                  <a:pt x="89394" y="143787"/>
                  <a:pt x="94968" y="139136"/>
                </a:cubicBezTo>
                <a:cubicBezTo>
                  <a:pt x="100541" y="134485"/>
                  <a:pt x="103328" y="129045"/>
                  <a:pt x="103328" y="122818"/>
                </a:cubicBezTo>
                <a:cubicBezTo>
                  <a:pt x="103328" y="118820"/>
                  <a:pt x="102156" y="115418"/>
                  <a:pt x="99811" y="112612"/>
                </a:cubicBezTo>
                <a:cubicBezTo>
                  <a:pt x="97466" y="109806"/>
                  <a:pt x="93372" y="107365"/>
                  <a:pt x="87529" y="105289"/>
                </a:cubicBezTo>
                <a:cubicBezTo>
                  <a:pt x="83531" y="103905"/>
                  <a:pt x="74421" y="101445"/>
                  <a:pt x="60198" y="97908"/>
                </a:cubicBezTo>
                <a:cubicBezTo>
                  <a:pt x="41900" y="93372"/>
                  <a:pt x="29061" y="87798"/>
                  <a:pt x="21681" y="81187"/>
                </a:cubicBezTo>
                <a:cubicBezTo>
                  <a:pt x="11302" y="71884"/>
                  <a:pt x="6112" y="60544"/>
                  <a:pt x="6112" y="47167"/>
                </a:cubicBezTo>
                <a:cubicBezTo>
                  <a:pt x="6112" y="38556"/>
                  <a:pt x="8553" y="30503"/>
                  <a:pt x="13435" y="23007"/>
                </a:cubicBezTo>
                <a:cubicBezTo>
                  <a:pt x="18317" y="15511"/>
                  <a:pt x="25352" y="9802"/>
                  <a:pt x="34539" y="5881"/>
                </a:cubicBezTo>
                <a:cubicBezTo>
                  <a:pt x="43726" y="1960"/>
                  <a:pt x="54816" y="0"/>
                  <a:pt x="67809" y="0"/>
                </a:cubicBezTo>
                <a:cubicBezTo>
                  <a:pt x="89029" y="0"/>
                  <a:pt x="105001" y="4651"/>
                  <a:pt x="115726" y="13954"/>
                </a:cubicBezTo>
                <a:cubicBezTo>
                  <a:pt x="126450" y="23257"/>
                  <a:pt x="132082" y="35673"/>
                  <a:pt x="132620" y="51203"/>
                </a:cubicBezTo>
                <a:lnTo>
                  <a:pt x="98485" y="52702"/>
                </a:lnTo>
                <a:cubicBezTo>
                  <a:pt x="97024" y="44015"/>
                  <a:pt x="93891" y="37768"/>
                  <a:pt x="89086" y="33962"/>
                </a:cubicBezTo>
                <a:cubicBezTo>
                  <a:pt x="84281" y="30157"/>
                  <a:pt x="77073" y="28254"/>
                  <a:pt x="67463" y="28254"/>
                </a:cubicBezTo>
                <a:cubicBezTo>
                  <a:pt x="57546" y="28254"/>
                  <a:pt x="49781" y="30291"/>
                  <a:pt x="44168" y="34366"/>
                </a:cubicBezTo>
                <a:cubicBezTo>
                  <a:pt x="40555" y="36980"/>
                  <a:pt x="38748" y="40478"/>
                  <a:pt x="38748" y="44860"/>
                </a:cubicBezTo>
                <a:cubicBezTo>
                  <a:pt x="38748" y="48858"/>
                  <a:pt x="40440" y="52279"/>
                  <a:pt x="43822" y="55124"/>
                </a:cubicBezTo>
                <a:cubicBezTo>
                  <a:pt x="48128" y="58737"/>
                  <a:pt x="58584" y="62504"/>
                  <a:pt x="75190" y="66425"/>
                </a:cubicBezTo>
                <a:cubicBezTo>
                  <a:pt x="91796" y="70346"/>
                  <a:pt x="104078" y="74402"/>
                  <a:pt x="112035" y="78592"/>
                </a:cubicBezTo>
                <a:cubicBezTo>
                  <a:pt x="119992" y="82782"/>
                  <a:pt x="126220" y="88510"/>
                  <a:pt x="130717" y="95775"/>
                </a:cubicBezTo>
                <a:cubicBezTo>
                  <a:pt x="135215" y="103040"/>
                  <a:pt x="137464" y="112016"/>
                  <a:pt x="137464" y="122702"/>
                </a:cubicBezTo>
                <a:cubicBezTo>
                  <a:pt x="137464" y="132390"/>
                  <a:pt x="134773" y="141462"/>
                  <a:pt x="129391" y="149918"/>
                </a:cubicBezTo>
                <a:cubicBezTo>
                  <a:pt x="124009" y="158375"/>
                  <a:pt x="116398" y="164660"/>
                  <a:pt x="106557" y="168774"/>
                </a:cubicBezTo>
                <a:cubicBezTo>
                  <a:pt x="96717" y="172887"/>
                  <a:pt x="84454" y="174943"/>
                  <a:pt x="69770" y="174943"/>
                </a:cubicBezTo>
                <a:cubicBezTo>
                  <a:pt x="48397" y="174943"/>
                  <a:pt x="31983" y="170004"/>
                  <a:pt x="20527" y="160124"/>
                </a:cubicBezTo>
                <a:cubicBezTo>
                  <a:pt x="9072" y="150245"/>
                  <a:pt x="2230" y="135849"/>
                  <a:pt x="0" y="116936"/>
                </a:cubicBezTo>
                <a:close/>
                <a:moveTo>
                  <a:pt x="190097" y="86837"/>
                </a:moveTo>
                <a:lnTo>
                  <a:pt x="160690" y="81533"/>
                </a:lnTo>
                <a:cubicBezTo>
                  <a:pt x="163996" y="69693"/>
                  <a:pt x="169685" y="60928"/>
                  <a:pt x="177757" y="55239"/>
                </a:cubicBezTo>
                <a:cubicBezTo>
                  <a:pt x="185830" y="49550"/>
                  <a:pt x="197823" y="46705"/>
                  <a:pt x="213738" y="46705"/>
                </a:cubicBezTo>
                <a:cubicBezTo>
                  <a:pt x="228192" y="46705"/>
                  <a:pt x="238955" y="48416"/>
                  <a:pt x="246028" y="51837"/>
                </a:cubicBezTo>
                <a:cubicBezTo>
                  <a:pt x="253101" y="55258"/>
                  <a:pt x="258079" y="59602"/>
                  <a:pt x="260962" y="64869"/>
                </a:cubicBezTo>
                <a:cubicBezTo>
                  <a:pt x="263845" y="70135"/>
                  <a:pt x="265287" y="79803"/>
                  <a:pt x="265287" y="93872"/>
                </a:cubicBezTo>
                <a:lnTo>
                  <a:pt x="264941" y="131698"/>
                </a:lnTo>
                <a:cubicBezTo>
                  <a:pt x="264941" y="142461"/>
                  <a:pt x="265460" y="150399"/>
                  <a:pt x="266498" y="155512"/>
                </a:cubicBezTo>
                <a:cubicBezTo>
                  <a:pt x="267536" y="160624"/>
                  <a:pt x="269477" y="166102"/>
                  <a:pt x="272321" y="171945"/>
                </a:cubicBezTo>
                <a:lnTo>
                  <a:pt x="240262" y="171945"/>
                </a:lnTo>
                <a:cubicBezTo>
                  <a:pt x="239416" y="169792"/>
                  <a:pt x="238378" y="166602"/>
                  <a:pt x="237148" y="162373"/>
                </a:cubicBezTo>
                <a:cubicBezTo>
                  <a:pt x="236610" y="160451"/>
                  <a:pt x="236226" y="159183"/>
                  <a:pt x="235995" y="158568"/>
                </a:cubicBezTo>
                <a:cubicBezTo>
                  <a:pt x="230460" y="163949"/>
                  <a:pt x="224540" y="167986"/>
                  <a:pt x="218235" y="170676"/>
                </a:cubicBezTo>
                <a:cubicBezTo>
                  <a:pt x="211931" y="173367"/>
                  <a:pt x="205204" y="174713"/>
                  <a:pt x="198054" y="174713"/>
                </a:cubicBezTo>
                <a:cubicBezTo>
                  <a:pt x="185446" y="174713"/>
                  <a:pt x="175509" y="171291"/>
                  <a:pt x="168243" y="164449"/>
                </a:cubicBezTo>
                <a:cubicBezTo>
                  <a:pt x="160978" y="157607"/>
                  <a:pt x="157345" y="148957"/>
                  <a:pt x="157345" y="138502"/>
                </a:cubicBezTo>
                <a:cubicBezTo>
                  <a:pt x="157345" y="131582"/>
                  <a:pt x="158998" y="125413"/>
                  <a:pt x="162304" y="119992"/>
                </a:cubicBezTo>
                <a:cubicBezTo>
                  <a:pt x="165610" y="114572"/>
                  <a:pt x="170242" y="110421"/>
                  <a:pt x="176201" y="107538"/>
                </a:cubicBezTo>
                <a:cubicBezTo>
                  <a:pt x="182159" y="104655"/>
                  <a:pt x="190750" y="102137"/>
                  <a:pt x="201975" y="99984"/>
                </a:cubicBezTo>
                <a:cubicBezTo>
                  <a:pt x="217121" y="97139"/>
                  <a:pt x="227615" y="94487"/>
                  <a:pt x="233458" y="92027"/>
                </a:cubicBezTo>
                <a:lnTo>
                  <a:pt x="233458" y="88798"/>
                </a:lnTo>
                <a:cubicBezTo>
                  <a:pt x="233458" y="82570"/>
                  <a:pt x="231920" y="78131"/>
                  <a:pt x="228845" y="75478"/>
                </a:cubicBezTo>
                <a:cubicBezTo>
                  <a:pt x="225770" y="72826"/>
                  <a:pt x="219965" y="71500"/>
                  <a:pt x="211431" y="71500"/>
                </a:cubicBezTo>
                <a:cubicBezTo>
                  <a:pt x="205665" y="71500"/>
                  <a:pt x="201168" y="72634"/>
                  <a:pt x="197939" y="74902"/>
                </a:cubicBezTo>
                <a:cubicBezTo>
                  <a:pt x="194710" y="77170"/>
                  <a:pt x="192096" y="81148"/>
                  <a:pt x="190097" y="86837"/>
                </a:cubicBezTo>
                <a:moveTo>
                  <a:pt x="233458" y="113131"/>
                </a:moveTo>
                <a:cubicBezTo>
                  <a:pt x="229306" y="114515"/>
                  <a:pt x="222733" y="116168"/>
                  <a:pt x="213738" y="118090"/>
                </a:cubicBezTo>
                <a:cubicBezTo>
                  <a:pt x="204743" y="120012"/>
                  <a:pt x="198861" y="121895"/>
                  <a:pt x="196094" y="123740"/>
                </a:cubicBezTo>
                <a:cubicBezTo>
                  <a:pt x="191865" y="126739"/>
                  <a:pt x="189751" y="130544"/>
                  <a:pt x="189751" y="135157"/>
                </a:cubicBezTo>
                <a:cubicBezTo>
                  <a:pt x="189751" y="139693"/>
                  <a:pt x="191442" y="143614"/>
                  <a:pt x="194825" y="146920"/>
                </a:cubicBezTo>
                <a:cubicBezTo>
                  <a:pt x="198208" y="150226"/>
                  <a:pt x="202513" y="151879"/>
                  <a:pt x="207741" y="151879"/>
                </a:cubicBezTo>
                <a:cubicBezTo>
                  <a:pt x="213584" y="151879"/>
                  <a:pt x="219158" y="149957"/>
                  <a:pt x="224463" y="146113"/>
                </a:cubicBezTo>
                <a:cubicBezTo>
                  <a:pt x="228384" y="143191"/>
                  <a:pt x="230959" y="139616"/>
                  <a:pt x="232189" y="135388"/>
                </a:cubicBezTo>
                <a:cubicBezTo>
                  <a:pt x="233035" y="132620"/>
                  <a:pt x="233458" y="127354"/>
                  <a:pt x="233458" y="119589"/>
                </a:cubicBezTo>
                <a:lnTo>
                  <a:pt x="233458" y="113131"/>
                </a:lnTo>
                <a:close/>
                <a:moveTo>
                  <a:pt x="294702" y="49473"/>
                </a:moveTo>
                <a:lnTo>
                  <a:pt x="324571" y="49473"/>
                </a:lnTo>
                <a:lnTo>
                  <a:pt x="324571" y="66195"/>
                </a:lnTo>
                <a:cubicBezTo>
                  <a:pt x="335257" y="53202"/>
                  <a:pt x="347981" y="46705"/>
                  <a:pt x="362742" y="46705"/>
                </a:cubicBezTo>
                <a:cubicBezTo>
                  <a:pt x="370584" y="46705"/>
                  <a:pt x="377388" y="48320"/>
                  <a:pt x="383154" y="51549"/>
                </a:cubicBezTo>
                <a:cubicBezTo>
                  <a:pt x="388920" y="54778"/>
                  <a:pt x="393648" y="59660"/>
                  <a:pt x="397339" y="66195"/>
                </a:cubicBezTo>
                <a:cubicBezTo>
                  <a:pt x="402720" y="59660"/>
                  <a:pt x="408525" y="54778"/>
                  <a:pt x="414752" y="51549"/>
                </a:cubicBezTo>
                <a:cubicBezTo>
                  <a:pt x="420980" y="48320"/>
                  <a:pt x="427630" y="46705"/>
                  <a:pt x="434703" y="46705"/>
                </a:cubicBezTo>
                <a:cubicBezTo>
                  <a:pt x="443698" y="46705"/>
                  <a:pt x="451309" y="48531"/>
                  <a:pt x="457537" y="52183"/>
                </a:cubicBezTo>
                <a:cubicBezTo>
                  <a:pt x="463764" y="55835"/>
                  <a:pt x="468415" y="61197"/>
                  <a:pt x="471491" y="68271"/>
                </a:cubicBezTo>
                <a:cubicBezTo>
                  <a:pt x="473720" y="73498"/>
                  <a:pt x="474835" y="81955"/>
                  <a:pt x="474835" y="93641"/>
                </a:cubicBezTo>
                <a:lnTo>
                  <a:pt x="474835" y="171945"/>
                </a:lnTo>
                <a:lnTo>
                  <a:pt x="442430" y="171945"/>
                </a:lnTo>
                <a:lnTo>
                  <a:pt x="442430" y="101945"/>
                </a:lnTo>
                <a:cubicBezTo>
                  <a:pt x="442430" y="89797"/>
                  <a:pt x="441315" y="81955"/>
                  <a:pt x="439085" y="78419"/>
                </a:cubicBezTo>
                <a:cubicBezTo>
                  <a:pt x="436087" y="73806"/>
                  <a:pt x="431474" y="71500"/>
                  <a:pt x="425247" y="71500"/>
                </a:cubicBezTo>
                <a:cubicBezTo>
                  <a:pt x="420711" y="71500"/>
                  <a:pt x="416444" y="72883"/>
                  <a:pt x="412446" y="75651"/>
                </a:cubicBezTo>
                <a:cubicBezTo>
                  <a:pt x="408448" y="78419"/>
                  <a:pt x="405565" y="82474"/>
                  <a:pt x="403797" y="87818"/>
                </a:cubicBezTo>
                <a:cubicBezTo>
                  <a:pt x="402028" y="93161"/>
                  <a:pt x="401144" y="101599"/>
                  <a:pt x="401144" y="113131"/>
                </a:cubicBezTo>
                <a:lnTo>
                  <a:pt x="401144" y="171945"/>
                </a:lnTo>
                <a:lnTo>
                  <a:pt x="368739" y="171945"/>
                </a:lnTo>
                <a:lnTo>
                  <a:pt x="368739" y="104828"/>
                </a:lnTo>
                <a:cubicBezTo>
                  <a:pt x="368739" y="92911"/>
                  <a:pt x="368162" y="85223"/>
                  <a:pt x="367009" y="81763"/>
                </a:cubicBezTo>
                <a:cubicBezTo>
                  <a:pt x="365856" y="78304"/>
                  <a:pt x="364068" y="75728"/>
                  <a:pt x="361647" y="74037"/>
                </a:cubicBezTo>
                <a:cubicBezTo>
                  <a:pt x="359225" y="72345"/>
                  <a:pt x="355938" y="71500"/>
                  <a:pt x="351787" y="71500"/>
                </a:cubicBezTo>
                <a:cubicBezTo>
                  <a:pt x="346789" y="71500"/>
                  <a:pt x="342292" y="72845"/>
                  <a:pt x="338294" y="75536"/>
                </a:cubicBezTo>
                <a:cubicBezTo>
                  <a:pt x="334296" y="78227"/>
                  <a:pt x="331432" y="82109"/>
                  <a:pt x="329702" y="87183"/>
                </a:cubicBezTo>
                <a:cubicBezTo>
                  <a:pt x="327973" y="92258"/>
                  <a:pt x="327108" y="100676"/>
                  <a:pt x="327108" y="112439"/>
                </a:cubicBezTo>
                <a:lnTo>
                  <a:pt x="327108" y="171945"/>
                </a:lnTo>
                <a:lnTo>
                  <a:pt x="294702" y="171945"/>
                </a:lnTo>
                <a:lnTo>
                  <a:pt x="294702" y="49473"/>
                </a:lnTo>
                <a:close/>
                <a:moveTo>
                  <a:pt x="577939" y="132966"/>
                </a:moveTo>
                <a:lnTo>
                  <a:pt x="610229" y="138386"/>
                </a:lnTo>
                <a:cubicBezTo>
                  <a:pt x="606078" y="150226"/>
                  <a:pt x="599524" y="159240"/>
                  <a:pt x="590567" y="165429"/>
                </a:cubicBezTo>
                <a:cubicBezTo>
                  <a:pt x="581610" y="171618"/>
                  <a:pt x="570405" y="174713"/>
                  <a:pt x="556951" y="174713"/>
                </a:cubicBezTo>
                <a:cubicBezTo>
                  <a:pt x="535655" y="174713"/>
                  <a:pt x="519894" y="167755"/>
                  <a:pt x="509669" y="153839"/>
                </a:cubicBezTo>
                <a:cubicBezTo>
                  <a:pt x="501596" y="142692"/>
                  <a:pt x="497560" y="128622"/>
                  <a:pt x="497560" y="111632"/>
                </a:cubicBezTo>
                <a:cubicBezTo>
                  <a:pt x="497560" y="91335"/>
                  <a:pt x="502865" y="75440"/>
                  <a:pt x="513474" y="63946"/>
                </a:cubicBezTo>
                <a:cubicBezTo>
                  <a:pt x="524084" y="52452"/>
                  <a:pt x="537500" y="46705"/>
                  <a:pt x="553722" y="46705"/>
                </a:cubicBezTo>
                <a:cubicBezTo>
                  <a:pt x="571942" y="46705"/>
                  <a:pt x="586319" y="52721"/>
                  <a:pt x="596852" y="64753"/>
                </a:cubicBezTo>
                <a:cubicBezTo>
                  <a:pt x="607385" y="76785"/>
                  <a:pt x="612420" y="95217"/>
                  <a:pt x="611959" y="120050"/>
                </a:cubicBezTo>
                <a:lnTo>
                  <a:pt x="530773" y="120050"/>
                </a:lnTo>
                <a:cubicBezTo>
                  <a:pt x="531003" y="129660"/>
                  <a:pt x="533617" y="137137"/>
                  <a:pt x="538614" y="142480"/>
                </a:cubicBezTo>
                <a:cubicBezTo>
                  <a:pt x="543612" y="147823"/>
                  <a:pt x="549839" y="150495"/>
                  <a:pt x="557297" y="150495"/>
                </a:cubicBezTo>
                <a:cubicBezTo>
                  <a:pt x="562371" y="150495"/>
                  <a:pt x="566638" y="149111"/>
                  <a:pt x="570097" y="146343"/>
                </a:cubicBezTo>
                <a:cubicBezTo>
                  <a:pt x="573557" y="143576"/>
                  <a:pt x="576171" y="139117"/>
                  <a:pt x="577939" y="132966"/>
                </a:cubicBezTo>
                <a:moveTo>
                  <a:pt x="579784" y="100215"/>
                </a:moveTo>
                <a:cubicBezTo>
                  <a:pt x="579554" y="90835"/>
                  <a:pt x="577132" y="83704"/>
                  <a:pt x="572519" y="78823"/>
                </a:cubicBezTo>
                <a:cubicBezTo>
                  <a:pt x="567906" y="73941"/>
                  <a:pt x="562294" y="71500"/>
                  <a:pt x="555682" y="71500"/>
                </a:cubicBezTo>
                <a:cubicBezTo>
                  <a:pt x="548609" y="71500"/>
                  <a:pt x="542766" y="74075"/>
                  <a:pt x="538153" y="79226"/>
                </a:cubicBezTo>
                <a:cubicBezTo>
                  <a:pt x="533540" y="84377"/>
                  <a:pt x="531272" y="91373"/>
                  <a:pt x="531349" y="100215"/>
                </a:cubicBezTo>
                <a:lnTo>
                  <a:pt x="579784" y="100215"/>
                </a:lnTo>
                <a:close/>
                <a:moveTo>
                  <a:pt x="847730" y="171945"/>
                </a:moveTo>
                <a:lnTo>
                  <a:pt x="810597" y="171945"/>
                </a:lnTo>
                <a:lnTo>
                  <a:pt x="795835" y="133543"/>
                </a:lnTo>
                <a:lnTo>
                  <a:pt x="728257" y="133543"/>
                </a:lnTo>
                <a:lnTo>
                  <a:pt x="714303" y="171945"/>
                </a:lnTo>
                <a:lnTo>
                  <a:pt x="678092" y="171945"/>
                </a:lnTo>
                <a:lnTo>
                  <a:pt x="743941" y="2883"/>
                </a:lnTo>
                <a:lnTo>
                  <a:pt x="780036" y="2883"/>
                </a:lnTo>
                <a:lnTo>
                  <a:pt x="847730" y="171945"/>
                </a:lnTo>
                <a:moveTo>
                  <a:pt x="784880" y="105058"/>
                </a:moveTo>
                <a:lnTo>
                  <a:pt x="761585" y="42323"/>
                </a:lnTo>
                <a:lnTo>
                  <a:pt x="738751" y="105058"/>
                </a:lnTo>
                <a:lnTo>
                  <a:pt x="784880" y="105058"/>
                </a:lnTo>
                <a:close/>
                <a:moveTo>
                  <a:pt x="857194" y="116936"/>
                </a:moveTo>
                <a:lnTo>
                  <a:pt x="890407" y="113707"/>
                </a:lnTo>
                <a:cubicBezTo>
                  <a:pt x="892406" y="124855"/>
                  <a:pt x="896461" y="133043"/>
                  <a:pt x="902573" y="138271"/>
                </a:cubicBezTo>
                <a:cubicBezTo>
                  <a:pt x="908685" y="143499"/>
                  <a:pt x="916931" y="146113"/>
                  <a:pt x="927310" y="146113"/>
                </a:cubicBezTo>
                <a:cubicBezTo>
                  <a:pt x="938304" y="146113"/>
                  <a:pt x="946588" y="143787"/>
                  <a:pt x="952162" y="139136"/>
                </a:cubicBezTo>
                <a:cubicBezTo>
                  <a:pt x="957736" y="134485"/>
                  <a:pt x="960523" y="129045"/>
                  <a:pt x="960523" y="122818"/>
                </a:cubicBezTo>
                <a:cubicBezTo>
                  <a:pt x="960523" y="118820"/>
                  <a:pt x="959350" y="115418"/>
                  <a:pt x="957005" y="112612"/>
                </a:cubicBezTo>
                <a:cubicBezTo>
                  <a:pt x="954660" y="109806"/>
                  <a:pt x="950566" y="107365"/>
                  <a:pt x="944724" y="105289"/>
                </a:cubicBezTo>
                <a:cubicBezTo>
                  <a:pt x="940726" y="103905"/>
                  <a:pt x="931615" y="101445"/>
                  <a:pt x="917392" y="97908"/>
                </a:cubicBezTo>
                <a:cubicBezTo>
                  <a:pt x="899094" y="93372"/>
                  <a:pt x="886255" y="87798"/>
                  <a:pt x="878875" y="81187"/>
                </a:cubicBezTo>
                <a:cubicBezTo>
                  <a:pt x="868496" y="71884"/>
                  <a:pt x="863306" y="60544"/>
                  <a:pt x="863306" y="47167"/>
                </a:cubicBezTo>
                <a:cubicBezTo>
                  <a:pt x="863306" y="38556"/>
                  <a:pt x="865747" y="30503"/>
                  <a:pt x="870629" y="23007"/>
                </a:cubicBezTo>
                <a:cubicBezTo>
                  <a:pt x="875511" y="15511"/>
                  <a:pt x="882546" y="9802"/>
                  <a:pt x="891733" y="5881"/>
                </a:cubicBezTo>
                <a:cubicBezTo>
                  <a:pt x="900920" y="1960"/>
                  <a:pt x="912011" y="0"/>
                  <a:pt x="925003" y="0"/>
                </a:cubicBezTo>
                <a:cubicBezTo>
                  <a:pt x="946223" y="0"/>
                  <a:pt x="962195" y="4651"/>
                  <a:pt x="972920" y="13954"/>
                </a:cubicBezTo>
                <a:cubicBezTo>
                  <a:pt x="983645" y="23257"/>
                  <a:pt x="989276" y="35673"/>
                  <a:pt x="989814" y="51203"/>
                </a:cubicBezTo>
                <a:lnTo>
                  <a:pt x="955679" y="52702"/>
                </a:lnTo>
                <a:cubicBezTo>
                  <a:pt x="954218" y="44015"/>
                  <a:pt x="951085" y="37768"/>
                  <a:pt x="946280" y="33962"/>
                </a:cubicBezTo>
                <a:cubicBezTo>
                  <a:pt x="941475" y="30157"/>
                  <a:pt x="934268" y="28254"/>
                  <a:pt x="924658" y="28254"/>
                </a:cubicBezTo>
                <a:cubicBezTo>
                  <a:pt x="914740" y="28254"/>
                  <a:pt x="906975" y="30291"/>
                  <a:pt x="901362" y="34366"/>
                </a:cubicBezTo>
                <a:cubicBezTo>
                  <a:pt x="897749" y="36980"/>
                  <a:pt x="895942" y="40478"/>
                  <a:pt x="895942" y="44860"/>
                </a:cubicBezTo>
                <a:cubicBezTo>
                  <a:pt x="895942" y="48858"/>
                  <a:pt x="897634" y="52279"/>
                  <a:pt x="901017" y="55124"/>
                </a:cubicBezTo>
                <a:cubicBezTo>
                  <a:pt x="905322" y="58737"/>
                  <a:pt x="915778" y="62504"/>
                  <a:pt x="932384" y="66425"/>
                </a:cubicBezTo>
                <a:cubicBezTo>
                  <a:pt x="948990" y="70346"/>
                  <a:pt x="961272" y="74402"/>
                  <a:pt x="969229" y="78592"/>
                </a:cubicBezTo>
                <a:cubicBezTo>
                  <a:pt x="977187" y="82782"/>
                  <a:pt x="983414" y="88510"/>
                  <a:pt x="987912" y="95775"/>
                </a:cubicBezTo>
                <a:cubicBezTo>
                  <a:pt x="992409" y="103040"/>
                  <a:pt x="994658" y="112016"/>
                  <a:pt x="994658" y="122702"/>
                </a:cubicBezTo>
                <a:cubicBezTo>
                  <a:pt x="994658" y="132390"/>
                  <a:pt x="991967" y="141462"/>
                  <a:pt x="986585" y="149918"/>
                </a:cubicBezTo>
                <a:cubicBezTo>
                  <a:pt x="981204" y="158375"/>
                  <a:pt x="973592" y="164660"/>
                  <a:pt x="963752" y="168774"/>
                </a:cubicBezTo>
                <a:cubicBezTo>
                  <a:pt x="953911" y="172887"/>
                  <a:pt x="941648" y="174943"/>
                  <a:pt x="926964" y="174943"/>
                </a:cubicBezTo>
                <a:cubicBezTo>
                  <a:pt x="905591" y="174943"/>
                  <a:pt x="889177" y="170004"/>
                  <a:pt x="877721" y="160124"/>
                </a:cubicBezTo>
                <a:cubicBezTo>
                  <a:pt x="866266" y="150245"/>
                  <a:pt x="859424" y="135849"/>
                  <a:pt x="857194" y="116936"/>
                </a:cubicBezTo>
                <a:close/>
                <a:moveTo>
                  <a:pt x="1061242" y="171945"/>
                </a:moveTo>
                <a:lnTo>
                  <a:pt x="1061242" y="31483"/>
                </a:lnTo>
                <a:lnTo>
                  <a:pt x="1011077" y="31483"/>
                </a:lnTo>
                <a:lnTo>
                  <a:pt x="1011077" y="2883"/>
                </a:lnTo>
                <a:lnTo>
                  <a:pt x="1145427" y="2883"/>
                </a:lnTo>
                <a:lnTo>
                  <a:pt x="1145427" y="31483"/>
                </a:lnTo>
                <a:lnTo>
                  <a:pt x="1095377" y="31483"/>
                </a:lnTo>
                <a:lnTo>
                  <a:pt x="1095377" y="171945"/>
                </a:lnTo>
                <a:lnTo>
                  <a:pt x="1061242" y="171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DB6083-EAAF-4584-9584-301C76F9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1" y="38663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3334C-F26C-4A4B-9D3F-29C15A76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20" y="3866324"/>
            <a:ext cx="918475" cy="249300"/>
          </a:xfrm>
          <a:custGeom xmlns:a="http://schemas.openxmlformats.org/drawingml/2006/main">
            <a:pathLst>
              <a:path w="918475" h="249300">
                <a:moveTo>
                  <a:pt x="0" y="249300"/>
                </a:moveTo>
                <a:lnTo>
                  <a:pt x="0" y="0"/>
                </a:lnTo>
                <a:lnTo>
                  <a:pt x="918475" y="0"/>
                </a:lnTo>
                <a:lnTo>
                  <a:pt x="918475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846C5-963D-46EA-91A8-25D91DD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95" y="38663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1B7D6-B615-4C59-9EC0-94195E6F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504" y="3866324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04AF5-B3EF-452B-8CB2-4FE7026B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932" y="386632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E99D2-D7BB-4FF2-A6E8-96CC1C13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170" y="38663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9D1E5-C7E0-46BC-B986-C170D9C2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979" y="386632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E31AF-A6D1-4E74-972E-7CF97AAE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16" y="3866324"/>
            <a:ext cx="574047" cy="249300"/>
          </a:xfrm>
          <a:custGeom xmlns:a="http://schemas.openxmlformats.org/drawingml/2006/main">
            <a:pathLst>
              <a:path w="574047" h="249300">
                <a:moveTo>
                  <a:pt x="0" y="249300"/>
                </a:moveTo>
                <a:lnTo>
                  <a:pt x="0" y="0"/>
                </a:lnTo>
                <a:lnTo>
                  <a:pt x="574047" y="0"/>
                </a:lnTo>
                <a:lnTo>
                  <a:pt x="57404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FD8C9-AAAD-44F0-B49C-7FC989B8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263" y="386632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A4ABC-5129-4057-A46C-9116A86B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500" y="38663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F16B5-AC52-44F5-88EA-93144C6E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310" y="38663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F8A4D-A32C-4D04-9482-DC868BC7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119" y="3866324"/>
            <a:ext cx="688856" cy="249300"/>
          </a:xfrm>
          <a:custGeom xmlns:a="http://schemas.openxmlformats.org/drawingml/2006/main">
            <a:pathLst>
              <a:path w="688856" h="249300">
                <a:moveTo>
                  <a:pt x="0" y="249300"/>
                </a:moveTo>
                <a:lnTo>
                  <a:pt x="0" y="0"/>
                </a:lnTo>
                <a:lnTo>
                  <a:pt x="688856" y="0"/>
                </a:lnTo>
                <a:lnTo>
                  <a:pt x="688856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143D82-B803-4725-8FBB-07E64D7D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975" y="386632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C85CD-E642-45D3-B863-A268013A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213" y="3866324"/>
            <a:ext cx="803665" cy="249300"/>
          </a:xfrm>
          <a:custGeom xmlns:a="http://schemas.openxmlformats.org/drawingml/2006/main">
            <a:pathLst>
              <a:path w="803665" h="249300">
                <a:moveTo>
                  <a:pt x="0" y="249300"/>
                </a:moveTo>
                <a:lnTo>
                  <a:pt x="0" y="0"/>
                </a:lnTo>
                <a:lnTo>
                  <a:pt x="803665" y="0"/>
                </a:lnTo>
                <a:lnTo>
                  <a:pt x="803665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52B361-6F79-434A-8A03-0BE745C7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878" y="386632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2FEEE-F859-488B-ABBA-E2A0F474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1" y="411562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88D3C-C171-4CB5-9CD6-B32C6271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48" y="41156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3A2B0C-788A-4807-910B-07AEBDDD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7" y="41156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D13E1-A07B-4A74-B558-8F640ED9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67" y="4115624"/>
            <a:ext cx="1262903" cy="249300"/>
          </a:xfrm>
          <a:custGeom xmlns:a="http://schemas.openxmlformats.org/drawingml/2006/main">
            <a:pathLst>
              <a:path w="1262903" h="249300">
                <a:moveTo>
                  <a:pt x="0" y="249300"/>
                </a:moveTo>
                <a:lnTo>
                  <a:pt x="0" y="0"/>
                </a:lnTo>
                <a:lnTo>
                  <a:pt x="1262903" y="0"/>
                </a:lnTo>
                <a:lnTo>
                  <a:pt x="1262903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3DA96-95EE-4127-8139-8B498411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170" y="41156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84996-60E1-45D0-A6AB-1D098087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979" y="4115624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DA36C-D170-44E5-9F22-57B2DB1F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407" y="411562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6B97B-2541-462F-973F-8A36D658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644" y="41156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12106-E43A-4A13-B076-5B9F75E7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54" y="411562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3AF50-EC08-4E5D-8D66-AE223DF4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691" y="4115624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85D71-4EBC-43B5-B578-D8D95642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928" y="41156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B11B6-D506-4C8E-8754-54A06A89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738" y="4115624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EC614-9294-4E98-AA19-7F9FC479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166" y="41156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62AF7-2871-41BC-A7A3-CD706457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975" y="41156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16593-D7C6-434D-A2AE-3C874663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785" y="41156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1E5039-E5C7-4CF4-A277-9DF12132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594" y="41156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14727-8CEA-43BF-AC08-8DC40937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403" y="41156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0DD0D-22D1-4D74-A083-6E96595D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213" y="4115624"/>
            <a:ext cx="918475" cy="249300"/>
          </a:xfrm>
          <a:custGeom xmlns:a="http://schemas.openxmlformats.org/drawingml/2006/main">
            <a:pathLst>
              <a:path w="918475" h="249300">
                <a:moveTo>
                  <a:pt x="0" y="249300"/>
                </a:moveTo>
                <a:lnTo>
                  <a:pt x="0" y="0"/>
                </a:lnTo>
                <a:lnTo>
                  <a:pt x="918475" y="0"/>
                </a:lnTo>
                <a:lnTo>
                  <a:pt x="918475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A1D49-5CA3-4B00-9655-67C79807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687" y="4115624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779434-ED38-4A1B-8E0F-E6688231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1" y="4364925"/>
            <a:ext cx="574047" cy="249300"/>
          </a:xfrm>
          <a:custGeom xmlns:a="http://schemas.openxmlformats.org/drawingml/2006/main">
            <a:pathLst>
              <a:path w="574047" h="249300">
                <a:moveTo>
                  <a:pt x="0" y="249300"/>
                </a:moveTo>
                <a:lnTo>
                  <a:pt x="0" y="0"/>
                </a:lnTo>
                <a:lnTo>
                  <a:pt x="574047" y="0"/>
                </a:lnTo>
                <a:lnTo>
                  <a:pt x="57404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BFAAD-C3B6-4A0D-9361-DD292022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7" y="4364925"/>
            <a:ext cx="459238" cy="249300"/>
          </a:xfrm>
          <a:custGeom xmlns:a="http://schemas.openxmlformats.org/drawingml/2006/main">
            <a:pathLst>
              <a:path w="459238" h="249300">
                <a:moveTo>
                  <a:pt x="0" y="249300"/>
                </a:moveTo>
                <a:lnTo>
                  <a:pt x="0" y="0"/>
                </a:lnTo>
                <a:lnTo>
                  <a:pt x="459238" y="0"/>
                </a:lnTo>
                <a:lnTo>
                  <a:pt x="45923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BA883-A07D-4475-931D-5EEADEF1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95" y="436492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BDC07-0892-4574-ADD1-29E554EF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504" y="4364925"/>
            <a:ext cx="1033284" cy="249300"/>
          </a:xfrm>
          <a:custGeom xmlns:a="http://schemas.openxmlformats.org/drawingml/2006/main">
            <a:pathLst>
              <a:path w="1033284" h="249300">
                <a:moveTo>
                  <a:pt x="0" y="249300"/>
                </a:moveTo>
                <a:lnTo>
                  <a:pt x="0" y="0"/>
                </a:lnTo>
                <a:lnTo>
                  <a:pt x="1033284" y="0"/>
                </a:lnTo>
                <a:lnTo>
                  <a:pt x="1033284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3AB0C1-43AE-420B-B077-51F1BE80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88" y="436492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78A69-A1C4-4ED3-9AE1-6B2FA574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598" y="4364925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A71FA-2CDF-4959-B4D8-DA8A7609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835" y="436492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7B1D9-3690-4EF3-94B6-B46072D1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644" y="436492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5B319-C5CB-4AE4-8937-1D261434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54" y="4364925"/>
            <a:ext cx="1262903" cy="249300"/>
          </a:xfrm>
          <a:custGeom xmlns:a="http://schemas.openxmlformats.org/drawingml/2006/main">
            <a:pathLst>
              <a:path w="1262903" h="249300">
                <a:moveTo>
                  <a:pt x="0" y="249300"/>
                </a:moveTo>
                <a:lnTo>
                  <a:pt x="0" y="0"/>
                </a:lnTo>
                <a:lnTo>
                  <a:pt x="1262903" y="0"/>
                </a:lnTo>
                <a:lnTo>
                  <a:pt x="1262903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B004BF-432C-4C16-8D41-5179C454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357" y="436492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E1A26-9246-42A3-AEF8-48B14250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166" y="4364925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CC693-A2E2-49FB-A311-3ED2F204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594" y="4364925"/>
            <a:ext cx="229619" cy="249300"/>
          </a:xfrm>
          <a:custGeom xmlns:a="http://schemas.openxmlformats.org/drawingml/2006/main">
            <a:pathLst>
              <a:path w="229619" h="249300">
                <a:moveTo>
                  <a:pt x="0" y="249300"/>
                </a:moveTo>
                <a:lnTo>
                  <a:pt x="0" y="0"/>
                </a:lnTo>
                <a:lnTo>
                  <a:pt x="229619" y="0"/>
                </a:lnTo>
                <a:lnTo>
                  <a:pt x="22961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7A117-35E9-4A2F-B428-9A3C1443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213" y="4364925"/>
            <a:ext cx="803665" cy="249300"/>
          </a:xfrm>
          <a:custGeom xmlns:a="http://schemas.openxmlformats.org/drawingml/2006/main">
            <a:pathLst>
              <a:path w="803665" h="249300">
                <a:moveTo>
                  <a:pt x="0" y="249300"/>
                </a:moveTo>
                <a:lnTo>
                  <a:pt x="0" y="0"/>
                </a:lnTo>
                <a:lnTo>
                  <a:pt x="803665" y="0"/>
                </a:lnTo>
                <a:lnTo>
                  <a:pt x="803665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9E7C5-D373-4F77-9EB9-E02D5598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878" y="4364925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3F86E-86FB-4C36-8D7B-840CB5F3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687" y="4364925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43F41-980E-47F4-A9AB-47BC1791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1" y="46273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EBD52-4EA4-4511-906C-ACC59C3B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20" y="4627346"/>
            <a:ext cx="803665" cy="249300"/>
          </a:xfrm>
          <a:custGeom xmlns:a="http://schemas.openxmlformats.org/drawingml/2006/main">
            <a:pathLst>
              <a:path w="803665" h="249300">
                <a:moveTo>
                  <a:pt x="0" y="249300"/>
                </a:moveTo>
                <a:lnTo>
                  <a:pt x="0" y="0"/>
                </a:lnTo>
                <a:lnTo>
                  <a:pt x="803665" y="0"/>
                </a:lnTo>
                <a:lnTo>
                  <a:pt x="803665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7C354-5DCD-46D4-9586-9B25E21C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5" y="46273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EA60B-F5AF-48FF-B3DF-C7D0D939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95" y="4627346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BA6DC9-20AD-46E2-B7C9-61EEC6F9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123" y="4627346"/>
            <a:ext cx="229619" cy="249300"/>
          </a:xfrm>
          <a:custGeom xmlns:a="http://schemas.openxmlformats.org/drawingml/2006/main">
            <a:pathLst>
              <a:path w="229619" h="249300">
                <a:moveTo>
                  <a:pt x="0" y="249300"/>
                </a:moveTo>
                <a:lnTo>
                  <a:pt x="0" y="0"/>
                </a:lnTo>
                <a:lnTo>
                  <a:pt x="229619" y="0"/>
                </a:lnTo>
                <a:lnTo>
                  <a:pt x="22961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E041F-0A62-4C43-A048-CDD6939D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741" y="4627346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880A4E-50B6-43BB-A640-92AD3D21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979" y="4627346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244D1-0396-4DF0-A629-A7FBF6B6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407" y="4627346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9AB52-C3E5-4D4D-91F7-4AC66D66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644" y="46273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D11F2-ABCC-467C-B5B0-13451CF1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54" y="4627346"/>
            <a:ext cx="1262903" cy="249300"/>
          </a:xfrm>
          <a:custGeom xmlns:a="http://schemas.openxmlformats.org/drawingml/2006/main">
            <a:pathLst>
              <a:path w="1262903" h="249300">
                <a:moveTo>
                  <a:pt x="0" y="249300"/>
                </a:moveTo>
                <a:lnTo>
                  <a:pt x="0" y="0"/>
                </a:lnTo>
                <a:lnTo>
                  <a:pt x="1262903" y="0"/>
                </a:lnTo>
                <a:lnTo>
                  <a:pt x="1262903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25550-76A9-4E5D-BCC0-7E59BD38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357" y="46273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93498-9252-4346-91BA-5A1C7F61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166" y="4627346"/>
            <a:ext cx="918475" cy="249300"/>
          </a:xfrm>
          <a:custGeom xmlns:a="http://schemas.openxmlformats.org/drawingml/2006/main">
            <a:pathLst>
              <a:path w="918475" h="249300">
                <a:moveTo>
                  <a:pt x="0" y="249300"/>
                </a:moveTo>
                <a:lnTo>
                  <a:pt x="0" y="0"/>
                </a:lnTo>
                <a:lnTo>
                  <a:pt x="918475" y="0"/>
                </a:lnTo>
                <a:lnTo>
                  <a:pt x="918475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B625F-B442-4FF7-98F3-86A062B7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641" y="46273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6BC17-A5D8-417F-A5F5-A90934B0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450" y="4627346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77F0CE-DEA9-4A9A-B484-6AF2EB36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878" y="4627346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8DBC6-D669-496B-B09C-298D7C4F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1" y="48766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604DD-994C-4098-ACDF-ABCB6473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20" y="4876646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9DC153-D11C-4F37-9A73-50CCFD87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48" y="4876646"/>
            <a:ext cx="229619" cy="249300"/>
          </a:xfrm>
          <a:custGeom xmlns:a="http://schemas.openxmlformats.org/drawingml/2006/main">
            <a:pathLst>
              <a:path w="229619" h="249300">
                <a:moveTo>
                  <a:pt x="0" y="249300"/>
                </a:moveTo>
                <a:lnTo>
                  <a:pt x="0" y="0"/>
                </a:lnTo>
                <a:lnTo>
                  <a:pt x="229619" y="0"/>
                </a:lnTo>
                <a:lnTo>
                  <a:pt x="22961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91A50-9C56-4A36-A3C0-4E27B9C4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67" y="48766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3EAAA-86D5-4A6A-99D8-155B5B4D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76" y="48766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571D8-9EA1-412D-873F-C57CAAB9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5" y="4876646"/>
            <a:ext cx="574047" cy="249300"/>
          </a:xfrm>
          <a:custGeom xmlns:a="http://schemas.openxmlformats.org/drawingml/2006/main">
            <a:pathLst>
              <a:path w="574047" h="249300">
                <a:moveTo>
                  <a:pt x="0" y="249300"/>
                </a:moveTo>
                <a:lnTo>
                  <a:pt x="0" y="0"/>
                </a:lnTo>
                <a:lnTo>
                  <a:pt x="574047" y="0"/>
                </a:lnTo>
                <a:lnTo>
                  <a:pt x="57404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62162-FC5C-4399-A199-89282349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932" y="48766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68C4C-F7CD-42C5-8CA7-13656789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741" y="48766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73858-DE02-4F30-BD81-5FB33075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551" y="4876646"/>
            <a:ext cx="1033284" cy="249300"/>
          </a:xfrm>
          <a:custGeom xmlns:a="http://schemas.openxmlformats.org/drawingml/2006/main">
            <a:pathLst>
              <a:path w="1033284" h="249300">
                <a:moveTo>
                  <a:pt x="0" y="249300"/>
                </a:moveTo>
                <a:lnTo>
                  <a:pt x="0" y="0"/>
                </a:lnTo>
                <a:lnTo>
                  <a:pt x="1033284" y="0"/>
                </a:lnTo>
                <a:lnTo>
                  <a:pt x="1033284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6C260-1282-4A42-AF0E-8AEAA44C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835" y="48766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BB8D1-B080-4236-B8C1-A2AF298F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644" y="4876646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DF565-97DA-4FE1-9FEE-ADB23833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072" y="4876646"/>
            <a:ext cx="459237" cy="249300"/>
          </a:xfrm>
          <a:custGeom xmlns:a="http://schemas.openxmlformats.org/drawingml/2006/main">
            <a:pathLst>
              <a:path w="459237" h="249300">
                <a:moveTo>
                  <a:pt x="0" y="249300"/>
                </a:moveTo>
                <a:lnTo>
                  <a:pt x="0" y="0"/>
                </a:lnTo>
                <a:lnTo>
                  <a:pt x="459237" y="0"/>
                </a:lnTo>
                <a:lnTo>
                  <a:pt x="45923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0FC25-FF55-46D7-8646-B60A6F75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310" y="48766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11AD2-0447-4672-A679-B84DB7C5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119" y="4876646"/>
            <a:ext cx="344428" cy="249300"/>
          </a:xfrm>
          <a:custGeom xmlns:a="http://schemas.openxmlformats.org/drawingml/2006/main">
            <a:pathLst>
              <a:path w="344428" h="249300">
                <a:moveTo>
                  <a:pt x="0" y="249300"/>
                </a:moveTo>
                <a:lnTo>
                  <a:pt x="0" y="0"/>
                </a:lnTo>
                <a:lnTo>
                  <a:pt x="344428" y="0"/>
                </a:lnTo>
                <a:lnTo>
                  <a:pt x="344428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60665-CCCB-4C7B-80D3-A266467A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547" y="48766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C59A9C-982A-47E7-AB7B-FC9D51A3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357" y="48766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3ABAC-4DC7-4FA0-86FD-2F0E3E2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166" y="4876646"/>
            <a:ext cx="574047" cy="249300"/>
          </a:xfrm>
          <a:custGeom xmlns:a="http://schemas.openxmlformats.org/drawingml/2006/main">
            <a:pathLst>
              <a:path w="574047" h="249300">
                <a:moveTo>
                  <a:pt x="0" y="249300"/>
                </a:moveTo>
                <a:lnTo>
                  <a:pt x="0" y="0"/>
                </a:lnTo>
                <a:lnTo>
                  <a:pt x="574047" y="0"/>
                </a:lnTo>
                <a:lnTo>
                  <a:pt x="574047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B7931-25FB-46B8-97B0-73E15BC9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213" y="48766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737F6-C7AB-440D-8D9F-53F51FAF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022" y="4876646"/>
            <a:ext cx="1033284" cy="249300"/>
          </a:xfrm>
          <a:custGeom xmlns:a="http://schemas.openxmlformats.org/drawingml/2006/main">
            <a:pathLst>
              <a:path w="1033284" h="249300">
                <a:moveTo>
                  <a:pt x="0" y="249300"/>
                </a:moveTo>
                <a:lnTo>
                  <a:pt x="0" y="0"/>
                </a:lnTo>
                <a:lnTo>
                  <a:pt x="1033284" y="0"/>
                </a:lnTo>
                <a:lnTo>
                  <a:pt x="1033284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B298F-AB43-42B8-A45C-1742A4B0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306" y="4876646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7B9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F2291-BDFE-4708-89B3-3605AABD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1" y="5125947"/>
            <a:ext cx="918475" cy="249300"/>
          </a:xfrm>
          <a:custGeom xmlns:a="http://schemas.openxmlformats.org/drawingml/2006/main">
            <a:pathLst>
              <a:path w="918475" h="249300">
                <a:moveTo>
                  <a:pt x="0" y="249300"/>
                </a:moveTo>
                <a:lnTo>
                  <a:pt x="0" y="0"/>
                </a:lnTo>
                <a:lnTo>
                  <a:pt x="918475" y="0"/>
                </a:lnTo>
                <a:lnTo>
                  <a:pt x="918475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F01A9-B5E7-473D-9F48-436B3288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5" y="5125947"/>
            <a:ext cx="229619" cy="249300"/>
          </a:xfrm>
          <a:custGeom xmlns:a="http://schemas.openxmlformats.org/drawingml/2006/main">
            <a:pathLst>
              <a:path w="229619" h="249300">
                <a:moveTo>
                  <a:pt x="0" y="249300"/>
                </a:moveTo>
                <a:lnTo>
                  <a:pt x="0" y="0"/>
                </a:lnTo>
                <a:lnTo>
                  <a:pt x="229619" y="0"/>
                </a:lnTo>
                <a:lnTo>
                  <a:pt x="22961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CFC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65456-0ED3-4897-A7B4-9AED4253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504" y="5125947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4ECC6-17C3-4C71-B7BC-5CF7FF99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313" y="5125947"/>
            <a:ext cx="1033284" cy="249300"/>
          </a:xfrm>
          <a:custGeom xmlns:a="http://schemas.openxmlformats.org/drawingml/2006/main">
            <a:pathLst>
              <a:path w="1033284" h="249300">
                <a:moveTo>
                  <a:pt x="0" y="249300"/>
                </a:moveTo>
                <a:lnTo>
                  <a:pt x="0" y="0"/>
                </a:lnTo>
                <a:lnTo>
                  <a:pt x="1033284" y="0"/>
                </a:lnTo>
                <a:lnTo>
                  <a:pt x="1033284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F9F53-3C5E-44F0-AEC0-4CE19B7C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598" y="5125947"/>
            <a:ext cx="114809" cy="249300"/>
          </a:xfrm>
          <a:custGeom xmlns:a="http://schemas.openxmlformats.org/drawingml/2006/main">
            <a:pathLst>
              <a:path w="114809" h="249300">
                <a:moveTo>
                  <a:pt x="0" y="249300"/>
                </a:moveTo>
                <a:lnTo>
                  <a:pt x="0" y="0"/>
                </a:lnTo>
                <a:lnTo>
                  <a:pt x="114809" y="0"/>
                </a:lnTo>
                <a:lnTo>
                  <a:pt x="114809" y="249300"/>
                </a:lnTo>
                <a:lnTo>
                  <a:pt x="0" y="24930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&lt;def_stmt&gt;">
            <a:extLst xmlns:a="http://schemas.openxmlformats.org/drawingml/2006/main">
              <a:ext uri="{FF2B5EF4-FFF2-40B4-BE49-F238E27FC236}">
                <a16:creationId xmlns:a16="http://schemas.microsoft.com/office/drawing/2014/main" id="{6BAE0AF6-C09C-4CE8-804C-E675E2BB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54" y="3917161"/>
            <a:ext cx="1120621" cy="188103"/>
          </a:xfrm>
          <a:custGeom xmlns:a="http://schemas.openxmlformats.org/drawingml/2006/main">
            <a:pathLst>
              <a:path w="1120621" h="188103">
                <a:moveTo>
                  <a:pt x="80059" y="136439"/>
                </a:moveTo>
                <a:lnTo>
                  <a:pt x="68886" y="147715"/>
                </a:lnTo>
                <a:lnTo>
                  <a:pt x="0" y="90207"/>
                </a:lnTo>
                <a:lnTo>
                  <a:pt x="68886" y="32700"/>
                </a:lnTo>
                <a:lnTo>
                  <a:pt x="80059" y="44079"/>
                </a:lnTo>
                <a:lnTo>
                  <a:pt x="24192" y="90002"/>
                </a:lnTo>
                <a:lnTo>
                  <a:pt x="80059" y="136439"/>
                </a:lnTo>
                <a:close/>
                <a:moveTo>
                  <a:pt x="111939" y="96768"/>
                </a:moveTo>
                <a:cubicBezTo>
                  <a:pt x="111939" y="88020"/>
                  <a:pt x="113135" y="80247"/>
                  <a:pt x="115527" y="73447"/>
                </a:cubicBezTo>
                <a:cubicBezTo>
                  <a:pt x="117919" y="66648"/>
                  <a:pt x="121319" y="60907"/>
                  <a:pt x="125727" y="56226"/>
                </a:cubicBezTo>
                <a:cubicBezTo>
                  <a:pt x="130134" y="51545"/>
                  <a:pt x="135431" y="47991"/>
                  <a:pt x="141615" y="45565"/>
                </a:cubicBezTo>
                <a:cubicBezTo>
                  <a:pt x="147800" y="43139"/>
                  <a:pt x="154685" y="41926"/>
                  <a:pt x="162271" y="41926"/>
                </a:cubicBezTo>
                <a:cubicBezTo>
                  <a:pt x="165551" y="41926"/>
                  <a:pt x="168780" y="42131"/>
                  <a:pt x="171958" y="42541"/>
                </a:cubicBezTo>
                <a:cubicBezTo>
                  <a:pt x="175136" y="42951"/>
                  <a:pt x="178262" y="43600"/>
                  <a:pt x="181337" y="44489"/>
                </a:cubicBezTo>
                <a:lnTo>
                  <a:pt x="181337" y="1230"/>
                </a:lnTo>
                <a:lnTo>
                  <a:pt x="199276" y="1230"/>
                </a:lnTo>
                <a:lnTo>
                  <a:pt x="199276" y="146074"/>
                </a:lnTo>
                <a:lnTo>
                  <a:pt x="183285" y="146074"/>
                </a:lnTo>
                <a:lnTo>
                  <a:pt x="182670" y="126598"/>
                </a:lnTo>
                <a:cubicBezTo>
                  <a:pt x="177681" y="133842"/>
                  <a:pt x="172283" y="139206"/>
                  <a:pt x="166474" y="142692"/>
                </a:cubicBezTo>
                <a:cubicBezTo>
                  <a:pt x="160665" y="146177"/>
                  <a:pt x="154378" y="147920"/>
                  <a:pt x="147612" y="147920"/>
                </a:cubicBezTo>
                <a:cubicBezTo>
                  <a:pt x="141735" y="147920"/>
                  <a:pt x="136558" y="146689"/>
                  <a:pt x="132082" y="144229"/>
                </a:cubicBezTo>
                <a:cubicBezTo>
                  <a:pt x="127606" y="141769"/>
                  <a:pt x="123881" y="138301"/>
                  <a:pt x="120909" y="133825"/>
                </a:cubicBezTo>
                <a:cubicBezTo>
                  <a:pt x="117936" y="129348"/>
                  <a:pt x="115698" y="123967"/>
                  <a:pt x="114194" y="117680"/>
                </a:cubicBezTo>
                <a:cubicBezTo>
                  <a:pt x="112691" y="111392"/>
                  <a:pt x="111939" y="104422"/>
                  <a:pt x="111939" y="96768"/>
                </a:cubicBezTo>
                <a:moveTo>
                  <a:pt x="130186" y="95640"/>
                </a:moveTo>
                <a:cubicBezTo>
                  <a:pt x="130186" y="108078"/>
                  <a:pt x="132014" y="117355"/>
                  <a:pt x="135670" y="123471"/>
                </a:cubicBezTo>
                <a:cubicBezTo>
                  <a:pt x="139326" y="129588"/>
                  <a:pt x="144503" y="132646"/>
                  <a:pt x="151200" y="132646"/>
                </a:cubicBezTo>
                <a:cubicBezTo>
                  <a:pt x="155710" y="132646"/>
                  <a:pt x="160477" y="130630"/>
                  <a:pt x="165500" y="126598"/>
                </a:cubicBezTo>
                <a:cubicBezTo>
                  <a:pt x="170523" y="122566"/>
                  <a:pt x="175802" y="116586"/>
                  <a:pt x="181337" y="108659"/>
                </a:cubicBezTo>
                <a:lnTo>
                  <a:pt x="181337" y="60890"/>
                </a:lnTo>
                <a:cubicBezTo>
                  <a:pt x="178399" y="59523"/>
                  <a:pt x="175153" y="58481"/>
                  <a:pt x="171599" y="57763"/>
                </a:cubicBezTo>
                <a:cubicBezTo>
                  <a:pt x="168045" y="57046"/>
                  <a:pt x="164526" y="56687"/>
                  <a:pt x="161041" y="56687"/>
                </a:cubicBezTo>
                <a:cubicBezTo>
                  <a:pt x="151337" y="56687"/>
                  <a:pt x="143768" y="59831"/>
                  <a:pt x="138335" y="66118"/>
                </a:cubicBezTo>
                <a:cubicBezTo>
                  <a:pt x="132902" y="72405"/>
                  <a:pt x="130186" y="82246"/>
                  <a:pt x="130186" y="95640"/>
                </a:cubicBezTo>
                <a:close/>
                <a:moveTo>
                  <a:pt x="318909" y="89182"/>
                </a:moveTo>
                <a:cubicBezTo>
                  <a:pt x="318909" y="91711"/>
                  <a:pt x="318875" y="93829"/>
                  <a:pt x="318806" y="95538"/>
                </a:cubicBezTo>
                <a:cubicBezTo>
                  <a:pt x="318738" y="97246"/>
                  <a:pt x="318636" y="98852"/>
                  <a:pt x="318499" y="100356"/>
                </a:cubicBezTo>
                <a:lnTo>
                  <a:pt x="246230" y="100356"/>
                </a:lnTo>
                <a:cubicBezTo>
                  <a:pt x="246230" y="110880"/>
                  <a:pt x="249169" y="118961"/>
                  <a:pt x="255046" y="124599"/>
                </a:cubicBezTo>
                <a:cubicBezTo>
                  <a:pt x="260923" y="130237"/>
                  <a:pt x="269397" y="133056"/>
                  <a:pt x="280468" y="133056"/>
                </a:cubicBezTo>
                <a:cubicBezTo>
                  <a:pt x="283475" y="133056"/>
                  <a:pt x="286482" y="132936"/>
                  <a:pt x="289489" y="132697"/>
                </a:cubicBezTo>
                <a:cubicBezTo>
                  <a:pt x="292496" y="132458"/>
                  <a:pt x="295400" y="132133"/>
                  <a:pt x="298202" y="131723"/>
                </a:cubicBezTo>
                <a:cubicBezTo>
                  <a:pt x="301004" y="131313"/>
                  <a:pt x="303686" y="130852"/>
                  <a:pt x="306249" y="130339"/>
                </a:cubicBezTo>
                <a:cubicBezTo>
                  <a:pt x="308812" y="129827"/>
                  <a:pt x="311187" y="129263"/>
                  <a:pt x="313373" y="128648"/>
                </a:cubicBezTo>
                <a:lnTo>
                  <a:pt x="313373" y="143307"/>
                </a:lnTo>
                <a:cubicBezTo>
                  <a:pt x="308521" y="144673"/>
                  <a:pt x="303037" y="145784"/>
                  <a:pt x="296921" y="146638"/>
                </a:cubicBezTo>
                <a:cubicBezTo>
                  <a:pt x="290805" y="147492"/>
                  <a:pt x="284466" y="147920"/>
                  <a:pt x="277906" y="147920"/>
                </a:cubicBezTo>
                <a:cubicBezTo>
                  <a:pt x="269090" y="147920"/>
                  <a:pt x="261504" y="146724"/>
                  <a:pt x="255149" y="144332"/>
                </a:cubicBezTo>
                <a:cubicBezTo>
                  <a:pt x="248793" y="141940"/>
                  <a:pt x="243582" y="138472"/>
                  <a:pt x="239516" y="133927"/>
                </a:cubicBezTo>
                <a:cubicBezTo>
                  <a:pt x="235450" y="129383"/>
                  <a:pt x="232443" y="123813"/>
                  <a:pt x="230495" y="117218"/>
                </a:cubicBezTo>
                <a:cubicBezTo>
                  <a:pt x="228548" y="110624"/>
                  <a:pt x="227574" y="103158"/>
                  <a:pt x="227574" y="94820"/>
                </a:cubicBezTo>
                <a:cubicBezTo>
                  <a:pt x="227574" y="87576"/>
                  <a:pt x="228616" y="80725"/>
                  <a:pt x="230700" y="74267"/>
                </a:cubicBezTo>
                <a:cubicBezTo>
                  <a:pt x="232785" y="67809"/>
                  <a:pt x="235826" y="62137"/>
                  <a:pt x="239824" y="57251"/>
                </a:cubicBezTo>
                <a:cubicBezTo>
                  <a:pt x="243822" y="52365"/>
                  <a:pt x="248725" y="48486"/>
                  <a:pt x="254534" y="45616"/>
                </a:cubicBezTo>
                <a:cubicBezTo>
                  <a:pt x="260342" y="42746"/>
                  <a:pt x="266937" y="41311"/>
                  <a:pt x="274318" y="41311"/>
                </a:cubicBezTo>
                <a:cubicBezTo>
                  <a:pt x="281493" y="41311"/>
                  <a:pt x="287849" y="42438"/>
                  <a:pt x="293384" y="44694"/>
                </a:cubicBezTo>
                <a:cubicBezTo>
                  <a:pt x="298920" y="46949"/>
                  <a:pt x="303584" y="50144"/>
                  <a:pt x="307377" y="54278"/>
                </a:cubicBezTo>
                <a:cubicBezTo>
                  <a:pt x="311170" y="58413"/>
                  <a:pt x="314040" y="63436"/>
                  <a:pt x="315987" y="69347"/>
                </a:cubicBezTo>
                <a:cubicBezTo>
                  <a:pt x="317935" y="75258"/>
                  <a:pt x="318909" y="81870"/>
                  <a:pt x="318909" y="89182"/>
                </a:cubicBezTo>
                <a:moveTo>
                  <a:pt x="300355" y="86620"/>
                </a:moveTo>
                <a:cubicBezTo>
                  <a:pt x="300560" y="82041"/>
                  <a:pt x="300116" y="77855"/>
                  <a:pt x="299022" y="74062"/>
                </a:cubicBezTo>
                <a:cubicBezTo>
                  <a:pt x="297929" y="70269"/>
                  <a:pt x="296237" y="67006"/>
                  <a:pt x="293948" y="64273"/>
                </a:cubicBezTo>
                <a:cubicBezTo>
                  <a:pt x="291659" y="61539"/>
                  <a:pt x="288806" y="59404"/>
                  <a:pt x="285389" y="57866"/>
                </a:cubicBezTo>
                <a:cubicBezTo>
                  <a:pt x="281972" y="56328"/>
                  <a:pt x="278008" y="55560"/>
                  <a:pt x="273498" y="55560"/>
                </a:cubicBezTo>
                <a:cubicBezTo>
                  <a:pt x="269602" y="55560"/>
                  <a:pt x="266049" y="56311"/>
                  <a:pt x="262837" y="57815"/>
                </a:cubicBezTo>
                <a:cubicBezTo>
                  <a:pt x="259625" y="59318"/>
                  <a:pt x="256857" y="61437"/>
                  <a:pt x="254534" y="64170"/>
                </a:cubicBezTo>
                <a:cubicBezTo>
                  <a:pt x="252210" y="66904"/>
                  <a:pt x="250331" y="70184"/>
                  <a:pt x="248896" y="74011"/>
                </a:cubicBezTo>
                <a:cubicBezTo>
                  <a:pt x="247461" y="77838"/>
                  <a:pt x="246572" y="82041"/>
                  <a:pt x="246230" y="86620"/>
                </a:cubicBezTo>
                <a:lnTo>
                  <a:pt x="300355" y="86620"/>
                </a:lnTo>
                <a:close/>
                <a:moveTo>
                  <a:pt x="438131" y="17836"/>
                </a:moveTo>
                <a:cubicBezTo>
                  <a:pt x="428769" y="15855"/>
                  <a:pt x="420705" y="14864"/>
                  <a:pt x="413939" y="14864"/>
                </a:cubicBezTo>
                <a:cubicBezTo>
                  <a:pt x="397880" y="14864"/>
                  <a:pt x="389850" y="23269"/>
                  <a:pt x="389850" y="40081"/>
                </a:cubicBezTo>
                <a:lnTo>
                  <a:pt x="389850" y="58122"/>
                </a:lnTo>
                <a:lnTo>
                  <a:pt x="434954" y="58122"/>
                </a:lnTo>
                <a:lnTo>
                  <a:pt x="434954" y="72986"/>
                </a:lnTo>
                <a:lnTo>
                  <a:pt x="389850" y="72986"/>
                </a:lnTo>
                <a:lnTo>
                  <a:pt x="389850" y="146074"/>
                </a:lnTo>
                <a:lnTo>
                  <a:pt x="371706" y="146074"/>
                </a:lnTo>
                <a:lnTo>
                  <a:pt x="371706" y="72986"/>
                </a:lnTo>
                <a:lnTo>
                  <a:pt x="338596" y="72986"/>
                </a:lnTo>
                <a:lnTo>
                  <a:pt x="338596" y="58122"/>
                </a:lnTo>
                <a:lnTo>
                  <a:pt x="371706" y="58122"/>
                </a:lnTo>
                <a:lnTo>
                  <a:pt x="371706" y="41106"/>
                </a:lnTo>
                <a:cubicBezTo>
                  <a:pt x="371706" y="13702"/>
                  <a:pt x="385989" y="0"/>
                  <a:pt x="414554" y="0"/>
                </a:cubicBezTo>
                <a:cubicBezTo>
                  <a:pt x="421662" y="0"/>
                  <a:pt x="429521" y="820"/>
                  <a:pt x="438131" y="2460"/>
                </a:cubicBezTo>
                <a:lnTo>
                  <a:pt x="438131" y="17836"/>
                </a:lnTo>
                <a:moveTo>
                  <a:pt x="330395" y="43156"/>
                </a:moveTo>
                <a:lnTo>
                  <a:pt x="330395" y="43156"/>
                </a:lnTo>
                <a:close/>
                <a:moveTo>
                  <a:pt x="560634" y="188103"/>
                </a:moveTo>
                <a:lnTo>
                  <a:pt x="445210" y="188103"/>
                </a:lnTo>
                <a:lnTo>
                  <a:pt x="445210" y="173342"/>
                </a:lnTo>
                <a:lnTo>
                  <a:pt x="560634" y="173342"/>
                </a:lnTo>
                <a:lnTo>
                  <a:pt x="560634" y="188103"/>
                </a:lnTo>
                <a:close/>
                <a:moveTo>
                  <a:pt x="657920" y="117987"/>
                </a:moveTo>
                <a:cubicBezTo>
                  <a:pt x="657920" y="121609"/>
                  <a:pt x="657305" y="124855"/>
                  <a:pt x="656075" y="127725"/>
                </a:cubicBezTo>
                <a:cubicBezTo>
                  <a:pt x="654844" y="130596"/>
                  <a:pt x="653170" y="133141"/>
                  <a:pt x="651052" y="135362"/>
                </a:cubicBezTo>
                <a:cubicBezTo>
                  <a:pt x="648933" y="137583"/>
                  <a:pt x="646473" y="139480"/>
                  <a:pt x="643671" y="141051"/>
                </a:cubicBezTo>
                <a:cubicBezTo>
                  <a:pt x="640869" y="142623"/>
                  <a:pt x="637879" y="143922"/>
                  <a:pt x="634702" y="144947"/>
                </a:cubicBezTo>
                <a:cubicBezTo>
                  <a:pt x="631524" y="145972"/>
                  <a:pt x="628261" y="146724"/>
                  <a:pt x="624912" y="147202"/>
                </a:cubicBezTo>
                <a:cubicBezTo>
                  <a:pt x="621563" y="147680"/>
                  <a:pt x="618283" y="147920"/>
                  <a:pt x="615071" y="147920"/>
                </a:cubicBezTo>
                <a:cubicBezTo>
                  <a:pt x="608101" y="147920"/>
                  <a:pt x="601694" y="147612"/>
                  <a:pt x="595851" y="146997"/>
                </a:cubicBezTo>
                <a:cubicBezTo>
                  <a:pt x="590008" y="146382"/>
                  <a:pt x="584285" y="145391"/>
                  <a:pt x="578681" y="144024"/>
                </a:cubicBezTo>
                <a:lnTo>
                  <a:pt x="578681" y="127623"/>
                </a:lnTo>
                <a:cubicBezTo>
                  <a:pt x="584695" y="129331"/>
                  <a:pt x="590674" y="130630"/>
                  <a:pt x="596620" y="131518"/>
                </a:cubicBezTo>
                <a:cubicBezTo>
                  <a:pt x="602565" y="132407"/>
                  <a:pt x="608476" y="132851"/>
                  <a:pt x="614354" y="132851"/>
                </a:cubicBezTo>
                <a:cubicBezTo>
                  <a:pt x="622896" y="132851"/>
                  <a:pt x="629217" y="131689"/>
                  <a:pt x="633318" y="129366"/>
                </a:cubicBezTo>
                <a:cubicBezTo>
                  <a:pt x="637418" y="127042"/>
                  <a:pt x="639468" y="123728"/>
                  <a:pt x="639468" y="119422"/>
                </a:cubicBezTo>
                <a:cubicBezTo>
                  <a:pt x="639468" y="117577"/>
                  <a:pt x="639144" y="115920"/>
                  <a:pt x="638494" y="114451"/>
                </a:cubicBezTo>
                <a:cubicBezTo>
                  <a:pt x="637845" y="112981"/>
                  <a:pt x="636666" y="111580"/>
                  <a:pt x="634958" y="110248"/>
                </a:cubicBezTo>
                <a:cubicBezTo>
                  <a:pt x="633249" y="108915"/>
                  <a:pt x="630601" y="107531"/>
                  <a:pt x="627013" y="106096"/>
                </a:cubicBezTo>
                <a:cubicBezTo>
                  <a:pt x="623426" y="104661"/>
                  <a:pt x="618522" y="103021"/>
                  <a:pt x="612303" y="101176"/>
                </a:cubicBezTo>
                <a:cubicBezTo>
                  <a:pt x="607656" y="99809"/>
                  <a:pt x="603368" y="98254"/>
                  <a:pt x="599439" y="96512"/>
                </a:cubicBezTo>
                <a:cubicBezTo>
                  <a:pt x="595509" y="94769"/>
                  <a:pt x="592109" y="92702"/>
                  <a:pt x="589239" y="90310"/>
                </a:cubicBezTo>
                <a:cubicBezTo>
                  <a:pt x="586369" y="87918"/>
                  <a:pt x="584114" y="85116"/>
                  <a:pt x="582474" y="81904"/>
                </a:cubicBezTo>
                <a:cubicBezTo>
                  <a:pt x="580833" y="78692"/>
                  <a:pt x="580013" y="74899"/>
                  <a:pt x="580013" y="70526"/>
                </a:cubicBezTo>
                <a:cubicBezTo>
                  <a:pt x="580013" y="67656"/>
                  <a:pt x="580680" y="64512"/>
                  <a:pt x="582012" y="61095"/>
                </a:cubicBezTo>
                <a:cubicBezTo>
                  <a:pt x="583345" y="57678"/>
                  <a:pt x="585617" y="54500"/>
                  <a:pt x="588829" y="51562"/>
                </a:cubicBezTo>
                <a:cubicBezTo>
                  <a:pt x="592041" y="48623"/>
                  <a:pt x="596380" y="46180"/>
                  <a:pt x="601848" y="44232"/>
                </a:cubicBezTo>
                <a:cubicBezTo>
                  <a:pt x="607315" y="42285"/>
                  <a:pt x="614149" y="41311"/>
                  <a:pt x="622349" y="41311"/>
                </a:cubicBezTo>
                <a:cubicBezTo>
                  <a:pt x="626381" y="41311"/>
                  <a:pt x="630857" y="41533"/>
                  <a:pt x="635778" y="41977"/>
                </a:cubicBezTo>
                <a:cubicBezTo>
                  <a:pt x="640698" y="42421"/>
                  <a:pt x="645824" y="43190"/>
                  <a:pt x="651154" y="44284"/>
                </a:cubicBezTo>
                <a:lnTo>
                  <a:pt x="651154" y="60172"/>
                </a:lnTo>
                <a:cubicBezTo>
                  <a:pt x="645550" y="58806"/>
                  <a:pt x="640237" y="57798"/>
                  <a:pt x="635214" y="57148"/>
                </a:cubicBezTo>
                <a:cubicBezTo>
                  <a:pt x="630191" y="56499"/>
                  <a:pt x="625835" y="56175"/>
                  <a:pt x="622144" y="56175"/>
                </a:cubicBezTo>
                <a:cubicBezTo>
                  <a:pt x="617702" y="56175"/>
                  <a:pt x="613961" y="56516"/>
                  <a:pt x="610920" y="57200"/>
                </a:cubicBezTo>
                <a:cubicBezTo>
                  <a:pt x="607879" y="57883"/>
                  <a:pt x="605418" y="58823"/>
                  <a:pt x="603539" y="60019"/>
                </a:cubicBezTo>
                <a:cubicBezTo>
                  <a:pt x="601660" y="61215"/>
                  <a:pt x="600310" y="62616"/>
                  <a:pt x="599490" y="64221"/>
                </a:cubicBezTo>
                <a:cubicBezTo>
                  <a:pt x="598670" y="65827"/>
                  <a:pt x="598260" y="67553"/>
                  <a:pt x="598260" y="69398"/>
                </a:cubicBezTo>
                <a:cubicBezTo>
                  <a:pt x="598260" y="71243"/>
                  <a:pt x="598619" y="72918"/>
                  <a:pt x="599336" y="74421"/>
                </a:cubicBezTo>
                <a:cubicBezTo>
                  <a:pt x="600054" y="75925"/>
                  <a:pt x="601386" y="77377"/>
                  <a:pt x="603334" y="78778"/>
                </a:cubicBezTo>
                <a:cubicBezTo>
                  <a:pt x="605282" y="80179"/>
                  <a:pt x="607998" y="81580"/>
                  <a:pt x="611483" y="82981"/>
                </a:cubicBezTo>
                <a:cubicBezTo>
                  <a:pt x="614969" y="84381"/>
                  <a:pt x="619513" y="85902"/>
                  <a:pt x="625117" y="87542"/>
                </a:cubicBezTo>
                <a:cubicBezTo>
                  <a:pt x="631199" y="89319"/>
                  <a:pt x="636325" y="91181"/>
                  <a:pt x="640493" y="93129"/>
                </a:cubicBezTo>
                <a:cubicBezTo>
                  <a:pt x="644662" y="95076"/>
                  <a:pt x="648045" y="97246"/>
                  <a:pt x="650642" y="99638"/>
                </a:cubicBezTo>
                <a:cubicBezTo>
                  <a:pt x="653238" y="102030"/>
                  <a:pt x="655101" y="104729"/>
                  <a:pt x="656228" y="107736"/>
                </a:cubicBezTo>
                <a:cubicBezTo>
                  <a:pt x="657356" y="110743"/>
                  <a:pt x="657920" y="114160"/>
                  <a:pt x="657920" y="117987"/>
                </a:cubicBezTo>
                <a:close/>
                <a:moveTo>
                  <a:pt x="774169" y="144639"/>
                </a:moveTo>
                <a:cubicBezTo>
                  <a:pt x="770137" y="145664"/>
                  <a:pt x="765969" y="146399"/>
                  <a:pt x="761663" y="146843"/>
                </a:cubicBezTo>
                <a:cubicBezTo>
                  <a:pt x="757358" y="147287"/>
                  <a:pt x="752984" y="147509"/>
                  <a:pt x="748542" y="147509"/>
                </a:cubicBezTo>
                <a:cubicBezTo>
                  <a:pt x="735626" y="147509"/>
                  <a:pt x="725990" y="144588"/>
                  <a:pt x="719635" y="138745"/>
                </a:cubicBezTo>
                <a:cubicBezTo>
                  <a:pt x="713279" y="132902"/>
                  <a:pt x="710102" y="123933"/>
                  <a:pt x="710102" y="111837"/>
                </a:cubicBezTo>
                <a:lnTo>
                  <a:pt x="710102" y="58122"/>
                </a:lnTo>
                <a:lnTo>
                  <a:pt x="681297" y="58122"/>
                </a:lnTo>
                <a:lnTo>
                  <a:pt x="681297" y="43156"/>
                </a:lnTo>
                <a:lnTo>
                  <a:pt x="710102" y="43156"/>
                </a:lnTo>
                <a:lnTo>
                  <a:pt x="710102" y="14864"/>
                </a:lnTo>
                <a:lnTo>
                  <a:pt x="727938" y="10251"/>
                </a:lnTo>
                <a:lnTo>
                  <a:pt x="727938" y="43156"/>
                </a:lnTo>
                <a:lnTo>
                  <a:pt x="774169" y="43156"/>
                </a:lnTo>
                <a:lnTo>
                  <a:pt x="774169" y="58122"/>
                </a:lnTo>
                <a:lnTo>
                  <a:pt x="727938" y="58122"/>
                </a:lnTo>
                <a:lnTo>
                  <a:pt x="727938" y="110401"/>
                </a:lnTo>
                <a:cubicBezTo>
                  <a:pt x="727938" y="117782"/>
                  <a:pt x="729903" y="123300"/>
                  <a:pt x="733832" y="126957"/>
                </a:cubicBezTo>
                <a:cubicBezTo>
                  <a:pt x="737762" y="130613"/>
                  <a:pt x="743553" y="132441"/>
                  <a:pt x="751207" y="132441"/>
                </a:cubicBezTo>
                <a:cubicBezTo>
                  <a:pt x="754488" y="132441"/>
                  <a:pt x="758075" y="132185"/>
                  <a:pt x="761971" y="131672"/>
                </a:cubicBezTo>
                <a:cubicBezTo>
                  <a:pt x="765866" y="131159"/>
                  <a:pt x="769932" y="130356"/>
                  <a:pt x="774169" y="129263"/>
                </a:cubicBezTo>
                <a:lnTo>
                  <a:pt x="774169" y="144639"/>
                </a:lnTo>
                <a:close/>
                <a:moveTo>
                  <a:pt x="879451" y="146074"/>
                </a:moveTo>
                <a:lnTo>
                  <a:pt x="879451" y="72166"/>
                </a:lnTo>
                <a:cubicBezTo>
                  <a:pt x="879451" y="68954"/>
                  <a:pt x="879331" y="66323"/>
                  <a:pt x="879092" y="64273"/>
                </a:cubicBezTo>
                <a:cubicBezTo>
                  <a:pt x="878853" y="62223"/>
                  <a:pt x="878477" y="60600"/>
                  <a:pt x="877964" y="59404"/>
                </a:cubicBezTo>
                <a:cubicBezTo>
                  <a:pt x="877452" y="58208"/>
                  <a:pt x="876802" y="57371"/>
                  <a:pt x="876017" y="56892"/>
                </a:cubicBezTo>
                <a:cubicBezTo>
                  <a:pt x="875231" y="56414"/>
                  <a:pt x="874257" y="56175"/>
                  <a:pt x="873095" y="56175"/>
                </a:cubicBezTo>
                <a:cubicBezTo>
                  <a:pt x="871728" y="56175"/>
                  <a:pt x="870464" y="56585"/>
                  <a:pt x="869302" y="57405"/>
                </a:cubicBezTo>
                <a:cubicBezTo>
                  <a:pt x="868141" y="58225"/>
                  <a:pt x="866893" y="59557"/>
                  <a:pt x="865561" y="61402"/>
                </a:cubicBezTo>
                <a:cubicBezTo>
                  <a:pt x="864228" y="63248"/>
                  <a:pt x="862759" y="65691"/>
                  <a:pt x="861153" y="68732"/>
                </a:cubicBezTo>
                <a:cubicBezTo>
                  <a:pt x="859547" y="71773"/>
                  <a:pt x="857651" y="75514"/>
                  <a:pt x="855464" y="79957"/>
                </a:cubicBezTo>
                <a:lnTo>
                  <a:pt x="855464" y="146074"/>
                </a:lnTo>
                <a:lnTo>
                  <a:pt x="839165" y="146074"/>
                </a:lnTo>
                <a:lnTo>
                  <a:pt x="839165" y="74114"/>
                </a:lnTo>
                <a:cubicBezTo>
                  <a:pt x="839165" y="70355"/>
                  <a:pt x="839045" y="67314"/>
                  <a:pt x="838806" y="64990"/>
                </a:cubicBezTo>
                <a:cubicBezTo>
                  <a:pt x="838567" y="62667"/>
                  <a:pt x="838191" y="60856"/>
                  <a:pt x="837678" y="59557"/>
                </a:cubicBezTo>
                <a:cubicBezTo>
                  <a:pt x="837166" y="58259"/>
                  <a:pt x="836500" y="57371"/>
                  <a:pt x="835680" y="56892"/>
                </a:cubicBezTo>
                <a:cubicBezTo>
                  <a:pt x="834859" y="56414"/>
                  <a:pt x="833869" y="56175"/>
                  <a:pt x="832707" y="56175"/>
                </a:cubicBezTo>
                <a:cubicBezTo>
                  <a:pt x="831477" y="56175"/>
                  <a:pt x="830315" y="56516"/>
                  <a:pt x="829222" y="57200"/>
                </a:cubicBezTo>
                <a:cubicBezTo>
                  <a:pt x="828128" y="57883"/>
                  <a:pt x="826915" y="59113"/>
                  <a:pt x="825582" y="60890"/>
                </a:cubicBezTo>
                <a:cubicBezTo>
                  <a:pt x="824250" y="62667"/>
                  <a:pt x="822764" y="65093"/>
                  <a:pt x="821123" y="68168"/>
                </a:cubicBezTo>
                <a:cubicBezTo>
                  <a:pt x="819483" y="71243"/>
                  <a:pt x="817536" y="75173"/>
                  <a:pt x="815280" y="79957"/>
                </a:cubicBezTo>
                <a:lnTo>
                  <a:pt x="815280" y="146074"/>
                </a:lnTo>
                <a:lnTo>
                  <a:pt x="798879" y="146074"/>
                </a:lnTo>
                <a:lnTo>
                  <a:pt x="798879" y="43156"/>
                </a:lnTo>
                <a:lnTo>
                  <a:pt x="812513" y="43156"/>
                </a:lnTo>
                <a:lnTo>
                  <a:pt x="813333" y="62735"/>
                </a:lnTo>
                <a:cubicBezTo>
                  <a:pt x="815110" y="58840"/>
                  <a:pt x="816835" y="55525"/>
                  <a:pt x="818509" y="52792"/>
                </a:cubicBezTo>
                <a:cubicBezTo>
                  <a:pt x="820184" y="50058"/>
                  <a:pt x="821909" y="47854"/>
                  <a:pt x="823686" y="46180"/>
                </a:cubicBezTo>
                <a:cubicBezTo>
                  <a:pt x="825463" y="44506"/>
                  <a:pt x="827359" y="43276"/>
                  <a:pt x="829375" y="42490"/>
                </a:cubicBezTo>
                <a:cubicBezTo>
                  <a:pt x="831391" y="41704"/>
                  <a:pt x="833629" y="41311"/>
                  <a:pt x="836090" y="41311"/>
                </a:cubicBezTo>
                <a:cubicBezTo>
                  <a:pt x="841625" y="41311"/>
                  <a:pt x="845828" y="43122"/>
                  <a:pt x="848698" y="46744"/>
                </a:cubicBezTo>
                <a:cubicBezTo>
                  <a:pt x="851568" y="50366"/>
                  <a:pt x="853003" y="55970"/>
                  <a:pt x="853003" y="63555"/>
                </a:cubicBezTo>
                <a:cubicBezTo>
                  <a:pt x="854644" y="60002"/>
                  <a:pt x="856250" y="56841"/>
                  <a:pt x="857821" y="54073"/>
                </a:cubicBezTo>
                <a:cubicBezTo>
                  <a:pt x="859393" y="51305"/>
                  <a:pt x="861085" y="48982"/>
                  <a:pt x="862896" y="47103"/>
                </a:cubicBezTo>
                <a:cubicBezTo>
                  <a:pt x="864707" y="45223"/>
                  <a:pt x="866705" y="43788"/>
                  <a:pt x="868892" y="42797"/>
                </a:cubicBezTo>
                <a:cubicBezTo>
                  <a:pt x="871079" y="41806"/>
                  <a:pt x="873608" y="41311"/>
                  <a:pt x="876478" y="41311"/>
                </a:cubicBezTo>
                <a:cubicBezTo>
                  <a:pt x="889394" y="41311"/>
                  <a:pt x="895852" y="51254"/>
                  <a:pt x="895852" y="71141"/>
                </a:cubicBezTo>
                <a:lnTo>
                  <a:pt x="895852" y="146074"/>
                </a:lnTo>
                <a:lnTo>
                  <a:pt x="879451" y="146074"/>
                </a:lnTo>
                <a:close/>
                <a:moveTo>
                  <a:pt x="1003799" y="144639"/>
                </a:moveTo>
                <a:cubicBezTo>
                  <a:pt x="999767" y="145664"/>
                  <a:pt x="995598" y="146399"/>
                  <a:pt x="991293" y="146843"/>
                </a:cubicBezTo>
                <a:cubicBezTo>
                  <a:pt x="986987" y="147287"/>
                  <a:pt x="982613" y="147509"/>
                  <a:pt x="978171" y="147509"/>
                </a:cubicBezTo>
                <a:cubicBezTo>
                  <a:pt x="965255" y="147509"/>
                  <a:pt x="955620" y="144588"/>
                  <a:pt x="949264" y="138745"/>
                </a:cubicBezTo>
                <a:cubicBezTo>
                  <a:pt x="942909" y="132902"/>
                  <a:pt x="939731" y="123933"/>
                  <a:pt x="939731" y="111837"/>
                </a:cubicBezTo>
                <a:lnTo>
                  <a:pt x="939731" y="58122"/>
                </a:lnTo>
                <a:lnTo>
                  <a:pt x="910926" y="58122"/>
                </a:lnTo>
                <a:lnTo>
                  <a:pt x="910926" y="43156"/>
                </a:lnTo>
                <a:lnTo>
                  <a:pt x="939731" y="43156"/>
                </a:lnTo>
                <a:lnTo>
                  <a:pt x="939731" y="14864"/>
                </a:lnTo>
                <a:lnTo>
                  <a:pt x="957567" y="10251"/>
                </a:lnTo>
                <a:lnTo>
                  <a:pt x="957567" y="43156"/>
                </a:lnTo>
                <a:lnTo>
                  <a:pt x="1003799" y="43156"/>
                </a:lnTo>
                <a:lnTo>
                  <a:pt x="1003799" y="58122"/>
                </a:lnTo>
                <a:lnTo>
                  <a:pt x="957567" y="58122"/>
                </a:lnTo>
                <a:lnTo>
                  <a:pt x="957567" y="110401"/>
                </a:lnTo>
                <a:cubicBezTo>
                  <a:pt x="957567" y="117782"/>
                  <a:pt x="959532" y="123300"/>
                  <a:pt x="963462" y="126957"/>
                </a:cubicBezTo>
                <a:cubicBezTo>
                  <a:pt x="967391" y="130613"/>
                  <a:pt x="973183" y="132441"/>
                  <a:pt x="980837" y="132441"/>
                </a:cubicBezTo>
                <a:cubicBezTo>
                  <a:pt x="984117" y="132441"/>
                  <a:pt x="987705" y="132185"/>
                  <a:pt x="991600" y="131672"/>
                </a:cubicBezTo>
                <a:cubicBezTo>
                  <a:pt x="995495" y="131159"/>
                  <a:pt x="999562" y="130356"/>
                  <a:pt x="1003799" y="129263"/>
                </a:cubicBezTo>
                <a:lnTo>
                  <a:pt x="1003799" y="144639"/>
                </a:lnTo>
                <a:close/>
                <a:moveTo>
                  <a:pt x="1040665" y="44079"/>
                </a:moveTo>
                <a:lnTo>
                  <a:pt x="1051735" y="32700"/>
                </a:lnTo>
                <a:lnTo>
                  <a:pt x="1120621" y="90207"/>
                </a:lnTo>
                <a:lnTo>
                  <a:pt x="1051735" y="147715"/>
                </a:lnTo>
                <a:lnTo>
                  <a:pt x="1040665" y="136439"/>
                </a:lnTo>
                <a:lnTo>
                  <a:pt x="1096532" y="90412"/>
                </a:lnTo>
                <a:lnTo>
                  <a:pt x="1040665" y="44079"/>
                </a:lnTo>
                <a:close/>
              </a:path>
            </a:pathLst>
          </a:custGeom>
          <a:solidFill xmlns:a="http://schemas.openxmlformats.org/drawingml/2006/main">
            <a:srgbClr val="D130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two_sum">
            <a:extLst xmlns:a="http://schemas.openxmlformats.org/drawingml/2006/main">
              <a:ext uri="{FF2B5EF4-FFF2-40B4-BE49-F238E27FC236}">
                <a16:creationId xmlns:a16="http://schemas.microsoft.com/office/drawing/2014/main" id="{7C67648E-8589-4E9F-9ACB-E715BA09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62" y="3927411"/>
            <a:ext cx="788612" cy="177852"/>
          </a:xfrm>
          <a:custGeom xmlns:a="http://schemas.openxmlformats.org/drawingml/2006/main">
            <a:pathLst>
              <a:path w="788612" h="177852">
                <a:moveTo>
                  <a:pt x="92873" y="134388"/>
                </a:moveTo>
                <a:cubicBezTo>
                  <a:pt x="88841" y="135414"/>
                  <a:pt x="84672" y="136148"/>
                  <a:pt x="80367" y="136592"/>
                </a:cubicBezTo>
                <a:cubicBezTo>
                  <a:pt x="76061" y="137037"/>
                  <a:pt x="71687" y="137259"/>
                  <a:pt x="67245" y="137259"/>
                </a:cubicBezTo>
                <a:cubicBezTo>
                  <a:pt x="54329" y="137259"/>
                  <a:pt x="44694" y="134337"/>
                  <a:pt x="38338" y="128494"/>
                </a:cubicBezTo>
                <a:cubicBezTo>
                  <a:pt x="31983" y="122651"/>
                  <a:pt x="28805" y="113682"/>
                  <a:pt x="28805" y="101586"/>
                </a:cubicBezTo>
                <a:lnTo>
                  <a:pt x="28805" y="47871"/>
                </a:lnTo>
                <a:lnTo>
                  <a:pt x="0" y="47871"/>
                </a:lnTo>
                <a:lnTo>
                  <a:pt x="0" y="32905"/>
                </a:lnTo>
                <a:lnTo>
                  <a:pt x="28805" y="32905"/>
                </a:lnTo>
                <a:lnTo>
                  <a:pt x="28805" y="4613"/>
                </a:lnTo>
                <a:lnTo>
                  <a:pt x="46641" y="0"/>
                </a:lnTo>
                <a:lnTo>
                  <a:pt x="46641" y="32905"/>
                </a:lnTo>
                <a:lnTo>
                  <a:pt x="92873" y="32905"/>
                </a:lnTo>
                <a:lnTo>
                  <a:pt x="92873" y="47871"/>
                </a:lnTo>
                <a:lnTo>
                  <a:pt x="46641" y="47871"/>
                </a:lnTo>
                <a:lnTo>
                  <a:pt x="46641" y="100151"/>
                </a:lnTo>
                <a:cubicBezTo>
                  <a:pt x="46641" y="107531"/>
                  <a:pt x="48606" y="113050"/>
                  <a:pt x="52536" y="116706"/>
                </a:cubicBezTo>
                <a:cubicBezTo>
                  <a:pt x="56465" y="120362"/>
                  <a:pt x="62257" y="122190"/>
                  <a:pt x="69911" y="122190"/>
                </a:cubicBezTo>
                <a:cubicBezTo>
                  <a:pt x="73191" y="122190"/>
                  <a:pt x="76779" y="121934"/>
                  <a:pt x="80674" y="121421"/>
                </a:cubicBezTo>
                <a:cubicBezTo>
                  <a:pt x="84569" y="120909"/>
                  <a:pt x="88636" y="120106"/>
                  <a:pt x="92873" y="119012"/>
                </a:cubicBezTo>
                <a:lnTo>
                  <a:pt x="92873" y="134388"/>
                </a:lnTo>
                <a:close/>
                <a:moveTo>
                  <a:pt x="220091" y="32905"/>
                </a:moveTo>
                <a:lnTo>
                  <a:pt x="205124" y="135824"/>
                </a:lnTo>
                <a:lnTo>
                  <a:pt x="183495" y="135824"/>
                </a:lnTo>
                <a:lnTo>
                  <a:pt x="168631" y="92770"/>
                </a:lnTo>
                <a:lnTo>
                  <a:pt x="165659" y="82314"/>
                </a:lnTo>
                <a:lnTo>
                  <a:pt x="162276" y="93385"/>
                </a:lnTo>
                <a:lnTo>
                  <a:pt x="148027" y="135824"/>
                </a:lnTo>
                <a:lnTo>
                  <a:pt x="127013" y="135824"/>
                </a:lnTo>
                <a:lnTo>
                  <a:pt x="112149" y="32905"/>
                </a:lnTo>
                <a:lnTo>
                  <a:pt x="129576" y="32905"/>
                </a:lnTo>
                <a:lnTo>
                  <a:pt x="138187" y="102816"/>
                </a:lnTo>
                <a:lnTo>
                  <a:pt x="140032" y="118397"/>
                </a:lnTo>
                <a:lnTo>
                  <a:pt x="144440" y="104764"/>
                </a:lnTo>
                <a:lnTo>
                  <a:pt x="159406" y="58532"/>
                </a:lnTo>
                <a:lnTo>
                  <a:pt x="172219" y="58532"/>
                </a:lnTo>
                <a:lnTo>
                  <a:pt x="188313" y="104148"/>
                </a:lnTo>
                <a:lnTo>
                  <a:pt x="192926" y="117782"/>
                </a:lnTo>
                <a:lnTo>
                  <a:pt x="194464" y="103328"/>
                </a:lnTo>
                <a:lnTo>
                  <a:pt x="202459" y="32905"/>
                </a:lnTo>
                <a:lnTo>
                  <a:pt x="220091" y="32905"/>
                </a:lnTo>
                <a:close/>
                <a:moveTo>
                  <a:pt x="329165" y="83544"/>
                </a:moveTo>
                <a:cubicBezTo>
                  <a:pt x="329165" y="91540"/>
                  <a:pt x="328037" y="98869"/>
                  <a:pt x="325782" y="105532"/>
                </a:cubicBezTo>
                <a:cubicBezTo>
                  <a:pt x="323527" y="112195"/>
                  <a:pt x="320281" y="117902"/>
                  <a:pt x="316044" y="122651"/>
                </a:cubicBezTo>
                <a:cubicBezTo>
                  <a:pt x="311807" y="127401"/>
                  <a:pt x="306647" y="131091"/>
                  <a:pt x="300565" y="133722"/>
                </a:cubicBezTo>
                <a:cubicBezTo>
                  <a:pt x="294483" y="136353"/>
                  <a:pt x="287581" y="137669"/>
                  <a:pt x="279858" y="137669"/>
                </a:cubicBezTo>
                <a:cubicBezTo>
                  <a:pt x="272478" y="137669"/>
                  <a:pt x="265866" y="136524"/>
                  <a:pt x="260023" y="134235"/>
                </a:cubicBezTo>
                <a:cubicBezTo>
                  <a:pt x="254180" y="131945"/>
                  <a:pt x="249225" y="128580"/>
                  <a:pt x="245159" y="124138"/>
                </a:cubicBezTo>
                <a:cubicBezTo>
                  <a:pt x="241093" y="119696"/>
                  <a:pt x="237984" y="114194"/>
                  <a:pt x="235831" y="107634"/>
                </a:cubicBezTo>
                <a:cubicBezTo>
                  <a:pt x="233678" y="101073"/>
                  <a:pt x="232602" y="93522"/>
                  <a:pt x="232602" y="84979"/>
                </a:cubicBezTo>
                <a:cubicBezTo>
                  <a:pt x="232602" y="76984"/>
                  <a:pt x="233730" y="69689"/>
                  <a:pt x="235985" y="63094"/>
                </a:cubicBezTo>
                <a:cubicBezTo>
                  <a:pt x="238240" y="56499"/>
                  <a:pt x="241486" y="50827"/>
                  <a:pt x="245723" y="46077"/>
                </a:cubicBezTo>
                <a:cubicBezTo>
                  <a:pt x="249960" y="41328"/>
                  <a:pt x="255120" y="37638"/>
                  <a:pt x="261202" y="35007"/>
                </a:cubicBezTo>
                <a:cubicBezTo>
                  <a:pt x="267284" y="32376"/>
                  <a:pt x="274186" y="31060"/>
                  <a:pt x="281908" y="31060"/>
                </a:cubicBezTo>
                <a:cubicBezTo>
                  <a:pt x="289289" y="31060"/>
                  <a:pt x="295901" y="32205"/>
                  <a:pt x="301744" y="34494"/>
                </a:cubicBezTo>
                <a:cubicBezTo>
                  <a:pt x="307587" y="36783"/>
                  <a:pt x="312541" y="40132"/>
                  <a:pt x="316608" y="44540"/>
                </a:cubicBezTo>
                <a:cubicBezTo>
                  <a:pt x="320674" y="48948"/>
                  <a:pt x="323783" y="54432"/>
                  <a:pt x="325936" y="60992"/>
                </a:cubicBezTo>
                <a:cubicBezTo>
                  <a:pt x="328088" y="67553"/>
                  <a:pt x="329165" y="75070"/>
                  <a:pt x="329165" y="83544"/>
                </a:cubicBezTo>
                <a:moveTo>
                  <a:pt x="310918" y="84364"/>
                </a:moveTo>
                <a:cubicBezTo>
                  <a:pt x="310918" y="78009"/>
                  <a:pt x="310218" y="72456"/>
                  <a:pt x="308817" y="67707"/>
                </a:cubicBezTo>
                <a:cubicBezTo>
                  <a:pt x="307416" y="62957"/>
                  <a:pt x="305417" y="58994"/>
                  <a:pt x="302820" y="55816"/>
                </a:cubicBezTo>
                <a:cubicBezTo>
                  <a:pt x="300223" y="52638"/>
                  <a:pt x="297063" y="50246"/>
                  <a:pt x="293338" y="48640"/>
                </a:cubicBezTo>
                <a:cubicBezTo>
                  <a:pt x="289614" y="47034"/>
                  <a:pt x="285462" y="46231"/>
                  <a:pt x="280883" y="46231"/>
                </a:cubicBezTo>
                <a:cubicBezTo>
                  <a:pt x="275553" y="46231"/>
                  <a:pt x="270991" y="47273"/>
                  <a:pt x="267199" y="49358"/>
                </a:cubicBezTo>
                <a:cubicBezTo>
                  <a:pt x="263406" y="51442"/>
                  <a:pt x="260296" y="54227"/>
                  <a:pt x="257870" y="57712"/>
                </a:cubicBezTo>
                <a:cubicBezTo>
                  <a:pt x="255444" y="61197"/>
                  <a:pt x="253667" y="65247"/>
                  <a:pt x="252540" y="69859"/>
                </a:cubicBezTo>
                <a:cubicBezTo>
                  <a:pt x="251412" y="74472"/>
                  <a:pt x="250848" y="79307"/>
                  <a:pt x="250848" y="84364"/>
                </a:cubicBezTo>
                <a:cubicBezTo>
                  <a:pt x="250848" y="90720"/>
                  <a:pt x="251549" y="96290"/>
                  <a:pt x="252950" y="101073"/>
                </a:cubicBezTo>
                <a:cubicBezTo>
                  <a:pt x="254351" y="105857"/>
                  <a:pt x="256350" y="109838"/>
                  <a:pt x="258947" y="113015"/>
                </a:cubicBezTo>
                <a:cubicBezTo>
                  <a:pt x="261543" y="116193"/>
                  <a:pt x="264687" y="118585"/>
                  <a:pt x="268377" y="120191"/>
                </a:cubicBezTo>
                <a:cubicBezTo>
                  <a:pt x="272068" y="121797"/>
                  <a:pt x="276236" y="122600"/>
                  <a:pt x="280883" y="122600"/>
                </a:cubicBezTo>
                <a:cubicBezTo>
                  <a:pt x="286214" y="122600"/>
                  <a:pt x="290775" y="121558"/>
                  <a:pt x="294568" y="119473"/>
                </a:cubicBezTo>
                <a:cubicBezTo>
                  <a:pt x="298361" y="117389"/>
                  <a:pt x="301470" y="114604"/>
                  <a:pt x="303897" y="111119"/>
                </a:cubicBezTo>
                <a:cubicBezTo>
                  <a:pt x="306323" y="107634"/>
                  <a:pt x="308099" y="103585"/>
                  <a:pt x="309227" y="98972"/>
                </a:cubicBezTo>
                <a:cubicBezTo>
                  <a:pt x="310355" y="94359"/>
                  <a:pt x="310918" y="89490"/>
                  <a:pt x="310918" y="84364"/>
                </a:cubicBezTo>
                <a:close/>
                <a:moveTo>
                  <a:pt x="453394" y="177852"/>
                </a:moveTo>
                <a:lnTo>
                  <a:pt x="337970" y="177852"/>
                </a:lnTo>
                <a:lnTo>
                  <a:pt x="337970" y="163091"/>
                </a:lnTo>
                <a:lnTo>
                  <a:pt x="453394" y="163091"/>
                </a:lnTo>
                <a:lnTo>
                  <a:pt x="453394" y="177852"/>
                </a:lnTo>
                <a:close/>
                <a:moveTo>
                  <a:pt x="550680" y="107736"/>
                </a:moveTo>
                <a:cubicBezTo>
                  <a:pt x="550680" y="111358"/>
                  <a:pt x="550065" y="114604"/>
                  <a:pt x="548835" y="117475"/>
                </a:cubicBezTo>
                <a:cubicBezTo>
                  <a:pt x="547605" y="120345"/>
                  <a:pt x="545930" y="122890"/>
                  <a:pt x="543812" y="125111"/>
                </a:cubicBezTo>
                <a:cubicBezTo>
                  <a:pt x="541693" y="127332"/>
                  <a:pt x="539233" y="129229"/>
                  <a:pt x="536431" y="130801"/>
                </a:cubicBezTo>
                <a:cubicBezTo>
                  <a:pt x="533629" y="132372"/>
                  <a:pt x="530639" y="133671"/>
                  <a:pt x="527462" y="134696"/>
                </a:cubicBezTo>
                <a:cubicBezTo>
                  <a:pt x="524284" y="135721"/>
                  <a:pt x="521021" y="136473"/>
                  <a:pt x="517672" y="136951"/>
                </a:cubicBezTo>
                <a:cubicBezTo>
                  <a:pt x="514324" y="137430"/>
                  <a:pt x="511043" y="137669"/>
                  <a:pt x="507831" y="137669"/>
                </a:cubicBezTo>
                <a:cubicBezTo>
                  <a:pt x="500861" y="137669"/>
                  <a:pt x="494454" y="137361"/>
                  <a:pt x="488611" y="136746"/>
                </a:cubicBezTo>
                <a:cubicBezTo>
                  <a:pt x="482768" y="136131"/>
                  <a:pt x="477045" y="135140"/>
                  <a:pt x="471441" y="133773"/>
                </a:cubicBezTo>
                <a:lnTo>
                  <a:pt x="471441" y="117372"/>
                </a:lnTo>
                <a:cubicBezTo>
                  <a:pt x="477455" y="119081"/>
                  <a:pt x="483434" y="120379"/>
                  <a:pt x="489380" y="121267"/>
                </a:cubicBezTo>
                <a:cubicBezTo>
                  <a:pt x="495325" y="122156"/>
                  <a:pt x="501237" y="122600"/>
                  <a:pt x="507114" y="122600"/>
                </a:cubicBezTo>
                <a:cubicBezTo>
                  <a:pt x="515656" y="122600"/>
                  <a:pt x="521977" y="121438"/>
                  <a:pt x="526078" y="119115"/>
                </a:cubicBezTo>
                <a:cubicBezTo>
                  <a:pt x="530178" y="116791"/>
                  <a:pt x="532228" y="113477"/>
                  <a:pt x="532228" y="109171"/>
                </a:cubicBezTo>
                <a:cubicBezTo>
                  <a:pt x="532228" y="107326"/>
                  <a:pt x="531904" y="105669"/>
                  <a:pt x="531255" y="104200"/>
                </a:cubicBezTo>
                <a:cubicBezTo>
                  <a:pt x="530605" y="102730"/>
                  <a:pt x="529426" y="101329"/>
                  <a:pt x="527718" y="99997"/>
                </a:cubicBezTo>
                <a:cubicBezTo>
                  <a:pt x="526009" y="98664"/>
                  <a:pt x="523361" y="97280"/>
                  <a:pt x="519774" y="95845"/>
                </a:cubicBezTo>
                <a:cubicBezTo>
                  <a:pt x="516186" y="94410"/>
                  <a:pt x="511282" y="92770"/>
                  <a:pt x="505064" y="90925"/>
                </a:cubicBezTo>
                <a:cubicBezTo>
                  <a:pt x="500417" y="89558"/>
                  <a:pt x="496128" y="88003"/>
                  <a:pt x="492199" y="86261"/>
                </a:cubicBezTo>
                <a:cubicBezTo>
                  <a:pt x="488269" y="84518"/>
                  <a:pt x="484869" y="82451"/>
                  <a:pt x="481999" y="80059"/>
                </a:cubicBezTo>
                <a:cubicBezTo>
                  <a:pt x="479129" y="77667"/>
                  <a:pt x="476874" y="74865"/>
                  <a:pt x="475234" y="71653"/>
                </a:cubicBezTo>
                <a:cubicBezTo>
                  <a:pt x="473594" y="68441"/>
                  <a:pt x="472773" y="64649"/>
                  <a:pt x="472773" y="60275"/>
                </a:cubicBezTo>
                <a:cubicBezTo>
                  <a:pt x="472773" y="57405"/>
                  <a:pt x="473440" y="54261"/>
                  <a:pt x="474772" y="50844"/>
                </a:cubicBezTo>
                <a:cubicBezTo>
                  <a:pt x="476105" y="47427"/>
                  <a:pt x="478377" y="44249"/>
                  <a:pt x="481589" y="41311"/>
                </a:cubicBezTo>
                <a:cubicBezTo>
                  <a:pt x="484801" y="38372"/>
                  <a:pt x="489141" y="35929"/>
                  <a:pt x="494608" y="33982"/>
                </a:cubicBezTo>
                <a:cubicBezTo>
                  <a:pt x="500075" y="32034"/>
                  <a:pt x="506909" y="31060"/>
                  <a:pt x="515109" y="31060"/>
                </a:cubicBezTo>
                <a:cubicBezTo>
                  <a:pt x="519141" y="31060"/>
                  <a:pt x="523618" y="31282"/>
                  <a:pt x="528538" y="31726"/>
                </a:cubicBezTo>
                <a:cubicBezTo>
                  <a:pt x="533458" y="32171"/>
                  <a:pt x="538584" y="32939"/>
                  <a:pt x="543914" y="34033"/>
                </a:cubicBezTo>
                <a:lnTo>
                  <a:pt x="543914" y="49922"/>
                </a:lnTo>
                <a:cubicBezTo>
                  <a:pt x="538310" y="48555"/>
                  <a:pt x="532997" y="47547"/>
                  <a:pt x="527974" y="46898"/>
                </a:cubicBezTo>
                <a:cubicBezTo>
                  <a:pt x="522951" y="46248"/>
                  <a:pt x="518595" y="45924"/>
                  <a:pt x="514904" y="45924"/>
                </a:cubicBezTo>
                <a:cubicBezTo>
                  <a:pt x="510462" y="45924"/>
                  <a:pt x="506721" y="46265"/>
                  <a:pt x="503680" y="46949"/>
                </a:cubicBezTo>
                <a:cubicBezTo>
                  <a:pt x="500639" y="47632"/>
                  <a:pt x="498178" y="48572"/>
                  <a:pt x="496299" y="49768"/>
                </a:cubicBezTo>
                <a:cubicBezTo>
                  <a:pt x="494420" y="50964"/>
                  <a:pt x="493070" y="52365"/>
                  <a:pt x="492250" y="53971"/>
                </a:cubicBezTo>
                <a:cubicBezTo>
                  <a:pt x="491430" y="55577"/>
                  <a:pt x="491020" y="57302"/>
                  <a:pt x="491020" y="59147"/>
                </a:cubicBezTo>
                <a:cubicBezTo>
                  <a:pt x="491020" y="60992"/>
                  <a:pt x="491379" y="62667"/>
                  <a:pt x="492096" y="64170"/>
                </a:cubicBezTo>
                <a:cubicBezTo>
                  <a:pt x="492814" y="65674"/>
                  <a:pt x="494146" y="67126"/>
                  <a:pt x="496094" y="68527"/>
                </a:cubicBezTo>
                <a:cubicBezTo>
                  <a:pt x="498042" y="69928"/>
                  <a:pt x="500758" y="71329"/>
                  <a:pt x="504244" y="72730"/>
                </a:cubicBezTo>
                <a:cubicBezTo>
                  <a:pt x="507729" y="74131"/>
                  <a:pt x="512273" y="75651"/>
                  <a:pt x="517877" y="77291"/>
                </a:cubicBezTo>
                <a:cubicBezTo>
                  <a:pt x="523959" y="79068"/>
                  <a:pt x="529085" y="80930"/>
                  <a:pt x="533253" y="82878"/>
                </a:cubicBezTo>
                <a:cubicBezTo>
                  <a:pt x="537422" y="84826"/>
                  <a:pt x="540805" y="86995"/>
                  <a:pt x="543402" y="89387"/>
                </a:cubicBezTo>
                <a:cubicBezTo>
                  <a:pt x="545999" y="91779"/>
                  <a:pt x="547861" y="94479"/>
                  <a:pt x="548988" y="97485"/>
                </a:cubicBezTo>
                <a:cubicBezTo>
                  <a:pt x="550116" y="100492"/>
                  <a:pt x="550680" y="103909"/>
                  <a:pt x="550680" y="107736"/>
                </a:cubicBezTo>
                <a:close/>
                <a:moveTo>
                  <a:pt x="666725" y="135824"/>
                </a:moveTo>
                <a:lnTo>
                  <a:pt x="650734" y="135824"/>
                </a:lnTo>
                <a:lnTo>
                  <a:pt x="650119" y="119217"/>
                </a:lnTo>
                <a:cubicBezTo>
                  <a:pt x="647043" y="122771"/>
                  <a:pt x="644122" y="125726"/>
                  <a:pt x="641354" y="128084"/>
                </a:cubicBezTo>
                <a:cubicBezTo>
                  <a:pt x="638586" y="130442"/>
                  <a:pt x="635836" y="132338"/>
                  <a:pt x="633102" y="133773"/>
                </a:cubicBezTo>
                <a:cubicBezTo>
                  <a:pt x="630369" y="135208"/>
                  <a:pt x="627618" y="136216"/>
                  <a:pt x="624850" y="136797"/>
                </a:cubicBezTo>
                <a:cubicBezTo>
                  <a:pt x="622082" y="137378"/>
                  <a:pt x="619161" y="137669"/>
                  <a:pt x="616086" y="137669"/>
                </a:cubicBezTo>
                <a:cubicBezTo>
                  <a:pt x="605493" y="137669"/>
                  <a:pt x="597498" y="134559"/>
                  <a:pt x="592099" y="128340"/>
                </a:cubicBezTo>
                <a:cubicBezTo>
                  <a:pt x="586700" y="122122"/>
                  <a:pt x="584001" y="112725"/>
                  <a:pt x="584001" y="100151"/>
                </a:cubicBezTo>
                <a:lnTo>
                  <a:pt x="584001" y="32905"/>
                </a:lnTo>
                <a:lnTo>
                  <a:pt x="601837" y="32905"/>
                </a:lnTo>
                <a:lnTo>
                  <a:pt x="601837" y="98716"/>
                </a:lnTo>
                <a:cubicBezTo>
                  <a:pt x="601837" y="114502"/>
                  <a:pt x="607783" y="122395"/>
                  <a:pt x="619674" y="122395"/>
                </a:cubicBezTo>
                <a:cubicBezTo>
                  <a:pt x="621860" y="122395"/>
                  <a:pt x="623996" y="122070"/>
                  <a:pt x="626080" y="121421"/>
                </a:cubicBezTo>
                <a:cubicBezTo>
                  <a:pt x="628165" y="120772"/>
                  <a:pt x="630351" y="119644"/>
                  <a:pt x="632641" y="118038"/>
                </a:cubicBezTo>
                <a:cubicBezTo>
                  <a:pt x="634930" y="116432"/>
                  <a:pt x="637390" y="114263"/>
                  <a:pt x="640021" y="111529"/>
                </a:cubicBezTo>
                <a:cubicBezTo>
                  <a:pt x="642652" y="108796"/>
                  <a:pt x="645608" y="105344"/>
                  <a:pt x="648888" y="101176"/>
                </a:cubicBezTo>
                <a:lnTo>
                  <a:pt x="648888" y="32905"/>
                </a:lnTo>
                <a:lnTo>
                  <a:pt x="666725" y="32905"/>
                </a:lnTo>
                <a:lnTo>
                  <a:pt x="666725" y="135824"/>
                </a:lnTo>
                <a:close/>
                <a:moveTo>
                  <a:pt x="772211" y="135824"/>
                </a:moveTo>
                <a:lnTo>
                  <a:pt x="772211" y="61915"/>
                </a:lnTo>
                <a:cubicBezTo>
                  <a:pt x="772211" y="58703"/>
                  <a:pt x="772091" y="56072"/>
                  <a:pt x="771852" y="54022"/>
                </a:cubicBezTo>
                <a:cubicBezTo>
                  <a:pt x="771613" y="51972"/>
                  <a:pt x="771237" y="50349"/>
                  <a:pt x="770725" y="49153"/>
                </a:cubicBezTo>
                <a:cubicBezTo>
                  <a:pt x="770212" y="47957"/>
                  <a:pt x="769563" y="47120"/>
                  <a:pt x="768777" y="46641"/>
                </a:cubicBezTo>
                <a:cubicBezTo>
                  <a:pt x="767991" y="46163"/>
                  <a:pt x="767017" y="45924"/>
                  <a:pt x="765855" y="45924"/>
                </a:cubicBezTo>
                <a:cubicBezTo>
                  <a:pt x="764489" y="45924"/>
                  <a:pt x="763224" y="46334"/>
                  <a:pt x="762063" y="47154"/>
                </a:cubicBezTo>
                <a:cubicBezTo>
                  <a:pt x="760901" y="47974"/>
                  <a:pt x="759654" y="49307"/>
                  <a:pt x="758321" y="51152"/>
                </a:cubicBezTo>
                <a:cubicBezTo>
                  <a:pt x="756988" y="52997"/>
                  <a:pt x="755519" y="55440"/>
                  <a:pt x="753913" y="58481"/>
                </a:cubicBezTo>
                <a:cubicBezTo>
                  <a:pt x="752307" y="61522"/>
                  <a:pt x="750411" y="65264"/>
                  <a:pt x="748224" y="69706"/>
                </a:cubicBezTo>
                <a:lnTo>
                  <a:pt x="748224" y="135824"/>
                </a:lnTo>
                <a:lnTo>
                  <a:pt x="731925" y="135824"/>
                </a:lnTo>
                <a:lnTo>
                  <a:pt x="731925" y="63863"/>
                </a:lnTo>
                <a:cubicBezTo>
                  <a:pt x="731925" y="60104"/>
                  <a:pt x="731806" y="57063"/>
                  <a:pt x="731566" y="54739"/>
                </a:cubicBezTo>
                <a:cubicBezTo>
                  <a:pt x="731327" y="52416"/>
                  <a:pt x="730951" y="50605"/>
                  <a:pt x="730439" y="49307"/>
                </a:cubicBezTo>
                <a:cubicBezTo>
                  <a:pt x="729926" y="48008"/>
                  <a:pt x="729260" y="47120"/>
                  <a:pt x="728440" y="46641"/>
                </a:cubicBezTo>
                <a:cubicBezTo>
                  <a:pt x="727620" y="46163"/>
                  <a:pt x="726629" y="45924"/>
                  <a:pt x="725467" y="45924"/>
                </a:cubicBezTo>
                <a:cubicBezTo>
                  <a:pt x="724237" y="45924"/>
                  <a:pt x="723075" y="46265"/>
                  <a:pt x="721982" y="46949"/>
                </a:cubicBezTo>
                <a:cubicBezTo>
                  <a:pt x="720888" y="47632"/>
                  <a:pt x="719675" y="48862"/>
                  <a:pt x="718343" y="50639"/>
                </a:cubicBezTo>
                <a:cubicBezTo>
                  <a:pt x="717010" y="52416"/>
                  <a:pt x="715524" y="54842"/>
                  <a:pt x="713884" y="57917"/>
                </a:cubicBezTo>
                <a:cubicBezTo>
                  <a:pt x="712244" y="60992"/>
                  <a:pt x="710296" y="64922"/>
                  <a:pt x="708041" y="69706"/>
                </a:cubicBezTo>
                <a:lnTo>
                  <a:pt x="708041" y="135824"/>
                </a:lnTo>
                <a:lnTo>
                  <a:pt x="691639" y="135824"/>
                </a:lnTo>
                <a:lnTo>
                  <a:pt x="691639" y="32905"/>
                </a:lnTo>
                <a:lnTo>
                  <a:pt x="705273" y="32905"/>
                </a:lnTo>
                <a:lnTo>
                  <a:pt x="706093" y="52484"/>
                </a:lnTo>
                <a:cubicBezTo>
                  <a:pt x="707870" y="48589"/>
                  <a:pt x="709595" y="45275"/>
                  <a:pt x="711270" y="42541"/>
                </a:cubicBezTo>
                <a:cubicBezTo>
                  <a:pt x="712944" y="39807"/>
                  <a:pt x="714670" y="37603"/>
                  <a:pt x="716446" y="35929"/>
                </a:cubicBezTo>
                <a:cubicBezTo>
                  <a:pt x="718223" y="34255"/>
                  <a:pt x="720120" y="33025"/>
                  <a:pt x="722136" y="32239"/>
                </a:cubicBezTo>
                <a:cubicBezTo>
                  <a:pt x="724152" y="31453"/>
                  <a:pt x="726390" y="31060"/>
                  <a:pt x="728850" y="31060"/>
                </a:cubicBezTo>
                <a:cubicBezTo>
                  <a:pt x="734385" y="31060"/>
                  <a:pt x="738588" y="32871"/>
                  <a:pt x="741458" y="36493"/>
                </a:cubicBezTo>
                <a:cubicBezTo>
                  <a:pt x="744329" y="40115"/>
                  <a:pt x="745764" y="45719"/>
                  <a:pt x="745764" y="53304"/>
                </a:cubicBezTo>
                <a:cubicBezTo>
                  <a:pt x="747404" y="49751"/>
                  <a:pt x="749010" y="46590"/>
                  <a:pt x="750582" y="43822"/>
                </a:cubicBezTo>
                <a:cubicBezTo>
                  <a:pt x="752153" y="41055"/>
                  <a:pt x="753845" y="38731"/>
                  <a:pt x="755656" y="36852"/>
                </a:cubicBezTo>
                <a:cubicBezTo>
                  <a:pt x="757467" y="34972"/>
                  <a:pt x="759466" y="33537"/>
                  <a:pt x="761653" y="32546"/>
                </a:cubicBezTo>
                <a:cubicBezTo>
                  <a:pt x="763839" y="31555"/>
                  <a:pt x="766368" y="31060"/>
                  <a:pt x="769238" y="31060"/>
                </a:cubicBezTo>
                <a:cubicBezTo>
                  <a:pt x="782154" y="31060"/>
                  <a:pt x="788612" y="41003"/>
                  <a:pt x="788612" y="60890"/>
                </a:cubicBezTo>
                <a:lnTo>
                  <a:pt x="788612" y="135824"/>
                </a:lnTo>
                <a:lnTo>
                  <a:pt x="772211" y="135824"/>
                </a:lnTo>
                <a:close/>
              </a:path>
            </a:pathLst>
          </a:custGeom>
          <a:solidFill xmlns:a="http://schemas.openxmlformats.org/drawingml/2006/main">
            <a:srgbClr val="6134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Text nums:list[int]target:int">
            <a:extLst xmlns:a="http://schemas.openxmlformats.org/drawingml/2006/main">
              <a:ext uri="{FF2B5EF4-FFF2-40B4-BE49-F238E27FC236}">
                <a16:creationId xmlns:a16="http://schemas.microsoft.com/office/drawing/2014/main" id="{D2B75795-23D0-478D-985F-D6D44F56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380" y="3914803"/>
            <a:ext cx="2838370" cy="191486"/>
          </a:xfrm>
          <a:custGeom xmlns:a="http://schemas.openxmlformats.org/drawingml/2006/main">
            <a:pathLst>
              <a:path w="2838370" h="191486">
                <a:moveTo>
                  <a:pt x="0" y="45514"/>
                </a:moveTo>
                <a:lnTo>
                  <a:pt x="15889" y="45514"/>
                </a:lnTo>
                <a:lnTo>
                  <a:pt x="16606" y="62120"/>
                </a:lnTo>
                <a:cubicBezTo>
                  <a:pt x="19613" y="58566"/>
                  <a:pt x="22518" y="55611"/>
                  <a:pt x="25320" y="53253"/>
                </a:cubicBezTo>
                <a:cubicBezTo>
                  <a:pt x="28121" y="50895"/>
                  <a:pt x="30872" y="48999"/>
                  <a:pt x="33571" y="47564"/>
                </a:cubicBezTo>
                <a:cubicBezTo>
                  <a:pt x="36271" y="46129"/>
                  <a:pt x="39022" y="45121"/>
                  <a:pt x="41823" y="44540"/>
                </a:cubicBezTo>
                <a:cubicBezTo>
                  <a:pt x="44625" y="43959"/>
                  <a:pt x="47530" y="43669"/>
                  <a:pt x="50537" y="43669"/>
                </a:cubicBezTo>
                <a:cubicBezTo>
                  <a:pt x="61129" y="43669"/>
                  <a:pt x="69142" y="46795"/>
                  <a:pt x="74575" y="53048"/>
                </a:cubicBezTo>
                <a:cubicBezTo>
                  <a:pt x="80008" y="59301"/>
                  <a:pt x="82724" y="68715"/>
                  <a:pt x="82724" y="81289"/>
                </a:cubicBezTo>
                <a:lnTo>
                  <a:pt x="82724" y="148432"/>
                </a:lnTo>
                <a:lnTo>
                  <a:pt x="64888" y="148432"/>
                </a:lnTo>
                <a:lnTo>
                  <a:pt x="64888" y="82724"/>
                </a:lnTo>
                <a:cubicBezTo>
                  <a:pt x="64888" y="74660"/>
                  <a:pt x="63384" y="68698"/>
                  <a:pt x="60377" y="64837"/>
                </a:cubicBezTo>
                <a:cubicBezTo>
                  <a:pt x="57371" y="60975"/>
                  <a:pt x="52894" y="59045"/>
                  <a:pt x="46949" y="59045"/>
                </a:cubicBezTo>
                <a:cubicBezTo>
                  <a:pt x="44762" y="59045"/>
                  <a:pt x="42626" y="59369"/>
                  <a:pt x="40542" y="60019"/>
                </a:cubicBezTo>
                <a:cubicBezTo>
                  <a:pt x="38458" y="60668"/>
                  <a:pt x="36288" y="61795"/>
                  <a:pt x="34033" y="63401"/>
                </a:cubicBezTo>
                <a:cubicBezTo>
                  <a:pt x="31778" y="65007"/>
                  <a:pt x="29334" y="67177"/>
                  <a:pt x="26703" y="69911"/>
                </a:cubicBezTo>
                <a:cubicBezTo>
                  <a:pt x="24072" y="72644"/>
                  <a:pt x="21117" y="76061"/>
                  <a:pt x="17836" y="80162"/>
                </a:cubicBezTo>
                <a:lnTo>
                  <a:pt x="17836" y="148432"/>
                </a:lnTo>
                <a:lnTo>
                  <a:pt x="0" y="148432"/>
                </a:lnTo>
                <a:lnTo>
                  <a:pt x="0" y="45514"/>
                </a:lnTo>
                <a:close/>
                <a:moveTo>
                  <a:pt x="197539" y="148432"/>
                </a:moveTo>
                <a:lnTo>
                  <a:pt x="181547" y="148432"/>
                </a:lnTo>
                <a:lnTo>
                  <a:pt x="180932" y="131826"/>
                </a:lnTo>
                <a:cubicBezTo>
                  <a:pt x="177857" y="135379"/>
                  <a:pt x="174936" y="138335"/>
                  <a:pt x="172168" y="140693"/>
                </a:cubicBezTo>
                <a:cubicBezTo>
                  <a:pt x="169400" y="143050"/>
                  <a:pt x="166649" y="144947"/>
                  <a:pt x="163916" y="146382"/>
                </a:cubicBezTo>
                <a:cubicBezTo>
                  <a:pt x="161182" y="147817"/>
                  <a:pt x="158432" y="148825"/>
                  <a:pt x="155664" y="149406"/>
                </a:cubicBezTo>
                <a:cubicBezTo>
                  <a:pt x="152896" y="149987"/>
                  <a:pt x="149975" y="150277"/>
                  <a:pt x="146900" y="150277"/>
                </a:cubicBezTo>
                <a:cubicBezTo>
                  <a:pt x="136307" y="150277"/>
                  <a:pt x="128311" y="147168"/>
                  <a:pt x="122913" y="140949"/>
                </a:cubicBezTo>
                <a:cubicBezTo>
                  <a:pt x="117514" y="134730"/>
                  <a:pt x="114814" y="125334"/>
                  <a:pt x="114814" y="112759"/>
                </a:cubicBezTo>
                <a:lnTo>
                  <a:pt x="114814" y="45514"/>
                </a:lnTo>
                <a:lnTo>
                  <a:pt x="132651" y="45514"/>
                </a:lnTo>
                <a:lnTo>
                  <a:pt x="132651" y="111324"/>
                </a:lnTo>
                <a:cubicBezTo>
                  <a:pt x="132651" y="127110"/>
                  <a:pt x="138596" y="135003"/>
                  <a:pt x="150487" y="135003"/>
                </a:cubicBezTo>
                <a:cubicBezTo>
                  <a:pt x="152674" y="135003"/>
                  <a:pt x="154810" y="134679"/>
                  <a:pt x="156894" y="134030"/>
                </a:cubicBezTo>
                <a:cubicBezTo>
                  <a:pt x="158978" y="133380"/>
                  <a:pt x="161165" y="132253"/>
                  <a:pt x="163455" y="130647"/>
                </a:cubicBezTo>
                <a:cubicBezTo>
                  <a:pt x="165744" y="129041"/>
                  <a:pt x="168204" y="126871"/>
                  <a:pt x="170835" y="124138"/>
                </a:cubicBezTo>
                <a:cubicBezTo>
                  <a:pt x="173466" y="121404"/>
                  <a:pt x="176422" y="117953"/>
                  <a:pt x="179702" y="113784"/>
                </a:cubicBezTo>
                <a:lnTo>
                  <a:pt x="179702" y="45514"/>
                </a:lnTo>
                <a:lnTo>
                  <a:pt x="197539" y="45514"/>
                </a:lnTo>
                <a:lnTo>
                  <a:pt x="197539" y="148432"/>
                </a:lnTo>
                <a:close/>
                <a:moveTo>
                  <a:pt x="303025" y="148432"/>
                </a:moveTo>
                <a:lnTo>
                  <a:pt x="303025" y="74524"/>
                </a:lnTo>
                <a:cubicBezTo>
                  <a:pt x="303025" y="71312"/>
                  <a:pt x="302905" y="68681"/>
                  <a:pt x="302666" y="66630"/>
                </a:cubicBezTo>
                <a:cubicBezTo>
                  <a:pt x="302427" y="64580"/>
                  <a:pt x="302051" y="62957"/>
                  <a:pt x="301539" y="61761"/>
                </a:cubicBezTo>
                <a:cubicBezTo>
                  <a:pt x="301026" y="60565"/>
                  <a:pt x="300377" y="59728"/>
                  <a:pt x="299591" y="59250"/>
                </a:cubicBezTo>
                <a:cubicBezTo>
                  <a:pt x="298805" y="58771"/>
                  <a:pt x="297831" y="58532"/>
                  <a:pt x="296669" y="58532"/>
                </a:cubicBezTo>
                <a:cubicBezTo>
                  <a:pt x="295303" y="58532"/>
                  <a:pt x="294038" y="58942"/>
                  <a:pt x="292877" y="59762"/>
                </a:cubicBezTo>
                <a:cubicBezTo>
                  <a:pt x="291715" y="60582"/>
                  <a:pt x="290468" y="61915"/>
                  <a:pt x="289135" y="63760"/>
                </a:cubicBezTo>
                <a:cubicBezTo>
                  <a:pt x="287803" y="65605"/>
                  <a:pt x="286333" y="68048"/>
                  <a:pt x="284727" y="71090"/>
                </a:cubicBezTo>
                <a:cubicBezTo>
                  <a:pt x="283121" y="74131"/>
                  <a:pt x="281225" y="77872"/>
                  <a:pt x="279038" y="82314"/>
                </a:cubicBezTo>
                <a:lnTo>
                  <a:pt x="279038" y="148432"/>
                </a:lnTo>
                <a:lnTo>
                  <a:pt x="262739" y="148432"/>
                </a:lnTo>
                <a:lnTo>
                  <a:pt x="262739" y="76471"/>
                </a:lnTo>
                <a:cubicBezTo>
                  <a:pt x="262739" y="72713"/>
                  <a:pt x="262620" y="69672"/>
                  <a:pt x="262380" y="67348"/>
                </a:cubicBezTo>
                <a:cubicBezTo>
                  <a:pt x="262141" y="65024"/>
                  <a:pt x="261765" y="63213"/>
                  <a:pt x="261253" y="61915"/>
                </a:cubicBezTo>
                <a:cubicBezTo>
                  <a:pt x="260740" y="60617"/>
                  <a:pt x="260074" y="59728"/>
                  <a:pt x="259254" y="59250"/>
                </a:cubicBezTo>
                <a:cubicBezTo>
                  <a:pt x="258434" y="58771"/>
                  <a:pt x="257443" y="58532"/>
                  <a:pt x="256281" y="58532"/>
                </a:cubicBezTo>
                <a:cubicBezTo>
                  <a:pt x="255051" y="58532"/>
                  <a:pt x="253889" y="58874"/>
                  <a:pt x="252796" y="59557"/>
                </a:cubicBezTo>
                <a:cubicBezTo>
                  <a:pt x="251703" y="60241"/>
                  <a:pt x="250489" y="61471"/>
                  <a:pt x="249157" y="63248"/>
                </a:cubicBezTo>
                <a:cubicBezTo>
                  <a:pt x="247824" y="65024"/>
                  <a:pt x="246338" y="67450"/>
                  <a:pt x="244698" y="70526"/>
                </a:cubicBezTo>
                <a:cubicBezTo>
                  <a:pt x="243058" y="73601"/>
                  <a:pt x="241110" y="77530"/>
                  <a:pt x="238855" y="82314"/>
                </a:cubicBezTo>
                <a:lnTo>
                  <a:pt x="238855" y="148432"/>
                </a:lnTo>
                <a:lnTo>
                  <a:pt x="222453" y="148432"/>
                </a:lnTo>
                <a:lnTo>
                  <a:pt x="222453" y="45514"/>
                </a:lnTo>
                <a:lnTo>
                  <a:pt x="236087" y="45514"/>
                </a:lnTo>
                <a:lnTo>
                  <a:pt x="236907" y="65093"/>
                </a:lnTo>
                <a:cubicBezTo>
                  <a:pt x="238684" y="61197"/>
                  <a:pt x="240410" y="57883"/>
                  <a:pt x="242084" y="55149"/>
                </a:cubicBezTo>
                <a:cubicBezTo>
                  <a:pt x="243758" y="52416"/>
                  <a:pt x="245484" y="50212"/>
                  <a:pt x="247260" y="48538"/>
                </a:cubicBezTo>
                <a:cubicBezTo>
                  <a:pt x="249037" y="46863"/>
                  <a:pt x="250934" y="45633"/>
                  <a:pt x="252950" y="44847"/>
                </a:cubicBezTo>
                <a:cubicBezTo>
                  <a:pt x="254966" y="44062"/>
                  <a:pt x="257204" y="43669"/>
                  <a:pt x="259664" y="43669"/>
                </a:cubicBezTo>
                <a:cubicBezTo>
                  <a:pt x="265199" y="43669"/>
                  <a:pt x="269402" y="45480"/>
                  <a:pt x="272273" y="49101"/>
                </a:cubicBezTo>
                <a:cubicBezTo>
                  <a:pt x="275143" y="52723"/>
                  <a:pt x="276578" y="58327"/>
                  <a:pt x="276578" y="65913"/>
                </a:cubicBezTo>
                <a:cubicBezTo>
                  <a:pt x="278218" y="62359"/>
                  <a:pt x="279824" y="59199"/>
                  <a:pt x="281396" y="56431"/>
                </a:cubicBezTo>
                <a:cubicBezTo>
                  <a:pt x="282968" y="53663"/>
                  <a:pt x="284659" y="51340"/>
                  <a:pt x="286470" y="49460"/>
                </a:cubicBezTo>
                <a:cubicBezTo>
                  <a:pt x="288281" y="47581"/>
                  <a:pt x="290280" y="46146"/>
                  <a:pt x="292467" y="45155"/>
                </a:cubicBezTo>
                <a:cubicBezTo>
                  <a:pt x="294653" y="44164"/>
                  <a:pt x="297182" y="43669"/>
                  <a:pt x="300052" y="43669"/>
                </a:cubicBezTo>
                <a:cubicBezTo>
                  <a:pt x="312968" y="43669"/>
                  <a:pt x="319426" y="53612"/>
                  <a:pt x="319426" y="73498"/>
                </a:cubicBezTo>
                <a:lnTo>
                  <a:pt x="319426" y="148432"/>
                </a:lnTo>
                <a:lnTo>
                  <a:pt x="303025" y="148432"/>
                </a:lnTo>
                <a:close/>
                <a:moveTo>
                  <a:pt x="425938" y="120345"/>
                </a:moveTo>
                <a:cubicBezTo>
                  <a:pt x="425938" y="123967"/>
                  <a:pt x="425323" y="127213"/>
                  <a:pt x="424093" y="130083"/>
                </a:cubicBezTo>
                <a:cubicBezTo>
                  <a:pt x="422863" y="132953"/>
                  <a:pt x="421188" y="135499"/>
                  <a:pt x="419070" y="137720"/>
                </a:cubicBezTo>
                <a:cubicBezTo>
                  <a:pt x="416951" y="139941"/>
                  <a:pt x="414491" y="141837"/>
                  <a:pt x="411689" y="143409"/>
                </a:cubicBezTo>
                <a:cubicBezTo>
                  <a:pt x="408887" y="144981"/>
                  <a:pt x="405897" y="146279"/>
                  <a:pt x="402720" y="147304"/>
                </a:cubicBezTo>
                <a:cubicBezTo>
                  <a:pt x="399542" y="148330"/>
                  <a:pt x="396279" y="149081"/>
                  <a:pt x="392930" y="149560"/>
                </a:cubicBezTo>
                <a:cubicBezTo>
                  <a:pt x="389582" y="150038"/>
                  <a:pt x="386301" y="150277"/>
                  <a:pt x="383089" y="150277"/>
                </a:cubicBezTo>
                <a:cubicBezTo>
                  <a:pt x="376119" y="150277"/>
                  <a:pt x="369712" y="149970"/>
                  <a:pt x="363869" y="149355"/>
                </a:cubicBezTo>
                <a:cubicBezTo>
                  <a:pt x="358026" y="148740"/>
                  <a:pt x="352303" y="147749"/>
                  <a:pt x="346699" y="146382"/>
                </a:cubicBezTo>
                <a:lnTo>
                  <a:pt x="346699" y="129981"/>
                </a:lnTo>
                <a:cubicBezTo>
                  <a:pt x="352713" y="131689"/>
                  <a:pt x="358692" y="132987"/>
                  <a:pt x="364638" y="133876"/>
                </a:cubicBezTo>
                <a:cubicBezTo>
                  <a:pt x="370583" y="134764"/>
                  <a:pt x="376495" y="135208"/>
                  <a:pt x="382372" y="135208"/>
                </a:cubicBezTo>
                <a:cubicBezTo>
                  <a:pt x="390914" y="135208"/>
                  <a:pt x="397235" y="134047"/>
                  <a:pt x="401336" y="131723"/>
                </a:cubicBezTo>
                <a:cubicBezTo>
                  <a:pt x="405436" y="129400"/>
                  <a:pt x="407486" y="126085"/>
                  <a:pt x="407486" y="121780"/>
                </a:cubicBezTo>
                <a:cubicBezTo>
                  <a:pt x="407486" y="119935"/>
                  <a:pt x="407162" y="118278"/>
                  <a:pt x="406512" y="116808"/>
                </a:cubicBezTo>
                <a:cubicBezTo>
                  <a:pt x="405863" y="115339"/>
                  <a:pt x="404684" y="113938"/>
                  <a:pt x="402976" y="112605"/>
                </a:cubicBezTo>
                <a:cubicBezTo>
                  <a:pt x="401267" y="111273"/>
                  <a:pt x="398619" y="109889"/>
                  <a:pt x="395032" y="108454"/>
                </a:cubicBezTo>
                <a:cubicBezTo>
                  <a:pt x="391444" y="107019"/>
                  <a:pt x="386540" y="105379"/>
                  <a:pt x="380322" y="103533"/>
                </a:cubicBezTo>
                <a:cubicBezTo>
                  <a:pt x="375675" y="102167"/>
                  <a:pt x="371386" y="100612"/>
                  <a:pt x="367457" y="98869"/>
                </a:cubicBezTo>
                <a:cubicBezTo>
                  <a:pt x="363527" y="97127"/>
                  <a:pt x="360127" y="95059"/>
                  <a:pt x="357257" y="92668"/>
                </a:cubicBezTo>
                <a:cubicBezTo>
                  <a:pt x="354387" y="90276"/>
                  <a:pt x="352132" y="87474"/>
                  <a:pt x="350492" y="84262"/>
                </a:cubicBezTo>
                <a:cubicBezTo>
                  <a:pt x="348852" y="81050"/>
                  <a:pt x="348031" y="77257"/>
                  <a:pt x="348031" y="72883"/>
                </a:cubicBezTo>
                <a:cubicBezTo>
                  <a:pt x="348031" y="70013"/>
                  <a:pt x="348698" y="66870"/>
                  <a:pt x="350030" y="63453"/>
                </a:cubicBezTo>
                <a:cubicBezTo>
                  <a:pt x="351363" y="60036"/>
                  <a:pt x="353635" y="56858"/>
                  <a:pt x="356847" y="53919"/>
                </a:cubicBezTo>
                <a:cubicBezTo>
                  <a:pt x="360059" y="50981"/>
                  <a:pt x="364399" y="48538"/>
                  <a:pt x="369866" y="46590"/>
                </a:cubicBezTo>
                <a:cubicBezTo>
                  <a:pt x="375333" y="44642"/>
                  <a:pt x="382167" y="43669"/>
                  <a:pt x="390367" y="43669"/>
                </a:cubicBezTo>
                <a:cubicBezTo>
                  <a:pt x="394399" y="43669"/>
                  <a:pt x="398876" y="43891"/>
                  <a:pt x="403796" y="44335"/>
                </a:cubicBezTo>
                <a:cubicBezTo>
                  <a:pt x="408716" y="44779"/>
                  <a:pt x="413842" y="45548"/>
                  <a:pt x="419172" y="46641"/>
                </a:cubicBezTo>
                <a:lnTo>
                  <a:pt x="419172" y="62530"/>
                </a:lnTo>
                <a:cubicBezTo>
                  <a:pt x="413568" y="61163"/>
                  <a:pt x="408255" y="60155"/>
                  <a:pt x="403232" y="59506"/>
                </a:cubicBezTo>
                <a:cubicBezTo>
                  <a:pt x="398209" y="58857"/>
                  <a:pt x="393853" y="58532"/>
                  <a:pt x="390162" y="58532"/>
                </a:cubicBezTo>
                <a:cubicBezTo>
                  <a:pt x="385720" y="58532"/>
                  <a:pt x="381979" y="58874"/>
                  <a:pt x="378938" y="59557"/>
                </a:cubicBezTo>
                <a:cubicBezTo>
                  <a:pt x="375897" y="60241"/>
                  <a:pt x="373436" y="61180"/>
                  <a:pt x="371557" y="62376"/>
                </a:cubicBezTo>
                <a:cubicBezTo>
                  <a:pt x="369678" y="63572"/>
                  <a:pt x="368328" y="64973"/>
                  <a:pt x="367508" y="66579"/>
                </a:cubicBezTo>
                <a:cubicBezTo>
                  <a:pt x="366688" y="68185"/>
                  <a:pt x="366278" y="69911"/>
                  <a:pt x="366278" y="71756"/>
                </a:cubicBezTo>
                <a:cubicBezTo>
                  <a:pt x="366278" y="73601"/>
                  <a:pt x="366637" y="75275"/>
                  <a:pt x="367354" y="76779"/>
                </a:cubicBezTo>
                <a:cubicBezTo>
                  <a:pt x="368072" y="78282"/>
                  <a:pt x="369404" y="79734"/>
                  <a:pt x="371352" y="81135"/>
                </a:cubicBezTo>
                <a:cubicBezTo>
                  <a:pt x="373300" y="82536"/>
                  <a:pt x="376016" y="83937"/>
                  <a:pt x="379502" y="85338"/>
                </a:cubicBezTo>
                <a:cubicBezTo>
                  <a:pt x="382987" y="86739"/>
                  <a:pt x="387531" y="88260"/>
                  <a:pt x="393135" y="89900"/>
                </a:cubicBezTo>
                <a:cubicBezTo>
                  <a:pt x="399217" y="91677"/>
                  <a:pt x="404343" y="93539"/>
                  <a:pt x="408511" y="95487"/>
                </a:cubicBezTo>
                <a:cubicBezTo>
                  <a:pt x="412680" y="97434"/>
                  <a:pt x="416063" y="99604"/>
                  <a:pt x="418660" y="101996"/>
                </a:cubicBezTo>
                <a:cubicBezTo>
                  <a:pt x="421257" y="104388"/>
                  <a:pt x="423119" y="107087"/>
                  <a:pt x="424246" y="110094"/>
                </a:cubicBezTo>
                <a:cubicBezTo>
                  <a:pt x="425374" y="113101"/>
                  <a:pt x="425938" y="116518"/>
                  <a:pt x="425938" y="120345"/>
                </a:cubicBezTo>
                <a:close/>
                <a:moveTo>
                  <a:pt x="500548" y="43669"/>
                </a:moveTo>
                <a:cubicBezTo>
                  <a:pt x="502667" y="43669"/>
                  <a:pt x="504683" y="44096"/>
                  <a:pt x="506596" y="44950"/>
                </a:cubicBezTo>
                <a:cubicBezTo>
                  <a:pt x="508510" y="45804"/>
                  <a:pt x="510184" y="46949"/>
                  <a:pt x="511619" y="48384"/>
                </a:cubicBezTo>
                <a:cubicBezTo>
                  <a:pt x="513054" y="49819"/>
                  <a:pt x="514199" y="51493"/>
                  <a:pt x="515053" y="53407"/>
                </a:cubicBezTo>
                <a:cubicBezTo>
                  <a:pt x="515907" y="55320"/>
                  <a:pt x="516335" y="57336"/>
                  <a:pt x="516335" y="59455"/>
                </a:cubicBezTo>
                <a:cubicBezTo>
                  <a:pt x="516335" y="61642"/>
                  <a:pt x="515907" y="63675"/>
                  <a:pt x="515053" y="65554"/>
                </a:cubicBezTo>
                <a:cubicBezTo>
                  <a:pt x="514199" y="67433"/>
                  <a:pt x="513054" y="69091"/>
                  <a:pt x="511619" y="70526"/>
                </a:cubicBezTo>
                <a:cubicBezTo>
                  <a:pt x="510184" y="71961"/>
                  <a:pt x="508510" y="73088"/>
                  <a:pt x="506596" y="73909"/>
                </a:cubicBezTo>
                <a:cubicBezTo>
                  <a:pt x="504683" y="74729"/>
                  <a:pt x="502667" y="75139"/>
                  <a:pt x="500548" y="75139"/>
                </a:cubicBezTo>
                <a:cubicBezTo>
                  <a:pt x="498361" y="75139"/>
                  <a:pt x="496328" y="74729"/>
                  <a:pt x="494449" y="73909"/>
                </a:cubicBezTo>
                <a:cubicBezTo>
                  <a:pt x="492570" y="73088"/>
                  <a:pt x="490913" y="71961"/>
                  <a:pt x="489477" y="70526"/>
                </a:cubicBezTo>
                <a:cubicBezTo>
                  <a:pt x="488042" y="69091"/>
                  <a:pt x="486915" y="67433"/>
                  <a:pt x="486095" y="65554"/>
                </a:cubicBezTo>
                <a:cubicBezTo>
                  <a:pt x="485275" y="63675"/>
                  <a:pt x="484865" y="61642"/>
                  <a:pt x="484865" y="59455"/>
                </a:cubicBezTo>
                <a:cubicBezTo>
                  <a:pt x="484865" y="57336"/>
                  <a:pt x="485275" y="55320"/>
                  <a:pt x="486095" y="53407"/>
                </a:cubicBezTo>
                <a:cubicBezTo>
                  <a:pt x="486915" y="51493"/>
                  <a:pt x="488042" y="49819"/>
                  <a:pt x="489477" y="48384"/>
                </a:cubicBezTo>
                <a:cubicBezTo>
                  <a:pt x="490913" y="46949"/>
                  <a:pt x="492570" y="45804"/>
                  <a:pt x="494449" y="44950"/>
                </a:cubicBezTo>
                <a:cubicBezTo>
                  <a:pt x="496328" y="44096"/>
                  <a:pt x="498361" y="43669"/>
                  <a:pt x="500548" y="43669"/>
                </a:cubicBezTo>
                <a:moveTo>
                  <a:pt x="500548" y="118807"/>
                </a:moveTo>
                <a:cubicBezTo>
                  <a:pt x="502667" y="118807"/>
                  <a:pt x="504683" y="119234"/>
                  <a:pt x="506596" y="120089"/>
                </a:cubicBezTo>
                <a:cubicBezTo>
                  <a:pt x="508510" y="120943"/>
                  <a:pt x="510184" y="122087"/>
                  <a:pt x="511619" y="123523"/>
                </a:cubicBezTo>
                <a:cubicBezTo>
                  <a:pt x="513054" y="124958"/>
                  <a:pt x="514199" y="126632"/>
                  <a:pt x="515053" y="128545"/>
                </a:cubicBezTo>
                <a:cubicBezTo>
                  <a:pt x="515907" y="130459"/>
                  <a:pt x="516335" y="132475"/>
                  <a:pt x="516335" y="134593"/>
                </a:cubicBezTo>
                <a:cubicBezTo>
                  <a:pt x="516335" y="136780"/>
                  <a:pt x="515907" y="138813"/>
                  <a:pt x="515053" y="140693"/>
                </a:cubicBezTo>
                <a:cubicBezTo>
                  <a:pt x="514199" y="142572"/>
                  <a:pt x="513054" y="144229"/>
                  <a:pt x="511619" y="145664"/>
                </a:cubicBezTo>
                <a:cubicBezTo>
                  <a:pt x="510184" y="147099"/>
                  <a:pt x="508510" y="148227"/>
                  <a:pt x="506596" y="149047"/>
                </a:cubicBezTo>
                <a:cubicBezTo>
                  <a:pt x="504683" y="149867"/>
                  <a:pt x="502667" y="150277"/>
                  <a:pt x="500548" y="150277"/>
                </a:cubicBezTo>
                <a:cubicBezTo>
                  <a:pt x="498361" y="150277"/>
                  <a:pt x="496328" y="149867"/>
                  <a:pt x="494449" y="149047"/>
                </a:cubicBezTo>
                <a:cubicBezTo>
                  <a:pt x="492570" y="148227"/>
                  <a:pt x="490913" y="147099"/>
                  <a:pt x="489477" y="145664"/>
                </a:cubicBezTo>
                <a:cubicBezTo>
                  <a:pt x="488042" y="144229"/>
                  <a:pt x="486915" y="142572"/>
                  <a:pt x="486095" y="140693"/>
                </a:cubicBezTo>
                <a:cubicBezTo>
                  <a:pt x="485275" y="138813"/>
                  <a:pt x="484865" y="136780"/>
                  <a:pt x="484865" y="134593"/>
                </a:cubicBezTo>
                <a:cubicBezTo>
                  <a:pt x="484865" y="132475"/>
                  <a:pt x="485275" y="130459"/>
                  <a:pt x="486095" y="128545"/>
                </a:cubicBezTo>
                <a:cubicBezTo>
                  <a:pt x="486915" y="126632"/>
                  <a:pt x="488042" y="124958"/>
                  <a:pt x="489477" y="123523"/>
                </a:cubicBezTo>
                <a:cubicBezTo>
                  <a:pt x="490913" y="122087"/>
                  <a:pt x="492570" y="120943"/>
                  <a:pt x="494449" y="120089"/>
                </a:cubicBezTo>
                <a:cubicBezTo>
                  <a:pt x="496328" y="119234"/>
                  <a:pt x="498361" y="118807"/>
                  <a:pt x="500548" y="118807"/>
                </a:cubicBezTo>
                <a:close/>
                <a:moveTo>
                  <a:pt x="609110" y="18246"/>
                </a:moveTo>
                <a:lnTo>
                  <a:pt x="578665" y="18246"/>
                </a:lnTo>
                <a:lnTo>
                  <a:pt x="578665" y="3588"/>
                </a:lnTo>
                <a:lnTo>
                  <a:pt x="627151" y="3588"/>
                </a:lnTo>
                <a:lnTo>
                  <a:pt x="627151" y="133568"/>
                </a:lnTo>
                <a:lnTo>
                  <a:pt x="657801" y="133568"/>
                </a:lnTo>
                <a:lnTo>
                  <a:pt x="657801" y="148432"/>
                </a:lnTo>
                <a:lnTo>
                  <a:pt x="575282" y="148432"/>
                </a:lnTo>
                <a:lnTo>
                  <a:pt x="575282" y="133568"/>
                </a:lnTo>
                <a:lnTo>
                  <a:pt x="609110" y="133568"/>
                </a:lnTo>
                <a:lnTo>
                  <a:pt x="609110" y="18246"/>
                </a:lnTo>
                <a:close/>
                <a:moveTo>
                  <a:pt x="723925" y="60275"/>
                </a:moveTo>
                <a:lnTo>
                  <a:pt x="693480" y="60275"/>
                </a:lnTo>
                <a:lnTo>
                  <a:pt x="693480" y="45514"/>
                </a:lnTo>
                <a:lnTo>
                  <a:pt x="741966" y="45514"/>
                </a:lnTo>
                <a:lnTo>
                  <a:pt x="741966" y="133568"/>
                </a:lnTo>
                <a:lnTo>
                  <a:pt x="772616" y="133568"/>
                </a:lnTo>
                <a:lnTo>
                  <a:pt x="772616" y="148432"/>
                </a:lnTo>
                <a:lnTo>
                  <a:pt x="690097" y="148432"/>
                </a:lnTo>
                <a:lnTo>
                  <a:pt x="690097" y="133568"/>
                </a:lnTo>
                <a:lnTo>
                  <a:pt x="723925" y="133568"/>
                </a:lnTo>
                <a:lnTo>
                  <a:pt x="723925" y="60275"/>
                </a:lnTo>
                <a:moveTo>
                  <a:pt x="730178" y="2358"/>
                </a:moveTo>
                <a:cubicBezTo>
                  <a:pt x="732159" y="2358"/>
                  <a:pt x="734005" y="2716"/>
                  <a:pt x="735713" y="3434"/>
                </a:cubicBezTo>
                <a:cubicBezTo>
                  <a:pt x="737422" y="4152"/>
                  <a:pt x="738908" y="5160"/>
                  <a:pt x="740172" y="6458"/>
                </a:cubicBezTo>
                <a:cubicBezTo>
                  <a:pt x="741436" y="7756"/>
                  <a:pt x="742427" y="9243"/>
                  <a:pt x="743145" y="10917"/>
                </a:cubicBezTo>
                <a:cubicBezTo>
                  <a:pt x="743862" y="12591"/>
                  <a:pt x="744221" y="14420"/>
                  <a:pt x="744221" y="16401"/>
                </a:cubicBezTo>
                <a:cubicBezTo>
                  <a:pt x="744221" y="18315"/>
                  <a:pt x="743862" y="20126"/>
                  <a:pt x="743145" y="21834"/>
                </a:cubicBezTo>
                <a:cubicBezTo>
                  <a:pt x="742427" y="23543"/>
                  <a:pt x="741436" y="25046"/>
                  <a:pt x="740172" y="26345"/>
                </a:cubicBezTo>
                <a:cubicBezTo>
                  <a:pt x="738908" y="27643"/>
                  <a:pt x="737422" y="28651"/>
                  <a:pt x="735713" y="29369"/>
                </a:cubicBezTo>
                <a:cubicBezTo>
                  <a:pt x="734005" y="30086"/>
                  <a:pt x="732159" y="30445"/>
                  <a:pt x="730178" y="30445"/>
                </a:cubicBezTo>
                <a:cubicBezTo>
                  <a:pt x="728196" y="30445"/>
                  <a:pt x="726351" y="30086"/>
                  <a:pt x="724642" y="29369"/>
                </a:cubicBezTo>
                <a:cubicBezTo>
                  <a:pt x="722934" y="28651"/>
                  <a:pt x="721447" y="27643"/>
                  <a:pt x="720183" y="26345"/>
                </a:cubicBezTo>
                <a:cubicBezTo>
                  <a:pt x="718919" y="25046"/>
                  <a:pt x="717928" y="23543"/>
                  <a:pt x="717210" y="21834"/>
                </a:cubicBezTo>
                <a:cubicBezTo>
                  <a:pt x="716493" y="20126"/>
                  <a:pt x="716134" y="18315"/>
                  <a:pt x="716134" y="16401"/>
                </a:cubicBezTo>
                <a:cubicBezTo>
                  <a:pt x="716134" y="14420"/>
                  <a:pt x="716493" y="12591"/>
                  <a:pt x="717210" y="10917"/>
                </a:cubicBezTo>
                <a:cubicBezTo>
                  <a:pt x="717928" y="9243"/>
                  <a:pt x="718919" y="7756"/>
                  <a:pt x="720183" y="6458"/>
                </a:cubicBezTo>
                <a:cubicBezTo>
                  <a:pt x="721447" y="5160"/>
                  <a:pt x="722934" y="4152"/>
                  <a:pt x="724642" y="3434"/>
                </a:cubicBezTo>
                <a:cubicBezTo>
                  <a:pt x="726351" y="2716"/>
                  <a:pt x="728196" y="2358"/>
                  <a:pt x="730178" y="2358"/>
                </a:cubicBezTo>
                <a:close/>
                <a:moveTo>
                  <a:pt x="885175" y="120345"/>
                </a:moveTo>
                <a:cubicBezTo>
                  <a:pt x="885175" y="123967"/>
                  <a:pt x="884560" y="127213"/>
                  <a:pt x="883330" y="130083"/>
                </a:cubicBezTo>
                <a:cubicBezTo>
                  <a:pt x="882100" y="132953"/>
                  <a:pt x="880426" y="135499"/>
                  <a:pt x="878307" y="137720"/>
                </a:cubicBezTo>
                <a:cubicBezTo>
                  <a:pt x="876189" y="139941"/>
                  <a:pt x="873728" y="141837"/>
                  <a:pt x="870927" y="143409"/>
                </a:cubicBezTo>
                <a:cubicBezTo>
                  <a:pt x="868125" y="144981"/>
                  <a:pt x="865135" y="146279"/>
                  <a:pt x="861957" y="147304"/>
                </a:cubicBezTo>
                <a:cubicBezTo>
                  <a:pt x="858779" y="148330"/>
                  <a:pt x="855516" y="149081"/>
                  <a:pt x="852168" y="149560"/>
                </a:cubicBezTo>
                <a:cubicBezTo>
                  <a:pt x="848819" y="150038"/>
                  <a:pt x="845539" y="150277"/>
                  <a:pt x="842327" y="150277"/>
                </a:cubicBezTo>
                <a:cubicBezTo>
                  <a:pt x="835356" y="150277"/>
                  <a:pt x="828949" y="149970"/>
                  <a:pt x="823106" y="149355"/>
                </a:cubicBezTo>
                <a:cubicBezTo>
                  <a:pt x="817263" y="148740"/>
                  <a:pt x="811540" y="147749"/>
                  <a:pt x="805936" y="146382"/>
                </a:cubicBezTo>
                <a:lnTo>
                  <a:pt x="805936" y="129981"/>
                </a:lnTo>
                <a:cubicBezTo>
                  <a:pt x="811950" y="131689"/>
                  <a:pt x="817930" y="132987"/>
                  <a:pt x="823875" y="133876"/>
                </a:cubicBezTo>
                <a:cubicBezTo>
                  <a:pt x="829821" y="134764"/>
                  <a:pt x="835732" y="135208"/>
                  <a:pt x="841609" y="135208"/>
                </a:cubicBezTo>
                <a:cubicBezTo>
                  <a:pt x="850152" y="135208"/>
                  <a:pt x="856473" y="134047"/>
                  <a:pt x="860573" y="131723"/>
                </a:cubicBezTo>
                <a:cubicBezTo>
                  <a:pt x="864674" y="129400"/>
                  <a:pt x="866724" y="126085"/>
                  <a:pt x="866724" y="121780"/>
                </a:cubicBezTo>
                <a:cubicBezTo>
                  <a:pt x="866724" y="119935"/>
                  <a:pt x="866399" y="118278"/>
                  <a:pt x="865750" y="116808"/>
                </a:cubicBezTo>
                <a:cubicBezTo>
                  <a:pt x="865101" y="115339"/>
                  <a:pt x="863922" y="113938"/>
                  <a:pt x="862213" y="112605"/>
                </a:cubicBezTo>
                <a:cubicBezTo>
                  <a:pt x="860505" y="111273"/>
                  <a:pt x="857857" y="109889"/>
                  <a:pt x="854269" y="108454"/>
                </a:cubicBezTo>
                <a:cubicBezTo>
                  <a:pt x="850681" y="107019"/>
                  <a:pt x="845778" y="105379"/>
                  <a:pt x="839559" y="103533"/>
                </a:cubicBezTo>
                <a:cubicBezTo>
                  <a:pt x="834912" y="102167"/>
                  <a:pt x="830624" y="100612"/>
                  <a:pt x="826694" y="98869"/>
                </a:cubicBezTo>
                <a:cubicBezTo>
                  <a:pt x="822765" y="97127"/>
                  <a:pt x="819365" y="95059"/>
                  <a:pt x="816495" y="92668"/>
                </a:cubicBezTo>
                <a:cubicBezTo>
                  <a:pt x="813624" y="90276"/>
                  <a:pt x="811369" y="87474"/>
                  <a:pt x="809729" y="84262"/>
                </a:cubicBezTo>
                <a:cubicBezTo>
                  <a:pt x="808089" y="81050"/>
                  <a:pt x="807269" y="77257"/>
                  <a:pt x="807269" y="72883"/>
                </a:cubicBezTo>
                <a:cubicBezTo>
                  <a:pt x="807269" y="70013"/>
                  <a:pt x="807935" y="66870"/>
                  <a:pt x="809268" y="63453"/>
                </a:cubicBezTo>
                <a:cubicBezTo>
                  <a:pt x="810600" y="60036"/>
                  <a:pt x="812873" y="56858"/>
                  <a:pt x="816085" y="53919"/>
                </a:cubicBezTo>
                <a:cubicBezTo>
                  <a:pt x="819297" y="50981"/>
                  <a:pt x="823636" y="48538"/>
                  <a:pt x="829103" y="46590"/>
                </a:cubicBezTo>
                <a:cubicBezTo>
                  <a:pt x="834570" y="44642"/>
                  <a:pt x="841404" y="43669"/>
                  <a:pt x="849605" y="43669"/>
                </a:cubicBezTo>
                <a:cubicBezTo>
                  <a:pt x="853637" y="43669"/>
                  <a:pt x="858113" y="43891"/>
                  <a:pt x="863033" y="44335"/>
                </a:cubicBezTo>
                <a:cubicBezTo>
                  <a:pt x="867954" y="44779"/>
                  <a:pt x="873079" y="45548"/>
                  <a:pt x="878410" y="46641"/>
                </a:cubicBezTo>
                <a:lnTo>
                  <a:pt x="878410" y="62530"/>
                </a:lnTo>
                <a:cubicBezTo>
                  <a:pt x="872806" y="61163"/>
                  <a:pt x="867493" y="60155"/>
                  <a:pt x="862470" y="59506"/>
                </a:cubicBezTo>
                <a:cubicBezTo>
                  <a:pt x="857447" y="58857"/>
                  <a:pt x="853090" y="58532"/>
                  <a:pt x="849400" y="58532"/>
                </a:cubicBezTo>
                <a:cubicBezTo>
                  <a:pt x="844958" y="58532"/>
                  <a:pt x="841216" y="58874"/>
                  <a:pt x="838175" y="59557"/>
                </a:cubicBezTo>
                <a:cubicBezTo>
                  <a:pt x="835134" y="60241"/>
                  <a:pt x="832674" y="61180"/>
                  <a:pt x="830795" y="62376"/>
                </a:cubicBezTo>
                <a:cubicBezTo>
                  <a:pt x="828915" y="63572"/>
                  <a:pt x="827566" y="64973"/>
                  <a:pt x="826745" y="66579"/>
                </a:cubicBezTo>
                <a:cubicBezTo>
                  <a:pt x="825925" y="68185"/>
                  <a:pt x="825515" y="69911"/>
                  <a:pt x="825515" y="71756"/>
                </a:cubicBezTo>
                <a:cubicBezTo>
                  <a:pt x="825515" y="73601"/>
                  <a:pt x="825874" y="75275"/>
                  <a:pt x="826592" y="76779"/>
                </a:cubicBezTo>
                <a:cubicBezTo>
                  <a:pt x="827309" y="78282"/>
                  <a:pt x="828642" y="79734"/>
                  <a:pt x="830590" y="81135"/>
                </a:cubicBezTo>
                <a:cubicBezTo>
                  <a:pt x="832537" y="82536"/>
                  <a:pt x="835254" y="83937"/>
                  <a:pt x="838739" y="85338"/>
                </a:cubicBezTo>
                <a:cubicBezTo>
                  <a:pt x="842224" y="86739"/>
                  <a:pt x="846769" y="88260"/>
                  <a:pt x="852373" y="89900"/>
                </a:cubicBezTo>
                <a:cubicBezTo>
                  <a:pt x="858455" y="91677"/>
                  <a:pt x="863580" y="93539"/>
                  <a:pt x="867749" y="95487"/>
                </a:cubicBezTo>
                <a:cubicBezTo>
                  <a:pt x="871917" y="97434"/>
                  <a:pt x="875300" y="99604"/>
                  <a:pt x="877897" y="101996"/>
                </a:cubicBezTo>
                <a:cubicBezTo>
                  <a:pt x="880494" y="104388"/>
                  <a:pt x="882356" y="107087"/>
                  <a:pt x="883484" y="110094"/>
                </a:cubicBezTo>
                <a:cubicBezTo>
                  <a:pt x="884611" y="113101"/>
                  <a:pt x="885175" y="116518"/>
                  <a:pt x="885175" y="120345"/>
                </a:cubicBezTo>
                <a:close/>
                <a:moveTo>
                  <a:pt x="1001425" y="146997"/>
                </a:moveTo>
                <a:cubicBezTo>
                  <a:pt x="997393" y="148022"/>
                  <a:pt x="993224" y="148757"/>
                  <a:pt x="988919" y="149201"/>
                </a:cubicBezTo>
                <a:cubicBezTo>
                  <a:pt x="984614" y="149645"/>
                  <a:pt x="980240" y="149867"/>
                  <a:pt x="975798" y="149867"/>
                </a:cubicBezTo>
                <a:cubicBezTo>
                  <a:pt x="962882" y="149867"/>
                  <a:pt x="953246" y="146946"/>
                  <a:pt x="946891" y="141103"/>
                </a:cubicBezTo>
                <a:cubicBezTo>
                  <a:pt x="940535" y="135260"/>
                  <a:pt x="937357" y="126290"/>
                  <a:pt x="937357" y="114194"/>
                </a:cubicBezTo>
                <a:lnTo>
                  <a:pt x="937357" y="60480"/>
                </a:lnTo>
                <a:lnTo>
                  <a:pt x="908552" y="60480"/>
                </a:lnTo>
                <a:lnTo>
                  <a:pt x="908552" y="45514"/>
                </a:lnTo>
                <a:lnTo>
                  <a:pt x="937357" y="45514"/>
                </a:lnTo>
                <a:lnTo>
                  <a:pt x="937357" y="17221"/>
                </a:lnTo>
                <a:lnTo>
                  <a:pt x="955194" y="12609"/>
                </a:lnTo>
                <a:lnTo>
                  <a:pt x="955194" y="45514"/>
                </a:lnTo>
                <a:lnTo>
                  <a:pt x="1001425" y="45514"/>
                </a:lnTo>
                <a:lnTo>
                  <a:pt x="1001425" y="60480"/>
                </a:lnTo>
                <a:lnTo>
                  <a:pt x="955194" y="60480"/>
                </a:lnTo>
                <a:lnTo>
                  <a:pt x="955194" y="112759"/>
                </a:lnTo>
                <a:cubicBezTo>
                  <a:pt x="955194" y="120140"/>
                  <a:pt x="957158" y="125658"/>
                  <a:pt x="961088" y="129314"/>
                </a:cubicBezTo>
                <a:cubicBezTo>
                  <a:pt x="965017" y="132970"/>
                  <a:pt x="970809" y="134798"/>
                  <a:pt x="978463" y="134798"/>
                </a:cubicBezTo>
                <a:cubicBezTo>
                  <a:pt x="981743" y="134798"/>
                  <a:pt x="985331" y="134542"/>
                  <a:pt x="989226" y="134030"/>
                </a:cubicBezTo>
                <a:cubicBezTo>
                  <a:pt x="993122" y="133517"/>
                  <a:pt x="997188" y="132714"/>
                  <a:pt x="1001425" y="131621"/>
                </a:cubicBezTo>
                <a:lnTo>
                  <a:pt x="1001425" y="146997"/>
                </a:lnTo>
                <a:close/>
                <a:moveTo>
                  <a:pt x="1102785" y="190460"/>
                </a:moveTo>
                <a:lnTo>
                  <a:pt x="1052248" y="190460"/>
                </a:lnTo>
                <a:lnTo>
                  <a:pt x="1052248" y="0"/>
                </a:lnTo>
                <a:lnTo>
                  <a:pt x="1102785" y="0"/>
                </a:lnTo>
                <a:lnTo>
                  <a:pt x="1102785" y="14351"/>
                </a:lnTo>
                <a:lnTo>
                  <a:pt x="1069265" y="14351"/>
                </a:lnTo>
                <a:lnTo>
                  <a:pt x="1069265" y="176109"/>
                </a:lnTo>
                <a:lnTo>
                  <a:pt x="1102785" y="176109"/>
                </a:lnTo>
                <a:lnTo>
                  <a:pt x="1102785" y="190460"/>
                </a:lnTo>
                <a:close/>
                <a:moveTo>
                  <a:pt x="1183157" y="60275"/>
                </a:moveTo>
                <a:lnTo>
                  <a:pt x="1152712" y="60275"/>
                </a:lnTo>
                <a:lnTo>
                  <a:pt x="1152712" y="45514"/>
                </a:lnTo>
                <a:lnTo>
                  <a:pt x="1201198" y="45514"/>
                </a:lnTo>
                <a:lnTo>
                  <a:pt x="1201198" y="133568"/>
                </a:lnTo>
                <a:lnTo>
                  <a:pt x="1231848" y="133568"/>
                </a:lnTo>
                <a:lnTo>
                  <a:pt x="1231848" y="148432"/>
                </a:lnTo>
                <a:lnTo>
                  <a:pt x="1149329" y="148432"/>
                </a:lnTo>
                <a:lnTo>
                  <a:pt x="1149329" y="133568"/>
                </a:lnTo>
                <a:lnTo>
                  <a:pt x="1183157" y="133568"/>
                </a:lnTo>
                <a:lnTo>
                  <a:pt x="1183157" y="60275"/>
                </a:lnTo>
                <a:moveTo>
                  <a:pt x="1189410" y="2358"/>
                </a:moveTo>
                <a:cubicBezTo>
                  <a:pt x="1191392" y="2358"/>
                  <a:pt x="1193237" y="2716"/>
                  <a:pt x="1194945" y="3434"/>
                </a:cubicBezTo>
                <a:cubicBezTo>
                  <a:pt x="1196654" y="4152"/>
                  <a:pt x="1198140" y="5160"/>
                  <a:pt x="1199404" y="6458"/>
                </a:cubicBezTo>
                <a:cubicBezTo>
                  <a:pt x="1200669" y="7756"/>
                  <a:pt x="1201660" y="9243"/>
                  <a:pt x="1202377" y="10917"/>
                </a:cubicBezTo>
                <a:cubicBezTo>
                  <a:pt x="1203095" y="12591"/>
                  <a:pt x="1203453" y="14420"/>
                  <a:pt x="1203453" y="16401"/>
                </a:cubicBezTo>
                <a:cubicBezTo>
                  <a:pt x="1203453" y="18315"/>
                  <a:pt x="1203095" y="20126"/>
                  <a:pt x="1202377" y="21834"/>
                </a:cubicBezTo>
                <a:cubicBezTo>
                  <a:pt x="1201660" y="23543"/>
                  <a:pt x="1200669" y="25046"/>
                  <a:pt x="1199404" y="26345"/>
                </a:cubicBezTo>
                <a:cubicBezTo>
                  <a:pt x="1198140" y="27643"/>
                  <a:pt x="1196654" y="28651"/>
                  <a:pt x="1194945" y="29369"/>
                </a:cubicBezTo>
                <a:cubicBezTo>
                  <a:pt x="1193237" y="30086"/>
                  <a:pt x="1191392" y="30445"/>
                  <a:pt x="1189410" y="30445"/>
                </a:cubicBezTo>
                <a:cubicBezTo>
                  <a:pt x="1187428" y="30445"/>
                  <a:pt x="1185583" y="30086"/>
                  <a:pt x="1183874" y="29369"/>
                </a:cubicBezTo>
                <a:cubicBezTo>
                  <a:pt x="1182166" y="28651"/>
                  <a:pt x="1180680" y="27643"/>
                  <a:pt x="1179415" y="26345"/>
                </a:cubicBezTo>
                <a:cubicBezTo>
                  <a:pt x="1178151" y="25046"/>
                  <a:pt x="1177160" y="23543"/>
                  <a:pt x="1176443" y="21834"/>
                </a:cubicBezTo>
                <a:cubicBezTo>
                  <a:pt x="1175725" y="20126"/>
                  <a:pt x="1175366" y="18315"/>
                  <a:pt x="1175366" y="16401"/>
                </a:cubicBezTo>
                <a:cubicBezTo>
                  <a:pt x="1175366" y="14420"/>
                  <a:pt x="1175725" y="12591"/>
                  <a:pt x="1176443" y="10917"/>
                </a:cubicBezTo>
                <a:cubicBezTo>
                  <a:pt x="1177160" y="9243"/>
                  <a:pt x="1178151" y="7756"/>
                  <a:pt x="1179415" y="6458"/>
                </a:cubicBezTo>
                <a:cubicBezTo>
                  <a:pt x="1180680" y="5160"/>
                  <a:pt x="1182166" y="4152"/>
                  <a:pt x="1183874" y="3434"/>
                </a:cubicBezTo>
                <a:cubicBezTo>
                  <a:pt x="1185583" y="2716"/>
                  <a:pt x="1187428" y="2358"/>
                  <a:pt x="1189410" y="2358"/>
                </a:cubicBezTo>
                <a:close/>
                <a:moveTo>
                  <a:pt x="1262914" y="45514"/>
                </a:moveTo>
                <a:lnTo>
                  <a:pt x="1278802" y="45514"/>
                </a:lnTo>
                <a:lnTo>
                  <a:pt x="1279520" y="62120"/>
                </a:lnTo>
                <a:cubicBezTo>
                  <a:pt x="1282527" y="58566"/>
                  <a:pt x="1285431" y="55611"/>
                  <a:pt x="1288233" y="53253"/>
                </a:cubicBezTo>
                <a:cubicBezTo>
                  <a:pt x="1291035" y="50895"/>
                  <a:pt x="1293786" y="48999"/>
                  <a:pt x="1296485" y="47564"/>
                </a:cubicBezTo>
                <a:cubicBezTo>
                  <a:pt x="1299184" y="46129"/>
                  <a:pt x="1301935" y="45121"/>
                  <a:pt x="1304737" y="44540"/>
                </a:cubicBezTo>
                <a:cubicBezTo>
                  <a:pt x="1307539" y="43959"/>
                  <a:pt x="1310443" y="43669"/>
                  <a:pt x="1313450" y="43669"/>
                </a:cubicBezTo>
                <a:cubicBezTo>
                  <a:pt x="1324043" y="43669"/>
                  <a:pt x="1332055" y="46795"/>
                  <a:pt x="1337488" y="53048"/>
                </a:cubicBezTo>
                <a:cubicBezTo>
                  <a:pt x="1342921" y="59301"/>
                  <a:pt x="1345638" y="68715"/>
                  <a:pt x="1345638" y="81289"/>
                </a:cubicBezTo>
                <a:lnTo>
                  <a:pt x="1345638" y="148432"/>
                </a:lnTo>
                <a:lnTo>
                  <a:pt x="1327801" y="148432"/>
                </a:lnTo>
                <a:lnTo>
                  <a:pt x="1327801" y="82724"/>
                </a:lnTo>
                <a:cubicBezTo>
                  <a:pt x="1327801" y="74660"/>
                  <a:pt x="1326298" y="68698"/>
                  <a:pt x="1323291" y="64837"/>
                </a:cubicBezTo>
                <a:cubicBezTo>
                  <a:pt x="1320284" y="60975"/>
                  <a:pt x="1315808" y="59045"/>
                  <a:pt x="1309862" y="59045"/>
                </a:cubicBezTo>
                <a:cubicBezTo>
                  <a:pt x="1307676" y="59045"/>
                  <a:pt x="1305540" y="59369"/>
                  <a:pt x="1303456" y="60019"/>
                </a:cubicBezTo>
                <a:cubicBezTo>
                  <a:pt x="1301371" y="60668"/>
                  <a:pt x="1299202" y="61795"/>
                  <a:pt x="1296946" y="63401"/>
                </a:cubicBezTo>
                <a:cubicBezTo>
                  <a:pt x="1294691" y="65007"/>
                  <a:pt x="1292248" y="67177"/>
                  <a:pt x="1289617" y="69911"/>
                </a:cubicBezTo>
                <a:cubicBezTo>
                  <a:pt x="1286986" y="72644"/>
                  <a:pt x="1284030" y="76061"/>
                  <a:pt x="1280750" y="80162"/>
                </a:cubicBezTo>
                <a:lnTo>
                  <a:pt x="1280750" y="148432"/>
                </a:lnTo>
                <a:lnTo>
                  <a:pt x="1262914" y="148432"/>
                </a:lnTo>
                <a:lnTo>
                  <a:pt x="1262914" y="45514"/>
                </a:lnTo>
                <a:close/>
                <a:moveTo>
                  <a:pt x="1460657" y="146997"/>
                </a:moveTo>
                <a:cubicBezTo>
                  <a:pt x="1456625" y="148022"/>
                  <a:pt x="1452457" y="148757"/>
                  <a:pt x="1448151" y="149201"/>
                </a:cubicBezTo>
                <a:cubicBezTo>
                  <a:pt x="1443846" y="149645"/>
                  <a:pt x="1439472" y="149867"/>
                  <a:pt x="1435030" y="149867"/>
                </a:cubicBezTo>
                <a:cubicBezTo>
                  <a:pt x="1422114" y="149867"/>
                  <a:pt x="1412479" y="146946"/>
                  <a:pt x="1406123" y="141103"/>
                </a:cubicBezTo>
                <a:cubicBezTo>
                  <a:pt x="1399768" y="135260"/>
                  <a:pt x="1396590" y="126290"/>
                  <a:pt x="1396590" y="114194"/>
                </a:cubicBezTo>
                <a:lnTo>
                  <a:pt x="1396590" y="60480"/>
                </a:lnTo>
                <a:lnTo>
                  <a:pt x="1367785" y="60480"/>
                </a:lnTo>
                <a:lnTo>
                  <a:pt x="1367785" y="45514"/>
                </a:lnTo>
                <a:lnTo>
                  <a:pt x="1396590" y="45514"/>
                </a:lnTo>
                <a:lnTo>
                  <a:pt x="1396590" y="17221"/>
                </a:lnTo>
                <a:lnTo>
                  <a:pt x="1414426" y="12609"/>
                </a:lnTo>
                <a:lnTo>
                  <a:pt x="1414426" y="45514"/>
                </a:lnTo>
                <a:lnTo>
                  <a:pt x="1460657" y="45514"/>
                </a:lnTo>
                <a:lnTo>
                  <a:pt x="1460657" y="60480"/>
                </a:lnTo>
                <a:lnTo>
                  <a:pt x="1414426" y="60480"/>
                </a:lnTo>
                <a:lnTo>
                  <a:pt x="1414426" y="112759"/>
                </a:lnTo>
                <a:cubicBezTo>
                  <a:pt x="1414426" y="120140"/>
                  <a:pt x="1416391" y="125658"/>
                  <a:pt x="1420320" y="129314"/>
                </a:cubicBezTo>
                <a:cubicBezTo>
                  <a:pt x="1424250" y="132970"/>
                  <a:pt x="1430042" y="134798"/>
                  <a:pt x="1437696" y="134798"/>
                </a:cubicBezTo>
                <a:cubicBezTo>
                  <a:pt x="1440976" y="134798"/>
                  <a:pt x="1444564" y="134542"/>
                  <a:pt x="1448459" y="134030"/>
                </a:cubicBezTo>
                <a:cubicBezTo>
                  <a:pt x="1452354" y="133517"/>
                  <a:pt x="1456420" y="132714"/>
                  <a:pt x="1460657" y="131621"/>
                </a:cubicBezTo>
                <a:lnTo>
                  <a:pt x="1460657" y="146997"/>
                </a:lnTo>
                <a:close/>
                <a:moveTo>
                  <a:pt x="1556179" y="190460"/>
                </a:moveTo>
                <a:lnTo>
                  <a:pt x="1505643" y="190460"/>
                </a:lnTo>
                <a:lnTo>
                  <a:pt x="1505643" y="176109"/>
                </a:lnTo>
                <a:lnTo>
                  <a:pt x="1538958" y="176109"/>
                </a:lnTo>
                <a:lnTo>
                  <a:pt x="1538958" y="14351"/>
                </a:lnTo>
                <a:lnTo>
                  <a:pt x="1505643" y="14351"/>
                </a:lnTo>
                <a:lnTo>
                  <a:pt x="1505643" y="0"/>
                </a:lnTo>
                <a:lnTo>
                  <a:pt x="1556179" y="0"/>
                </a:lnTo>
                <a:lnTo>
                  <a:pt x="1556179" y="190460"/>
                </a:lnTo>
                <a:close/>
                <a:moveTo>
                  <a:pt x="1805070" y="146997"/>
                </a:moveTo>
                <a:cubicBezTo>
                  <a:pt x="1801038" y="148022"/>
                  <a:pt x="1796869" y="148757"/>
                  <a:pt x="1792564" y="149201"/>
                </a:cubicBezTo>
                <a:cubicBezTo>
                  <a:pt x="1788258" y="149645"/>
                  <a:pt x="1783885" y="149867"/>
                  <a:pt x="1779443" y="149867"/>
                </a:cubicBezTo>
                <a:cubicBezTo>
                  <a:pt x="1766527" y="149867"/>
                  <a:pt x="1756891" y="146946"/>
                  <a:pt x="1750535" y="141103"/>
                </a:cubicBezTo>
                <a:cubicBezTo>
                  <a:pt x="1744180" y="135260"/>
                  <a:pt x="1741002" y="126290"/>
                  <a:pt x="1741002" y="114194"/>
                </a:cubicBezTo>
                <a:lnTo>
                  <a:pt x="1741002" y="60480"/>
                </a:lnTo>
                <a:lnTo>
                  <a:pt x="1712197" y="60480"/>
                </a:lnTo>
                <a:lnTo>
                  <a:pt x="1712197" y="45514"/>
                </a:lnTo>
                <a:lnTo>
                  <a:pt x="1741002" y="45514"/>
                </a:lnTo>
                <a:lnTo>
                  <a:pt x="1741002" y="17221"/>
                </a:lnTo>
                <a:lnTo>
                  <a:pt x="1758838" y="12609"/>
                </a:lnTo>
                <a:lnTo>
                  <a:pt x="1758838" y="45514"/>
                </a:lnTo>
                <a:lnTo>
                  <a:pt x="1805070" y="45514"/>
                </a:lnTo>
                <a:lnTo>
                  <a:pt x="1805070" y="60480"/>
                </a:lnTo>
                <a:lnTo>
                  <a:pt x="1758838" y="60480"/>
                </a:lnTo>
                <a:lnTo>
                  <a:pt x="1758838" y="112759"/>
                </a:lnTo>
                <a:cubicBezTo>
                  <a:pt x="1758838" y="120140"/>
                  <a:pt x="1760803" y="125658"/>
                  <a:pt x="1764733" y="129314"/>
                </a:cubicBezTo>
                <a:cubicBezTo>
                  <a:pt x="1768662" y="132970"/>
                  <a:pt x="1774454" y="134798"/>
                  <a:pt x="1782108" y="134798"/>
                </a:cubicBezTo>
                <a:cubicBezTo>
                  <a:pt x="1785388" y="134798"/>
                  <a:pt x="1788976" y="134542"/>
                  <a:pt x="1792871" y="134030"/>
                </a:cubicBezTo>
                <a:cubicBezTo>
                  <a:pt x="1796767" y="133517"/>
                  <a:pt x="1800833" y="132714"/>
                  <a:pt x="1805070" y="131621"/>
                </a:cubicBezTo>
                <a:lnTo>
                  <a:pt x="1805070" y="146997"/>
                </a:lnTo>
                <a:close/>
                <a:moveTo>
                  <a:pt x="1903073" y="148432"/>
                </a:moveTo>
                <a:lnTo>
                  <a:pt x="1902663" y="134593"/>
                </a:lnTo>
                <a:cubicBezTo>
                  <a:pt x="1897059" y="140129"/>
                  <a:pt x="1891370" y="144127"/>
                  <a:pt x="1885595" y="146587"/>
                </a:cubicBezTo>
                <a:cubicBezTo>
                  <a:pt x="1879821" y="149047"/>
                  <a:pt x="1873756" y="150277"/>
                  <a:pt x="1867400" y="150277"/>
                </a:cubicBezTo>
                <a:cubicBezTo>
                  <a:pt x="1861523" y="150277"/>
                  <a:pt x="1856500" y="149525"/>
                  <a:pt x="1852331" y="148022"/>
                </a:cubicBezTo>
                <a:cubicBezTo>
                  <a:pt x="1848163" y="146519"/>
                  <a:pt x="1844729" y="144451"/>
                  <a:pt x="1842029" y="141820"/>
                </a:cubicBezTo>
                <a:cubicBezTo>
                  <a:pt x="1839330" y="139189"/>
                  <a:pt x="1837348" y="136097"/>
                  <a:pt x="1836084" y="132543"/>
                </a:cubicBezTo>
                <a:cubicBezTo>
                  <a:pt x="1834819" y="128990"/>
                  <a:pt x="1834187" y="125129"/>
                  <a:pt x="1834187" y="120960"/>
                </a:cubicBezTo>
                <a:cubicBezTo>
                  <a:pt x="1834187" y="110641"/>
                  <a:pt x="1838031" y="102560"/>
                  <a:pt x="1845720" y="96717"/>
                </a:cubicBezTo>
                <a:cubicBezTo>
                  <a:pt x="1853408" y="90874"/>
                  <a:pt x="1864769" y="87952"/>
                  <a:pt x="1879804" y="87952"/>
                </a:cubicBezTo>
                <a:lnTo>
                  <a:pt x="1901125" y="87952"/>
                </a:lnTo>
                <a:lnTo>
                  <a:pt x="1901125" y="78931"/>
                </a:lnTo>
                <a:cubicBezTo>
                  <a:pt x="1901125" y="72849"/>
                  <a:pt x="1899178" y="67980"/>
                  <a:pt x="1895282" y="64324"/>
                </a:cubicBezTo>
                <a:cubicBezTo>
                  <a:pt x="1891387" y="60668"/>
                  <a:pt x="1885442" y="58840"/>
                  <a:pt x="1877446" y="58840"/>
                </a:cubicBezTo>
                <a:cubicBezTo>
                  <a:pt x="1871637" y="58840"/>
                  <a:pt x="1865914" y="59489"/>
                  <a:pt x="1860276" y="60787"/>
                </a:cubicBezTo>
                <a:cubicBezTo>
                  <a:pt x="1854638" y="62086"/>
                  <a:pt x="1848812" y="63931"/>
                  <a:pt x="1842798" y="66323"/>
                </a:cubicBezTo>
                <a:lnTo>
                  <a:pt x="1842798" y="50229"/>
                </a:lnTo>
                <a:cubicBezTo>
                  <a:pt x="1845053" y="49409"/>
                  <a:pt x="1847565" y="48606"/>
                  <a:pt x="1850332" y="47820"/>
                </a:cubicBezTo>
                <a:cubicBezTo>
                  <a:pt x="1853100" y="47034"/>
                  <a:pt x="1856022" y="46334"/>
                  <a:pt x="1859097" y="45719"/>
                </a:cubicBezTo>
                <a:cubicBezTo>
                  <a:pt x="1862172" y="45104"/>
                  <a:pt x="1865384" y="44608"/>
                  <a:pt x="1868733" y="44232"/>
                </a:cubicBezTo>
                <a:cubicBezTo>
                  <a:pt x="1872081" y="43856"/>
                  <a:pt x="1875464" y="43669"/>
                  <a:pt x="1878881" y="43669"/>
                </a:cubicBezTo>
                <a:cubicBezTo>
                  <a:pt x="1885100" y="43669"/>
                  <a:pt x="1890704" y="44352"/>
                  <a:pt x="1895692" y="45719"/>
                </a:cubicBezTo>
                <a:cubicBezTo>
                  <a:pt x="1900681" y="47085"/>
                  <a:pt x="1904901" y="49170"/>
                  <a:pt x="1908352" y="51972"/>
                </a:cubicBezTo>
                <a:cubicBezTo>
                  <a:pt x="1911803" y="54774"/>
                  <a:pt x="1914451" y="58293"/>
                  <a:pt x="1916297" y="62530"/>
                </a:cubicBezTo>
                <a:cubicBezTo>
                  <a:pt x="1918142" y="66767"/>
                  <a:pt x="1919064" y="71756"/>
                  <a:pt x="1919064" y="77496"/>
                </a:cubicBezTo>
                <a:lnTo>
                  <a:pt x="1919064" y="148432"/>
                </a:lnTo>
                <a:lnTo>
                  <a:pt x="1903073" y="148432"/>
                </a:lnTo>
                <a:moveTo>
                  <a:pt x="1901125" y="101586"/>
                </a:moveTo>
                <a:lnTo>
                  <a:pt x="1878471" y="101586"/>
                </a:lnTo>
                <a:cubicBezTo>
                  <a:pt x="1874029" y="101586"/>
                  <a:pt x="1870202" y="102030"/>
                  <a:pt x="1866990" y="102918"/>
                </a:cubicBezTo>
                <a:cubicBezTo>
                  <a:pt x="1863778" y="103807"/>
                  <a:pt x="1861147" y="105071"/>
                  <a:pt x="1859097" y="106711"/>
                </a:cubicBezTo>
                <a:cubicBezTo>
                  <a:pt x="1857047" y="108351"/>
                  <a:pt x="1855526" y="110316"/>
                  <a:pt x="1854535" y="112605"/>
                </a:cubicBezTo>
                <a:cubicBezTo>
                  <a:pt x="1853544" y="114895"/>
                  <a:pt x="1853049" y="117475"/>
                  <a:pt x="1853049" y="120345"/>
                </a:cubicBezTo>
                <a:cubicBezTo>
                  <a:pt x="1853049" y="122327"/>
                  <a:pt x="1853356" y="124223"/>
                  <a:pt x="1853971" y="126034"/>
                </a:cubicBezTo>
                <a:cubicBezTo>
                  <a:pt x="1854587" y="127845"/>
                  <a:pt x="1855577" y="129451"/>
                  <a:pt x="1856944" y="130852"/>
                </a:cubicBezTo>
                <a:cubicBezTo>
                  <a:pt x="1858311" y="132253"/>
                  <a:pt x="1860088" y="133363"/>
                  <a:pt x="1862275" y="134183"/>
                </a:cubicBezTo>
                <a:cubicBezTo>
                  <a:pt x="1864461" y="135003"/>
                  <a:pt x="1867127" y="135414"/>
                  <a:pt x="1870270" y="135414"/>
                </a:cubicBezTo>
                <a:cubicBezTo>
                  <a:pt x="1874371" y="135414"/>
                  <a:pt x="1879069" y="134166"/>
                  <a:pt x="1884365" y="131672"/>
                </a:cubicBezTo>
                <a:cubicBezTo>
                  <a:pt x="1889661" y="129178"/>
                  <a:pt x="1895248" y="125231"/>
                  <a:pt x="1901125" y="119832"/>
                </a:cubicBezTo>
                <a:lnTo>
                  <a:pt x="1901125" y="101586"/>
                </a:lnTo>
                <a:close/>
                <a:moveTo>
                  <a:pt x="1955973" y="45514"/>
                </a:moveTo>
                <a:lnTo>
                  <a:pt x="1972271" y="45514"/>
                </a:lnTo>
                <a:lnTo>
                  <a:pt x="1972784" y="64478"/>
                </a:lnTo>
                <a:cubicBezTo>
                  <a:pt x="1978866" y="57165"/>
                  <a:pt x="1984863" y="51869"/>
                  <a:pt x="1990774" y="48589"/>
                </a:cubicBezTo>
                <a:cubicBezTo>
                  <a:pt x="1996685" y="45309"/>
                  <a:pt x="2002648" y="43669"/>
                  <a:pt x="2008662" y="43669"/>
                </a:cubicBezTo>
                <a:cubicBezTo>
                  <a:pt x="2019323" y="43669"/>
                  <a:pt x="2027404" y="47120"/>
                  <a:pt x="2032905" y="54022"/>
                </a:cubicBezTo>
                <a:cubicBezTo>
                  <a:pt x="2038406" y="60924"/>
                  <a:pt x="2040952" y="71175"/>
                  <a:pt x="2040542" y="84774"/>
                </a:cubicBezTo>
                <a:lnTo>
                  <a:pt x="2022500" y="84774"/>
                </a:lnTo>
                <a:cubicBezTo>
                  <a:pt x="2022705" y="75754"/>
                  <a:pt x="2021390" y="69210"/>
                  <a:pt x="2018554" y="65144"/>
                </a:cubicBezTo>
                <a:cubicBezTo>
                  <a:pt x="2015718" y="61078"/>
                  <a:pt x="2011566" y="59045"/>
                  <a:pt x="2006099" y="59045"/>
                </a:cubicBezTo>
                <a:cubicBezTo>
                  <a:pt x="2003707" y="59045"/>
                  <a:pt x="2001298" y="59472"/>
                  <a:pt x="1998872" y="60326"/>
                </a:cubicBezTo>
                <a:cubicBezTo>
                  <a:pt x="1996446" y="61180"/>
                  <a:pt x="1993952" y="62547"/>
                  <a:pt x="1991389" y="64426"/>
                </a:cubicBezTo>
                <a:cubicBezTo>
                  <a:pt x="1988826" y="66306"/>
                  <a:pt x="1986110" y="68715"/>
                  <a:pt x="1983240" y="71653"/>
                </a:cubicBezTo>
                <a:cubicBezTo>
                  <a:pt x="1980370" y="74592"/>
                  <a:pt x="1977294" y="78146"/>
                  <a:pt x="1974014" y="82314"/>
                </a:cubicBezTo>
                <a:lnTo>
                  <a:pt x="1974014" y="148432"/>
                </a:lnTo>
                <a:lnTo>
                  <a:pt x="1955973" y="148432"/>
                </a:lnTo>
                <a:lnTo>
                  <a:pt x="1955973" y="45514"/>
                </a:lnTo>
                <a:close/>
                <a:moveTo>
                  <a:pt x="2140698" y="60070"/>
                </a:moveTo>
                <a:cubicBezTo>
                  <a:pt x="2142612" y="62462"/>
                  <a:pt x="2144098" y="65247"/>
                  <a:pt x="2145157" y="68424"/>
                </a:cubicBezTo>
                <a:cubicBezTo>
                  <a:pt x="2146217" y="71602"/>
                  <a:pt x="2146746" y="75036"/>
                  <a:pt x="2146746" y="78726"/>
                </a:cubicBezTo>
                <a:cubicBezTo>
                  <a:pt x="2146746" y="84057"/>
                  <a:pt x="2145772" y="88926"/>
                  <a:pt x="2143825" y="93334"/>
                </a:cubicBezTo>
                <a:cubicBezTo>
                  <a:pt x="2141877" y="97742"/>
                  <a:pt x="2139126" y="101517"/>
                  <a:pt x="2135573" y="104661"/>
                </a:cubicBezTo>
                <a:cubicBezTo>
                  <a:pt x="2132019" y="107805"/>
                  <a:pt x="2127765" y="110248"/>
                  <a:pt x="2122810" y="111990"/>
                </a:cubicBezTo>
                <a:cubicBezTo>
                  <a:pt x="2117856" y="113733"/>
                  <a:pt x="2112406" y="114604"/>
                  <a:pt x="2106460" y="114604"/>
                </a:cubicBezTo>
                <a:cubicBezTo>
                  <a:pt x="2102155" y="114604"/>
                  <a:pt x="2098123" y="114143"/>
                  <a:pt x="2094364" y="113220"/>
                </a:cubicBezTo>
                <a:cubicBezTo>
                  <a:pt x="2090606" y="112298"/>
                  <a:pt x="2087633" y="111153"/>
                  <a:pt x="2085446" y="109786"/>
                </a:cubicBezTo>
                <a:cubicBezTo>
                  <a:pt x="2084148" y="111700"/>
                  <a:pt x="2083054" y="113511"/>
                  <a:pt x="2082166" y="115219"/>
                </a:cubicBezTo>
                <a:cubicBezTo>
                  <a:pt x="2081277" y="116928"/>
                  <a:pt x="2080833" y="118841"/>
                  <a:pt x="2080833" y="120960"/>
                </a:cubicBezTo>
                <a:cubicBezTo>
                  <a:pt x="2080833" y="123557"/>
                  <a:pt x="2082080" y="125709"/>
                  <a:pt x="2084575" y="127418"/>
                </a:cubicBezTo>
                <a:cubicBezTo>
                  <a:pt x="2087069" y="129126"/>
                  <a:pt x="2090367" y="130049"/>
                  <a:pt x="2094467" y="130186"/>
                </a:cubicBezTo>
                <a:lnTo>
                  <a:pt x="2121529" y="131211"/>
                </a:lnTo>
                <a:cubicBezTo>
                  <a:pt x="2126655" y="131347"/>
                  <a:pt x="2131387" y="131997"/>
                  <a:pt x="2135727" y="133158"/>
                </a:cubicBezTo>
                <a:cubicBezTo>
                  <a:pt x="2140066" y="134320"/>
                  <a:pt x="2143790" y="135994"/>
                  <a:pt x="2146900" y="138181"/>
                </a:cubicBezTo>
                <a:cubicBezTo>
                  <a:pt x="2150009" y="140368"/>
                  <a:pt x="2152435" y="143067"/>
                  <a:pt x="2154178" y="146279"/>
                </a:cubicBezTo>
                <a:cubicBezTo>
                  <a:pt x="2155921" y="149491"/>
                  <a:pt x="2156792" y="153216"/>
                  <a:pt x="2156792" y="157453"/>
                </a:cubicBezTo>
                <a:cubicBezTo>
                  <a:pt x="2156792" y="162032"/>
                  <a:pt x="2155801" y="166371"/>
                  <a:pt x="2153819" y="170471"/>
                </a:cubicBezTo>
                <a:cubicBezTo>
                  <a:pt x="2151837" y="174572"/>
                  <a:pt x="2148779" y="178177"/>
                  <a:pt x="2144645" y="181286"/>
                </a:cubicBezTo>
                <a:cubicBezTo>
                  <a:pt x="2140510" y="184395"/>
                  <a:pt x="2135265" y="186873"/>
                  <a:pt x="2128910" y="188718"/>
                </a:cubicBezTo>
                <a:cubicBezTo>
                  <a:pt x="2122554" y="190563"/>
                  <a:pt x="2115003" y="191486"/>
                  <a:pt x="2106255" y="191486"/>
                </a:cubicBezTo>
                <a:cubicBezTo>
                  <a:pt x="2097918" y="191486"/>
                  <a:pt x="2090828" y="190819"/>
                  <a:pt x="2084985" y="189487"/>
                </a:cubicBezTo>
                <a:cubicBezTo>
                  <a:pt x="2079142" y="188154"/>
                  <a:pt x="2074341" y="186309"/>
                  <a:pt x="2070582" y="183951"/>
                </a:cubicBezTo>
                <a:cubicBezTo>
                  <a:pt x="2066824" y="181594"/>
                  <a:pt x="2064090" y="178792"/>
                  <a:pt x="2062382" y="175546"/>
                </a:cubicBezTo>
                <a:cubicBezTo>
                  <a:pt x="2060673" y="172299"/>
                  <a:pt x="2059819" y="168729"/>
                  <a:pt x="2059819" y="164833"/>
                </a:cubicBezTo>
                <a:cubicBezTo>
                  <a:pt x="2059819" y="159845"/>
                  <a:pt x="2060981" y="155471"/>
                  <a:pt x="2063304" y="151712"/>
                </a:cubicBezTo>
                <a:cubicBezTo>
                  <a:pt x="2065628" y="147954"/>
                  <a:pt x="2069216" y="144332"/>
                  <a:pt x="2074068" y="140846"/>
                </a:cubicBezTo>
                <a:cubicBezTo>
                  <a:pt x="2072291" y="140026"/>
                  <a:pt x="2070753" y="139001"/>
                  <a:pt x="2069455" y="137771"/>
                </a:cubicBezTo>
                <a:cubicBezTo>
                  <a:pt x="2068156" y="136541"/>
                  <a:pt x="2067097" y="135191"/>
                  <a:pt x="2066277" y="133722"/>
                </a:cubicBezTo>
                <a:cubicBezTo>
                  <a:pt x="2065457" y="132253"/>
                  <a:pt x="2064842" y="130698"/>
                  <a:pt x="2064432" y="129058"/>
                </a:cubicBezTo>
                <a:cubicBezTo>
                  <a:pt x="2064022" y="127418"/>
                  <a:pt x="2063817" y="125812"/>
                  <a:pt x="2063817" y="124240"/>
                </a:cubicBezTo>
                <a:cubicBezTo>
                  <a:pt x="2063817" y="119798"/>
                  <a:pt x="2064859" y="115732"/>
                  <a:pt x="2066943" y="112042"/>
                </a:cubicBezTo>
                <a:cubicBezTo>
                  <a:pt x="2069028" y="108351"/>
                  <a:pt x="2071505" y="104866"/>
                  <a:pt x="2074375" y="101586"/>
                </a:cubicBezTo>
                <a:cubicBezTo>
                  <a:pt x="2073077" y="100014"/>
                  <a:pt x="2071932" y="98476"/>
                  <a:pt x="2070941" y="96973"/>
                </a:cubicBezTo>
                <a:cubicBezTo>
                  <a:pt x="2069950" y="95469"/>
                  <a:pt x="2069096" y="93846"/>
                  <a:pt x="2068379" y="92104"/>
                </a:cubicBezTo>
                <a:cubicBezTo>
                  <a:pt x="2067661" y="90361"/>
                  <a:pt x="2067114" y="88482"/>
                  <a:pt x="2066738" y="86466"/>
                </a:cubicBezTo>
                <a:cubicBezTo>
                  <a:pt x="2066363" y="84450"/>
                  <a:pt x="2066175" y="82143"/>
                  <a:pt x="2066175" y="79546"/>
                </a:cubicBezTo>
                <a:cubicBezTo>
                  <a:pt x="2066175" y="74216"/>
                  <a:pt x="2067148" y="69347"/>
                  <a:pt x="2069096" y="64939"/>
                </a:cubicBezTo>
                <a:cubicBezTo>
                  <a:pt x="2071044" y="60531"/>
                  <a:pt x="2073777" y="56755"/>
                  <a:pt x="2077297" y="53612"/>
                </a:cubicBezTo>
                <a:cubicBezTo>
                  <a:pt x="2080816" y="50468"/>
                  <a:pt x="2085053" y="48025"/>
                  <a:pt x="2090008" y="46283"/>
                </a:cubicBezTo>
                <a:cubicBezTo>
                  <a:pt x="2094962" y="44540"/>
                  <a:pt x="2100447" y="43669"/>
                  <a:pt x="2106460" y="43669"/>
                </a:cubicBezTo>
                <a:cubicBezTo>
                  <a:pt x="2108989" y="43669"/>
                  <a:pt x="2111415" y="43839"/>
                  <a:pt x="2113738" y="44181"/>
                </a:cubicBezTo>
                <a:cubicBezTo>
                  <a:pt x="2116062" y="44523"/>
                  <a:pt x="2118112" y="44967"/>
                  <a:pt x="2119889" y="45514"/>
                </a:cubicBezTo>
                <a:lnTo>
                  <a:pt x="2157202" y="45514"/>
                </a:lnTo>
                <a:lnTo>
                  <a:pt x="2157202" y="60070"/>
                </a:lnTo>
                <a:lnTo>
                  <a:pt x="2140698" y="60070"/>
                </a:lnTo>
                <a:moveTo>
                  <a:pt x="2078783" y="163296"/>
                </a:moveTo>
                <a:cubicBezTo>
                  <a:pt x="2078783" y="168148"/>
                  <a:pt x="2081312" y="171684"/>
                  <a:pt x="2086369" y="173905"/>
                </a:cubicBezTo>
                <a:cubicBezTo>
                  <a:pt x="2091426" y="176126"/>
                  <a:pt x="2098465" y="177237"/>
                  <a:pt x="2107485" y="177237"/>
                </a:cubicBezTo>
                <a:cubicBezTo>
                  <a:pt x="2113158" y="177237"/>
                  <a:pt x="2117924" y="176724"/>
                  <a:pt x="2121785" y="175699"/>
                </a:cubicBezTo>
                <a:cubicBezTo>
                  <a:pt x="2125647" y="174674"/>
                  <a:pt x="2128756" y="173325"/>
                  <a:pt x="2131114" y="171650"/>
                </a:cubicBezTo>
                <a:cubicBezTo>
                  <a:pt x="2133471" y="169976"/>
                  <a:pt x="2135163" y="168062"/>
                  <a:pt x="2136188" y="165910"/>
                </a:cubicBezTo>
                <a:cubicBezTo>
                  <a:pt x="2137213" y="163757"/>
                  <a:pt x="2137725" y="161553"/>
                  <a:pt x="2137725" y="159298"/>
                </a:cubicBezTo>
                <a:cubicBezTo>
                  <a:pt x="2137725" y="155129"/>
                  <a:pt x="2136017" y="152054"/>
                  <a:pt x="2132600" y="150072"/>
                </a:cubicBezTo>
                <a:cubicBezTo>
                  <a:pt x="2129183" y="148090"/>
                  <a:pt x="2123955" y="146929"/>
                  <a:pt x="2116916" y="146587"/>
                </a:cubicBezTo>
                <a:lnTo>
                  <a:pt x="2090059" y="145664"/>
                </a:lnTo>
                <a:cubicBezTo>
                  <a:pt x="2087804" y="147168"/>
                  <a:pt x="2085942" y="148637"/>
                  <a:pt x="2084472" y="150072"/>
                </a:cubicBezTo>
                <a:cubicBezTo>
                  <a:pt x="2083003" y="151507"/>
                  <a:pt x="2081858" y="152960"/>
                  <a:pt x="2081038" y="154429"/>
                </a:cubicBezTo>
                <a:cubicBezTo>
                  <a:pt x="2080218" y="155898"/>
                  <a:pt x="2079637" y="157367"/>
                  <a:pt x="2079296" y="158837"/>
                </a:cubicBezTo>
                <a:cubicBezTo>
                  <a:pt x="2078954" y="160306"/>
                  <a:pt x="2078783" y="161792"/>
                  <a:pt x="2078783" y="163296"/>
                </a:cubicBezTo>
                <a:moveTo>
                  <a:pt x="2084216" y="79136"/>
                </a:moveTo>
                <a:cubicBezTo>
                  <a:pt x="2084216" y="82417"/>
                  <a:pt x="2084763" y="85424"/>
                  <a:pt x="2085856" y="88157"/>
                </a:cubicBezTo>
                <a:cubicBezTo>
                  <a:pt x="2086950" y="90891"/>
                  <a:pt x="2088487" y="93214"/>
                  <a:pt x="2090469" y="95128"/>
                </a:cubicBezTo>
                <a:cubicBezTo>
                  <a:pt x="2092451" y="97041"/>
                  <a:pt x="2094792" y="98528"/>
                  <a:pt x="2097491" y="99587"/>
                </a:cubicBezTo>
                <a:cubicBezTo>
                  <a:pt x="2100190" y="100646"/>
                  <a:pt x="2103180" y="101176"/>
                  <a:pt x="2106460" y="101176"/>
                </a:cubicBezTo>
                <a:cubicBezTo>
                  <a:pt x="2110014" y="101176"/>
                  <a:pt x="2113175" y="100578"/>
                  <a:pt x="2115942" y="99382"/>
                </a:cubicBezTo>
                <a:cubicBezTo>
                  <a:pt x="2118710" y="98186"/>
                  <a:pt x="2121034" y="96563"/>
                  <a:pt x="2122913" y="94513"/>
                </a:cubicBezTo>
                <a:cubicBezTo>
                  <a:pt x="2124792" y="92463"/>
                  <a:pt x="2126227" y="90105"/>
                  <a:pt x="2127218" y="87440"/>
                </a:cubicBezTo>
                <a:cubicBezTo>
                  <a:pt x="2128209" y="84774"/>
                  <a:pt x="2128705" y="82007"/>
                  <a:pt x="2128705" y="79136"/>
                </a:cubicBezTo>
                <a:cubicBezTo>
                  <a:pt x="2128705" y="75856"/>
                  <a:pt x="2128158" y="72849"/>
                  <a:pt x="2127065" y="70116"/>
                </a:cubicBezTo>
                <a:cubicBezTo>
                  <a:pt x="2125971" y="67382"/>
                  <a:pt x="2124434" y="65059"/>
                  <a:pt x="2122452" y="63145"/>
                </a:cubicBezTo>
                <a:cubicBezTo>
                  <a:pt x="2120470" y="61232"/>
                  <a:pt x="2118129" y="59745"/>
                  <a:pt x="2115430" y="58686"/>
                </a:cubicBezTo>
                <a:cubicBezTo>
                  <a:pt x="2112730" y="57627"/>
                  <a:pt x="2109741" y="57097"/>
                  <a:pt x="2106460" y="57097"/>
                </a:cubicBezTo>
                <a:cubicBezTo>
                  <a:pt x="2102907" y="57097"/>
                  <a:pt x="2099746" y="57712"/>
                  <a:pt x="2096978" y="58942"/>
                </a:cubicBezTo>
                <a:cubicBezTo>
                  <a:pt x="2094211" y="60172"/>
                  <a:pt x="2091887" y="61795"/>
                  <a:pt x="2090008" y="63811"/>
                </a:cubicBezTo>
                <a:cubicBezTo>
                  <a:pt x="2088128" y="65827"/>
                  <a:pt x="2086693" y="68168"/>
                  <a:pt x="2085702" y="70833"/>
                </a:cubicBezTo>
                <a:cubicBezTo>
                  <a:pt x="2084712" y="73498"/>
                  <a:pt x="2084216" y="76266"/>
                  <a:pt x="2084216" y="79136"/>
                </a:cubicBezTo>
                <a:close/>
                <a:moveTo>
                  <a:pt x="2268326" y="91540"/>
                </a:moveTo>
                <a:cubicBezTo>
                  <a:pt x="2268326" y="94068"/>
                  <a:pt x="2268292" y="96187"/>
                  <a:pt x="2268224" y="97895"/>
                </a:cubicBezTo>
                <a:cubicBezTo>
                  <a:pt x="2268155" y="99604"/>
                  <a:pt x="2268053" y="101210"/>
                  <a:pt x="2267916" y="102713"/>
                </a:cubicBezTo>
                <a:lnTo>
                  <a:pt x="2195648" y="102713"/>
                </a:lnTo>
                <a:cubicBezTo>
                  <a:pt x="2195648" y="113238"/>
                  <a:pt x="2198586" y="121319"/>
                  <a:pt x="2204463" y="126957"/>
                </a:cubicBezTo>
                <a:cubicBezTo>
                  <a:pt x="2210341" y="132595"/>
                  <a:pt x="2218815" y="135414"/>
                  <a:pt x="2229885" y="135414"/>
                </a:cubicBezTo>
                <a:cubicBezTo>
                  <a:pt x="2232892" y="135414"/>
                  <a:pt x="2235899" y="135294"/>
                  <a:pt x="2238906" y="135055"/>
                </a:cubicBezTo>
                <a:cubicBezTo>
                  <a:pt x="2241913" y="134816"/>
                  <a:pt x="2244817" y="134491"/>
                  <a:pt x="2247619" y="134081"/>
                </a:cubicBezTo>
                <a:cubicBezTo>
                  <a:pt x="2250421" y="133671"/>
                  <a:pt x="2253104" y="133210"/>
                  <a:pt x="2255666" y="132697"/>
                </a:cubicBezTo>
                <a:cubicBezTo>
                  <a:pt x="2258229" y="132185"/>
                  <a:pt x="2260604" y="131621"/>
                  <a:pt x="2262791" y="131006"/>
                </a:cubicBezTo>
                <a:lnTo>
                  <a:pt x="2262791" y="145664"/>
                </a:lnTo>
                <a:cubicBezTo>
                  <a:pt x="2257939" y="147031"/>
                  <a:pt x="2252454" y="148142"/>
                  <a:pt x="2246338" y="148996"/>
                </a:cubicBezTo>
                <a:cubicBezTo>
                  <a:pt x="2240222" y="149850"/>
                  <a:pt x="2233883" y="150277"/>
                  <a:pt x="2227323" y="150277"/>
                </a:cubicBezTo>
                <a:cubicBezTo>
                  <a:pt x="2218507" y="150277"/>
                  <a:pt x="2210921" y="149081"/>
                  <a:pt x="2204566" y="146689"/>
                </a:cubicBezTo>
                <a:cubicBezTo>
                  <a:pt x="2198210" y="144298"/>
                  <a:pt x="2193000" y="140829"/>
                  <a:pt x="2188933" y="136285"/>
                </a:cubicBezTo>
                <a:cubicBezTo>
                  <a:pt x="2184867" y="131740"/>
                  <a:pt x="2181860" y="126171"/>
                  <a:pt x="2179913" y="119576"/>
                </a:cubicBezTo>
                <a:cubicBezTo>
                  <a:pt x="2177965" y="112981"/>
                  <a:pt x="2176991" y="105515"/>
                  <a:pt x="2176991" y="97178"/>
                </a:cubicBezTo>
                <a:cubicBezTo>
                  <a:pt x="2176991" y="89934"/>
                  <a:pt x="2178033" y="83083"/>
                  <a:pt x="2180118" y="76625"/>
                </a:cubicBezTo>
                <a:cubicBezTo>
                  <a:pt x="2182202" y="70167"/>
                  <a:pt x="2185243" y="64495"/>
                  <a:pt x="2189241" y="59609"/>
                </a:cubicBezTo>
                <a:cubicBezTo>
                  <a:pt x="2193239" y="54722"/>
                  <a:pt x="2198142" y="50844"/>
                  <a:pt x="2203951" y="47974"/>
                </a:cubicBezTo>
                <a:cubicBezTo>
                  <a:pt x="2209760" y="45104"/>
                  <a:pt x="2216354" y="43669"/>
                  <a:pt x="2223735" y="43669"/>
                </a:cubicBezTo>
                <a:cubicBezTo>
                  <a:pt x="2230911" y="43669"/>
                  <a:pt x="2237266" y="44796"/>
                  <a:pt x="2242801" y="47051"/>
                </a:cubicBezTo>
                <a:cubicBezTo>
                  <a:pt x="2248337" y="49307"/>
                  <a:pt x="2253001" y="52501"/>
                  <a:pt x="2256794" y="56636"/>
                </a:cubicBezTo>
                <a:cubicBezTo>
                  <a:pt x="2260587" y="60770"/>
                  <a:pt x="2263457" y="65793"/>
                  <a:pt x="2265405" y="71705"/>
                </a:cubicBezTo>
                <a:cubicBezTo>
                  <a:pt x="2267352" y="77616"/>
                  <a:pt x="2268326" y="84228"/>
                  <a:pt x="2268326" y="91540"/>
                </a:cubicBezTo>
                <a:moveTo>
                  <a:pt x="2249772" y="88977"/>
                </a:moveTo>
                <a:cubicBezTo>
                  <a:pt x="2249977" y="84399"/>
                  <a:pt x="2249533" y="80213"/>
                  <a:pt x="2248439" y="76420"/>
                </a:cubicBezTo>
                <a:cubicBezTo>
                  <a:pt x="2247346" y="72627"/>
                  <a:pt x="2245655" y="69364"/>
                  <a:pt x="2243365" y="66630"/>
                </a:cubicBezTo>
                <a:cubicBezTo>
                  <a:pt x="2241076" y="63897"/>
                  <a:pt x="2238223" y="61761"/>
                  <a:pt x="2234806" y="60224"/>
                </a:cubicBezTo>
                <a:cubicBezTo>
                  <a:pt x="2231389" y="58686"/>
                  <a:pt x="2227425" y="57917"/>
                  <a:pt x="2222915" y="57917"/>
                </a:cubicBezTo>
                <a:cubicBezTo>
                  <a:pt x="2219020" y="57917"/>
                  <a:pt x="2215466" y="58669"/>
                  <a:pt x="2212254" y="60172"/>
                </a:cubicBezTo>
                <a:cubicBezTo>
                  <a:pt x="2209042" y="61676"/>
                  <a:pt x="2206274" y="63794"/>
                  <a:pt x="2203951" y="66528"/>
                </a:cubicBezTo>
                <a:cubicBezTo>
                  <a:pt x="2201627" y="69261"/>
                  <a:pt x="2199748" y="72542"/>
                  <a:pt x="2198313" y="76369"/>
                </a:cubicBezTo>
                <a:cubicBezTo>
                  <a:pt x="2196878" y="80196"/>
                  <a:pt x="2195989" y="84399"/>
                  <a:pt x="2195648" y="88977"/>
                </a:cubicBezTo>
                <a:lnTo>
                  <a:pt x="2249772" y="88977"/>
                </a:lnTo>
                <a:close/>
                <a:moveTo>
                  <a:pt x="2379143" y="146997"/>
                </a:moveTo>
                <a:cubicBezTo>
                  <a:pt x="2375111" y="148022"/>
                  <a:pt x="2370942" y="148757"/>
                  <a:pt x="2366637" y="149201"/>
                </a:cubicBezTo>
                <a:cubicBezTo>
                  <a:pt x="2362331" y="149645"/>
                  <a:pt x="2357958" y="149867"/>
                  <a:pt x="2353516" y="149867"/>
                </a:cubicBezTo>
                <a:cubicBezTo>
                  <a:pt x="2340600" y="149867"/>
                  <a:pt x="2330964" y="146946"/>
                  <a:pt x="2324608" y="141103"/>
                </a:cubicBezTo>
                <a:cubicBezTo>
                  <a:pt x="2318253" y="135260"/>
                  <a:pt x="2315075" y="126290"/>
                  <a:pt x="2315075" y="114194"/>
                </a:cubicBezTo>
                <a:lnTo>
                  <a:pt x="2315075" y="60480"/>
                </a:lnTo>
                <a:lnTo>
                  <a:pt x="2286270" y="60480"/>
                </a:lnTo>
                <a:lnTo>
                  <a:pt x="2286270" y="45514"/>
                </a:lnTo>
                <a:lnTo>
                  <a:pt x="2315075" y="45514"/>
                </a:lnTo>
                <a:lnTo>
                  <a:pt x="2315075" y="17221"/>
                </a:lnTo>
                <a:lnTo>
                  <a:pt x="2332912" y="12609"/>
                </a:lnTo>
                <a:lnTo>
                  <a:pt x="2332912" y="45514"/>
                </a:lnTo>
                <a:lnTo>
                  <a:pt x="2379143" y="45514"/>
                </a:lnTo>
                <a:lnTo>
                  <a:pt x="2379143" y="60480"/>
                </a:lnTo>
                <a:lnTo>
                  <a:pt x="2332912" y="60480"/>
                </a:lnTo>
                <a:lnTo>
                  <a:pt x="2332912" y="112759"/>
                </a:lnTo>
                <a:cubicBezTo>
                  <a:pt x="2332912" y="120140"/>
                  <a:pt x="2334876" y="125658"/>
                  <a:pt x="2338806" y="129314"/>
                </a:cubicBezTo>
                <a:cubicBezTo>
                  <a:pt x="2342735" y="132970"/>
                  <a:pt x="2348527" y="134798"/>
                  <a:pt x="2356181" y="134798"/>
                </a:cubicBezTo>
                <a:cubicBezTo>
                  <a:pt x="2359461" y="134798"/>
                  <a:pt x="2363049" y="134542"/>
                  <a:pt x="2366944" y="134030"/>
                </a:cubicBezTo>
                <a:cubicBezTo>
                  <a:pt x="2370840" y="133517"/>
                  <a:pt x="2374906" y="132714"/>
                  <a:pt x="2379143" y="131621"/>
                </a:cubicBezTo>
                <a:lnTo>
                  <a:pt x="2379143" y="146997"/>
                </a:lnTo>
                <a:close/>
                <a:moveTo>
                  <a:pt x="2452307" y="43669"/>
                </a:moveTo>
                <a:cubicBezTo>
                  <a:pt x="2454426" y="43669"/>
                  <a:pt x="2456442" y="44096"/>
                  <a:pt x="2458355" y="44950"/>
                </a:cubicBezTo>
                <a:cubicBezTo>
                  <a:pt x="2460269" y="45804"/>
                  <a:pt x="2461943" y="46949"/>
                  <a:pt x="2463378" y="48384"/>
                </a:cubicBezTo>
                <a:cubicBezTo>
                  <a:pt x="2464813" y="49819"/>
                  <a:pt x="2465958" y="51493"/>
                  <a:pt x="2466812" y="53407"/>
                </a:cubicBezTo>
                <a:cubicBezTo>
                  <a:pt x="2467667" y="55320"/>
                  <a:pt x="2468094" y="57336"/>
                  <a:pt x="2468094" y="59455"/>
                </a:cubicBezTo>
                <a:cubicBezTo>
                  <a:pt x="2468094" y="61642"/>
                  <a:pt x="2467667" y="63675"/>
                  <a:pt x="2466812" y="65554"/>
                </a:cubicBezTo>
                <a:cubicBezTo>
                  <a:pt x="2465958" y="67433"/>
                  <a:pt x="2464813" y="69091"/>
                  <a:pt x="2463378" y="70526"/>
                </a:cubicBezTo>
                <a:cubicBezTo>
                  <a:pt x="2461943" y="71961"/>
                  <a:pt x="2460269" y="73088"/>
                  <a:pt x="2458355" y="73909"/>
                </a:cubicBezTo>
                <a:cubicBezTo>
                  <a:pt x="2456442" y="74729"/>
                  <a:pt x="2454426" y="75139"/>
                  <a:pt x="2452307" y="75139"/>
                </a:cubicBezTo>
                <a:cubicBezTo>
                  <a:pt x="2450121" y="75139"/>
                  <a:pt x="2448087" y="74729"/>
                  <a:pt x="2446208" y="73909"/>
                </a:cubicBezTo>
                <a:cubicBezTo>
                  <a:pt x="2444329" y="73088"/>
                  <a:pt x="2442672" y="71961"/>
                  <a:pt x="2441236" y="70526"/>
                </a:cubicBezTo>
                <a:cubicBezTo>
                  <a:pt x="2439801" y="69091"/>
                  <a:pt x="2438674" y="67433"/>
                  <a:pt x="2437854" y="65554"/>
                </a:cubicBezTo>
                <a:cubicBezTo>
                  <a:pt x="2437034" y="63675"/>
                  <a:pt x="2436624" y="61642"/>
                  <a:pt x="2436624" y="59455"/>
                </a:cubicBezTo>
                <a:cubicBezTo>
                  <a:pt x="2436624" y="57336"/>
                  <a:pt x="2437034" y="55320"/>
                  <a:pt x="2437854" y="53407"/>
                </a:cubicBezTo>
                <a:cubicBezTo>
                  <a:pt x="2438674" y="51493"/>
                  <a:pt x="2439801" y="49819"/>
                  <a:pt x="2441236" y="48384"/>
                </a:cubicBezTo>
                <a:cubicBezTo>
                  <a:pt x="2442672" y="46949"/>
                  <a:pt x="2444329" y="45804"/>
                  <a:pt x="2446208" y="44950"/>
                </a:cubicBezTo>
                <a:cubicBezTo>
                  <a:pt x="2448087" y="44096"/>
                  <a:pt x="2450121" y="43669"/>
                  <a:pt x="2452307" y="43669"/>
                </a:cubicBezTo>
                <a:moveTo>
                  <a:pt x="2452307" y="118807"/>
                </a:moveTo>
                <a:cubicBezTo>
                  <a:pt x="2454426" y="118807"/>
                  <a:pt x="2456442" y="119234"/>
                  <a:pt x="2458355" y="120089"/>
                </a:cubicBezTo>
                <a:cubicBezTo>
                  <a:pt x="2460269" y="120943"/>
                  <a:pt x="2461943" y="122087"/>
                  <a:pt x="2463378" y="123523"/>
                </a:cubicBezTo>
                <a:cubicBezTo>
                  <a:pt x="2464813" y="124958"/>
                  <a:pt x="2465958" y="126632"/>
                  <a:pt x="2466812" y="128545"/>
                </a:cubicBezTo>
                <a:cubicBezTo>
                  <a:pt x="2467667" y="130459"/>
                  <a:pt x="2468094" y="132475"/>
                  <a:pt x="2468094" y="134593"/>
                </a:cubicBezTo>
                <a:cubicBezTo>
                  <a:pt x="2468094" y="136780"/>
                  <a:pt x="2467667" y="138813"/>
                  <a:pt x="2466812" y="140693"/>
                </a:cubicBezTo>
                <a:cubicBezTo>
                  <a:pt x="2465958" y="142572"/>
                  <a:pt x="2464813" y="144229"/>
                  <a:pt x="2463378" y="145664"/>
                </a:cubicBezTo>
                <a:cubicBezTo>
                  <a:pt x="2461943" y="147099"/>
                  <a:pt x="2460269" y="148227"/>
                  <a:pt x="2458355" y="149047"/>
                </a:cubicBezTo>
                <a:cubicBezTo>
                  <a:pt x="2456442" y="149867"/>
                  <a:pt x="2454426" y="150277"/>
                  <a:pt x="2452307" y="150277"/>
                </a:cubicBezTo>
                <a:cubicBezTo>
                  <a:pt x="2450121" y="150277"/>
                  <a:pt x="2448087" y="149867"/>
                  <a:pt x="2446208" y="149047"/>
                </a:cubicBezTo>
                <a:cubicBezTo>
                  <a:pt x="2444329" y="148227"/>
                  <a:pt x="2442672" y="147099"/>
                  <a:pt x="2441236" y="145664"/>
                </a:cubicBezTo>
                <a:cubicBezTo>
                  <a:pt x="2439801" y="144229"/>
                  <a:pt x="2438674" y="142572"/>
                  <a:pt x="2437854" y="140693"/>
                </a:cubicBezTo>
                <a:cubicBezTo>
                  <a:pt x="2437034" y="138813"/>
                  <a:pt x="2436624" y="136780"/>
                  <a:pt x="2436624" y="134593"/>
                </a:cubicBezTo>
                <a:cubicBezTo>
                  <a:pt x="2436624" y="132475"/>
                  <a:pt x="2437034" y="130459"/>
                  <a:pt x="2437854" y="128545"/>
                </a:cubicBezTo>
                <a:cubicBezTo>
                  <a:pt x="2438674" y="126632"/>
                  <a:pt x="2439801" y="124958"/>
                  <a:pt x="2441236" y="123523"/>
                </a:cubicBezTo>
                <a:cubicBezTo>
                  <a:pt x="2442672" y="122087"/>
                  <a:pt x="2444329" y="120943"/>
                  <a:pt x="2446208" y="120089"/>
                </a:cubicBezTo>
                <a:cubicBezTo>
                  <a:pt x="2448087" y="119234"/>
                  <a:pt x="2450121" y="118807"/>
                  <a:pt x="2452307" y="118807"/>
                </a:cubicBezTo>
                <a:close/>
                <a:moveTo>
                  <a:pt x="2560869" y="60275"/>
                </a:moveTo>
                <a:lnTo>
                  <a:pt x="2530424" y="60275"/>
                </a:lnTo>
                <a:lnTo>
                  <a:pt x="2530424" y="45514"/>
                </a:lnTo>
                <a:lnTo>
                  <a:pt x="2578910" y="45514"/>
                </a:lnTo>
                <a:lnTo>
                  <a:pt x="2578910" y="133568"/>
                </a:lnTo>
                <a:lnTo>
                  <a:pt x="2609560" y="133568"/>
                </a:lnTo>
                <a:lnTo>
                  <a:pt x="2609560" y="148432"/>
                </a:lnTo>
                <a:lnTo>
                  <a:pt x="2527041" y="148432"/>
                </a:lnTo>
                <a:lnTo>
                  <a:pt x="2527041" y="133568"/>
                </a:lnTo>
                <a:lnTo>
                  <a:pt x="2560869" y="133568"/>
                </a:lnTo>
                <a:lnTo>
                  <a:pt x="2560869" y="60275"/>
                </a:lnTo>
                <a:moveTo>
                  <a:pt x="2567122" y="2358"/>
                </a:moveTo>
                <a:cubicBezTo>
                  <a:pt x="2569104" y="2358"/>
                  <a:pt x="2570949" y="2716"/>
                  <a:pt x="2572657" y="3434"/>
                </a:cubicBezTo>
                <a:cubicBezTo>
                  <a:pt x="2574366" y="4152"/>
                  <a:pt x="2575852" y="5160"/>
                  <a:pt x="2577117" y="6458"/>
                </a:cubicBezTo>
                <a:cubicBezTo>
                  <a:pt x="2578381" y="7756"/>
                  <a:pt x="2579372" y="9243"/>
                  <a:pt x="2580089" y="10917"/>
                </a:cubicBezTo>
                <a:cubicBezTo>
                  <a:pt x="2580807" y="12591"/>
                  <a:pt x="2581166" y="14420"/>
                  <a:pt x="2581166" y="16401"/>
                </a:cubicBezTo>
                <a:cubicBezTo>
                  <a:pt x="2581166" y="18315"/>
                  <a:pt x="2580807" y="20126"/>
                  <a:pt x="2580089" y="21834"/>
                </a:cubicBezTo>
                <a:cubicBezTo>
                  <a:pt x="2579372" y="23543"/>
                  <a:pt x="2578381" y="25046"/>
                  <a:pt x="2577117" y="26345"/>
                </a:cubicBezTo>
                <a:cubicBezTo>
                  <a:pt x="2575852" y="27643"/>
                  <a:pt x="2574366" y="28651"/>
                  <a:pt x="2572657" y="29369"/>
                </a:cubicBezTo>
                <a:cubicBezTo>
                  <a:pt x="2570949" y="30086"/>
                  <a:pt x="2569104" y="30445"/>
                  <a:pt x="2567122" y="30445"/>
                </a:cubicBezTo>
                <a:cubicBezTo>
                  <a:pt x="2565140" y="30445"/>
                  <a:pt x="2563295" y="30086"/>
                  <a:pt x="2561587" y="29369"/>
                </a:cubicBezTo>
                <a:cubicBezTo>
                  <a:pt x="2559878" y="28651"/>
                  <a:pt x="2558392" y="27643"/>
                  <a:pt x="2557127" y="26345"/>
                </a:cubicBezTo>
                <a:cubicBezTo>
                  <a:pt x="2555863" y="25046"/>
                  <a:pt x="2554872" y="23543"/>
                  <a:pt x="2554155" y="21834"/>
                </a:cubicBezTo>
                <a:cubicBezTo>
                  <a:pt x="2553437" y="20126"/>
                  <a:pt x="2553078" y="18315"/>
                  <a:pt x="2553078" y="16401"/>
                </a:cubicBezTo>
                <a:cubicBezTo>
                  <a:pt x="2553078" y="14420"/>
                  <a:pt x="2553437" y="12591"/>
                  <a:pt x="2554155" y="10917"/>
                </a:cubicBezTo>
                <a:cubicBezTo>
                  <a:pt x="2554872" y="9243"/>
                  <a:pt x="2555863" y="7756"/>
                  <a:pt x="2557127" y="6458"/>
                </a:cubicBezTo>
                <a:cubicBezTo>
                  <a:pt x="2558392" y="5160"/>
                  <a:pt x="2559878" y="4152"/>
                  <a:pt x="2561587" y="3434"/>
                </a:cubicBezTo>
                <a:cubicBezTo>
                  <a:pt x="2563295" y="2716"/>
                  <a:pt x="2565140" y="2358"/>
                  <a:pt x="2567122" y="2358"/>
                </a:cubicBezTo>
                <a:close/>
                <a:moveTo>
                  <a:pt x="2640626" y="45514"/>
                </a:moveTo>
                <a:lnTo>
                  <a:pt x="2656514" y="45514"/>
                </a:lnTo>
                <a:lnTo>
                  <a:pt x="2657232" y="62120"/>
                </a:lnTo>
                <a:cubicBezTo>
                  <a:pt x="2660239" y="58566"/>
                  <a:pt x="2663143" y="55611"/>
                  <a:pt x="2665945" y="53253"/>
                </a:cubicBezTo>
                <a:cubicBezTo>
                  <a:pt x="2668747" y="50895"/>
                  <a:pt x="2671498" y="48999"/>
                  <a:pt x="2674197" y="47564"/>
                </a:cubicBezTo>
                <a:cubicBezTo>
                  <a:pt x="2676896" y="46129"/>
                  <a:pt x="2679647" y="45121"/>
                  <a:pt x="2682449" y="44540"/>
                </a:cubicBezTo>
                <a:cubicBezTo>
                  <a:pt x="2685251" y="43959"/>
                  <a:pt x="2688155" y="43669"/>
                  <a:pt x="2691162" y="43669"/>
                </a:cubicBezTo>
                <a:cubicBezTo>
                  <a:pt x="2701755" y="43669"/>
                  <a:pt x="2709767" y="46795"/>
                  <a:pt x="2715200" y="53048"/>
                </a:cubicBezTo>
                <a:cubicBezTo>
                  <a:pt x="2720633" y="59301"/>
                  <a:pt x="2723350" y="68715"/>
                  <a:pt x="2723350" y="81289"/>
                </a:cubicBezTo>
                <a:lnTo>
                  <a:pt x="2723350" y="148432"/>
                </a:lnTo>
                <a:lnTo>
                  <a:pt x="2705513" y="148432"/>
                </a:lnTo>
                <a:lnTo>
                  <a:pt x="2705513" y="82724"/>
                </a:lnTo>
                <a:cubicBezTo>
                  <a:pt x="2705513" y="74660"/>
                  <a:pt x="2704010" y="68698"/>
                  <a:pt x="2701003" y="64837"/>
                </a:cubicBezTo>
                <a:cubicBezTo>
                  <a:pt x="2697996" y="60975"/>
                  <a:pt x="2693520" y="59045"/>
                  <a:pt x="2687574" y="59045"/>
                </a:cubicBezTo>
                <a:cubicBezTo>
                  <a:pt x="2685388" y="59045"/>
                  <a:pt x="2683252" y="59369"/>
                  <a:pt x="2681168" y="60019"/>
                </a:cubicBezTo>
                <a:cubicBezTo>
                  <a:pt x="2679083" y="60668"/>
                  <a:pt x="2676913" y="61795"/>
                  <a:pt x="2674658" y="63401"/>
                </a:cubicBezTo>
                <a:cubicBezTo>
                  <a:pt x="2672403" y="65007"/>
                  <a:pt x="2669960" y="67177"/>
                  <a:pt x="2667329" y="69911"/>
                </a:cubicBezTo>
                <a:cubicBezTo>
                  <a:pt x="2664698" y="72644"/>
                  <a:pt x="2661742" y="76061"/>
                  <a:pt x="2658462" y="80162"/>
                </a:cubicBezTo>
                <a:lnTo>
                  <a:pt x="2658462" y="148432"/>
                </a:lnTo>
                <a:lnTo>
                  <a:pt x="2640626" y="148432"/>
                </a:lnTo>
                <a:lnTo>
                  <a:pt x="2640626" y="45514"/>
                </a:lnTo>
                <a:close/>
                <a:moveTo>
                  <a:pt x="2838370" y="146997"/>
                </a:moveTo>
                <a:cubicBezTo>
                  <a:pt x="2834338" y="148022"/>
                  <a:pt x="2830169" y="148757"/>
                  <a:pt x="2825864" y="149201"/>
                </a:cubicBezTo>
                <a:cubicBezTo>
                  <a:pt x="2821558" y="149645"/>
                  <a:pt x="2817185" y="149867"/>
                  <a:pt x="2812743" y="149867"/>
                </a:cubicBezTo>
                <a:cubicBezTo>
                  <a:pt x="2799827" y="149867"/>
                  <a:pt x="2790191" y="146946"/>
                  <a:pt x="2783835" y="141103"/>
                </a:cubicBezTo>
                <a:cubicBezTo>
                  <a:pt x="2777480" y="135260"/>
                  <a:pt x="2774302" y="126290"/>
                  <a:pt x="2774302" y="114194"/>
                </a:cubicBezTo>
                <a:lnTo>
                  <a:pt x="2774302" y="60480"/>
                </a:lnTo>
                <a:lnTo>
                  <a:pt x="2745497" y="60480"/>
                </a:lnTo>
                <a:lnTo>
                  <a:pt x="2745497" y="45514"/>
                </a:lnTo>
                <a:lnTo>
                  <a:pt x="2774302" y="45514"/>
                </a:lnTo>
                <a:lnTo>
                  <a:pt x="2774302" y="17221"/>
                </a:lnTo>
                <a:lnTo>
                  <a:pt x="2792138" y="12609"/>
                </a:lnTo>
                <a:lnTo>
                  <a:pt x="2792138" y="45514"/>
                </a:lnTo>
                <a:lnTo>
                  <a:pt x="2838370" y="45514"/>
                </a:lnTo>
                <a:lnTo>
                  <a:pt x="2838370" y="60480"/>
                </a:lnTo>
                <a:lnTo>
                  <a:pt x="2792138" y="60480"/>
                </a:lnTo>
                <a:lnTo>
                  <a:pt x="2792138" y="112759"/>
                </a:lnTo>
                <a:cubicBezTo>
                  <a:pt x="2792138" y="120140"/>
                  <a:pt x="2794103" y="125658"/>
                  <a:pt x="2798033" y="129314"/>
                </a:cubicBezTo>
                <a:cubicBezTo>
                  <a:pt x="2801962" y="132970"/>
                  <a:pt x="2807754" y="134798"/>
                  <a:pt x="2815408" y="134798"/>
                </a:cubicBezTo>
                <a:cubicBezTo>
                  <a:pt x="2818688" y="134798"/>
                  <a:pt x="2822276" y="134542"/>
                  <a:pt x="2826171" y="134030"/>
                </a:cubicBezTo>
                <a:cubicBezTo>
                  <a:pt x="2830067" y="133517"/>
                  <a:pt x="2834133" y="132714"/>
                  <a:pt x="2838370" y="131621"/>
                </a:cubicBezTo>
                <a:lnTo>
                  <a:pt x="2838370" y="146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&lt;arrow&gt;">
            <a:extLst xmlns:a="http://schemas.openxmlformats.org/drawingml/2006/main">
              <a:ext uri="{FF2B5EF4-FFF2-40B4-BE49-F238E27FC236}">
                <a16:creationId xmlns:a16="http://schemas.microsoft.com/office/drawing/2014/main" id="{29BEEF18-8A6C-428A-B596-AA74DA28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56" y="3949861"/>
            <a:ext cx="776224" cy="115219"/>
          </a:xfrm>
          <a:custGeom xmlns:a="http://schemas.openxmlformats.org/drawingml/2006/main">
            <a:pathLst>
              <a:path w="776224" h="115219">
                <a:moveTo>
                  <a:pt x="80059" y="103738"/>
                </a:moveTo>
                <a:lnTo>
                  <a:pt x="68886" y="115014"/>
                </a:lnTo>
                <a:lnTo>
                  <a:pt x="0" y="57507"/>
                </a:lnTo>
                <a:lnTo>
                  <a:pt x="68886" y="0"/>
                </a:lnTo>
                <a:lnTo>
                  <a:pt x="80059" y="11378"/>
                </a:lnTo>
                <a:lnTo>
                  <a:pt x="24192" y="57302"/>
                </a:lnTo>
                <a:lnTo>
                  <a:pt x="80059" y="103738"/>
                </a:lnTo>
                <a:close/>
                <a:moveTo>
                  <a:pt x="183290" y="113374"/>
                </a:moveTo>
                <a:lnTo>
                  <a:pt x="182880" y="99536"/>
                </a:lnTo>
                <a:cubicBezTo>
                  <a:pt x="177276" y="105071"/>
                  <a:pt x="171587" y="109069"/>
                  <a:pt x="165813" y="111529"/>
                </a:cubicBezTo>
                <a:cubicBezTo>
                  <a:pt x="160038" y="113989"/>
                  <a:pt x="153973" y="115219"/>
                  <a:pt x="147617" y="115219"/>
                </a:cubicBezTo>
                <a:cubicBezTo>
                  <a:pt x="141740" y="115219"/>
                  <a:pt x="136717" y="114468"/>
                  <a:pt x="132549" y="112964"/>
                </a:cubicBezTo>
                <a:cubicBezTo>
                  <a:pt x="128380" y="111461"/>
                  <a:pt x="124946" y="109393"/>
                  <a:pt x="122246" y="106762"/>
                </a:cubicBezTo>
                <a:cubicBezTo>
                  <a:pt x="119547" y="104131"/>
                  <a:pt x="117565" y="101039"/>
                  <a:pt x="116301" y="97485"/>
                </a:cubicBezTo>
                <a:cubicBezTo>
                  <a:pt x="115037" y="93932"/>
                  <a:pt x="114405" y="90071"/>
                  <a:pt x="114405" y="85902"/>
                </a:cubicBezTo>
                <a:cubicBezTo>
                  <a:pt x="114405" y="75583"/>
                  <a:pt x="118249" y="67502"/>
                  <a:pt x="125937" y="61659"/>
                </a:cubicBezTo>
                <a:cubicBezTo>
                  <a:pt x="133625" y="55816"/>
                  <a:pt x="144986" y="52894"/>
                  <a:pt x="160021" y="52894"/>
                </a:cubicBezTo>
                <a:lnTo>
                  <a:pt x="181343" y="52894"/>
                </a:lnTo>
                <a:lnTo>
                  <a:pt x="181343" y="43874"/>
                </a:lnTo>
                <a:cubicBezTo>
                  <a:pt x="181343" y="37791"/>
                  <a:pt x="179395" y="32922"/>
                  <a:pt x="175500" y="29266"/>
                </a:cubicBezTo>
                <a:cubicBezTo>
                  <a:pt x="171604" y="25610"/>
                  <a:pt x="165659" y="23782"/>
                  <a:pt x="157663" y="23782"/>
                </a:cubicBezTo>
                <a:cubicBezTo>
                  <a:pt x="151854" y="23782"/>
                  <a:pt x="146131" y="24431"/>
                  <a:pt x="140493" y="25730"/>
                </a:cubicBezTo>
                <a:cubicBezTo>
                  <a:pt x="134855" y="27028"/>
                  <a:pt x="129029" y="28873"/>
                  <a:pt x="123015" y="31265"/>
                </a:cubicBezTo>
                <a:lnTo>
                  <a:pt x="123015" y="15171"/>
                </a:lnTo>
                <a:cubicBezTo>
                  <a:pt x="125270" y="14351"/>
                  <a:pt x="127782" y="13548"/>
                  <a:pt x="130550" y="12762"/>
                </a:cubicBezTo>
                <a:cubicBezTo>
                  <a:pt x="133317" y="11976"/>
                  <a:pt x="136239" y="11276"/>
                  <a:pt x="139314" y="10661"/>
                </a:cubicBezTo>
                <a:cubicBezTo>
                  <a:pt x="142389" y="10046"/>
                  <a:pt x="145601" y="9550"/>
                  <a:pt x="148950" y="9174"/>
                </a:cubicBezTo>
                <a:cubicBezTo>
                  <a:pt x="152299" y="8799"/>
                  <a:pt x="155681" y="8611"/>
                  <a:pt x="159098" y="8611"/>
                </a:cubicBezTo>
                <a:cubicBezTo>
                  <a:pt x="165317" y="8611"/>
                  <a:pt x="170921" y="9294"/>
                  <a:pt x="175910" y="10661"/>
                </a:cubicBezTo>
                <a:cubicBezTo>
                  <a:pt x="180898" y="12028"/>
                  <a:pt x="185118" y="14112"/>
                  <a:pt x="188569" y="16914"/>
                </a:cubicBezTo>
                <a:cubicBezTo>
                  <a:pt x="192020" y="19716"/>
                  <a:pt x="194669" y="23235"/>
                  <a:pt x="196514" y="27472"/>
                </a:cubicBezTo>
                <a:cubicBezTo>
                  <a:pt x="198359" y="31709"/>
                  <a:pt x="199282" y="36698"/>
                  <a:pt x="199282" y="42438"/>
                </a:cubicBezTo>
                <a:lnTo>
                  <a:pt x="199282" y="113374"/>
                </a:lnTo>
                <a:lnTo>
                  <a:pt x="183290" y="113374"/>
                </a:lnTo>
                <a:moveTo>
                  <a:pt x="181343" y="66528"/>
                </a:moveTo>
                <a:lnTo>
                  <a:pt x="158688" y="66528"/>
                </a:lnTo>
                <a:cubicBezTo>
                  <a:pt x="154246" y="66528"/>
                  <a:pt x="150419" y="66972"/>
                  <a:pt x="147207" y="67861"/>
                </a:cubicBezTo>
                <a:cubicBezTo>
                  <a:pt x="143995" y="68749"/>
                  <a:pt x="141364" y="70013"/>
                  <a:pt x="139314" y="71653"/>
                </a:cubicBezTo>
                <a:cubicBezTo>
                  <a:pt x="137264" y="73293"/>
                  <a:pt x="135743" y="75258"/>
                  <a:pt x="134753" y="77548"/>
                </a:cubicBezTo>
                <a:cubicBezTo>
                  <a:pt x="133762" y="79837"/>
                  <a:pt x="133266" y="82417"/>
                  <a:pt x="133266" y="85287"/>
                </a:cubicBezTo>
                <a:cubicBezTo>
                  <a:pt x="133266" y="87269"/>
                  <a:pt x="133574" y="89165"/>
                  <a:pt x="134189" y="90976"/>
                </a:cubicBezTo>
                <a:cubicBezTo>
                  <a:pt x="134804" y="92787"/>
                  <a:pt x="135795" y="94393"/>
                  <a:pt x="137161" y="95794"/>
                </a:cubicBezTo>
                <a:cubicBezTo>
                  <a:pt x="138528" y="97195"/>
                  <a:pt x="140305" y="98305"/>
                  <a:pt x="142492" y="99126"/>
                </a:cubicBezTo>
                <a:cubicBezTo>
                  <a:pt x="144679" y="99946"/>
                  <a:pt x="147344" y="100356"/>
                  <a:pt x="150488" y="100356"/>
                </a:cubicBezTo>
                <a:cubicBezTo>
                  <a:pt x="154588" y="100356"/>
                  <a:pt x="159286" y="99108"/>
                  <a:pt x="164582" y="96614"/>
                </a:cubicBezTo>
                <a:cubicBezTo>
                  <a:pt x="169879" y="94120"/>
                  <a:pt x="175465" y="90173"/>
                  <a:pt x="181343" y="84774"/>
                </a:cubicBezTo>
                <a:lnTo>
                  <a:pt x="181343" y="66528"/>
                </a:lnTo>
                <a:close/>
                <a:moveTo>
                  <a:pt x="236190" y="10456"/>
                </a:moveTo>
                <a:lnTo>
                  <a:pt x="252488" y="10456"/>
                </a:lnTo>
                <a:lnTo>
                  <a:pt x="253001" y="29420"/>
                </a:lnTo>
                <a:cubicBezTo>
                  <a:pt x="259083" y="22108"/>
                  <a:pt x="265080" y="16811"/>
                  <a:pt x="270991" y="13531"/>
                </a:cubicBezTo>
                <a:cubicBezTo>
                  <a:pt x="276902" y="10251"/>
                  <a:pt x="282865" y="8611"/>
                  <a:pt x="288879" y="8611"/>
                </a:cubicBezTo>
                <a:cubicBezTo>
                  <a:pt x="299540" y="8611"/>
                  <a:pt x="307621" y="12062"/>
                  <a:pt x="313122" y="18964"/>
                </a:cubicBezTo>
                <a:cubicBezTo>
                  <a:pt x="318623" y="25866"/>
                  <a:pt x="321169" y="36117"/>
                  <a:pt x="320759" y="49717"/>
                </a:cubicBezTo>
                <a:lnTo>
                  <a:pt x="302717" y="49717"/>
                </a:lnTo>
                <a:cubicBezTo>
                  <a:pt x="302922" y="40696"/>
                  <a:pt x="301607" y="34152"/>
                  <a:pt x="298771" y="30086"/>
                </a:cubicBezTo>
                <a:cubicBezTo>
                  <a:pt x="295935" y="26020"/>
                  <a:pt x="291783" y="23987"/>
                  <a:pt x="286316" y="23987"/>
                </a:cubicBezTo>
                <a:cubicBezTo>
                  <a:pt x="283924" y="23987"/>
                  <a:pt x="281515" y="24414"/>
                  <a:pt x="279089" y="25268"/>
                </a:cubicBezTo>
                <a:cubicBezTo>
                  <a:pt x="276663" y="26123"/>
                  <a:pt x="274169" y="27489"/>
                  <a:pt x="271606" y="29369"/>
                </a:cubicBezTo>
                <a:cubicBezTo>
                  <a:pt x="269043" y="31248"/>
                  <a:pt x="266327" y="33657"/>
                  <a:pt x="263457" y="36595"/>
                </a:cubicBezTo>
                <a:cubicBezTo>
                  <a:pt x="260587" y="39534"/>
                  <a:pt x="257511" y="43088"/>
                  <a:pt x="254231" y="47256"/>
                </a:cubicBezTo>
                <a:lnTo>
                  <a:pt x="254231" y="113374"/>
                </a:lnTo>
                <a:lnTo>
                  <a:pt x="236190" y="113374"/>
                </a:lnTo>
                <a:lnTo>
                  <a:pt x="236190" y="10456"/>
                </a:lnTo>
                <a:close/>
                <a:moveTo>
                  <a:pt x="351004" y="10456"/>
                </a:moveTo>
                <a:lnTo>
                  <a:pt x="367303" y="10456"/>
                </a:lnTo>
                <a:lnTo>
                  <a:pt x="367816" y="29420"/>
                </a:lnTo>
                <a:cubicBezTo>
                  <a:pt x="373898" y="22108"/>
                  <a:pt x="379895" y="16811"/>
                  <a:pt x="385806" y="13531"/>
                </a:cubicBezTo>
                <a:cubicBezTo>
                  <a:pt x="391717" y="10251"/>
                  <a:pt x="397680" y="8611"/>
                  <a:pt x="403694" y="8611"/>
                </a:cubicBezTo>
                <a:cubicBezTo>
                  <a:pt x="414355" y="8611"/>
                  <a:pt x="422436" y="12062"/>
                  <a:pt x="427937" y="18964"/>
                </a:cubicBezTo>
                <a:cubicBezTo>
                  <a:pt x="433438" y="25866"/>
                  <a:pt x="435984" y="36117"/>
                  <a:pt x="435574" y="49717"/>
                </a:cubicBezTo>
                <a:lnTo>
                  <a:pt x="417532" y="49717"/>
                </a:lnTo>
                <a:cubicBezTo>
                  <a:pt x="417737" y="40696"/>
                  <a:pt x="416422" y="34152"/>
                  <a:pt x="413586" y="30086"/>
                </a:cubicBezTo>
                <a:cubicBezTo>
                  <a:pt x="410750" y="26020"/>
                  <a:pt x="406598" y="23987"/>
                  <a:pt x="401131" y="23987"/>
                </a:cubicBezTo>
                <a:cubicBezTo>
                  <a:pt x="398739" y="23987"/>
                  <a:pt x="396330" y="24414"/>
                  <a:pt x="393904" y="25268"/>
                </a:cubicBezTo>
                <a:cubicBezTo>
                  <a:pt x="391478" y="26123"/>
                  <a:pt x="388984" y="27489"/>
                  <a:pt x="386421" y="29369"/>
                </a:cubicBezTo>
                <a:cubicBezTo>
                  <a:pt x="383858" y="31248"/>
                  <a:pt x="381142" y="33657"/>
                  <a:pt x="378272" y="36595"/>
                </a:cubicBezTo>
                <a:cubicBezTo>
                  <a:pt x="375401" y="39534"/>
                  <a:pt x="372326" y="43088"/>
                  <a:pt x="369046" y="47256"/>
                </a:cubicBezTo>
                <a:lnTo>
                  <a:pt x="369046" y="113374"/>
                </a:lnTo>
                <a:lnTo>
                  <a:pt x="351004" y="113374"/>
                </a:lnTo>
                <a:lnTo>
                  <a:pt x="351004" y="10456"/>
                </a:lnTo>
                <a:close/>
                <a:moveTo>
                  <a:pt x="551209" y="61095"/>
                </a:moveTo>
                <a:cubicBezTo>
                  <a:pt x="551209" y="69091"/>
                  <a:pt x="550081" y="76420"/>
                  <a:pt x="547826" y="83083"/>
                </a:cubicBezTo>
                <a:cubicBezTo>
                  <a:pt x="545571" y="89746"/>
                  <a:pt x="542324" y="95452"/>
                  <a:pt x="538087" y="100202"/>
                </a:cubicBezTo>
                <a:cubicBezTo>
                  <a:pt x="533850" y="104951"/>
                  <a:pt x="528691" y="108642"/>
                  <a:pt x="522609" y="111273"/>
                </a:cubicBezTo>
                <a:cubicBezTo>
                  <a:pt x="516527" y="113904"/>
                  <a:pt x="509624" y="115219"/>
                  <a:pt x="501902" y="115219"/>
                </a:cubicBezTo>
                <a:cubicBezTo>
                  <a:pt x="494521" y="115219"/>
                  <a:pt x="487910" y="114075"/>
                  <a:pt x="482067" y="111785"/>
                </a:cubicBezTo>
                <a:cubicBezTo>
                  <a:pt x="476224" y="109496"/>
                  <a:pt x="471269" y="106130"/>
                  <a:pt x="467203" y="101688"/>
                </a:cubicBezTo>
                <a:cubicBezTo>
                  <a:pt x="463137" y="97246"/>
                  <a:pt x="460027" y="91745"/>
                  <a:pt x="457875" y="85184"/>
                </a:cubicBezTo>
                <a:cubicBezTo>
                  <a:pt x="455722" y="78624"/>
                  <a:pt x="454646" y="71072"/>
                  <a:pt x="454646" y="62530"/>
                </a:cubicBezTo>
                <a:cubicBezTo>
                  <a:pt x="454646" y="54534"/>
                  <a:pt x="455773" y="47239"/>
                  <a:pt x="458028" y="40645"/>
                </a:cubicBezTo>
                <a:cubicBezTo>
                  <a:pt x="460284" y="34050"/>
                  <a:pt x="463530" y="28378"/>
                  <a:pt x="467767" y="23628"/>
                </a:cubicBezTo>
                <a:cubicBezTo>
                  <a:pt x="472004" y="18879"/>
                  <a:pt x="477163" y="15188"/>
                  <a:pt x="483245" y="12557"/>
                </a:cubicBezTo>
                <a:cubicBezTo>
                  <a:pt x="489328" y="9926"/>
                  <a:pt x="496230" y="8611"/>
                  <a:pt x="503952" y="8611"/>
                </a:cubicBezTo>
                <a:cubicBezTo>
                  <a:pt x="511333" y="8611"/>
                  <a:pt x="517945" y="9755"/>
                  <a:pt x="523788" y="12045"/>
                </a:cubicBezTo>
                <a:cubicBezTo>
                  <a:pt x="529631" y="14334"/>
                  <a:pt x="534585" y="17683"/>
                  <a:pt x="538651" y="22091"/>
                </a:cubicBezTo>
                <a:cubicBezTo>
                  <a:pt x="542717" y="26498"/>
                  <a:pt x="545827" y="31983"/>
                  <a:pt x="547980" y="38543"/>
                </a:cubicBezTo>
                <a:cubicBezTo>
                  <a:pt x="550132" y="45104"/>
                  <a:pt x="551209" y="52621"/>
                  <a:pt x="551209" y="61095"/>
                </a:cubicBezTo>
                <a:moveTo>
                  <a:pt x="532962" y="61915"/>
                </a:moveTo>
                <a:cubicBezTo>
                  <a:pt x="532962" y="55560"/>
                  <a:pt x="532262" y="50007"/>
                  <a:pt x="530861" y="45257"/>
                </a:cubicBezTo>
                <a:cubicBezTo>
                  <a:pt x="529460" y="40508"/>
                  <a:pt x="527461" y="36544"/>
                  <a:pt x="524864" y="33366"/>
                </a:cubicBezTo>
                <a:cubicBezTo>
                  <a:pt x="522267" y="30189"/>
                  <a:pt x="519106" y="27797"/>
                  <a:pt x="515382" y="26191"/>
                </a:cubicBezTo>
                <a:cubicBezTo>
                  <a:pt x="511657" y="24585"/>
                  <a:pt x="507506" y="23782"/>
                  <a:pt x="502927" y="23782"/>
                </a:cubicBezTo>
                <a:cubicBezTo>
                  <a:pt x="497597" y="23782"/>
                  <a:pt x="493035" y="24824"/>
                  <a:pt x="489242" y="26908"/>
                </a:cubicBezTo>
                <a:cubicBezTo>
                  <a:pt x="485449" y="28993"/>
                  <a:pt x="482340" y="31778"/>
                  <a:pt x="479914" y="35263"/>
                </a:cubicBezTo>
                <a:cubicBezTo>
                  <a:pt x="477488" y="38748"/>
                  <a:pt x="475711" y="42797"/>
                  <a:pt x="474584" y="47410"/>
                </a:cubicBezTo>
                <a:cubicBezTo>
                  <a:pt x="473456" y="52023"/>
                  <a:pt x="472892" y="56858"/>
                  <a:pt x="472892" y="61915"/>
                </a:cubicBezTo>
                <a:cubicBezTo>
                  <a:pt x="472892" y="68271"/>
                  <a:pt x="473593" y="73840"/>
                  <a:pt x="474994" y="78624"/>
                </a:cubicBezTo>
                <a:cubicBezTo>
                  <a:pt x="476395" y="83408"/>
                  <a:pt x="478393" y="87388"/>
                  <a:pt x="480990" y="90566"/>
                </a:cubicBezTo>
                <a:cubicBezTo>
                  <a:pt x="483587" y="93744"/>
                  <a:pt x="486731" y="96136"/>
                  <a:pt x="490421" y="97742"/>
                </a:cubicBezTo>
                <a:cubicBezTo>
                  <a:pt x="494111" y="99348"/>
                  <a:pt x="498280" y="100151"/>
                  <a:pt x="502927" y="100151"/>
                </a:cubicBezTo>
                <a:cubicBezTo>
                  <a:pt x="508258" y="100151"/>
                  <a:pt x="512819" y="99108"/>
                  <a:pt x="516612" y="97024"/>
                </a:cubicBezTo>
                <a:cubicBezTo>
                  <a:pt x="520405" y="94940"/>
                  <a:pt x="523514" y="92155"/>
                  <a:pt x="525940" y="88670"/>
                </a:cubicBezTo>
                <a:cubicBezTo>
                  <a:pt x="528366" y="85184"/>
                  <a:pt x="530143" y="81135"/>
                  <a:pt x="531271" y="76522"/>
                </a:cubicBezTo>
                <a:cubicBezTo>
                  <a:pt x="532398" y="71910"/>
                  <a:pt x="532962" y="67040"/>
                  <a:pt x="532962" y="61915"/>
                </a:cubicBezTo>
                <a:close/>
                <a:moveTo>
                  <a:pt x="671763" y="10456"/>
                </a:moveTo>
                <a:lnTo>
                  <a:pt x="656797" y="113374"/>
                </a:lnTo>
                <a:lnTo>
                  <a:pt x="635168" y="113374"/>
                </a:lnTo>
                <a:lnTo>
                  <a:pt x="620304" y="70321"/>
                </a:lnTo>
                <a:lnTo>
                  <a:pt x="617331" y="59865"/>
                </a:lnTo>
                <a:lnTo>
                  <a:pt x="613949" y="70936"/>
                </a:lnTo>
                <a:lnTo>
                  <a:pt x="599700" y="113374"/>
                </a:lnTo>
                <a:lnTo>
                  <a:pt x="578686" y="113374"/>
                </a:lnTo>
                <a:lnTo>
                  <a:pt x="563822" y="10456"/>
                </a:lnTo>
                <a:lnTo>
                  <a:pt x="581248" y="10456"/>
                </a:lnTo>
                <a:lnTo>
                  <a:pt x="589859" y="80367"/>
                </a:lnTo>
                <a:lnTo>
                  <a:pt x="591704" y="95948"/>
                </a:lnTo>
                <a:lnTo>
                  <a:pt x="596112" y="82314"/>
                </a:lnTo>
                <a:lnTo>
                  <a:pt x="611078" y="36083"/>
                </a:lnTo>
                <a:lnTo>
                  <a:pt x="623892" y="36083"/>
                </a:lnTo>
                <a:lnTo>
                  <a:pt x="639986" y="81699"/>
                </a:lnTo>
                <a:lnTo>
                  <a:pt x="644599" y="95333"/>
                </a:lnTo>
                <a:lnTo>
                  <a:pt x="646136" y="80879"/>
                </a:lnTo>
                <a:lnTo>
                  <a:pt x="654132" y="10456"/>
                </a:lnTo>
                <a:lnTo>
                  <a:pt x="671763" y="10456"/>
                </a:lnTo>
                <a:close/>
                <a:moveTo>
                  <a:pt x="696268" y="11378"/>
                </a:moveTo>
                <a:lnTo>
                  <a:pt x="707339" y="0"/>
                </a:lnTo>
                <a:lnTo>
                  <a:pt x="776224" y="57507"/>
                </a:lnTo>
                <a:lnTo>
                  <a:pt x="707339" y="115014"/>
                </a:lnTo>
                <a:lnTo>
                  <a:pt x="696268" y="103738"/>
                </a:lnTo>
                <a:lnTo>
                  <a:pt x="752135" y="57712"/>
                </a:lnTo>
                <a:lnTo>
                  <a:pt x="696268" y="11378"/>
                </a:lnTo>
                <a:close/>
              </a:path>
            </a:pathLst>
          </a:custGeom>
          <a:solidFill xmlns:a="http://schemas.openxmlformats.org/drawingml/2006/main">
            <a:srgbClr val="054F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Text list">
            <a:extLst xmlns:a="http://schemas.openxmlformats.org/drawingml/2006/main">
              <a:ext uri="{FF2B5EF4-FFF2-40B4-BE49-F238E27FC236}">
                <a16:creationId xmlns:a16="http://schemas.microsoft.com/office/drawing/2014/main" id="{CDA023F2-8B8F-43F7-851B-95BA4C75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510" y="3917161"/>
            <a:ext cx="426143" cy="147920"/>
          </a:xfrm>
          <a:custGeom xmlns:a="http://schemas.openxmlformats.org/drawingml/2006/main">
            <a:pathLst>
              <a:path w="426143" h="147920">
                <a:moveTo>
                  <a:pt x="33828" y="15889"/>
                </a:moveTo>
                <a:lnTo>
                  <a:pt x="3383" y="15889"/>
                </a:lnTo>
                <a:lnTo>
                  <a:pt x="3383" y="1230"/>
                </a:lnTo>
                <a:lnTo>
                  <a:pt x="51869" y="1230"/>
                </a:lnTo>
                <a:lnTo>
                  <a:pt x="51869" y="131211"/>
                </a:lnTo>
                <a:lnTo>
                  <a:pt x="82519" y="131211"/>
                </a:lnTo>
                <a:lnTo>
                  <a:pt x="82519" y="146074"/>
                </a:lnTo>
                <a:lnTo>
                  <a:pt x="0" y="146074"/>
                </a:lnTo>
                <a:lnTo>
                  <a:pt x="0" y="131211"/>
                </a:lnTo>
                <a:lnTo>
                  <a:pt x="33828" y="131211"/>
                </a:lnTo>
                <a:lnTo>
                  <a:pt x="33828" y="15889"/>
                </a:lnTo>
                <a:close/>
                <a:moveTo>
                  <a:pt x="148642" y="57917"/>
                </a:moveTo>
                <a:lnTo>
                  <a:pt x="118197" y="57917"/>
                </a:lnTo>
                <a:lnTo>
                  <a:pt x="118197" y="43156"/>
                </a:lnTo>
                <a:lnTo>
                  <a:pt x="166684" y="43156"/>
                </a:lnTo>
                <a:lnTo>
                  <a:pt x="166684" y="131211"/>
                </a:lnTo>
                <a:lnTo>
                  <a:pt x="197334" y="131211"/>
                </a:lnTo>
                <a:lnTo>
                  <a:pt x="197334" y="146074"/>
                </a:lnTo>
                <a:lnTo>
                  <a:pt x="114814" y="146074"/>
                </a:lnTo>
                <a:lnTo>
                  <a:pt x="114814" y="131211"/>
                </a:lnTo>
                <a:lnTo>
                  <a:pt x="148642" y="131211"/>
                </a:lnTo>
                <a:lnTo>
                  <a:pt x="148642" y="57917"/>
                </a:lnTo>
                <a:moveTo>
                  <a:pt x="154895" y="0"/>
                </a:moveTo>
                <a:cubicBezTo>
                  <a:pt x="156877" y="0"/>
                  <a:pt x="158722" y="359"/>
                  <a:pt x="160431" y="1076"/>
                </a:cubicBezTo>
                <a:cubicBezTo>
                  <a:pt x="162139" y="1794"/>
                  <a:pt x="163625" y="2802"/>
                  <a:pt x="164890" y="4100"/>
                </a:cubicBezTo>
                <a:cubicBezTo>
                  <a:pt x="166154" y="5399"/>
                  <a:pt x="167145" y="6885"/>
                  <a:pt x="167862" y="8559"/>
                </a:cubicBezTo>
                <a:cubicBezTo>
                  <a:pt x="168580" y="10234"/>
                  <a:pt x="168939" y="12062"/>
                  <a:pt x="168939" y="14044"/>
                </a:cubicBezTo>
                <a:cubicBezTo>
                  <a:pt x="168939" y="15957"/>
                  <a:pt x="168580" y="17768"/>
                  <a:pt x="167862" y="19477"/>
                </a:cubicBezTo>
                <a:cubicBezTo>
                  <a:pt x="167145" y="21185"/>
                  <a:pt x="166154" y="22689"/>
                  <a:pt x="164890" y="23987"/>
                </a:cubicBezTo>
                <a:cubicBezTo>
                  <a:pt x="163625" y="25285"/>
                  <a:pt x="162139" y="26293"/>
                  <a:pt x="160431" y="27011"/>
                </a:cubicBezTo>
                <a:cubicBezTo>
                  <a:pt x="158722" y="27729"/>
                  <a:pt x="156877" y="28087"/>
                  <a:pt x="154895" y="28087"/>
                </a:cubicBezTo>
                <a:cubicBezTo>
                  <a:pt x="152913" y="28087"/>
                  <a:pt x="151068" y="27729"/>
                  <a:pt x="149360" y="27011"/>
                </a:cubicBezTo>
                <a:cubicBezTo>
                  <a:pt x="147651" y="26293"/>
                  <a:pt x="146165" y="25285"/>
                  <a:pt x="144901" y="23987"/>
                </a:cubicBezTo>
                <a:cubicBezTo>
                  <a:pt x="143636" y="22689"/>
                  <a:pt x="142645" y="21185"/>
                  <a:pt x="141928" y="19477"/>
                </a:cubicBezTo>
                <a:cubicBezTo>
                  <a:pt x="141210" y="17768"/>
                  <a:pt x="140851" y="15957"/>
                  <a:pt x="140851" y="14044"/>
                </a:cubicBezTo>
                <a:cubicBezTo>
                  <a:pt x="140851" y="12062"/>
                  <a:pt x="141210" y="10234"/>
                  <a:pt x="141928" y="8559"/>
                </a:cubicBezTo>
                <a:cubicBezTo>
                  <a:pt x="142645" y="6885"/>
                  <a:pt x="143636" y="5399"/>
                  <a:pt x="144901" y="4100"/>
                </a:cubicBezTo>
                <a:cubicBezTo>
                  <a:pt x="146165" y="2802"/>
                  <a:pt x="147651" y="1794"/>
                  <a:pt x="149360" y="1076"/>
                </a:cubicBezTo>
                <a:cubicBezTo>
                  <a:pt x="151068" y="359"/>
                  <a:pt x="152913" y="0"/>
                  <a:pt x="154895" y="0"/>
                </a:cubicBezTo>
                <a:close/>
                <a:moveTo>
                  <a:pt x="309893" y="117987"/>
                </a:moveTo>
                <a:cubicBezTo>
                  <a:pt x="309893" y="121609"/>
                  <a:pt x="309278" y="124855"/>
                  <a:pt x="308048" y="127725"/>
                </a:cubicBezTo>
                <a:cubicBezTo>
                  <a:pt x="306818" y="130596"/>
                  <a:pt x="305143" y="133141"/>
                  <a:pt x="303025" y="135362"/>
                </a:cubicBezTo>
                <a:cubicBezTo>
                  <a:pt x="300906" y="137583"/>
                  <a:pt x="298446" y="139480"/>
                  <a:pt x="295644" y="141051"/>
                </a:cubicBezTo>
                <a:cubicBezTo>
                  <a:pt x="292842" y="142623"/>
                  <a:pt x="289853" y="143922"/>
                  <a:pt x="286675" y="144947"/>
                </a:cubicBezTo>
                <a:cubicBezTo>
                  <a:pt x="283497" y="145972"/>
                  <a:pt x="280234" y="146724"/>
                  <a:pt x="276885" y="147202"/>
                </a:cubicBezTo>
                <a:cubicBezTo>
                  <a:pt x="273537" y="147680"/>
                  <a:pt x="270256" y="147920"/>
                  <a:pt x="267045" y="147920"/>
                </a:cubicBezTo>
                <a:cubicBezTo>
                  <a:pt x="260074" y="147920"/>
                  <a:pt x="253667" y="147612"/>
                  <a:pt x="247824" y="146997"/>
                </a:cubicBezTo>
                <a:cubicBezTo>
                  <a:pt x="241981" y="146382"/>
                  <a:pt x="236258" y="145391"/>
                  <a:pt x="230654" y="144024"/>
                </a:cubicBezTo>
                <a:lnTo>
                  <a:pt x="230654" y="127623"/>
                </a:lnTo>
                <a:cubicBezTo>
                  <a:pt x="236668" y="129331"/>
                  <a:pt x="242648" y="130630"/>
                  <a:pt x="248593" y="131518"/>
                </a:cubicBezTo>
                <a:cubicBezTo>
                  <a:pt x="254539" y="132407"/>
                  <a:pt x="260450" y="132851"/>
                  <a:pt x="266327" y="132851"/>
                </a:cubicBezTo>
                <a:cubicBezTo>
                  <a:pt x="274869" y="132851"/>
                  <a:pt x="281191" y="131689"/>
                  <a:pt x="285291" y="129366"/>
                </a:cubicBezTo>
                <a:cubicBezTo>
                  <a:pt x="289391" y="127042"/>
                  <a:pt x="291442" y="123728"/>
                  <a:pt x="291442" y="119422"/>
                </a:cubicBezTo>
                <a:cubicBezTo>
                  <a:pt x="291442" y="117577"/>
                  <a:pt x="291117" y="115920"/>
                  <a:pt x="290468" y="114451"/>
                </a:cubicBezTo>
                <a:cubicBezTo>
                  <a:pt x="289818" y="112981"/>
                  <a:pt x="288640" y="111580"/>
                  <a:pt x="286931" y="110248"/>
                </a:cubicBezTo>
                <a:cubicBezTo>
                  <a:pt x="285223" y="108915"/>
                  <a:pt x="282575" y="107531"/>
                  <a:pt x="278987" y="106096"/>
                </a:cubicBezTo>
                <a:cubicBezTo>
                  <a:pt x="275399" y="104661"/>
                  <a:pt x="270496" y="103021"/>
                  <a:pt x="264277" y="101176"/>
                </a:cubicBezTo>
                <a:cubicBezTo>
                  <a:pt x="259630" y="99809"/>
                  <a:pt x="255341" y="98254"/>
                  <a:pt x="251412" y="96512"/>
                </a:cubicBezTo>
                <a:cubicBezTo>
                  <a:pt x="247483" y="94769"/>
                  <a:pt x="244083" y="92702"/>
                  <a:pt x="241212" y="90310"/>
                </a:cubicBezTo>
                <a:cubicBezTo>
                  <a:pt x="238342" y="87918"/>
                  <a:pt x="236087" y="85116"/>
                  <a:pt x="234447" y="81904"/>
                </a:cubicBezTo>
                <a:cubicBezTo>
                  <a:pt x="232807" y="78692"/>
                  <a:pt x="231987" y="74899"/>
                  <a:pt x="231987" y="70526"/>
                </a:cubicBezTo>
                <a:cubicBezTo>
                  <a:pt x="231987" y="67656"/>
                  <a:pt x="232653" y="64512"/>
                  <a:pt x="233986" y="61095"/>
                </a:cubicBezTo>
                <a:cubicBezTo>
                  <a:pt x="235318" y="57678"/>
                  <a:pt x="237590" y="54500"/>
                  <a:pt x="240802" y="51562"/>
                </a:cubicBezTo>
                <a:cubicBezTo>
                  <a:pt x="244014" y="48623"/>
                  <a:pt x="248354" y="46180"/>
                  <a:pt x="253821" y="44232"/>
                </a:cubicBezTo>
                <a:cubicBezTo>
                  <a:pt x="259288" y="42285"/>
                  <a:pt x="266122" y="41311"/>
                  <a:pt x="274323" y="41311"/>
                </a:cubicBezTo>
                <a:cubicBezTo>
                  <a:pt x="278355" y="41311"/>
                  <a:pt x="282831" y="41533"/>
                  <a:pt x="287751" y="41977"/>
                </a:cubicBezTo>
                <a:cubicBezTo>
                  <a:pt x="292672" y="42421"/>
                  <a:pt x="297797" y="43190"/>
                  <a:pt x="303127" y="44284"/>
                </a:cubicBezTo>
                <a:lnTo>
                  <a:pt x="303127" y="60172"/>
                </a:lnTo>
                <a:cubicBezTo>
                  <a:pt x="297524" y="58806"/>
                  <a:pt x="292210" y="57798"/>
                  <a:pt x="287187" y="57148"/>
                </a:cubicBezTo>
                <a:cubicBezTo>
                  <a:pt x="282165" y="56499"/>
                  <a:pt x="277808" y="56175"/>
                  <a:pt x="274118" y="56175"/>
                </a:cubicBezTo>
                <a:cubicBezTo>
                  <a:pt x="269676" y="56175"/>
                  <a:pt x="265934" y="56516"/>
                  <a:pt x="262893" y="57200"/>
                </a:cubicBezTo>
                <a:cubicBezTo>
                  <a:pt x="259852" y="57883"/>
                  <a:pt x="257392" y="58823"/>
                  <a:pt x="255512" y="60019"/>
                </a:cubicBezTo>
                <a:cubicBezTo>
                  <a:pt x="253633" y="61215"/>
                  <a:pt x="252283" y="62616"/>
                  <a:pt x="251463" y="64221"/>
                </a:cubicBezTo>
                <a:cubicBezTo>
                  <a:pt x="250643" y="65827"/>
                  <a:pt x="250233" y="67553"/>
                  <a:pt x="250233" y="69398"/>
                </a:cubicBezTo>
                <a:cubicBezTo>
                  <a:pt x="250233" y="71243"/>
                  <a:pt x="250592" y="72918"/>
                  <a:pt x="251309" y="74421"/>
                </a:cubicBezTo>
                <a:cubicBezTo>
                  <a:pt x="252027" y="75925"/>
                  <a:pt x="253360" y="77377"/>
                  <a:pt x="255307" y="78778"/>
                </a:cubicBezTo>
                <a:cubicBezTo>
                  <a:pt x="257255" y="80179"/>
                  <a:pt x="259971" y="81580"/>
                  <a:pt x="263457" y="82981"/>
                </a:cubicBezTo>
                <a:cubicBezTo>
                  <a:pt x="266942" y="84381"/>
                  <a:pt x="271487" y="85902"/>
                  <a:pt x="277090" y="87542"/>
                </a:cubicBezTo>
                <a:cubicBezTo>
                  <a:pt x="283173" y="89319"/>
                  <a:pt x="288298" y="91181"/>
                  <a:pt x="292467" y="93129"/>
                </a:cubicBezTo>
                <a:cubicBezTo>
                  <a:pt x="296635" y="95076"/>
                  <a:pt x="300018" y="97246"/>
                  <a:pt x="302615" y="99638"/>
                </a:cubicBezTo>
                <a:cubicBezTo>
                  <a:pt x="305212" y="102030"/>
                  <a:pt x="307074" y="104729"/>
                  <a:pt x="308202" y="107736"/>
                </a:cubicBezTo>
                <a:cubicBezTo>
                  <a:pt x="309329" y="110743"/>
                  <a:pt x="309893" y="114160"/>
                  <a:pt x="309893" y="117987"/>
                </a:cubicBezTo>
                <a:close/>
                <a:moveTo>
                  <a:pt x="426143" y="144639"/>
                </a:moveTo>
                <a:cubicBezTo>
                  <a:pt x="422111" y="145664"/>
                  <a:pt x="417942" y="146399"/>
                  <a:pt x="413637" y="146843"/>
                </a:cubicBezTo>
                <a:cubicBezTo>
                  <a:pt x="409332" y="147287"/>
                  <a:pt x="404958" y="147509"/>
                  <a:pt x="400516" y="147509"/>
                </a:cubicBezTo>
                <a:cubicBezTo>
                  <a:pt x="387600" y="147509"/>
                  <a:pt x="377964" y="144588"/>
                  <a:pt x="371609" y="138745"/>
                </a:cubicBezTo>
                <a:cubicBezTo>
                  <a:pt x="365253" y="132902"/>
                  <a:pt x="362075" y="123933"/>
                  <a:pt x="362075" y="111837"/>
                </a:cubicBezTo>
                <a:lnTo>
                  <a:pt x="362075" y="58122"/>
                </a:lnTo>
                <a:lnTo>
                  <a:pt x="333270" y="58122"/>
                </a:lnTo>
                <a:lnTo>
                  <a:pt x="333270" y="43156"/>
                </a:lnTo>
                <a:lnTo>
                  <a:pt x="362075" y="43156"/>
                </a:lnTo>
                <a:lnTo>
                  <a:pt x="362075" y="14864"/>
                </a:lnTo>
                <a:lnTo>
                  <a:pt x="379912" y="10251"/>
                </a:lnTo>
                <a:lnTo>
                  <a:pt x="379912" y="43156"/>
                </a:lnTo>
                <a:lnTo>
                  <a:pt x="426143" y="43156"/>
                </a:lnTo>
                <a:lnTo>
                  <a:pt x="426143" y="58122"/>
                </a:lnTo>
                <a:lnTo>
                  <a:pt x="379912" y="58122"/>
                </a:lnTo>
                <a:lnTo>
                  <a:pt x="379912" y="110401"/>
                </a:lnTo>
                <a:cubicBezTo>
                  <a:pt x="379912" y="117782"/>
                  <a:pt x="381877" y="123300"/>
                  <a:pt x="385806" y="126957"/>
                </a:cubicBezTo>
                <a:cubicBezTo>
                  <a:pt x="389736" y="130613"/>
                  <a:pt x="395527" y="132441"/>
                  <a:pt x="403181" y="132441"/>
                </a:cubicBezTo>
                <a:cubicBezTo>
                  <a:pt x="406461" y="132441"/>
                  <a:pt x="410049" y="132185"/>
                  <a:pt x="413945" y="131672"/>
                </a:cubicBezTo>
                <a:cubicBezTo>
                  <a:pt x="417840" y="131159"/>
                  <a:pt x="421906" y="130356"/>
                  <a:pt x="426143" y="129263"/>
                </a:cubicBezTo>
                <a:lnTo>
                  <a:pt x="426143" y="1446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Text [int]">
            <a:extLst xmlns:a="http://schemas.openxmlformats.org/drawingml/2006/main">
              <a:ext uri="{FF2B5EF4-FFF2-40B4-BE49-F238E27FC236}">
                <a16:creationId xmlns:a16="http://schemas.microsoft.com/office/drawing/2014/main" id="{0B1BEBBD-E1C2-4736-9A64-E4FBDD80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76" y="4163578"/>
            <a:ext cx="503931" cy="190460"/>
          </a:xfrm>
          <a:custGeom xmlns:a="http://schemas.openxmlformats.org/drawingml/2006/main">
            <a:pathLst>
              <a:path w="503931" h="190460">
                <a:moveTo>
                  <a:pt x="50537" y="190460"/>
                </a:moveTo>
                <a:lnTo>
                  <a:pt x="0" y="190460"/>
                </a:lnTo>
                <a:lnTo>
                  <a:pt x="0" y="0"/>
                </a:lnTo>
                <a:lnTo>
                  <a:pt x="50537" y="0"/>
                </a:lnTo>
                <a:lnTo>
                  <a:pt x="50537" y="14351"/>
                </a:lnTo>
                <a:lnTo>
                  <a:pt x="17016" y="14351"/>
                </a:lnTo>
                <a:lnTo>
                  <a:pt x="17016" y="176109"/>
                </a:lnTo>
                <a:lnTo>
                  <a:pt x="50537" y="176109"/>
                </a:lnTo>
                <a:lnTo>
                  <a:pt x="50537" y="190460"/>
                </a:lnTo>
                <a:close/>
                <a:moveTo>
                  <a:pt x="130908" y="60275"/>
                </a:moveTo>
                <a:lnTo>
                  <a:pt x="100463" y="60275"/>
                </a:lnTo>
                <a:lnTo>
                  <a:pt x="100463" y="45514"/>
                </a:lnTo>
                <a:lnTo>
                  <a:pt x="148950" y="45514"/>
                </a:lnTo>
                <a:lnTo>
                  <a:pt x="148950" y="133568"/>
                </a:lnTo>
                <a:lnTo>
                  <a:pt x="179600" y="133568"/>
                </a:lnTo>
                <a:lnTo>
                  <a:pt x="179600" y="148432"/>
                </a:lnTo>
                <a:lnTo>
                  <a:pt x="97081" y="148432"/>
                </a:lnTo>
                <a:lnTo>
                  <a:pt x="97081" y="133568"/>
                </a:lnTo>
                <a:lnTo>
                  <a:pt x="130908" y="133568"/>
                </a:lnTo>
                <a:lnTo>
                  <a:pt x="130908" y="60275"/>
                </a:lnTo>
                <a:moveTo>
                  <a:pt x="137161" y="2358"/>
                </a:moveTo>
                <a:cubicBezTo>
                  <a:pt x="139143" y="2358"/>
                  <a:pt x="140988" y="2716"/>
                  <a:pt x="142697" y="3434"/>
                </a:cubicBezTo>
                <a:cubicBezTo>
                  <a:pt x="144405" y="4152"/>
                  <a:pt x="145892" y="5160"/>
                  <a:pt x="147156" y="6458"/>
                </a:cubicBezTo>
                <a:cubicBezTo>
                  <a:pt x="148420" y="7756"/>
                  <a:pt x="149411" y="9243"/>
                  <a:pt x="150129" y="10917"/>
                </a:cubicBezTo>
                <a:cubicBezTo>
                  <a:pt x="150846" y="12591"/>
                  <a:pt x="151205" y="14420"/>
                  <a:pt x="151205" y="16401"/>
                </a:cubicBezTo>
                <a:cubicBezTo>
                  <a:pt x="151205" y="18315"/>
                  <a:pt x="150846" y="20126"/>
                  <a:pt x="150129" y="21834"/>
                </a:cubicBezTo>
                <a:cubicBezTo>
                  <a:pt x="149411" y="23543"/>
                  <a:pt x="148420" y="25046"/>
                  <a:pt x="147156" y="26345"/>
                </a:cubicBezTo>
                <a:cubicBezTo>
                  <a:pt x="145892" y="27643"/>
                  <a:pt x="144405" y="28651"/>
                  <a:pt x="142697" y="29369"/>
                </a:cubicBezTo>
                <a:cubicBezTo>
                  <a:pt x="140988" y="30086"/>
                  <a:pt x="139143" y="30445"/>
                  <a:pt x="137161" y="30445"/>
                </a:cubicBezTo>
                <a:cubicBezTo>
                  <a:pt x="135180" y="30445"/>
                  <a:pt x="133334" y="30086"/>
                  <a:pt x="131626" y="29369"/>
                </a:cubicBezTo>
                <a:cubicBezTo>
                  <a:pt x="129917" y="28651"/>
                  <a:pt x="128431" y="27643"/>
                  <a:pt x="127167" y="26345"/>
                </a:cubicBezTo>
                <a:cubicBezTo>
                  <a:pt x="125903" y="25046"/>
                  <a:pt x="124912" y="23543"/>
                  <a:pt x="124194" y="21834"/>
                </a:cubicBezTo>
                <a:cubicBezTo>
                  <a:pt x="123477" y="20126"/>
                  <a:pt x="123118" y="18315"/>
                  <a:pt x="123118" y="16401"/>
                </a:cubicBezTo>
                <a:cubicBezTo>
                  <a:pt x="123118" y="14420"/>
                  <a:pt x="123477" y="12591"/>
                  <a:pt x="124194" y="10917"/>
                </a:cubicBezTo>
                <a:cubicBezTo>
                  <a:pt x="124912" y="9243"/>
                  <a:pt x="125903" y="7756"/>
                  <a:pt x="127167" y="6458"/>
                </a:cubicBezTo>
                <a:cubicBezTo>
                  <a:pt x="128431" y="5160"/>
                  <a:pt x="129917" y="4152"/>
                  <a:pt x="131626" y="3434"/>
                </a:cubicBezTo>
                <a:cubicBezTo>
                  <a:pt x="133334" y="2716"/>
                  <a:pt x="135180" y="2358"/>
                  <a:pt x="137161" y="2358"/>
                </a:cubicBezTo>
                <a:close/>
                <a:moveTo>
                  <a:pt x="210665" y="45514"/>
                </a:moveTo>
                <a:lnTo>
                  <a:pt x="226554" y="45514"/>
                </a:lnTo>
                <a:lnTo>
                  <a:pt x="227271" y="62120"/>
                </a:lnTo>
                <a:cubicBezTo>
                  <a:pt x="230278" y="58566"/>
                  <a:pt x="233183" y="55611"/>
                  <a:pt x="235985" y="53253"/>
                </a:cubicBezTo>
                <a:cubicBezTo>
                  <a:pt x="238787" y="50895"/>
                  <a:pt x="241537" y="48999"/>
                  <a:pt x="244237" y="47564"/>
                </a:cubicBezTo>
                <a:cubicBezTo>
                  <a:pt x="246936" y="46129"/>
                  <a:pt x="249687" y="45121"/>
                  <a:pt x="252489" y="44540"/>
                </a:cubicBezTo>
                <a:cubicBezTo>
                  <a:pt x="255290" y="43959"/>
                  <a:pt x="258195" y="43669"/>
                  <a:pt x="261202" y="43669"/>
                </a:cubicBezTo>
                <a:cubicBezTo>
                  <a:pt x="271794" y="43669"/>
                  <a:pt x="279807" y="46795"/>
                  <a:pt x="285240" y="53048"/>
                </a:cubicBezTo>
                <a:cubicBezTo>
                  <a:pt x="290673" y="59301"/>
                  <a:pt x="293389" y="68715"/>
                  <a:pt x="293389" y="81289"/>
                </a:cubicBezTo>
                <a:lnTo>
                  <a:pt x="293389" y="148432"/>
                </a:lnTo>
                <a:lnTo>
                  <a:pt x="275553" y="148432"/>
                </a:lnTo>
                <a:lnTo>
                  <a:pt x="275553" y="82724"/>
                </a:lnTo>
                <a:cubicBezTo>
                  <a:pt x="275553" y="74660"/>
                  <a:pt x="274049" y="68698"/>
                  <a:pt x="271043" y="64837"/>
                </a:cubicBezTo>
                <a:cubicBezTo>
                  <a:pt x="268036" y="60975"/>
                  <a:pt x="263559" y="59045"/>
                  <a:pt x="257614" y="59045"/>
                </a:cubicBezTo>
                <a:cubicBezTo>
                  <a:pt x="255427" y="59045"/>
                  <a:pt x="253292" y="59369"/>
                  <a:pt x="251207" y="60019"/>
                </a:cubicBezTo>
                <a:cubicBezTo>
                  <a:pt x="249123" y="60668"/>
                  <a:pt x="246953" y="61795"/>
                  <a:pt x="244698" y="63401"/>
                </a:cubicBezTo>
                <a:cubicBezTo>
                  <a:pt x="242443" y="65007"/>
                  <a:pt x="240000" y="67177"/>
                  <a:pt x="237369" y="69911"/>
                </a:cubicBezTo>
                <a:cubicBezTo>
                  <a:pt x="234738" y="72644"/>
                  <a:pt x="231782" y="76061"/>
                  <a:pt x="228502" y="80162"/>
                </a:cubicBezTo>
                <a:lnTo>
                  <a:pt x="228502" y="148432"/>
                </a:lnTo>
                <a:lnTo>
                  <a:pt x="210665" y="148432"/>
                </a:lnTo>
                <a:lnTo>
                  <a:pt x="210665" y="45514"/>
                </a:lnTo>
                <a:close/>
                <a:moveTo>
                  <a:pt x="408409" y="146997"/>
                </a:moveTo>
                <a:cubicBezTo>
                  <a:pt x="404377" y="148022"/>
                  <a:pt x="400208" y="148757"/>
                  <a:pt x="395903" y="149201"/>
                </a:cubicBezTo>
                <a:cubicBezTo>
                  <a:pt x="391598" y="149645"/>
                  <a:pt x="387224" y="149867"/>
                  <a:pt x="382782" y="149867"/>
                </a:cubicBezTo>
                <a:cubicBezTo>
                  <a:pt x="369866" y="149867"/>
                  <a:pt x="360230" y="146946"/>
                  <a:pt x="353875" y="141103"/>
                </a:cubicBezTo>
                <a:cubicBezTo>
                  <a:pt x="347519" y="135260"/>
                  <a:pt x="344341" y="126290"/>
                  <a:pt x="344341" y="114194"/>
                </a:cubicBezTo>
                <a:lnTo>
                  <a:pt x="344341" y="60480"/>
                </a:lnTo>
                <a:lnTo>
                  <a:pt x="315536" y="60480"/>
                </a:lnTo>
                <a:lnTo>
                  <a:pt x="315536" y="45514"/>
                </a:lnTo>
                <a:lnTo>
                  <a:pt x="344341" y="45514"/>
                </a:lnTo>
                <a:lnTo>
                  <a:pt x="344341" y="17221"/>
                </a:lnTo>
                <a:lnTo>
                  <a:pt x="362178" y="12609"/>
                </a:lnTo>
                <a:lnTo>
                  <a:pt x="362178" y="45514"/>
                </a:lnTo>
                <a:lnTo>
                  <a:pt x="408409" y="45514"/>
                </a:lnTo>
                <a:lnTo>
                  <a:pt x="408409" y="60480"/>
                </a:lnTo>
                <a:lnTo>
                  <a:pt x="362178" y="60480"/>
                </a:lnTo>
                <a:lnTo>
                  <a:pt x="362178" y="112759"/>
                </a:lnTo>
                <a:cubicBezTo>
                  <a:pt x="362178" y="120140"/>
                  <a:pt x="364142" y="125658"/>
                  <a:pt x="368072" y="129314"/>
                </a:cubicBezTo>
                <a:cubicBezTo>
                  <a:pt x="372001" y="132970"/>
                  <a:pt x="377793" y="134798"/>
                  <a:pt x="385447" y="134798"/>
                </a:cubicBezTo>
                <a:cubicBezTo>
                  <a:pt x="388727" y="134798"/>
                  <a:pt x="392315" y="134542"/>
                  <a:pt x="396210" y="134030"/>
                </a:cubicBezTo>
                <a:cubicBezTo>
                  <a:pt x="400106" y="133517"/>
                  <a:pt x="404172" y="132714"/>
                  <a:pt x="408409" y="131621"/>
                </a:cubicBezTo>
                <a:lnTo>
                  <a:pt x="408409" y="146997"/>
                </a:lnTo>
                <a:close/>
                <a:moveTo>
                  <a:pt x="503931" y="190460"/>
                </a:moveTo>
                <a:lnTo>
                  <a:pt x="453394" y="190460"/>
                </a:lnTo>
                <a:lnTo>
                  <a:pt x="453394" y="176109"/>
                </a:lnTo>
                <a:lnTo>
                  <a:pt x="486710" y="176109"/>
                </a:lnTo>
                <a:lnTo>
                  <a:pt x="486710" y="14351"/>
                </a:lnTo>
                <a:lnTo>
                  <a:pt x="453394" y="14351"/>
                </a:lnTo>
                <a:lnTo>
                  <a:pt x="453394" y="0"/>
                </a:lnTo>
                <a:lnTo>
                  <a:pt x="503931" y="0"/>
                </a:lnTo>
                <a:lnTo>
                  <a:pt x="503931" y="1904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&lt;block_start&gt;">
            <a:extLst xmlns:a="http://schemas.openxmlformats.org/drawingml/2006/main">
              <a:ext uri="{FF2B5EF4-FFF2-40B4-BE49-F238E27FC236}">
                <a16:creationId xmlns:a16="http://schemas.microsoft.com/office/drawing/2014/main" id="{0CA6DDC3-09A2-45C2-879B-DCD1F009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01" y="4167166"/>
            <a:ext cx="1465049" cy="186873"/>
          </a:xfrm>
          <a:custGeom xmlns:a="http://schemas.openxmlformats.org/drawingml/2006/main">
            <a:pathLst>
              <a:path w="1465049" h="186873">
                <a:moveTo>
                  <a:pt x="80059" y="135208"/>
                </a:moveTo>
                <a:lnTo>
                  <a:pt x="68886" y="146484"/>
                </a:lnTo>
                <a:lnTo>
                  <a:pt x="0" y="88977"/>
                </a:lnTo>
                <a:lnTo>
                  <a:pt x="68886" y="31470"/>
                </a:lnTo>
                <a:lnTo>
                  <a:pt x="80059" y="42848"/>
                </a:lnTo>
                <a:lnTo>
                  <a:pt x="24192" y="88772"/>
                </a:lnTo>
                <a:lnTo>
                  <a:pt x="80059" y="135208"/>
                </a:lnTo>
                <a:close/>
                <a:moveTo>
                  <a:pt x="205119" y="91540"/>
                </a:moveTo>
                <a:cubicBezTo>
                  <a:pt x="205119" y="100082"/>
                  <a:pt x="203940" y="107719"/>
                  <a:pt x="201583" y="114451"/>
                </a:cubicBezTo>
                <a:cubicBezTo>
                  <a:pt x="199225" y="121182"/>
                  <a:pt x="195876" y="126888"/>
                  <a:pt x="191537" y="131569"/>
                </a:cubicBezTo>
                <a:cubicBezTo>
                  <a:pt x="187197" y="136251"/>
                  <a:pt x="181918" y="139838"/>
                  <a:pt x="175699" y="142333"/>
                </a:cubicBezTo>
                <a:cubicBezTo>
                  <a:pt x="169480" y="144827"/>
                  <a:pt x="162476" y="146074"/>
                  <a:pt x="154685" y="146074"/>
                </a:cubicBezTo>
                <a:cubicBezTo>
                  <a:pt x="148603" y="146074"/>
                  <a:pt x="142384" y="145493"/>
                  <a:pt x="136029" y="144332"/>
                </a:cubicBezTo>
                <a:cubicBezTo>
                  <a:pt x="129673" y="143170"/>
                  <a:pt x="123386" y="141325"/>
                  <a:pt x="117167" y="138796"/>
                </a:cubicBezTo>
                <a:lnTo>
                  <a:pt x="117167" y="0"/>
                </a:lnTo>
                <a:lnTo>
                  <a:pt x="135003" y="0"/>
                </a:lnTo>
                <a:lnTo>
                  <a:pt x="135003" y="39876"/>
                </a:lnTo>
                <a:lnTo>
                  <a:pt x="134183" y="58942"/>
                </a:lnTo>
                <a:cubicBezTo>
                  <a:pt x="139309" y="52040"/>
                  <a:pt x="144793" y="47171"/>
                  <a:pt x="150636" y="44335"/>
                </a:cubicBezTo>
                <a:cubicBezTo>
                  <a:pt x="156479" y="41499"/>
                  <a:pt x="162749" y="40081"/>
                  <a:pt x="169446" y="40081"/>
                </a:cubicBezTo>
                <a:cubicBezTo>
                  <a:pt x="175323" y="40081"/>
                  <a:pt x="180483" y="41311"/>
                  <a:pt x="184925" y="43771"/>
                </a:cubicBezTo>
                <a:cubicBezTo>
                  <a:pt x="189367" y="46231"/>
                  <a:pt x="193092" y="49699"/>
                  <a:pt x="196098" y="54176"/>
                </a:cubicBezTo>
                <a:cubicBezTo>
                  <a:pt x="199105" y="58652"/>
                  <a:pt x="201361" y="64051"/>
                  <a:pt x="202864" y="70372"/>
                </a:cubicBezTo>
                <a:cubicBezTo>
                  <a:pt x="204367" y="76693"/>
                  <a:pt x="205119" y="83749"/>
                  <a:pt x="205119" y="91540"/>
                </a:cubicBezTo>
                <a:moveTo>
                  <a:pt x="186873" y="92360"/>
                </a:moveTo>
                <a:cubicBezTo>
                  <a:pt x="186873" y="86961"/>
                  <a:pt x="186480" y="82007"/>
                  <a:pt x="185694" y="77496"/>
                </a:cubicBezTo>
                <a:cubicBezTo>
                  <a:pt x="184908" y="72986"/>
                  <a:pt x="183661" y="69125"/>
                  <a:pt x="181952" y="65913"/>
                </a:cubicBezTo>
                <a:cubicBezTo>
                  <a:pt x="180244" y="62701"/>
                  <a:pt x="178057" y="60189"/>
                  <a:pt x="175392" y="58378"/>
                </a:cubicBezTo>
                <a:cubicBezTo>
                  <a:pt x="172727" y="56568"/>
                  <a:pt x="169549" y="55662"/>
                  <a:pt x="165859" y="55662"/>
                </a:cubicBezTo>
                <a:cubicBezTo>
                  <a:pt x="163603" y="55662"/>
                  <a:pt x="161314" y="56021"/>
                  <a:pt x="158990" y="56738"/>
                </a:cubicBezTo>
                <a:cubicBezTo>
                  <a:pt x="156667" y="57456"/>
                  <a:pt x="154258" y="58652"/>
                  <a:pt x="151764" y="60326"/>
                </a:cubicBezTo>
                <a:cubicBezTo>
                  <a:pt x="149269" y="62000"/>
                  <a:pt x="146638" y="64221"/>
                  <a:pt x="143870" y="66989"/>
                </a:cubicBezTo>
                <a:cubicBezTo>
                  <a:pt x="141103" y="69757"/>
                  <a:pt x="138147" y="73191"/>
                  <a:pt x="135003" y="77291"/>
                </a:cubicBezTo>
                <a:lnTo>
                  <a:pt x="135003" y="127213"/>
                </a:lnTo>
                <a:cubicBezTo>
                  <a:pt x="138489" y="128580"/>
                  <a:pt x="142042" y="129656"/>
                  <a:pt x="145664" y="130442"/>
                </a:cubicBezTo>
                <a:cubicBezTo>
                  <a:pt x="149286" y="131228"/>
                  <a:pt x="152737" y="131621"/>
                  <a:pt x="156018" y="131621"/>
                </a:cubicBezTo>
                <a:cubicBezTo>
                  <a:pt x="160118" y="131621"/>
                  <a:pt x="164030" y="130971"/>
                  <a:pt x="167755" y="129673"/>
                </a:cubicBezTo>
                <a:cubicBezTo>
                  <a:pt x="171479" y="128375"/>
                  <a:pt x="174760" y="126205"/>
                  <a:pt x="177596" y="123164"/>
                </a:cubicBezTo>
                <a:cubicBezTo>
                  <a:pt x="180432" y="120123"/>
                  <a:pt x="182687" y="116091"/>
                  <a:pt x="184361" y="111068"/>
                </a:cubicBezTo>
                <a:cubicBezTo>
                  <a:pt x="186036" y="106045"/>
                  <a:pt x="186873" y="99809"/>
                  <a:pt x="186873" y="92360"/>
                </a:cubicBezTo>
                <a:close/>
                <a:moveTo>
                  <a:pt x="267040" y="14659"/>
                </a:moveTo>
                <a:lnTo>
                  <a:pt x="236595" y="14659"/>
                </a:lnTo>
                <a:lnTo>
                  <a:pt x="236595" y="0"/>
                </a:lnTo>
                <a:lnTo>
                  <a:pt x="285081" y="0"/>
                </a:lnTo>
                <a:lnTo>
                  <a:pt x="285081" y="129981"/>
                </a:lnTo>
                <a:lnTo>
                  <a:pt x="315731" y="129981"/>
                </a:lnTo>
                <a:lnTo>
                  <a:pt x="315731" y="144844"/>
                </a:lnTo>
                <a:lnTo>
                  <a:pt x="233212" y="144844"/>
                </a:lnTo>
                <a:lnTo>
                  <a:pt x="233212" y="129981"/>
                </a:lnTo>
                <a:lnTo>
                  <a:pt x="267040" y="129981"/>
                </a:lnTo>
                <a:lnTo>
                  <a:pt x="267040" y="14659"/>
                </a:lnTo>
                <a:close/>
                <a:moveTo>
                  <a:pt x="436389" y="92565"/>
                </a:moveTo>
                <a:cubicBezTo>
                  <a:pt x="436389" y="100561"/>
                  <a:pt x="435261" y="107890"/>
                  <a:pt x="433006" y="114553"/>
                </a:cubicBezTo>
                <a:cubicBezTo>
                  <a:pt x="430751" y="121216"/>
                  <a:pt x="427504" y="126922"/>
                  <a:pt x="423267" y="131672"/>
                </a:cubicBezTo>
                <a:cubicBezTo>
                  <a:pt x="419030" y="136422"/>
                  <a:pt x="413871" y="140112"/>
                  <a:pt x="407789" y="142743"/>
                </a:cubicBezTo>
                <a:cubicBezTo>
                  <a:pt x="401707" y="145374"/>
                  <a:pt x="394804" y="146689"/>
                  <a:pt x="387082" y="146689"/>
                </a:cubicBezTo>
                <a:cubicBezTo>
                  <a:pt x="379701" y="146689"/>
                  <a:pt x="373090" y="145545"/>
                  <a:pt x="367247" y="143255"/>
                </a:cubicBezTo>
                <a:cubicBezTo>
                  <a:pt x="361404" y="140966"/>
                  <a:pt x="356449" y="137600"/>
                  <a:pt x="352383" y="133158"/>
                </a:cubicBezTo>
                <a:cubicBezTo>
                  <a:pt x="348317" y="128716"/>
                  <a:pt x="345207" y="123215"/>
                  <a:pt x="343055" y="116654"/>
                </a:cubicBezTo>
                <a:cubicBezTo>
                  <a:pt x="340902" y="110094"/>
                  <a:pt x="339826" y="102543"/>
                  <a:pt x="339826" y="94000"/>
                </a:cubicBezTo>
                <a:cubicBezTo>
                  <a:pt x="339826" y="86004"/>
                  <a:pt x="340953" y="78709"/>
                  <a:pt x="343208" y="72115"/>
                </a:cubicBezTo>
                <a:cubicBezTo>
                  <a:pt x="345464" y="65520"/>
                  <a:pt x="348710" y="59848"/>
                  <a:pt x="352947" y="55098"/>
                </a:cubicBezTo>
                <a:cubicBezTo>
                  <a:pt x="357184" y="50349"/>
                  <a:pt x="362343" y="46658"/>
                  <a:pt x="368425" y="44027"/>
                </a:cubicBezTo>
                <a:cubicBezTo>
                  <a:pt x="374508" y="41396"/>
                  <a:pt x="381410" y="40081"/>
                  <a:pt x="389132" y="40081"/>
                </a:cubicBezTo>
                <a:cubicBezTo>
                  <a:pt x="396513" y="40081"/>
                  <a:pt x="403125" y="41225"/>
                  <a:pt x="408968" y="43515"/>
                </a:cubicBezTo>
                <a:cubicBezTo>
                  <a:pt x="414811" y="45804"/>
                  <a:pt x="419765" y="49153"/>
                  <a:pt x="423831" y="53561"/>
                </a:cubicBezTo>
                <a:cubicBezTo>
                  <a:pt x="427897" y="57968"/>
                  <a:pt x="431007" y="63453"/>
                  <a:pt x="433159" y="70013"/>
                </a:cubicBezTo>
                <a:cubicBezTo>
                  <a:pt x="435312" y="76574"/>
                  <a:pt x="436389" y="84091"/>
                  <a:pt x="436389" y="92565"/>
                </a:cubicBezTo>
                <a:moveTo>
                  <a:pt x="418142" y="93385"/>
                </a:moveTo>
                <a:cubicBezTo>
                  <a:pt x="418142" y="87030"/>
                  <a:pt x="417442" y="81477"/>
                  <a:pt x="416041" y="76727"/>
                </a:cubicBezTo>
                <a:cubicBezTo>
                  <a:pt x="414640" y="71978"/>
                  <a:pt x="412641" y="68014"/>
                  <a:pt x="410044" y="64837"/>
                </a:cubicBezTo>
                <a:cubicBezTo>
                  <a:pt x="407447" y="61659"/>
                  <a:pt x="404286" y="59267"/>
                  <a:pt x="400562" y="57661"/>
                </a:cubicBezTo>
                <a:cubicBezTo>
                  <a:pt x="396837" y="56055"/>
                  <a:pt x="392686" y="55252"/>
                  <a:pt x="388107" y="55252"/>
                </a:cubicBezTo>
                <a:cubicBezTo>
                  <a:pt x="382777" y="55252"/>
                  <a:pt x="378215" y="56294"/>
                  <a:pt x="374422" y="58378"/>
                </a:cubicBezTo>
                <a:cubicBezTo>
                  <a:pt x="370629" y="60463"/>
                  <a:pt x="367520" y="63248"/>
                  <a:pt x="365094" y="66733"/>
                </a:cubicBezTo>
                <a:cubicBezTo>
                  <a:pt x="362668" y="70218"/>
                  <a:pt x="360891" y="74267"/>
                  <a:pt x="359764" y="78880"/>
                </a:cubicBezTo>
                <a:cubicBezTo>
                  <a:pt x="358636" y="83493"/>
                  <a:pt x="358072" y="88328"/>
                  <a:pt x="358072" y="93385"/>
                </a:cubicBezTo>
                <a:cubicBezTo>
                  <a:pt x="358072" y="99741"/>
                  <a:pt x="358773" y="105310"/>
                  <a:pt x="360174" y="110094"/>
                </a:cubicBezTo>
                <a:cubicBezTo>
                  <a:pt x="361575" y="114878"/>
                  <a:pt x="363573" y="118858"/>
                  <a:pt x="366170" y="122036"/>
                </a:cubicBezTo>
                <a:cubicBezTo>
                  <a:pt x="368767" y="125214"/>
                  <a:pt x="371911" y="127606"/>
                  <a:pt x="375601" y="129212"/>
                </a:cubicBezTo>
                <a:cubicBezTo>
                  <a:pt x="379291" y="130818"/>
                  <a:pt x="383460" y="131621"/>
                  <a:pt x="388107" y="131621"/>
                </a:cubicBezTo>
                <a:cubicBezTo>
                  <a:pt x="393438" y="131621"/>
                  <a:pt x="397999" y="130579"/>
                  <a:pt x="401792" y="128494"/>
                </a:cubicBezTo>
                <a:cubicBezTo>
                  <a:pt x="405585" y="126410"/>
                  <a:pt x="408694" y="123625"/>
                  <a:pt x="411120" y="120140"/>
                </a:cubicBezTo>
                <a:cubicBezTo>
                  <a:pt x="413546" y="116654"/>
                  <a:pt x="415323" y="112605"/>
                  <a:pt x="416451" y="107993"/>
                </a:cubicBezTo>
                <a:cubicBezTo>
                  <a:pt x="417578" y="103380"/>
                  <a:pt x="418142" y="98511"/>
                  <a:pt x="418142" y="93385"/>
                </a:cubicBezTo>
                <a:close/>
                <a:moveTo>
                  <a:pt x="541567" y="141051"/>
                </a:moveTo>
                <a:cubicBezTo>
                  <a:pt x="536920" y="142828"/>
                  <a:pt x="532154" y="144144"/>
                  <a:pt x="527267" y="144998"/>
                </a:cubicBezTo>
                <a:cubicBezTo>
                  <a:pt x="522381" y="145852"/>
                  <a:pt x="517341" y="146279"/>
                  <a:pt x="512147" y="146279"/>
                </a:cubicBezTo>
                <a:cubicBezTo>
                  <a:pt x="495883" y="146279"/>
                  <a:pt x="483360" y="141872"/>
                  <a:pt x="474578" y="133056"/>
                </a:cubicBezTo>
                <a:cubicBezTo>
                  <a:pt x="465797" y="124240"/>
                  <a:pt x="461406" y="111358"/>
                  <a:pt x="461406" y="94410"/>
                </a:cubicBezTo>
                <a:cubicBezTo>
                  <a:pt x="461406" y="86278"/>
                  <a:pt x="462670" y="78897"/>
                  <a:pt x="465199" y="72268"/>
                </a:cubicBezTo>
                <a:cubicBezTo>
                  <a:pt x="467727" y="65639"/>
                  <a:pt x="471281" y="59967"/>
                  <a:pt x="475859" y="55252"/>
                </a:cubicBezTo>
                <a:cubicBezTo>
                  <a:pt x="480438" y="50537"/>
                  <a:pt x="485905" y="46898"/>
                  <a:pt x="492261" y="44335"/>
                </a:cubicBezTo>
                <a:cubicBezTo>
                  <a:pt x="498616" y="41772"/>
                  <a:pt x="505621" y="40491"/>
                  <a:pt x="513275" y="40491"/>
                </a:cubicBezTo>
                <a:cubicBezTo>
                  <a:pt x="518605" y="40491"/>
                  <a:pt x="523594" y="40867"/>
                  <a:pt x="528241" y="41618"/>
                </a:cubicBezTo>
                <a:cubicBezTo>
                  <a:pt x="532888" y="42370"/>
                  <a:pt x="537330" y="43600"/>
                  <a:pt x="541567" y="45309"/>
                </a:cubicBezTo>
                <a:lnTo>
                  <a:pt x="541567" y="62325"/>
                </a:lnTo>
                <a:cubicBezTo>
                  <a:pt x="537125" y="60002"/>
                  <a:pt x="532598" y="58310"/>
                  <a:pt x="527985" y="57251"/>
                </a:cubicBezTo>
                <a:cubicBezTo>
                  <a:pt x="523372" y="56192"/>
                  <a:pt x="518605" y="55662"/>
                  <a:pt x="513685" y="55662"/>
                </a:cubicBezTo>
                <a:cubicBezTo>
                  <a:pt x="509106" y="55662"/>
                  <a:pt x="504784" y="56533"/>
                  <a:pt x="500718" y="58276"/>
                </a:cubicBezTo>
                <a:cubicBezTo>
                  <a:pt x="496652" y="60019"/>
                  <a:pt x="493081" y="62530"/>
                  <a:pt x="490006" y="65810"/>
                </a:cubicBezTo>
                <a:cubicBezTo>
                  <a:pt x="486930" y="69091"/>
                  <a:pt x="484504" y="73088"/>
                  <a:pt x="482728" y="77804"/>
                </a:cubicBezTo>
                <a:cubicBezTo>
                  <a:pt x="480951" y="82519"/>
                  <a:pt x="480062" y="87850"/>
                  <a:pt x="480062" y="93795"/>
                </a:cubicBezTo>
                <a:cubicBezTo>
                  <a:pt x="480062" y="106233"/>
                  <a:pt x="483086" y="115544"/>
                  <a:pt x="489134" y="121729"/>
                </a:cubicBezTo>
                <a:cubicBezTo>
                  <a:pt x="495182" y="127913"/>
                  <a:pt x="503571" y="131006"/>
                  <a:pt x="514300" y="131006"/>
                </a:cubicBezTo>
                <a:cubicBezTo>
                  <a:pt x="519152" y="131006"/>
                  <a:pt x="523850" y="130459"/>
                  <a:pt x="528395" y="129366"/>
                </a:cubicBezTo>
                <a:cubicBezTo>
                  <a:pt x="532940" y="128272"/>
                  <a:pt x="537330" y="126632"/>
                  <a:pt x="541567" y="124445"/>
                </a:cubicBezTo>
                <a:lnTo>
                  <a:pt x="541567" y="141051"/>
                </a:lnTo>
                <a:close/>
                <a:moveTo>
                  <a:pt x="668990" y="144844"/>
                </a:moveTo>
                <a:lnTo>
                  <a:pt x="644491" y="144844"/>
                </a:lnTo>
                <a:lnTo>
                  <a:pt x="596517" y="89695"/>
                </a:lnTo>
                <a:lnTo>
                  <a:pt x="596517" y="144844"/>
                </a:lnTo>
                <a:lnTo>
                  <a:pt x="578681" y="144844"/>
                </a:lnTo>
                <a:lnTo>
                  <a:pt x="578681" y="0"/>
                </a:lnTo>
                <a:lnTo>
                  <a:pt x="596517" y="0"/>
                </a:lnTo>
                <a:lnTo>
                  <a:pt x="596517" y="88977"/>
                </a:lnTo>
                <a:lnTo>
                  <a:pt x="642748" y="41926"/>
                </a:lnTo>
                <a:lnTo>
                  <a:pt x="666325" y="41926"/>
                </a:lnTo>
                <a:lnTo>
                  <a:pt x="618044" y="89387"/>
                </a:lnTo>
                <a:lnTo>
                  <a:pt x="668990" y="144844"/>
                </a:lnTo>
                <a:close/>
                <a:moveTo>
                  <a:pt x="790263" y="186873"/>
                </a:moveTo>
                <a:lnTo>
                  <a:pt x="674839" y="186873"/>
                </a:lnTo>
                <a:lnTo>
                  <a:pt x="674839" y="172111"/>
                </a:lnTo>
                <a:lnTo>
                  <a:pt x="790263" y="172111"/>
                </a:lnTo>
                <a:lnTo>
                  <a:pt x="790263" y="186873"/>
                </a:lnTo>
                <a:close/>
                <a:moveTo>
                  <a:pt x="887549" y="116757"/>
                </a:moveTo>
                <a:cubicBezTo>
                  <a:pt x="887549" y="120379"/>
                  <a:pt x="886934" y="123625"/>
                  <a:pt x="885704" y="126495"/>
                </a:cubicBezTo>
                <a:cubicBezTo>
                  <a:pt x="884473" y="129366"/>
                  <a:pt x="882799" y="131911"/>
                  <a:pt x="880681" y="134132"/>
                </a:cubicBezTo>
                <a:cubicBezTo>
                  <a:pt x="878562" y="136353"/>
                  <a:pt x="876102" y="138250"/>
                  <a:pt x="873300" y="139821"/>
                </a:cubicBezTo>
                <a:cubicBezTo>
                  <a:pt x="870498" y="141393"/>
                  <a:pt x="867508" y="142692"/>
                  <a:pt x="864331" y="143717"/>
                </a:cubicBezTo>
                <a:cubicBezTo>
                  <a:pt x="861153" y="144742"/>
                  <a:pt x="857890" y="145493"/>
                  <a:pt x="854541" y="145972"/>
                </a:cubicBezTo>
                <a:cubicBezTo>
                  <a:pt x="851192" y="146450"/>
                  <a:pt x="847912" y="146689"/>
                  <a:pt x="844700" y="146689"/>
                </a:cubicBezTo>
                <a:cubicBezTo>
                  <a:pt x="837730" y="146689"/>
                  <a:pt x="831323" y="146382"/>
                  <a:pt x="825480" y="145767"/>
                </a:cubicBezTo>
                <a:cubicBezTo>
                  <a:pt x="819637" y="145152"/>
                  <a:pt x="813914" y="144161"/>
                  <a:pt x="808310" y="142794"/>
                </a:cubicBezTo>
                <a:lnTo>
                  <a:pt x="808310" y="126393"/>
                </a:lnTo>
                <a:cubicBezTo>
                  <a:pt x="814324" y="128101"/>
                  <a:pt x="820303" y="129400"/>
                  <a:pt x="826249" y="130288"/>
                </a:cubicBezTo>
                <a:cubicBezTo>
                  <a:pt x="832194" y="131176"/>
                  <a:pt x="838106" y="131621"/>
                  <a:pt x="843983" y="131621"/>
                </a:cubicBezTo>
                <a:cubicBezTo>
                  <a:pt x="852525" y="131621"/>
                  <a:pt x="858846" y="130459"/>
                  <a:pt x="862947" y="128135"/>
                </a:cubicBezTo>
                <a:cubicBezTo>
                  <a:pt x="867047" y="125812"/>
                  <a:pt x="869097" y="122497"/>
                  <a:pt x="869097" y="118192"/>
                </a:cubicBezTo>
                <a:cubicBezTo>
                  <a:pt x="869097" y="116347"/>
                  <a:pt x="868773" y="114690"/>
                  <a:pt x="868123" y="113220"/>
                </a:cubicBezTo>
                <a:cubicBezTo>
                  <a:pt x="867474" y="111751"/>
                  <a:pt x="866295" y="110350"/>
                  <a:pt x="864587" y="109018"/>
                </a:cubicBezTo>
                <a:cubicBezTo>
                  <a:pt x="862878" y="107685"/>
                  <a:pt x="860230" y="106301"/>
                  <a:pt x="856642" y="104866"/>
                </a:cubicBezTo>
                <a:cubicBezTo>
                  <a:pt x="853055" y="103431"/>
                  <a:pt x="848151" y="101791"/>
                  <a:pt x="841932" y="99946"/>
                </a:cubicBezTo>
                <a:cubicBezTo>
                  <a:pt x="837285" y="98579"/>
                  <a:pt x="832997" y="97024"/>
                  <a:pt x="829068" y="95281"/>
                </a:cubicBezTo>
                <a:cubicBezTo>
                  <a:pt x="825138" y="93539"/>
                  <a:pt x="821738" y="91472"/>
                  <a:pt x="818868" y="89080"/>
                </a:cubicBezTo>
                <a:cubicBezTo>
                  <a:pt x="815998" y="86688"/>
                  <a:pt x="813743" y="83886"/>
                  <a:pt x="812103" y="80674"/>
                </a:cubicBezTo>
                <a:cubicBezTo>
                  <a:pt x="810462" y="77462"/>
                  <a:pt x="809642" y="73669"/>
                  <a:pt x="809642" y="69296"/>
                </a:cubicBezTo>
                <a:cubicBezTo>
                  <a:pt x="809642" y="66425"/>
                  <a:pt x="810309" y="63282"/>
                  <a:pt x="811641" y="59865"/>
                </a:cubicBezTo>
                <a:cubicBezTo>
                  <a:pt x="812974" y="56448"/>
                  <a:pt x="815246" y="53270"/>
                  <a:pt x="818458" y="50332"/>
                </a:cubicBezTo>
                <a:cubicBezTo>
                  <a:pt x="821670" y="47393"/>
                  <a:pt x="826010" y="44950"/>
                  <a:pt x="831477" y="43002"/>
                </a:cubicBezTo>
                <a:cubicBezTo>
                  <a:pt x="836944" y="41055"/>
                  <a:pt x="843778" y="40081"/>
                  <a:pt x="851978" y="40081"/>
                </a:cubicBezTo>
                <a:cubicBezTo>
                  <a:pt x="856010" y="40081"/>
                  <a:pt x="860486" y="40303"/>
                  <a:pt x="865407" y="40747"/>
                </a:cubicBezTo>
                <a:cubicBezTo>
                  <a:pt x="870327" y="41191"/>
                  <a:pt x="875453" y="41960"/>
                  <a:pt x="880783" y="43053"/>
                </a:cubicBezTo>
                <a:lnTo>
                  <a:pt x="880783" y="58942"/>
                </a:lnTo>
                <a:cubicBezTo>
                  <a:pt x="875179" y="57576"/>
                  <a:pt x="869866" y="56568"/>
                  <a:pt x="864843" y="55918"/>
                </a:cubicBezTo>
                <a:cubicBezTo>
                  <a:pt x="859820" y="55269"/>
                  <a:pt x="855464" y="54944"/>
                  <a:pt x="851773" y="54944"/>
                </a:cubicBezTo>
                <a:cubicBezTo>
                  <a:pt x="847331" y="54944"/>
                  <a:pt x="843590" y="55286"/>
                  <a:pt x="840549" y="55970"/>
                </a:cubicBezTo>
                <a:cubicBezTo>
                  <a:pt x="837508" y="56653"/>
                  <a:pt x="835047" y="57593"/>
                  <a:pt x="833168" y="58789"/>
                </a:cubicBezTo>
                <a:cubicBezTo>
                  <a:pt x="831289" y="59984"/>
                  <a:pt x="829939" y="61385"/>
                  <a:pt x="829119" y="62991"/>
                </a:cubicBezTo>
                <a:cubicBezTo>
                  <a:pt x="828299" y="64597"/>
                  <a:pt x="827889" y="66323"/>
                  <a:pt x="827889" y="68168"/>
                </a:cubicBezTo>
                <a:cubicBezTo>
                  <a:pt x="827889" y="70013"/>
                  <a:pt x="828248" y="71687"/>
                  <a:pt x="828965" y="73191"/>
                </a:cubicBezTo>
                <a:cubicBezTo>
                  <a:pt x="829683" y="74694"/>
                  <a:pt x="831015" y="76147"/>
                  <a:pt x="832963" y="77548"/>
                </a:cubicBezTo>
                <a:cubicBezTo>
                  <a:pt x="834911" y="78949"/>
                  <a:pt x="837627" y="80349"/>
                  <a:pt x="841112" y="81750"/>
                </a:cubicBezTo>
                <a:cubicBezTo>
                  <a:pt x="844598" y="83151"/>
                  <a:pt x="849142" y="84672"/>
                  <a:pt x="854746" y="86312"/>
                </a:cubicBezTo>
                <a:cubicBezTo>
                  <a:pt x="860828" y="88089"/>
                  <a:pt x="865954" y="89951"/>
                  <a:pt x="870122" y="91899"/>
                </a:cubicBezTo>
                <a:cubicBezTo>
                  <a:pt x="874291" y="93846"/>
                  <a:pt x="877674" y="96016"/>
                  <a:pt x="880271" y="98408"/>
                </a:cubicBezTo>
                <a:cubicBezTo>
                  <a:pt x="882867" y="100800"/>
                  <a:pt x="884730" y="103499"/>
                  <a:pt x="885857" y="106506"/>
                </a:cubicBezTo>
                <a:cubicBezTo>
                  <a:pt x="886985" y="109513"/>
                  <a:pt x="887549" y="112930"/>
                  <a:pt x="887549" y="116757"/>
                </a:cubicBezTo>
                <a:close/>
                <a:moveTo>
                  <a:pt x="1003798" y="143409"/>
                </a:moveTo>
                <a:cubicBezTo>
                  <a:pt x="999766" y="144434"/>
                  <a:pt x="995598" y="145169"/>
                  <a:pt x="991292" y="145613"/>
                </a:cubicBezTo>
                <a:cubicBezTo>
                  <a:pt x="986987" y="146057"/>
                  <a:pt x="982613" y="146279"/>
                  <a:pt x="978171" y="146279"/>
                </a:cubicBezTo>
                <a:cubicBezTo>
                  <a:pt x="965255" y="146279"/>
                  <a:pt x="955620" y="143358"/>
                  <a:pt x="949264" y="137515"/>
                </a:cubicBezTo>
                <a:cubicBezTo>
                  <a:pt x="942908" y="131672"/>
                  <a:pt x="939731" y="122702"/>
                  <a:pt x="939731" y="110606"/>
                </a:cubicBezTo>
                <a:lnTo>
                  <a:pt x="939731" y="56892"/>
                </a:lnTo>
                <a:lnTo>
                  <a:pt x="910926" y="56892"/>
                </a:lnTo>
                <a:lnTo>
                  <a:pt x="910926" y="41926"/>
                </a:lnTo>
                <a:lnTo>
                  <a:pt x="939731" y="41926"/>
                </a:lnTo>
                <a:lnTo>
                  <a:pt x="939731" y="13634"/>
                </a:lnTo>
                <a:lnTo>
                  <a:pt x="957567" y="9021"/>
                </a:lnTo>
                <a:lnTo>
                  <a:pt x="957567" y="41926"/>
                </a:lnTo>
                <a:lnTo>
                  <a:pt x="1003798" y="41926"/>
                </a:lnTo>
                <a:lnTo>
                  <a:pt x="1003798" y="56892"/>
                </a:lnTo>
                <a:lnTo>
                  <a:pt x="957567" y="56892"/>
                </a:lnTo>
                <a:lnTo>
                  <a:pt x="957567" y="109171"/>
                </a:lnTo>
                <a:cubicBezTo>
                  <a:pt x="957567" y="116552"/>
                  <a:pt x="959532" y="122070"/>
                  <a:pt x="963461" y="125726"/>
                </a:cubicBezTo>
                <a:cubicBezTo>
                  <a:pt x="967391" y="129383"/>
                  <a:pt x="973183" y="131211"/>
                  <a:pt x="980837" y="131211"/>
                </a:cubicBezTo>
                <a:cubicBezTo>
                  <a:pt x="984117" y="131211"/>
                  <a:pt x="987705" y="130954"/>
                  <a:pt x="991600" y="130442"/>
                </a:cubicBezTo>
                <a:cubicBezTo>
                  <a:pt x="995495" y="129929"/>
                  <a:pt x="999561" y="129126"/>
                  <a:pt x="1003798" y="128033"/>
                </a:cubicBezTo>
                <a:lnTo>
                  <a:pt x="1003798" y="143409"/>
                </a:lnTo>
                <a:close/>
                <a:moveTo>
                  <a:pt x="1101801" y="144844"/>
                </a:moveTo>
                <a:lnTo>
                  <a:pt x="1101391" y="131006"/>
                </a:lnTo>
                <a:cubicBezTo>
                  <a:pt x="1095788" y="136541"/>
                  <a:pt x="1090098" y="140539"/>
                  <a:pt x="1084324" y="142999"/>
                </a:cubicBezTo>
                <a:cubicBezTo>
                  <a:pt x="1078549" y="145459"/>
                  <a:pt x="1072484" y="146689"/>
                  <a:pt x="1066129" y="146689"/>
                </a:cubicBezTo>
                <a:cubicBezTo>
                  <a:pt x="1060251" y="146689"/>
                  <a:pt x="1055228" y="145938"/>
                  <a:pt x="1051060" y="144434"/>
                </a:cubicBezTo>
                <a:cubicBezTo>
                  <a:pt x="1046891" y="142931"/>
                  <a:pt x="1043457" y="140864"/>
                  <a:pt x="1040758" y="138232"/>
                </a:cubicBezTo>
                <a:cubicBezTo>
                  <a:pt x="1038058" y="135601"/>
                  <a:pt x="1036077" y="132509"/>
                  <a:pt x="1034812" y="128955"/>
                </a:cubicBezTo>
                <a:cubicBezTo>
                  <a:pt x="1033548" y="125402"/>
                  <a:pt x="1032916" y="121541"/>
                  <a:pt x="1032916" y="117372"/>
                </a:cubicBezTo>
                <a:cubicBezTo>
                  <a:pt x="1032916" y="107053"/>
                  <a:pt x="1036760" y="98972"/>
                  <a:pt x="1044448" y="93129"/>
                </a:cubicBezTo>
                <a:cubicBezTo>
                  <a:pt x="1052136" y="87286"/>
                  <a:pt x="1063497" y="84364"/>
                  <a:pt x="1078532" y="84364"/>
                </a:cubicBezTo>
                <a:lnTo>
                  <a:pt x="1099854" y="84364"/>
                </a:lnTo>
                <a:lnTo>
                  <a:pt x="1099854" y="75344"/>
                </a:lnTo>
                <a:cubicBezTo>
                  <a:pt x="1099854" y="69261"/>
                  <a:pt x="1097906" y="64392"/>
                  <a:pt x="1094011" y="60736"/>
                </a:cubicBezTo>
                <a:cubicBezTo>
                  <a:pt x="1090115" y="57080"/>
                  <a:pt x="1084170" y="55252"/>
                  <a:pt x="1076174" y="55252"/>
                </a:cubicBezTo>
                <a:cubicBezTo>
                  <a:pt x="1070366" y="55252"/>
                  <a:pt x="1064642" y="55901"/>
                  <a:pt x="1059004" y="57200"/>
                </a:cubicBezTo>
                <a:cubicBezTo>
                  <a:pt x="1053366" y="58498"/>
                  <a:pt x="1047540" y="60343"/>
                  <a:pt x="1041527" y="62735"/>
                </a:cubicBezTo>
                <a:lnTo>
                  <a:pt x="1041527" y="46641"/>
                </a:lnTo>
                <a:cubicBezTo>
                  <a:pt x="1043782" y="45821"/>
                  <a:pt x="1046293" y="45018"/>
                  <a:pt x="1049061" y="44232"/>
                </a:cubicBezTo>
                <a:cubicBezTo>
                  <a:pt x="1051829" y="43446"/>
                  <a:pt x="1054750" y="42746"/>
                  <a:pt x="1057825" y="42131"/>
                </a:cubicBezTo>
                <a:cubicBezTo>
                  <a:pt x="1060901" y="41516"/>
                  <a:pt x="1064113" y="41020"/>
                  <a:pt x="1067461" y="40645"/>
                </a:cubicBezTo>
                <a:cubicBezTo>
                  <a:pt x="1070810" y="40269"/>
                  <a:pt x="1074193" y="40081"/>
                  <a:pt x="1077609" y="40081"/>
                </a:cubicBezTo>
                <a:cubicBezTo>
                  <a:pt x="1083828" y="40081"/>
                  <a:pt x="1089432" y="40764"/>
                  <a:pt x="1094421" y="42131"/>
                </a:cubicBezTo>
                <a:cubicBezTo>
                  <a:pt x="1099410" y="43498"/>
                  <a:pt x="1103629" y="45582"/>
                  <a:pt x="1107081" y="48384"/>
                </a:cubicBezTo>
                <a:cubicBezTo>
                  <a:pt x="1110532" y="51186"/>
                  <a:pt x="1113180" y="54705"/>
                  <a:pt x="1115025" y="58942"/>
                </a:cubicBezTo>
                <a:cubicBezTo>
                  <a:pt x="1116870" y="63179"/>
                  <a:pt x="1117793" y="68168"/>
                  <a:pt x="1117793" y="73909"/>
                </a:cubicBezTo>
                <a:lnTo>
                  <a:pt x="1117793" y="144844"/>
                </a:lnTo>
                <a:lnTo>
                  <a:pt x="1101801" y="144844"/>
                </a:lnTo>
                <a:moveTo>
                  <a:pt x="1099854" y="97998"/>
                </a:moveTo>
                <a:lnTo>
                  <a:pt x="1077199" y="97998"/>
                </a:lnTo>
                <a:cubicBezTo>
                  <a:pt x="1072757" y="97998"/>
                  <a:pt x="1068930" y="98442"/>
                  <a:pt x="1065718" y="99331"/>
                </a:cubicBezTo>
                <a:cubicBezTo>
                  <a:pt x="1062507" y="100219"/>
                  <a:pt x="1059876" y="101483"/>
                  <a:pt x="1057825" y="103123"/>
                </a:cubicBezTo>
                <a:cubicBezTo>
                  <a:pt x="1055775" y="104764"/>
                  <a:pt x="1054255" y="106728"/>
                  <a:pt x="1053264" y="109018"/>
                </a:cubicBezTo>
                <a:cubicBezTo>
                  <a:pt x="1052273" y="111307"/>
                  <a:pt x="1051777" y="113887"/>
                  <a:pt x="1051777" y="116757"/>
                </a:cubicBezTo>
                <a:cubicBezTo>
                  <a:pt x="1051777" y="118739"/>
                  <a:pt x="1052085" y="120635"/>
                  <a:pt x="1052700" y="122446"/>
                </a:cubicBezTo>
                <a:cubicBezTo>
                  <a:pt x="1053315" y="124257"/>
                  <a:pt x="1054306" y="125863"/>
                  <a:pt x="1055673" y="127264"/>
                </a:cubicBezTo>
                <a:cubicBezTo>
                  <a:pt x="1057039" y="128665"/>
                  <a:pt x="1058816" y="129776"/>
                  <a:pt x="1061003" y="130596"/>
                </a:cubicBezTo>
                <a:cubicBezTo>
                  <a:pt x="1063190" y="131416"/>
                  <a:pt x="1065855" y="131826"/>
                  <a:pt x="1068999" y="131826"/>
                </a:cubicBezTo>
                <a:cubicBezTo>
                  <a:pt x="1073099" y="131826"/>
                  <a:pt x="1077797" y="130579"/>
                  <a:pt x="1083094" y="128084"/>
                </a:cubicBezTo>
                <a:cubicBezTo>
                  <a:pt x="1088390" y="125590"/>
                  <a:pt x="1093977" y="121643"/>
                  <a:pt x="1099854" y="116244"/>
                </a:cubicBezTo>
                <a:lnTo>
                  <a:pt x="1099854" y="97998"/>
                </a:lnTo>
                <a:close/>
                <a:moveTo>
                  <a:pt x="1154701" y="41926"/>
                </a:moveTo>
                <a:lnTo>
                  <a:pt x="1171000" y="41926"/>
                </a:lnTo>
                <a:lnTo>
                  <a:pt x="1171512" y="60890"/>
                </a:lnTo>
                <a:cubicBezTo>
                  <a:pt x="1177595" y="53578"/>
                  <a:pt x="1183591" y="48281"/>
                  <a:pt x="1189503" y="45001"/>
                </a:cubicBezTo>
                <a:cubicBezTo>
                  <a:pt x="1195414" y="41721"/>
                  <a:pt x="1201376" y="40081"/>
                  <a:pt x="1207390" y="40081"/>
                </a:cubicBezTo>
                <a:cubicBezTo>
                  <a:pt x="1218051" y="40081"/>
                  <a:pt x="1226132" y="43532"/>
                  <a:pt x="1231634" y="50434"/>
                </a:cubicBezTo>
                <a:cubicBezTo>
                  <a:pt x="1237135" y="57336"/>
                  <a:pt x="1239680" y="67587"/>
                  <a:pt x="1239270" y="81187"/>
                </a:cubicBezTo>
                <a:lnTo>
                  <a:pt x="1221229" y="81187"/>
                </a:lnTo>
                <a:cubicBezTo>
                  <a:pt x="1221434" y="72166"/>
                  <a:pt x="1220118" y="65622"/>
                  <a:pt x="1217282" y="61556"/>
                </a:cubicBezTo>
                <a:cubicBezTo>
                  <a:pt x="1214446" y="57490"/>
                  <a:pt x="1210295" y="55457"/>
                  <a:pt x="1204828" y="55457"/>
                </a:cubicBezTo>
                <a:cubicBezTo>
                  <a:pt x="1202436" y="55457"/>
                  <a:pt x="1200027" y="55884"/>
                  <a:pt x="1197601" y="56738"/>
                </a:cubicBezTo>
                <a:cubicBezTo>
                  <a:pt x="1195175" y="57593"/>
                  <a:pt x="1192680" y="58959"/>
                  <a:pt x="1190118" y="60839"/>
                </a:cubicBezTo>
                <a:cubicBezTo>
                  <a:pt x="1187555" y="62718"/>
                  <a:pt x="1184838" y="65127"/>
                  <a:pt x="1181968" y="68066"/>
                </a:cubicBezTo>
                <a:cubicBezTo>
                  <a:pt x="1179098" y="71004"/>
                  <a:pt x="1176023" y="74558"/>
                  <a:pt x="1172742" y="78726"/>
                </a:cubicBezTo>
                <a:lnTo>
                  <a:pt x="1172742" y="144844"/>
                </a:lnTo>
                <a:lnTo>
                  <a:pt x="1154701" y="144844"/>
                </a:lnTo>
                <a:lnTo>
                  <a:pt x="1154701" y="41926"/>
                </a:lnTo>
                <a:close/>
                <a:moveTo>
                  <a:pt x="1348242" y="143409"/>
                </a:moveTo>
                <a:cubicBezTo>
                  <a:pt x="1344210" y="144434"/>
                  <a:pt x="1340041" y="145169"/>
                  <a:pt x="1335736" y="145613"/>
                </a:cubicBezTo>
                <a:cubicBezTo>
                  <a:pt x="1331431" y="146057"/>
                  <a:pt x="1327057" y="146279"/>
                  <a:pt x="1322615" y="146279"/>
                </a:cubicBezTo>
                <a:cubicBezTo>
                  <a:pt x="1309699" y="146279"/>
                  <a:pt x="1300063" y="143358"/>
                  <a:pt x="1293708" y="137515"/>
                </a:cubicBezTo>
                <a:cubicBezTo>
                  <a:pt x="1287352" y="131672"/>
                  <a:pt x="1284174" y="122702"/>
                  <a:pt x="1284174" y="110606"/>
                </a:cubicBezTo>
                <a:lnTo>
                  <a:pt x="1284174" y="56892"/>
                </a:lnTo>
                <a:lnTo>
                  <a:pt x="1255370" y="56892"/>
                </a:lnTo>
                <a:lnTo>
                  <a:pt x="1255370" y="41926"/>
                </a:lnTo>
                <a:lnTo>
                  <a:pt x="1284174" y="41926"/>
                </a:lnTo>
                <a:lnTo>
                  <a:pt x="1284174" y="13634"/>
                </a:lnTo>
                <a:lnTo>
                  <a:pt x="1302011" y="9021"/>
                </a:lnTo>
                <a:lnTo>
                  <a:pt x="1302011" y="41926"/>
                </a:lnTo>
                <a:lnTo>
                  <a:pt x="1348242" y="41926"/>
                </a:lnTo>
                <a:lnTo>
                  <a:pt x="1348242" y="56892"/>
                </a:lnTo>
                <a:lnTo>
                  <a:pt x="1302011" y="56892"/>
                </a:lnTo>
                <a:lnTo>
                  <a:pt x="1302011" y="109171"/>
                </a:lnTo>
                <a:cubicBezTo>
                  <a:pt x="1302011" y="116552"/>
                  <a:pt x="1303976" y="122070"/>
                  <a:pt x="1307905" y="125726"/>
                </a:cubicBezTo>
                <a:cubicBezTo>
                  <a:pt x="1311835" y="129383"/>
                  <a:pt x="1317626" y="131211"/>
                  <a:pt x="1325280" y="131211"/>
                </a:cubicBezTo>
                <a:cubicBezTo>
                  <a:pt x="1328560" y="131211"/>
                  <a:pt x="1332148" y="130954"/>
                  <a:pt x="1336044" y="130442"/>
                </a:cubicBezTo>
                <a:cubicBezTo>
                  <a:pt x="1339939" y="129929"/>
                  <a:pt x="1344005" y="129126"/>
                  <a:pt x="1348242" y="128033"/>
                </a:cubicBezTo>
                <a:lnTo>
                  <a:pt x="1348242" y="143409"/>
                </a:lnTo>
                <a:close/>
                <a:moveTo>
                  <a:pt x="1385093" y="42848"/>
                </a:moveTo>
                <a:lnTo>
                  <a:pt x="1396164" y="31470"/>
                </a:lnTo>
                <a:lnTo>
                  <a:pt x="1465049" y="88977"/>
                </a:lnTo>
                <a:lnTo>
                  <a:pt x="1396164" y="146484"/>
                </a:lnTo>
                <a:lnTo>
                  <a:pt x="1385093" y="135208"/>
                </a:lnTo>
                <a:lnTo>
                  <a:pt x="1440960" y="89182"/>
                </a:lnTo>
                <a:lnTo>
                  <a:pt x="1385093" y="4284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Text chk_map:dict[intint]">
            <a:extLst xmlns:a="http://schemas.openxmlformats.org/drawingml/2006/main">
              <a:ext uri="{FF2B5EF4-FFF2-40B4-BE49-F238E27FC236}">
                <a16:creationId xmlns:a16="http://schemas.microsoft.com/office/drawing/2014/main" id="{CE773542-E593-4968-9B51-7ECCCA2E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175" y="4163578"/>
            <a:ext cx="2360050" cy="190460"/>
          </a:xfrm>
          <a:custGeom xmlns:a="http://schemas.openxmlformats.org/drawingml/2006/main">
            <a:pathLst>
              <a:path w="2360050" h="190460">
                <a:moveTo>
                  <a:pt x="80162" y="144639"/>
                </a:moveTo>
                <a:cubicBezTo>
                  <a:pt x="75514" y="146416"/>
                  <a:pt x="70748" y="147732"/>
                  <a:pt x="65862" y="148586"/>
                </a:cubicBezTo>
                <a:cubicBezTo>
                  <a:pt x="60975" y="149440"/>
                  <a:pt x="55935" y="149867"/>
                  <a:pt x="50742" y="149867"/>
                </a:cubicBezTo>
                <a:cubicBezTo>
                  <a:pt x="34477" y="149867"/>
                  <a:pt x="21954" y="145459"/>
                  <a:pt x="13172" y="136644"/>
                </a:cubicBezTo>
                <a:cubicBezTo>
                  <a:pt x="4391" y="127828"/>
                  <a:pt x="0" y="114946"/>
                  <a:pt x="0" y="97998"/>
                </a:cubicBezTo>
                <a:cubicBezTo>
                  <a:pt x="0" y="89866"/>
                  <a:pt x="1264" y="82485"/>
                  <a:pt x="3793" y="75856"/>
                </a:cubicBezTo>
                <a:cubicBezTo>
                  <a:pt x="6321" y="69227"/>
                  <a:pt x="9875" y="63555"/>
                  <a:pt x="14454" y="58840"/>
                </a:cubicBezTo>
                <a:cubicBezTo>
                  <a:pt x="19032" y="54124"/>
                  <a:pt x="24499" y="50485"/>
                  <a:pt x="30855" y="47923"/>
                </a:cubicBezTo>
                <a:cubicBezTo>
                  <a:pt x="37211" y="45360"/>
                  <a:pt x="44215" y="44079"/>
                  <a:pt x="51869" y="44079"/>
                </a:cubicBezTo>
                <a:cubicBezTo>
                  <a:pt x="57200" y="44079"/>
                  <a:pt x="62188" y="44454"/>
                  <a:pt x="66835" y="45206"/>
                </a:cubicBezTo>
                <a:cubicBezTo>
                  <a:pt x="71482" y="45958"/>
                  <a:pt x="75925" y="47188"/>
                  <a:pt x="80162" y="48896"/>
                </a:cubicBezTo>
                <a:lnTo>
                  <a:pt x="80162" y="65913"/>
                </a:lnTo>
                <a:cubicBezTo>
                  <a:pt x="75719" y="63589"/>
                  <a:pt x="71192" y="61898"/>
                  <a:pt x="66579" y="60839"/>
                </a:cubicBezTo>
                <a:cubicBezTo>
                  <a:pt x="61966" y="59779"/>
                  <a:pt x="57200" y="59250"/>
                  <a:pt x="52279" y="59250"/>
                </a:cubicBezTo>
                <a:cubicBezTo>
                  <a:pt x="47701" y="59250"/>
                  <a:pt x="43378" y="60121"/>
                  <a:pt x="39312" y="61864"/>
                </a:cubicBezTo>
                <a:cubicBezTo>
                  <a:pt x="35246" y="63606"/>
                  <a:pt x="31675" y="66118"/>
                  <a:pt x="28600" y="69398"/>
                </a:cubicBezTo>
                <a:cubicBezTo>
                  <a:pt x="25525" y="72678"/>
                  <a:pt x="23099" y="76676"/>
                  <a:pt x="21322" y="81392"/>
                </a:cubicBezTo>
                <a:cubicBezTo>
                  <a:pt x="19545" y="86107"/>
                  <a:pt x="18657" y="91437"/>
                  <a:pt x="18657" y="97383"/>
                </a:cubicBezTo>
                <a:cubicBezTo>
                  <a:pt x="18657" y="109821"/>
                  <a:pt x="21681" y="119132"/>
                  <a:pt x="27729" y="125316"/>
                </a:cubicBezTo>
                <a:cubicBezTo>
                  <a:pt x="33776" y="131501"/>
                  <a:pt x="42165" y="134593"/>
                  <a:pt x="52894" y="134593"/>
                </a:cubicBezTo>
                <a:cubicBezTo>
                  <a:pt x="57746" y="134593"/>
                  <a:pt x="62445" y="134047"/>
                  <a:pt x="66989" y="132953"/>
                </a:cubicBezTo>
                <a:cubicBezTo>
                  <a:pt x="71534" y="131860"/>
                  <a:pt x="75925" y="130220"/>
                  <a:pt x="80162" y="128033"/>
                </a:cubicBezTo>
                <a:lnTo>
                  <a:pt x="80162" y="144639"/>
                </a:lnTo>
                <a:close/>
                <a:moveTo>
                  <a:pt x="197744" y="148432"/>
                </a:moveTo>
                <a:lnTo>
                  <a:pt x="179907" y="148432"/>
                </a:lnTo>
                <a:lnTo>
                  <a:pt x="179907" y="82724"/>
                </a:lnTo>
                <a:cubicBezTo>
                  <a:pt x="179907" y="74797"/>
                  <a:pt x="178421" y="68869"/>
                  <a:pt x="175448" y="64939"/>
                </a:cubicBezTo>
                <a:cubicBezTo>
                  <a:pt x="172475" y="61010"/>
                  <a:pt x="168221" y="59045"/>
                  <a:pt x="162686" y="59045"/>
                </a:cubicBezTo>
                <a:cubicBezTo>
                  <a:pt x="160294" y="59045"/>
                  <a:pt x="158056" y="59369"/>
                  <a:pt x="155972" y="60019"/>
                </a:cubicBezTo>
                <a:cubicBezTo>
                  <a:pt x="153887" y="60668"/>
                  <a:pt x="151717" y="61795"/>
                  <a:pt x="149462" y="63401"/>
                </a:cubicBezTo>
                <a:cubicBezTo>
                  <a:pt x="147207" y="65007"/>
                  <a:pt x="144747" y="67177"/>
                  <a:pt x="142082" y="69911"/>
                </a:cubicBezTo>
                <a:cubicBezTo>
                  <a:pt x="139416" y="72644"/>
                  <a:pt x="136341" y="76061"/>
                  <a:pt x="132856" y="80162"/>
                </a:cubicBezTo>
                <a:lnTo>
                  <a:pt x="132856" y="148432"/>
                </a:lnTo>
                <a:lnTo>
                  <a:pt x="115019" y="148432"/>
                </a:lnTo>
                <a:lnTo>
                  <a:pt x="115019" y="3588"/>
                </a:lnTo>
                <a:lnTo>
                  <a:pt x="132856" y="3588"/>
                </a:lnTo>
                <a:lnTo>
                  <a:pt x="132856" y="45514"/>
                </a:lnTo>
                <a:lnTo>
                  <a:pt x="132241" y="61710"/>
                </a:lnTo>
                <a:cubicBezTo>
                  <a:pt x="135043" y="58361"/>
                  <a:pt x="137793" y="55542"/>
                  <a:pt x="140493" y="53253"/>
                </a:cubicBezTo>
                <a:cubicBezTo>
                  <a:pt x="143192" y="50964"/>
                  <a:pt x="145892" y="49101"/>
                  <a:pt x="148591" y="47666"/>
                </a:cubicBezTo>
                <a:cubicBezTo>
                  <a:pt x="151290" y="46231"/>
                  <a:pt x="154041" y="45206"/>
                  <a:pt x="156843" y="44591"/>
                </a:cubicBezTo>
                <a:cubicBezTo>
                  <a:pt x="159645" y="43976"/>
                  <a:pt x="162549" y="43669"/>
                  <a:pt x="165556" y="43669"/>
                </a:cubicBezTo>
                <a:cubicBezTo>
                  <a:pt x="175807" y="43669"/>
                  <a:pt x="183734" y="46795"/>
                  <a:pt x="189338" y="53048"/>
                </a:cubicBezTo>
                <a:cubicBezTo>
                  <a:pt x="194942" y="59301"/>
                  <a:pt x="197744" y="68715"/>
                  <a:pt x="197744" y="81289"/>
                </a:cubicBezTo>
                <a:lnTo>
                  <a:pt x="197744" y="148432"/>
                </a:lnTo>
                <a:close/>
                <a:moveTo>
                  <a:pt x="322399" y="148432"/>
                </a:moveTo>
                <a:lnTo>
                  <a:pt x="297900" y="148432"/>
                </a:lnTo>
                <a:lnTo>
                  <a:pt x="249926" y="93283"/>
                </a:lnTo>
                <a:lnTo>
                  <a:pt x="249926" y="148432"/>
                </a:lnTo>
                <a:lnTo>
                  <a:pt x="232089" y="148432"/>
                </a:lnTo>
                <a:lnTo>
                  <a:pt x="232089" y="3588"/>
                </a:lnTo>
                <a:lnTo>
                  <a:pt x="249926" y="3588"/>
                </a:lnTo>
                <a:lnTo>
                  <a:pt x="249926" y="92565"/>
                </a:lnTo>
                <a:lnTo>
                  <a:pt x="296157" y="45514"/>
                </a:lnTo>
                <a:lnTo>
                  <a:pt x="319734" y="45514"/>
                </a:lnTo>
                <a:lnTo>
                  <a:pt x="271452" y="92975"/>
                </a:lnTo>
                <a:lnTo>
                  <a:pt x="322399" y="148432"/>
                </a:lnTo>
                <a:close/>
                <a:moveTo>
                  <a:pt x="443656" y="190460"/>
                </a:moveTo>
                <a:lnTo>
                  <a:pt x="328232" y="190460"/>
                </a:lnTo>
                <a:lnTo>
                  <a:pt x="328232" y="175699"/>
                </a:lnTo>
                <a:lnTo>
                  <a:pt x="443656" y="175699"/>
                </a:lnTo>
                <a:lnTo>
                  <a:pt x="443656" y="190460"/>
                </a:lnTo>
                <a:close/>
                <a:moveTo>
                  <a:pt x="532844" y="148432"/>
                </a:moveTo>
                <a:lnTo>
                  <a:pt x="532844" y="74524"/>
                </a:lnTo>
                <a:cubicBezTo>
                  <a:pt x="532844" y="71312"/>
                  <a:pt x="532724" y="68681"/>
                  <a:pt x="532485" y="66630"/>
                </a:cubicBezTo>
                <a:cubicBezTo>
                  <a:pt x="532246" y="64580"/>
                  <a:pt x="531870" y="62957"/>
                  <a:pt x="531357" y="61761"/>
                </a:cubicBezTo>
                <a:cubicBezTo>
                  <a:pt x="530845" y="60565"/>
                  <a:pt x="530195" y="59728"/>
                  <a:pt x="529409" y="59250"/>
                </a:cubicBezTo>
                <a:cubicBezTo>
                  <a:pt x="528624" y="58771"/>
                  <a:pt x="527650" y="58532"/>
                  <a:pt x="526488" y="58532"/>
                </a:cubicBezTo>
                <a:cubicBezTo>
                  <a:pt x="525121" y="58532"/>
                  <a:pt x="523857" y="58942"/>
                  <a:pt x="522695" y="59762"/>
                </a:cubicBezTo>
                <a:cubicBezTo>
                  <a:pt x="521533" y="60582"/>
                  <a:pt x="520286" y="61915"/>
                  <a:pt x="518954" y="63760"/>
                </a:cubicBezTo>
                <a:cubicBezTo>
                  <a:pt x="517621" y="65605"/>
                  <a:pt x="516152" y="68048"/>
                  <a:pt x="514546" y="71090"/>
                </a:cubicBezTo>
                <a:cubicBezTo>
                  <a:pt x="512940" y="74131"/>
                  <a:pt x="511043" y="77872"/>
                  <a:pt x="508857" y="82314"/>
                </a:cubicBezTo>
                <a:lnTo>
                  <a:pt x="508857" y="148432"/>
                </a:lnTo>
                <a:lnTo>
                  <a:pt x="492558" y="148432"/>
                </a:lnTo>
                <a:lnTo>
                  <a:pt x="492558" y="76471"/>
                </a:lnTo>
                <a:cubicBezTo>
                  <a:pt x="492558" y="72713"/>
                  <a:pt x="492438" y="69672"/>
                  <a:pt x="492199" y="67348"/>
                </a:cubicBezTo>
                <a:cubicBezTo>
                  <a:pt x="491960" y="65024"/>
                  <a:pt x="491584" y="63213"/>
                  <a:pt x="491071" y="61915"/>
                </a:cubicBezTo>
                <a:cubicBezTo>
                  <a:pt x="490559" y="60617"/>
                  <a:pt x="489893" y="59728"/>
                  <a:pt x="489072" y="59250"/>
                </a:cubicBezTo>
                <a:cubicBezTo>
                  <a:pt x="488252" y="58771"/>
                  <a:pt x="487261" y="58532"/>
                  <a:pt x="486100" y="58532"/>
                </a:cubicBezTo>
                <a:cubicBezTo>
                  <a:pt x="484870" y="58532"/>
                  <a:pt x="483708" y="58874"/>
                  <a:pt x="482614" y="59557"/>
                </a:cubicBezTo>
                <a:cubicBezTo>
                  <a:pt x="481521" y="60241"/>
                  <a:pt x="480308" y="61471"/>
                  <a:pt x="478975" y="63248"/>
                </a:cubicBezTo>
                <a:cubicBezTo>
                  <a:pt x="477643" y="65024"/>
                  <a:pt x="476156" y="67450"/>
                  <a:pt x="474516" y="70526"/>
                </a:cubicBezTo>
                <a:cubicBezTo>
                  <a:pt x="472876" y="73601"/>
                  <a:pt x="470928" y="77530"/>
                  <a:pt x="468673" y="82314"/>
                </a:cubicBezTo>
                <a:lnTo>
                  <a:pt x="468673" y="148432"/>
                </a:lnTo>
                <a:lnTo>
                  <a:pt x="452272" y="148432"/>
                </a:lnTo>
                <a:lnTo>
                  <a:pt x="452272" y="45514"/>
                </a:lnTo>
                <a:lnTo>
                  <a:pt x="465906" y="45514"/>
                </a:lnTo>
                <a:lnTo>
                  <a:pt x="466726" y="65093"/>
                </a:lnTo>
                <a:cubicBezTo>
                  <a:pt x="468502" y="61197"/>
                  <a:pt x="470228" y="57883"/>
                  <a:pt x="471902" y="55149"/>
                </a:cubicBezTo>
                <a:cubicBezTo>
                  <a:pt x="473577" y="52416"/>
                  <a:pt x="475302" y="50212"/>
                  <a:pt x="477079" y="48538"/>
                </a:cubicBezTo>
                <a:cubicBezTo>
                  <a:pt x="478856" y="46863"/>
                  <a:pt x="480752" y="45633"/>
                  <a:pt x="482768" y="44847"/>
                </a:cubicBezTo>
                <a:cubicBezTo>
                  <a:pt x="484784" y="44062"/>
                  <a:pt x="487022" y="43669"/>
                  <a:pt x="489482" y="43669"/>
                </a:cubicBezTo>
                <a:cubicBezTo>
                  <a:pt x="495018" y="43669"/>
                  <a:pt x="499221" y="45480"/>
                  <a:pt x="502091" y="49101"/>
                </a:cubicBezTo>
                <a:cubicBezTo>
                  <a:pt x="504961" y="52723"/>
                  <a:pt x="506396" y="58327"/>
                  <a:pt x="506396" y="65913"/>
                </a:cubicBezTo>
                <a:cubicBezTo>
                  <a:pt x="508037" y="62359"/>
                  <a:pt x="509642" y="59199"/>
                  <a:pt x="511214" y="56431"/>
                </a:cubicBezTo>
                <a:cubicBezTo>
                  <a:pt x="512786" y="53663"/>
                  <a:pt x="514477" y="51340"/>
                  <a:pt x="516288" y="49460"/>
                </a:cubicBezTo>
                <a:cubicBezTo>
                  <a:pt x="518099" y="47581"/>
                  <a:pt x="520098" y="46146"/>
                  <a:pt x="522285" y="45155"/>
                </a:cubicBezTo>
                <a:cubicBezTo>
                  <a:pt x="524472" y="44164"/>
                  <a:pt x="527001" y="43669"/>
                  <a:pt x="529871" y="43669"/>
                </a:cubicBezTo>
                <a:cubicBezTo>
                  <a:pt x="542787" y="43669"/>
                  <a:pt x="549245" y="53612"/>
                  <a:pt x="549245" y="73498"/>
                </a:cubicBezTo>
                <a:lnTo>
                  <a:pt x="549245" y="148432"/>
                </a:lnTo>
                <a:lnTo>
                  <a:pt x="532844" y="148432"/>
                </a:lnTo>
                <a:close/>
                <a:moveTo>
                  <a:pt x="640380" y="148432"/>
                </a:moveTo>
                <a:lnTo>
                  <a:pt x="639970" y="134593"/>
                </a:lnTo>
                <a:cubicBezTo>
                  <a:pt x="634366" y="140129"/>
                  <a:pt x="628677" y="144127"/>
                  <a:pt x="622902" y="146587"/>
                </a:cubicBezTo>
                <a:cubicBezTo>
                  <a:pt x="617128" y="149047"/>
                  <a:pt x="611063" y="150277"/>
                  <a:pt x="604707" y="150277"/>
                </a:cubicBezTo>
                <a:cubicBezTo>
                  <a:pt x="598830" y="150277"/>
                  <a:pt x="593807" y="149525"/>
                  <a:pt x="589639" y="148022"/>
                </a:cubicBezTo>
                <a:cubicBezTo>
                  <a:pt x="585470" y="146519"/>
                  <a:pt x="582036" y="144451"/>
                  <a:pt x="579336" y="141820"/>
                </a:cubicBezTo>
                <a:cubicBezTo>
                  <a:pt x="576637" y="139189"/>
                  <a:pt x="574655" y="136097"/>
                  <a:pt x="573391" y="132543"/>
                </a:cubicBezTo>
                <a:cubicBezTo>
                  <a:pt x="572127" y="128990"/>
                  <a:pt x="571495" y="125129"/>
                  <a:pt x="571495" y="120960"/>
                </a:cubicBezTo>
                <a:cubicBezTo>
                  <a:pt x="571495" y="110641"/>
                  <a:pt x="575339" y="102560"/>
                  <a:pt x="583027" y="96717"/>
                </a:cubicBezTo>
                <a:cubicBezTo>
                  <a:pt x="590715" y="90874"/>
                  <a:pt x="602076" y="87952"/>
                  <a:pt x="617111" y="87952"/>
                </a:cubicBezTo>
                <a:lnTo>
                  <a:pt x="638432" y="87952"/>
                </a:lnTo>
                <a:lnTo>
                  <a:pt x="638432" y="78931"/>
                </a:lnTo>
                <a:cubicBezTo>
                  <a:pt x="638432" y="72849"/>
                  <a:pt x="636485" y="67980"/>
                  <a:pt x="632589" y="64324"/>
                </a:cubicBezTo>
                <a:cubicBezTo>
                  <a:pt x="628694" y="60668"/>
                  <a:pt x="622749" y="58840"/>
                  <a:pt x="614753" y="58840"/>
                </a:cubicBezTo>
                <a:cubicBezTo>
                  <a:pt x="608944" y="58840"/>
                  <a:pt x="603221" y="59489"/>
                  <a:pt x="597583" y="60787"/>
                </a:cubicBezTo>
                <a:cubicBezTo>
                  <a:pt x="591945" y="62086"/>
                  <a:pt x="586119" y="63931"/>
                  <a:pt x="580105" y="66323"/>
                </a:cubicBezTo>
                <a:lnTo>
                  <a:pt x="580105" y="50229"/>
                </a:lnTo>
                <a:cubicBezTo>
                  <a:pt x="582360" y="49409"/>
                  <a:pt x="584872" y="48606"/>
                  <a:pt x="587640" y="47820"/>
                </a:cubicBezTo>
                <a:cubicBezTo>
                  <a:pt x="590407" y="47034"/>
                  <a:pt x="593329" y="46334"/>
                  <a:pt x="596404" y="45719"/>
                </a:cubicBezTo>
                <a:cubicBezTo>
                  <a:pt x="599479" y="45104"/>
                  <a:pt x="602691" y="44608"/>
                  <a:pt x="606040" y="44232"/>
                </a:cubicBezTo>
                <a:cubicBezTo>
                  <a:pt x="609388" y="43856"/>
                  <a:pt x="612771" y="43669"/>
                  <a:pt x="616188" y="43669"/>
                </a:cubicBezTo>
                <a:cubicBezTo>
                  <a:pt x="622407" y="43669"/>
                  <a:pt x="628011" y="44352"/>
                  <a:pt x="633000" y="45719"/>
                </a:cubicBezTo>
                <a:cubicBezTo>
                  <a:pt x="637988" y="47085"/>
                  <a:pt x="642208" y="49170"/>
                  <a:pt x="645659" y="51972"/>
                </a:cubicBezTo>
                <a:cubicBezTo>
                  <a:pt x="649110" y="54774"/>
                  <a:pt x="651759" y="58293"/>
                  <a:pt x="653604" y="62530"/>
                </a:cubicBezTo>
                <a:cubicBezTo>
                  <a:pt x="655449" y="66767"/>
                  <a:pt x="656371" y="71756"/>
                  <a:pt x="656371" y="77496"/>
                </a:cubicBezTo>
                <a:lnTo>
                  <a:pt x="656371" y="148432"/>
                </a:lnTo>
                <a:lnTo>
                  <a:pt x="640380" y="148432"/>
                </a:lnTo>
                <a:moveTo>
                  <a:pt x="638432" y="101586"/>
                </a:moveTo>
                <a:lnTo>
                  <a:pt x="615778" y="101586"/>
                </a:lnTo>
                <a:cubicBezTo>
                  <a:pt x="611336" y="101586"/>
                  <a:pt x="607509" y="102030"/>
                  <a:pt x="604297" y="102918"/>
                </a:cubicBezTo>
                <a:cubicBezTo>
                  <a:pt x="601085" y="103807"/>
                  <a:pt x="598454" y="105071"/>
                  <a:pt x="596404" y="106711"/>
                </a:cubicBezTo>
                <a:cubicBezTo>
                  <a:pt x="594354" y="108351"/>
                  <a:pt x="592833" y="110316"/>
                  <a:pt x="591842" y="112605"/>
                </a:cubicBezTo>
                <a:cubicBezTo>
                  <a:pt x="590852" y="114895"/>
                  <a:pt x="590356" y="117475"/>
                  <a:pt x="590356" y="120345"/>
                </a:cubicBezTo>
                <a:cubicBezTo>
                  <a:pt x="590356" y="122327"/>
                  <a:pt x="590664" y="124223"/>
                  <a:pt x="591279" y="126034"/>
                </a:cubicBezTo>
                <a:cubicBezTo>
                  <a:pt x="591894" y="127845"/>
                  <a:pt x="592885" y="129451"/>
                  <a:pt x="594251" y="130852"/>
                </a:cubicBezTo>
                <a:cubicBezTo>
                  <a:pt x="595618" y="132253"/>
                  <a:pt x="597395" y="133363"/>
                  <a:pt x="599582" y="134183"/>
                </a:cubicBezTo>
                <a:cubicBezTo>
                  <a:pt x="601769" y="135003"/>
                  <a:pt x="604434" y="135414"/>
                  <a:pt x="607577" y="135414"/>
                </a:cubicBezTo>
                <a:cubicBezTo>
                  <a:pt x="611678" y="135414"/>
                  <a:pt x="616376" y="134166"/>
                  <a:pt x="621672" y="131672"/>
                </a:cubicBezTo>
                <a:cubicBezTo>
                  <a:pt x="626969" y="129178"/>
                  <a:pt x="632555" y="125231"/>
                  <a:pt x="638432" y="119832"/>
                </a:cubicBezTo>
                <a:lnTo>
                  <a:pt x="638432" y="101586"/>
                </a:lnTo>
                <a:close/>
                <a:moveTo>
                  <a:pt x="777029" y="95128"/>
                </a:moveTo>
                <a:cubicBezTo>
                  <a:pt x="777029" y="104285"/>
                  <a:pt x="775747" y="112281"/>
                  <a:pt x="773185" y="119115"/>
                </a:cubicBezTo>
                <a:cubicBezTo>
                  <a:pt x="770622" y="125949"/>
                  <a:pt x="767085" y="131621"/>
                  <a:pt x="762575" y="136131"/>
                </a:cubicBezTo>
                <a:cubicBezTo>
                  <a:pt x="758065" y="140641"/>
                  <a:pt x="752734" y="144024"/>
                  <a:pt x="746584" y="146279"/>
                </a:cubicBezTo>
                <a:cubicBezTo>
                  <a:pt x="740433" y="148535"/>
                  <a:pt x="733770" y="149662"/>
                  <a:pt x="726595" y="149662"/>
                </a:cubicBezTo>
                <a:cubicBezTo>
                  <a:pt x="723314" y="149662"/>
                  <a:pt x="720051" y="149491"/>
                  <a:pt x="716805" y="149150"/>
                </a:cubicBezTo>
                <a:cubicBezTo>
                  <a:pt x="713559" y="148808"/>
                  <a:pt x="710262" y="148227"/>
                  <a:pt x="706913" y="147407"/>
                </a:cubicBezTo>
                <a:lnTo>
                  <a:pt x="706913" y="190460"/>
                </a:lnTo>
                <a:lnTo>
                  <a:pt x="689077" y="190460"/>
                </a:lnTo>
                <a:lnTo>
                  <a:pt x="689077" y="45514"/>
                </a:lnTo>
                <a:lnTo>
                  <a:pt x="704965" y="45514"/>
                </a:lnTo>
                <a:lnTo>
                  <a:pt x="706093" y="62735"/>
                </a:lnTo>
                <a:cubicBezTo>
                  <a:pt x="711218" y="55696"/>
                  <a:pt x="716686" y="50759"/>
                  <a:pt x="722494" y="47923"/>
                </a:cubicBezTo>
                <a:cubicBezTo>
                  <a:pt x="728303" y="45087"/>
                  <a:pt x="734590" y="43669"/>
                  <a:pt x="741356" y="43669"/>
                </a:cubicBezTo>
                <a:cubicBezTo>
                  <a:pt x="747233" y="43669"/>
                  <a:pt x="752393" y="44899"/>
                  <a:pt x="756835" y="47359"/>
                </a:cubicBezTo>
                <a:cubicBezTo>
                  <a:pt x="761277" y="49819"/>
                  <a:pt x="765001" y="53287"/>
                  <a:pt x="768008" y="57763"/>
                </a:cubicBezTo>
                <a:cubicBezTo>
                  <a:pt x="771015" y="62240"/>
                  <a:pt x="773270" y="67638"/>
                  <a:pt x="774774" y="73960"/>
                </a:cubicBezTo>
                <a:cubicBezTo>
                  <a:pt x="776277" y="80281"/>
                  <a:pt x="777029" y="87337"/>
                  <a:pt x="777029" y="95128"/>
                </a:cubicBezTo>
                <a:moveTo>
                  <a:pt x="758782" y="95948"/>
                </a:moveTo>
                <a:cubicBezTo>
                  <a:pt x="758782" y="90549"/>
                  <a:pt x="758389" y="85594"/>
                  <a:pt x="757603" y="81084"/>
                </a:cubicBezTo>
                <a:cubicBezTo>
                  <a:pt x="756818" y="76574"/>
                  <a:pt x="755570" y="72713"/>
                  <a:pt x="753862" y="69501"/>
                </a:cubicBezTo>
                <a:cubicBezTo>
                  <a:pt x="752153" y="66289"/>
                  <a:pt x="749967" y="63777"/>
                  <a:pt x="747301" y="61966"/>
                </a:cubicBezTo>
                <a:cubicBezTo>
                  <a:pt x="744636" y="60155"/>
                  <a:pt x="741458" y="59250"/>
                  <a:pt x="737768" y="59250"/>
                </a:cubicBezTo>
                <a:cubicBezTo>
                  <a:pt x="735513" y="59250"/>
                  <a:pt x="733224" y="59609"/>
                  <a:pt x="730900" y="60326"/>
                </a:cubicBezTo>
                <a:cubicBezTo>
                  <a:pt x="728576" y="61044"/>
                  <a:pt x="726168" y="62240"/>
                  <a:pt x="723673" y="63914"/>
                </a:cubicBezTo>
                <a:cubicBezTo>
                  <a:pt x="721179" y="65588"/>
                  <a:pt x="718548" y="67809"/>
                  <a:pt x="715780" y="70577"/>
                </a:cubicBezTo>
                <a:cubicBezTo>
                  <a:pt x="713012" y="73345"/>
                  <a:pt x="710057" y="76779"/>
                  <a:pt x="706913" y="80879"/>
                </a:cubicBezTo>
                <a:lnTo>
                  <a:pt x="706913" y="130801"/>
                </a:lnTo>
                <a:cubicBezTo>
                  <a:pt x="710193" y="132167"/>
                  <a:pt x="713644" y="133244"/>
                  <a:pt x="717266" y="134030"/>
                </a:cubicBezTo>
                <a:cubicBezTo>
                  <a:pt x="720888" y="134816"/>
                  <a:pt x="724442" y="135208"/>
                  <a:pt x="727927" y="135208"/>
                </a:cubicBezTo>
                <a:cubicBezTo>
                  <a:pt x="737563" y="135208"/>
                  <a:pt x="745114" y="131945"/>
                  <a:pt x="750582" y="125419"/>
                </a:cubicBezTo>
                <a:cubicBezTo>
                  <a:pt x="756049" y="118893"/>
                  <a:pt x="758782" y="109069"/>
                  <a:pt x="758782" y="95948"/>
                </a:cubicBezTo>
                <a:close/>
                <a:moveTo>
                  <a:pt x="845181" y="43669"/>
                </a:moveTo>
                <a:cubicBezTo>
                  <a:pt x="847300" y="43669"/>
                  <a:pt x="849316" y="44096"/>
                  <a:pt x="851229" y="44950"/>
                </a:cubicBezTo>
                <a:cubicBezTo>
                  <a:pt x="853143" y="45804"/>
                  <a:pt x="854817" y="46949"/>
                  <a:pt x="856252" y="48384"/>
                </a:cubicBezTo>
                <a:cubicBezTo>
                  <a:pt x="857687" y="49819"/>
                  <a:pt x="858832" y="51493"/>
                  <a:pt x="859686" y="53407"/>
                </a:cubicBezTo>
                <a:cubicBezTo>
                  <a:pt x="860540" y="55320"/>
                  <a:pt x="860968" y="57336"/>
                  <a:pt x="860968" y="59455"/>
                </a:cubicBezTo>
                <a:cubicBezTo>
                  <a:pt x="860968" y="61642"/>
                  <a:pt x="860540" y="63675"/>
                  <a:pt x="859686" y="65554"/>
                </a:cubicBezTo>
                <a:cubicBezTo>
                  <a:pt x="858832" y="67433"/>
                  <a:pt x="857687" y="69091"/>
                  <a:pt x="856252" y="70526"/>
                </a:cubicBezTo>
                <a:cubicBezTo>
                  <a:pt x="854817" y="71961"/>
                  <a:pt x="853143" y="73088"/>
                  <a:pt x="851229" y="73909"/>
                </a:cubicBezTo>
                <a:cubicBezTo>
                  <a:pt x="849316" y="74729"/>
                  <a:pt x="847300" y="75139"/>
                  <a:pt x="845181" y="75139"/>
                </a:cubicBezTo>
                <a:cubicBezTo>
                  <a:pt x="842994" y="75139"/>
                  <a:pt x="840961" y="74729"/>
                  <a:pt x="839082" y="73909"/>
                </a:cubicBezTo>
                <a:cubicBezTo>
                  <a:pt x="837203" y="73088"/>
                  <a:pt x="835545" y="71961"/>
                  <a:pt x="834110" y="70526"/>
                </a:cubicBezTo>
                <a:cubicBezTo>
                  <a:pt x="832675" y="69091"/>
                  <a:pt x="831548" y="67433"/>
                  <a:pt x="830728" y="65554"/>
                </a:cubicBezTo>
                <a:cubicBezTo>
                  <a:pt x="829907" y="63675"/>
                  <a:pt x="829497" y="61642"/>
                  <a:pt x="829497" y="59455"/>
                </a:cubicBezTo>
                <a:cubicBezTo>
                  <a:pt x="829497" y="57336"/>
                  <a:pt x="829907" y="55320"/>
                  <a:pt x="830728" y="53407"/>
                </a:cubicBezTo>
                <a:cubicBezTo>
                  <a:pt x="831548" y="51493"/>
                  <a:pt x="832675" y="49819"/>
                  <a:pt x="834110" y="48384"/>
                </a:cubicBezTo>
                <a:cubicBezTo>
                  <a:pt x="835545" y="46949"/>
                  <a:pt x="837203" y="45804"/>
                  <a:pt x="839082" y="44950"/>
                </a:cubicBezTo>
                <a:cubicBezTo>
                  <a:pt x="840961" y="44096"/>
                  <a:pt x="842994" y="43669"/>
                  <a:pt x="845181" y="43669"/>
                </a:cubicBezTo>
                <a:moveTo>
                  <a:pt x="845181" y="118807"/>
                </a:moveTo>
                <a:cubicBezTo>
                  <a:pt x="847300" y="118807"/>
                  <a:pt x="849316" y="119234"/>
                  <a:pt x="851229" y="120089"/>
                </a:cubicBezTo>
                <a:cubicBezTo>
                  <a:pt x="853143" y="120943"/>
                  <a:pt x="854817" y="122087"/>
                  <a:pt x="856252" y="123523"/>
                </a:cubicBezTo>
                <a:cubicBezTo>
                  <a:pt x="857687" y="124958"/>
                  <a:pt x="858832" y="126632"/>
                  <a:pt x="859686" y="128545"/>
                </a:cubicBezTo>
                <a:cubicBezTo>
                  <a:pt x="860540" y="130459"/>
                  <a:pt x="860968" y="132475"/>
                  <a:pt x="860968" y="134593"/>
                </a:cubicBezTo>
                <a:cubicBezTo>
                  <a:pt x="860968" y="136780"/>
                  <a:pt x="860540" y="138813"/>
                  <a:pt x="859686" y="140693"/>
                </a:cubicBezTo>
                <a:cubicBezTo>
                  <a:pt x="858832" y="142572"/>
                  <a:pt x="857687" y="144229"/>
                  <a:pt x="856252" y="145664"/>
                </a:cubicBezTo>
                <a:cubicBezTo>
                  <a:pt x="854817" y="147099"/>
                  <a:pt x="853143" y="148227"/>
                  <a:pt x="851229" y="149047"/>
                </a:cubicBezTo>
                <a:cubicBezTo>
                  <a:pt x="849316" y="149867"/>
                  <a:pt x="847300" y="150277"/>
                  <a:pt x="845181" y="150277"/>
                </a:cubicBezTo>
                <a:cubicBezTo>
                  <a:pt x="842994" y="150277"/>
                  <a:pt x="840961" y="149867"/>
                  <a:pt x="839082" y="149047"/>
                </a:cubicBezTo>
                <a:cubicBezTo>
                  <a:pt x="837203" y="148227"/>
                  <a:pt x="835545" y="147099"/>
                  <a:pt x="834110" y="145664"/>
                </a:cubicBezTo>
                <a:cubicBezTo>
                  <a:pt x="832675" y="144229"/>
                  <a:pt x="831548" y="142572"/>
                  <a:pt x="830728" y="140693"/>
                </a:cubicBezTo>
                <a:cubicBezTo>
                  <a:pt x="829907" y="138813"/>
                  <a:pt x="829497" y="136780"/>
                  <a:pt x="829497" y="134593"/>
                </a:cubicBezTo>
                <a:cubicBezTo>
                  <a:pt x="829497" y="132475"/>
                  <a:pt x="829907" y="130459"/>
                  <a:pt x="830728" y="128545"/>
                </a:cubicBezTo>
                <a:cubicBezTo>
                  <a:pt x="831548" y="126632"/>
                  <a:pt x="832675" y="124958"/>
                  <a:pt x="834110" y="123523"/>
                </a:cubicBezTo>
                <a:cubicBezTo>
                  <a:pt x="835545" y="122087"/>
                  <a:pt x="837203" y="120943"/>
                  <a:pt x="839082" y="120089"/>
                </a:cubicBezTo>
                <a:cubicBezTo>
                  <a:pt x="840961" y="119234"/>
                  <a:pt x="842994" y="118807"/>
                  <a:pt x="845181" y="118807"/>
                </a:cubicBezTo>
                <a:close/>
                <a:moveTo>
                  <a:pt x="913452" y="99126"/>
                </a:moveTo>
                <a:cubicBezTo>
                  <a:pt x="913452" y="90378"/>
                  <a:pt x="914648" y="82605"/>
                  <a:pt x="917040" y="75805"/>
                </a:cubicBezTo>
                <a:cubicBezTo>
                  <a:pt x="919432" y="69005"/>
                  <a:pt x="922831" y="63265"/>
                  <a:pt x="927239" y="58584"/>
                </a:cubicBezTo>
                <a:cubicBezTo>
                  <a:pt x="931647" y="53902"/>
                  <a:pt x="936943" y="50349"/>
                  <a:pt x="943128" y="47923"/>
                </a:cubicBezTo>
                <a:cubicBezTo>
                  <a:pt x="949313" y="45497"/>
                  <a:pt x="956198" y="44284"/>
                  <a:pt x="963784" y="44284"/>
                </a:cubicBezTo>
                <a:cubicBezTo>
                  <a:pt x="967064" y="44284"/>
                  <a:pt x="970293" y="44489"/>
                  <a:pt x="973471" y="44899"/>
                </a:cubicBezTo>
                <a:cubicBezTo>
                  <a:pt x="976648" y="45309"/>
                  <a:pt x="979775" y="45958"/>
                  <a:pt x="982850" y="46846"/>
                </a:cubicBezTo>
                <a:lnTo>
                  <a:pt x="982850" y="3588"/>
                </a:lnTo>
                <a:lnTo>
                  <a:pt x="1000789" y="3588"/>
                </a:lnTo>
                <a:lnTo>
                  <a:pt x="1000789" y="148432"/>
                </a:lnTo>
                <a:lnTo>
                  <a:pt x="984798" y="148432"/>
                </a:lnTo>
                <a:lnTo>
                  <a:pt x="984183" y="128955"/>
                </a:lnTo>
                <a:cubicBezTo>
                  <a:pt x="979194" y="136199"/>
                  <a:pt x="973795" y="141564"/>
                  <a:pt x="967986" y="145049"/>
                </a:cubicBezTo>
                <a:cubicBezTo>
                  <a:pt x="962178" y="148535"/>
                  <a:pt x="955890" y="150277"/>
                  <a:pt x="949125" y="150277"/>
                </a:cubicBezTo>
                <a:cubicBezTo>
                  <a:pt x="943248" y="150277"/>
                  <a:pt x="938071" y="149047"/>
                  <a:pt x="933595" y="146587"/>
                </a:cubicBezTo>
                <a:cubicBezTo>
                  <a:pt x="929119" y="144127"/>
                  <a:pt x="925394" y="140659"/>
                  <a:pt x="922421" y="136182"/>
                </a:cubicBezTo>
                <a:cubicBezTo>
                  <a:pt x="919449" y="131706"/>
                  <a:pt x="917211" y="126324"/>
                  <a:pt x="915707" y="120037"/>
                </a:cubicBezTo>
                <a:cubicBezTo>
                  <a:pt x="914204" y="113750"/>
                  <a:pt x="913452" y="106780"/>
                  <a:pt x="913452" y="99126"/>
                </a:cubicBezTo>
                <a:moveTo>
                  <a:pt x="931698" y="97998"/>
                </a:moveTo>
                <a:cubicBezTo>
                  <a:pt x="931698" y="110436"/>
                  <a:pt x="933526" y="119713"/>
                  <a:pt x="937183" y="125829"/>
                </a:cubicBezTo>
                <a:cubicBezTo>
                  <a:pt x="940839" y="131945"/>
                  <a:pt x="946015" y="135003"/>
                  <a:pt x="952713" y="135003"/>
                </a:cubicBezTo>
                <a:cubicBezTo>
                  <a:pt x="957223" y="135003"/>
                  <a:pt x="961990" y="132987"/>
                  <a:pt x="967013" y="128955"/>
                </a:cubicBezTo>
                <a:cubicBezTo>
                  <a:pt x="972035" y="124923"/>
                  <a:pt x="977315" y="118944"/>
                  <a:pt x="982850" y="111017"/>
                </a:cubicBezTo>
                <a:lnTo>
                  <a:pt x="982850" y="63248"/>
                </a:lnTo>
                <a:cubicBezTo>
                  <a:pt x="979911" y="61881"/>
                  <a:pt x="976665" y="60839"/>
                  <a:pt x="973112" y="60121"/>
                </a:cubicBezTo>
                <a:cubicBezTo>
                  <a:pt x="969558" y="59404"/>
                  <a:pt x="966039" y="59045"/>
                  <a:pt x="962553" y="59045"/>
                </a:cubicBezTo>
                <a:cubicBezTo>
                  <a:pt x="952849" y="59045"/>
                  <a:pt x="945281" y="62188"/>
                  <a:pt x="939848" y="68476"/>
                </a:cubicBezTo>
                <a:cubicBezTo>
                  <a:pt x="934415" y="74763"/>
                  <a:pt x="931698" y="84604"/>
                  <a:pt x="931698" y="97998"/>
                </a:cubicBezTo>
                <a:close/>
                <a:moveTo>
                  <a:pt x="1068552" y="60275"/>
                </a:moveTo>
                <a:lnTo>
                  <a:pt x="1038107" y="60275"/>
                </a:lnTo>
                <a:lnTo>
                  <a:pt x="1038107" y="45514"/>
                </a:lnTo>
                <a:lnTo>
                  <a:pt x="1086594" y="45514"/>
                </a:lnTo>
                <a:lnTo>
                  <a:pt x="1086594" y="133568"/>
                </a:lnTo>
                <a:lnTo>
                  <a:pt x="1117244" y="133568"/>
                </a:lnTo>
                <a:lnTo>
                  <a:pt x="1117244" y="148432"/>
                </a:lnTo>
                <a:lnTo>
                  <a:pt x="1034724" y="148432"/>
                </a:lnTo>
                <a:lnTo>
                  <a:pt x="1034724" y="133568"/>
                </a:lnTo>
                <a:lnTo>
                  <a:pt x="1068552" y="133568"/>
                </a:lnTo>
                <a:lnTo>
                  <a:pt x="1068552" y="60275"/>
                </a:lnTo>
                <a:moveTo>
                  <a:pt x="1074805" y="2358"/>
                </a:moveTo>
                <a:cubicBezTo>
                  <a:pt x="1076787" y="2358"/>
                  <a:pt x="1078632" y="2716"/>
                  <a:pt x="1080341" y="3434"/>
                </a:cubicBezTo>
                <a:cubicBezTo>
                  <a:pt x="1082049" y="4152"/>
                  <a:pt x="1083535" y="5160"/>
                  <a:pt x="1084800" y="6458"/>
                </a:cubicBezTo>
                <a:cubicBezTo>
                  <a:pt x="1086064" y="7756"/>
                  <a:pt x="1087055" y="9243"/>
                  <a:pt x="1087772" y="10917"/>
                </a:cubicBezTo>
                <a:cubicBezTo>
                  <a:pt x="1088490" y="12591"/>
                  <a:pt x="1088849" y="14420"/>
                  <a:pt x="1088849" y="16401"/>
                </a:cubicBezTo>
                <a:cubicBezTo>
                  <a:pt x="1088849" y="18315"/>
                  <a:pt x="1088490" y="20126"/>
                  <a:pt x="1087772" y="21834"/>
                </a:cubicBezTo>
                <a:cubicBezTo>
                  <a:pt x="1087055" y="23543"/>
                  <a:pt x="1086064" y="25046"/>
                  <a:pt x="1084800" y="26345"/>
                </a:cubicBezTo>
                <a:cubicBezTo>
                  <a:pt x="1083535" y="27643"/>
                  <a:pt x="1082049" y="28651"/>
                  <a:pt x="1080341" y="29369"/>
                </a:cubicBezTo>
                <a:cubicBezTo>
                  <a:pt x="1078632" y="30086"/>
                  <a:pt x="1076787" y="30445"/>
                  <a:pt x="1074805" y="30445"/>
                </a:cubicBezTo>
                <a:cubicBezTo>
                  <a:pt x="1072823" y="30445"/>
                  <a:pt x="1070978" y="30086"/>
                  <a:pt x="1069270" y="29369"/>
                </a:cubicBezTo>
                <a:cubicBezTo>
                  <a:pt x="1067561" y="28651"/>
                  <a:pt x="1066075" y="27643"/>
                  <a:pt x="1064811" y="26345"/>
                </a:cubicBezTo>
                <a:cubicBezTo>
                  <a:pt x="1063546" y="25046"/>
                  <a:pt x="1062555" y="23543"/>
                  <a:pt x="1061838" y="21834"/>
                </a:cubicBezTo>
                <a:cubicBezTo>
                  <a:pt x="1061120" y="20126"/>
                  <a:pt x="1060761" y="18315"/>
                  <a:pt x="1060761" y="16401"/>
                </a:cubicBezTo>
                <a:cubicBezTo>
                  <a:pt x="1060761" y="14420"/>
                  <a:pt x="1061120" y="12591"/>
                  <a:pt x="1061838" y="10917"/>
                </a:cubicBezTo>
                <a:cubicBezTo>
                  <a:pt x="1062555" y="9243"/>
                  <a:pt x="1063546" y="7756"/>
                  <a:pt x="1064811" y="6458"/>
                </a:cubicBezTo>
                <a:cubicBezTo>
                  <a:pt x="1066075" y="5160"/>
                  <a:pt x="1067561" y="4152"/>
                  <a:pt x="1069270" y="3434"/>
                </a:cubicBezTo>
                <a:cubicBezTo>
                  <a:pt x="1070978" y="2716"/>
                  <a:pt x="1072823" y="2358"/>
                  <a:pt x="1074805" y="2358"/>
                </a:cubicBezTo>
                <a:close/>
                <a:moveTo>
                  <a:pt x="1228266" y="144639"/>
                </a:moveTo>
                <a:cubicBezTo>
                  <a:pt x="1223619" y="146416"/>
                  <a:pt x="1218852" y="147732"/>
                  <a:pt x="1213966" y="148586"/>
                </a:cubicBezTo>
                <a:cubicBezTo>
                  <a:pt x="1209079" y="149440"/>
                  <a:pt x="1204039" y="149867"/>
                  <a:pt x="1198846" y="149867"/>
                </a:cubicBezTo>
                <a:cubicBezTo>
                  <a:pt x="1182581" y="149867"/>
                  <a:pt x="1170058" y="145459"/>
                  <a:pt x="1161276" y="136644"/>
                </a:cubicBezTo>
                <a:cubicBezTo>
                  <a:pt x="1152495" y="127828"/>
                  <a:pt x="1148104" y="114946"/>
                  <a:pt x="1148104" y="97998"/>
                </a:cubicBezTo>
                <a:cubicBezTo>
                  <a:pt x="1148104" y="89866"/>
                  <a:pt x="1149368" y="82485"/>
                  <a:pt x="1151897" y="75856"/>
                </a:cubicBezTo>
                <a:cubicBezTo>
                  <a:pt x="1154425" y="69227"/>
                  <a:pt x="1157979" y="63555"/>
                  <a:pt x="1162558" y="58840"/>
                </a:cubicBezTo>
                <a:cubicBezTo>
                  <a:pt x="1167136" y="54124"/>
                  <a:pt x="1172604" y="50485"/>
                  <a:pt x="1178959" y="47923"/>
                </a:cubicBezTo>
                <a:cubicBezTo>
                  <a:pt x="1185315" y="45360"/>
                  <a:pt x="1192319" y="44079"/>
                  <a:pt x="1199973" y="44079"/>
                </a:cubicBezTo>
                <a:cubicBezTo>
                  <a:pt x="1205304" y="44079"/>
                  <a:pt x="1210292" y="44454"/>
                  <a:pt x="1214939" y="45206"/>
                </a:cubicBezTo>
                <a:cubicBezTo>
                  <a:pt x="1219587" y="45958"/>
                  <a:pt x="1224029" y="47188"/>
                  <a:pt x="1228266" y="48896"/>
                </a:cubicBezTo>
                <a:lnTo>
                  <a:pt x="1228266" y="65913"/>
                </a:lnTo>
                <a:cubicBezTo>
                  <a:pt x="1223824" y="63589"/>
                  <a:pt x="1219296" y="61898"/>
                  <a:pt x="1214683" y="60839"/>
                </a:cubicBezTo>
                <a:cubicBezTo>
                  <a:pt x="1210070" y="59779"/>
                  <a:pt x="1205304" y="59250"/>
                  <a:pt x="1200383" y="59250"/>
                </a:cubicBezTo>
                <a:cubicBezTo>
                  <a:pt x="1195805" y="59250"/>
                  <a:pt x="1191482" y="60121"/>
                  <a:pt x="1187416" y="61864"/>
                </a:cubicBezTo>
                <a:cubicBezTo>
                  <a:pt x="1183350" y="63606"/>
                  <a:pt x="1179779" y="66118"/>
                  <a:pt x="1176704" y="69398"/>
                </a:cubicBezTo>
                <a:cubicBezTo>
                  <a:pt x="1173629" y="72678"/>
                  <a:pt x="1171203" y="76676"/>
                  <a:pt x="1169426" y="81392"/>
                </a:cubicBezTo>
                <a:cubicBezTo>
                  <a:pt x="1167649" y="86107"/>
                  <a:pt x="1166761" y="91437"/>
                  <a:pt x="1166761" y="97383"/>
                </a:cubicBezTo>
                <a:cubicBezTo>
                  <a:pt x="1166761" y="109821"/>
                  <a:pt x="1169785" y="119132"/>
                  <a:pt x="1175833" y="125316"/>
                </a:cubicBezTo>
                <a:cubicBezTo>
                  <a:pt x="1181881" y="131501"/>
                  <a:pt x="1190269" y="134593"/>
                  <a:pt x="1200998" y="134593"/>
                </a:cubicBezTo>
                <a:cubicBezTo>
                  <a:pt x="1205850" y="134593"/>
                  <a:pt x="1210549" y="134047"/>
                  <a:pt x="1215093" y="132953"/>
                </a:cubicBezTo>
                <a:cubicBezTo>
                  <a:pt x="1219638" y="131860"/>
                  <a:pt x="1224029" y="130220"/>
                  <a:pt x="1228266" y="128033"/>
                </a:cubicBezTo>
                <a:lnTo>
                  <a:pt x="1228266" y="144639"/>
                </a:lnTo>
                <a:close/>
                <a:moveTo>
                  <a:pt x="1346053" y="146997"/>
                </a:moveTo>
                <a:cubicBezTo>
                  <a:pt x="1342021" y="148022"/>
                  <a:pt x="1337852" y="148757"/>
                  <a:pt x="1333547" y="149201"/>
                </a:cubicBezTo>
                <a:cubicBezTo>
                  <a:pt x="1329241" y="149645"/>
                  <a:pt x="1324868" y="149867"/>
                  <a:pt x="1320426" y="149867"/>
                </a:cubicBezTo>
                <a:cubicBezTo>
                  <a:pt x="1307510" y="149867"/>
                  <a:pt x="1297874" y="146946"/>
                  <a:pt x="1291518" y="141103"/>
                </a:cubicBezTo>
                <a:cubicBezTo>
                  <a:pt x="1285163" y="135260"/>
                  <a:pt x="1281985" y="126290"/>
                  <a:pt x="1281985" y="114194"/>
                </a:cubicBezTo>
                <a:lnTo>
                  <a:pt x="1281985" y="60480"/>
                </a:lnTo>
                <a:lnTo>
                  <a:pt x="1253180" y="60480"/>
                </a:lnTo>
                <a:lnTo>
                  <a:pt x="1253180" y="45514"/>
                </a:lnTo>
                <a:lnTo>
                  <a:pt x="1281985" y="45514"/>
                </a:lnTo>
                <a:lnTo>
                  <a:pt x="1281985" y="17221"/>
                </a:lnTo>
                <a:lnTo>
                  <a:pt x="1299821" y="12609"/>
                </a:lnTo>
                <a:lnTo>
                  <a:pt x="1299821" y="45514"/>
                </a:lnTo>
                <a:lnTo>
                  <a:pt x="1346053" y="45514"/>
                </a:lnTo>
                <a:lnTo>
                  <a:pt x="1346053" y="60480"/>
                </a:lnTo>
                <a:lnTo>
                  <a:pt x="1299821" y="60480"/>
                </a:lnTo>
                <a:lnTo>
                  <a:pt x="1299821" y="112759"/>
                </a:lnTo>
                <a:cubicBezTo>
                  <a:pt x="1299821" y="120140"/>
                  <a:pt x="1301786" y="125658"/>
                  <a:pt x="1305716" y="129314"/>
                </a:cubicBezTo>
                <a:cubicBezTo>
                  <a:pt x="1309645" y="132970"/>
                  <a:pt x="1315437" y="134798"/>
                  <a:pt x="1323091" y="134798"/>
                </a:cubicBezTo>
                <a:cubicBezTo>
                  <a:pt x="1326371" y="134798"/>
                  <a:pt x="1329959" y="134542"/>
                  <a:pt x="1333854" y="134030"/>
                </a:cubicBezTo>
                <a:cubicBezTo>
                  <a:pt x="1337750" y="133517"/>
                  <a:pt x="1341816" y="132714"/>
                  <a:pt x="1346053" y="131621"/>
                </a:cubicBezTo>
                <a:lnTo>
                  <a:pt x="1346053" y="146997"/>
                </a:lnTo>
                <a:close/>
                <a:moveTo>
                  <a:pt x="1447418" y="190460"/>
                </a:moveTo>
                <a:lnTo>
                  <a:pt x="1396881" y="190460"/>
                </a:lnTo>
                <a:lnTo>
                  <a:pt x="1396881" y="0"/>
                </a:lnTo>
                <a:lnTo>
                  <a:pt x="1447418" y="0"/>
                </a:lnTo>
                <a:lnTo>
                  <a:pt x="1447418" y="14351"/>
                </a:lnTo>
                <a:lnTo>
                  <a:pt x="1413898" y="14351"/>
                </a:lnTo>
                <a:lnTo>
                  <a:pt x="1413898" y="176109"/>
                </a:lnTo>
                <a:lnTo>
                  <a:pt x="1447418" y="176109"/>
                </a:lnTo>
                <a:lnTo>
                  <a:pt x="1447418" y="190460"/>
                </a:lnTo>
                <a:close/>
                <a:moveTo>
                  <a:pt x="1527790" y="60275"/>
                </a:moveTo>
                <a:lnTo>
                  <a:pt x="1497345" y="60275"/>
                </a:lnTo>
                <a:lnTo>
                  <a:pt x="1497345" y="45514"/>
                </a:lnTo>
                <a:lnTo>
                  <a:pt x="1545831" y="45514"/>
                </a:lnTo>
                <a:lnTo>
                  <a:pt x="1545831" y="133568"/>
                </a:lnTo>
                <a:lnTo>
                  <a:pt x="1576481" y="133568"/>
                </a:lnTo>
                <a:lnTo>
                  <a:pt x="1576481" y="148432"/>
                </a:lnTo>
                <a:lnTo>
                  <a:pt x="1493962" y="148432"/>
                </a:lnTo>
                <a:lnTo>
                  <a:pt x="1493962" y="133568"/>
                </a:lnTo>
                <a:lnTo>
                  <a:pt x="1527790" y="133568"/>
                </a:lnTo>
                <a:lnTo>
                  <a:pt x="1527790" y="60275"/>
                </a:lnTo>
                <a:moveTo>
                  <a:pt x="1534043" y="2358"/>
                </a:moveTo>
                <a:cubicBezTo>
                  <a:pt x="1536025" y="2358"/>
                  <a:pt x="1537870" y="2716"/>
                  <a:pt x="1539578" y="3434"/>
                </a:cubicBezTo>
                <a:cubicBezTo>
                  <a:pt x="1541287" y="4152"/>
                  <a:pt x="1542773" y="5160"/>
                  <a:pt x="1544037" y="6458"/>
                </a:cubicBezTo>
                <a:cubicBezTo>
                  <a:pt x="1545302" y="7756"/>
                  <a:pt x="1546293" y="9243"/>
                  <a:pt x="1547010" y="10917"/>
                </a:cubicBezTo>
                <a:cubicBezTo>
                  <a:pt x="1547728" y="12591"/>
                  <a:pt x="1548086" y="14420"/>
                  <a:pt x="1548086" y="16401"/>
                </a:cubicBezTo>
                <a:cubicBezTo>
                  <a:pt x="1548086" y="18315"/>
                  <a:pt x="1547728" y="20126"/>
                  <a:pt x="1547010" y="21834"/>
                </a:cubicBezTo>
                <a:cubicBezTo>
                  <a:pt x="1546293" y="23543"/>
                  <a:pt x="1545302" y="25046"/>
                  <a:pt x="1544037" y="26345"/>
                </a:cubicBezTo>
                <a:cubicBezTo>
                  <a:pt x="1542773" y="27643"/>
                  <a:pt x="1541287" y="28651"/>
                  <a:pt x="1539578" y="29369"/>
                </a:cubicBezTo>
                <a:cubicBezTo>
                  <a:pt x="1537870" y="30086"/>
                  <a:pt x="1536025" y="30445"/>
                  <a:pt x="1534043" y="30445"/>
                </a:cubicBezTo>
                <a:cubicBezTo>
                  <a:pt x="1532061" y="30445"/>
                  <a:pt x="1530216" y="30086"/>
                  <a:pt x="1528507" y="29369"/>
                </a:cubicBezTo>
                <a:cubicBezTo>
                  <a:pt x="1526799" y="28651"/>
                  <a:pt x="1525312" y="27643"/>
                  <a:pt x="1524048" y="26345"/>
                </a:cubicBezTo>
                <a:cubicBezTo>
                  <a:pt x="1522784" y="25046"/>
                  <a:pt x="1521793" y="23543"/>
                  <a:pt x="1521075" y="21834"/>
                </a:cubicBezTo>
                <a:cubicBezTo>
                  <a:pt x="1520358" y="20126"/>
                  <a:pt x="1519999" y="18315"/>
                  <a:pt x="1519999" y="16401"/>
                </a:cubicBezTo>
                <a:cubicBezTo>
                  <a:pt x="1519999" y="14420"/>
                  <a:pt x="1520358" y="12591"/>
                  <a:pt x="1521075" y="10917"/>
                </a:cubicBezTo>
                <a:cubicBezTo>
                  <a:pt x="1521793" y="9243"/>
                  <a:pt x="1522784" y="7756"/>
                  <a:pt x="1524048" y="6458"/>
                </a:cubicBezTo>
                <a:cubicBezTo>
                  <a:pt x="1525312" y="5160"/>
                  <a:pt x="1526799" y="4152"/>
                  <a:pt x="1528507" y="3434"/>
                </a:cubicBezTo>
                <a:cubicBezTo>
                  <a:pt x="1530216" y="2716"/>
                  <a:pt x="1532061" y="2358"/>
                  <a:pt x="1534043" y="2358"/>
                </a:cubicBezTo>
                <a:close/>
                <a:moveTo>
                  <a:pt x="1607546" y="45514"/>
                </a:moveTo>
                <a:lnTo>
                  <a:pt x="1623435" y="45514"/>
                </a:lnTo>
                <a:lnTo>
                  <a:pt x="1624153" y="62120"/>
                </a:lnTo>
                <a:cubicBezTo>
                  <a:pt x="1627160" y="58566"/>
                  <a:pt x="1630064" y="55611"/>
                  <a:pt x="1632866" y="53253"/>
                </a:cubicBezTo>
                <a:cubicBezTo>
                  <a:pt x="1635668" y="50895"/>
                  <a:pt x="1638418" y="48999"/>
                  <a:pt x="1641118" y="47564"/>
                </a:cubicBezTo>
                <a:cubicBezTo>
                  <a:pt x="1643817" y="46129"/>
                  <a:pt x="1646568" y="45121"/>
                  <a:pt x="1649370" y="44540"/>
                </a:cubicBezTo>
                <a:cubicBezTo>
                  <a:pt x="1652172" y="43959"/>
                  <a:pt x="1655076" y="43669"/>
                  <a:pt x="1658083" y="43669"/>
                </a:cubicBezTo>
                <a:cubicBezTo>
                  <a:pt x="1668675" y="43669"/>
                  <a:pt x="1676688" y="46795"/>
                  <a:pt x="1682121" y="53048"/>
                </a:cubicBezTo>
                <a:cubicBezTo>
                  <a:pt x="1687554" y="59301"/>
                  <a:pt x="1690270" y="68715"/>
                  <a:pt x="1690270" y="81289"/>
                </a:cubicBezTo>
                <a:lnTo>
                  <a:pt x="1690270" y="148432"/>
                </a:lnTo>
                <a:lnTo>
                  <a:pt x="1672434" y="148432"/>
                </a:lnTo>
                <a:lnTo>
                  <a:pt x="1672434" y="82724"/>
                </a:lnTo>
                <a:cubicBezTo>
                  <a:pt x="1672434" y="74660"/>
                  <a:pt x="1670931" y="68698"/>
                  <a:pt x="1667924" y="64837"/>
                </a:cubicBezTo>
                <a:cubicBezTo>
                  <a:pt x="1664917" y="60975"/>
                  <a:pt x="1660441" y="59045"/>
                  <a:pt x="1654495" y="59045"/>
                </a:cubicBezTo>
                <a:cubicBezTo>
                  <a:pt x="1652308" y="59045"/>
                  <a:pt x="1650173" y="59369"/>
                  <a:pt x="1648088" y="60019"/>
                </a:cubicBezTo>
                <a:cubicBezTo>
                  <a:pt x="1646004" y="60668"/>
                  <a:pt x="1643834" y="61795"/>
                  <a:pt x="1641579" y="63401"/>
                </a:cubicBezTo>
                <a:cubicBezTo>
                  <a:pt x="1639324" y="65007"/>
                  <a:pt x="1636881" y="67177"/>
                  <a:pt x="1634250" y="69911"/>
                </a:cubicBezTo>
                <a:cubicBezTo>
                  <a:pt x="1631619" y="72644"/>
                  <a:pt x="1628663" y="76061"/>
                  <a:pt x="1625383" y="80162"/>
                </a:cubicBezTo>
                <a:lnTo>
                  <a:pt x="1625383" y="148432"/>
                </a:lnTo>
                <a:lnTo>
                  <a:pt x="1607546" y="148432"/>
                </a:lnTo>
                <a:lnTo>
                  <a:pt x="1607546" y="45514"/>
                </a:lnTo>
                <a:close/>
                <a:moveTo>
                  <a:pt x="1805290" y="146997"/>
                </a:moveTo>
                <a:cubicBezTo>
                  <a:pt x="1801258" y="148022"/>
                  <a:pt x="1797090" y="148757"/>
                  <a:pt x="1792784" y="149201"/>
                </a:cubicBezTo>
                <a:cubicBezTo>
                  <a:pt x="1788479" y="149645"/>
                  <a:pt x="1784105" y="149867"/>
                  <a:pt x="1779663" y="149867"/>
                </a:cubicBezTo>
                <a:cubicBezTo>
                  <a:pt x="1766747" y="149867"/>
                  <a:pt x="1757111" y="146946"/>
                  <a:pt x="1750756" y="141103"/>
                </a:cubicBezTo>
                <a:cubicBezTo>
                  <a:pt x="1744400" y="135260"/>
                  <a:pt x="1741223" y="126290"/>
                  <a:pt x="1741223" y="114194"/>
                </a:cubicBezTo>
                <a:lnTo>
                  <a:pt x="1741223" y="60480"/>
                </a:lnTo>
                <a:lnTo>
                  <a:pt x="1712418" y="60480"/>
                </a:lnTo>
                <a:lnTo>
                  <a:pt x="1712418" y="45514"/>
                </a:lnTo>
                <a:lnTo>
                  <a:pt x="1741223" y="45514"/>
                </a:lnTo>
                <a:lnTo>
                  <a:pt x="1741223" y="17221"/>
                </a:lnTo>
                <a:lnTo>
                  <a:pt x="1759059" y="12609"/>
                </a:lnTo>
                <a:lnTo>
                  <a:pt x="1759059" y="45514"/>
                </a:lnTo>
                <a:lnTo>
                  <a:pt x="1805290" y="45514"/>
                </a:lnTo>
                <a:lnTo>
                  <a:pt x="1805290" y="60480"/>
                </a:lnTo>
                <a:lnTo>
                  <a:pt x="1759059" y="60480"/>
                </a:lnTo>
                <a:lnTo>
                  <a:pt x="1759059" y="112759"/>
                </a:lnTo>
                <a:cubicBezTo>
                  <a:pt x="1759059" y="120140"/>
                  <a:pt x="1761024" y="125658"/>
                  <a:pt x="1764953" y="129314"/>
                </a:cubicBezTo>
                <a:cubicBezTo>
                  <a:pt x="1768883" y="132970"/>
                  <a:pt x="1774675" y="134798"/>
                  <a:pt x="1782329" y="134798"/>
                </a:cubicBezTo>
                <a:cubicBezTo>
                  <a:pt x="1785609" y="134798"/>
                  <a:pt x="1789197" y="134542"/>
                  <a:pt x="1793092" y="134030"/>
                </a:cubicBezTo>
                <a:cubicBezTo>
                  <a:pt x="1796987" y="133517"/>
                  <a:pt x="1801053" y="132714"/>
                  <a:pt x="1805290" y="131621"/>
                </a:cubicBezTo>
                <a:lnTo>
                  <a:pt x="1805290" y="146997"/>
                </a:lnTo>
                <a:close/>
                <a:moveTo>
                  <a:pt x="1987022" y="60275"/>
                </a:moveTo>
                <a:lnTo>
                  <a:pt x="1956577" y="60275"/>
                </a:lnTo>
                <a:lnTo>
                  <a:pt x="1956577" y="45514"/>
                </a:lnTo>
                <a:lnTo>
                  <a:pt x="2005063" y="45514"/>
                </a:lnTo>
                <a:lnTo>
                  <a:pt x="2005063" y="133568"/>
                </a:lnTo>
                <a:lnTo>
                  <a:pt x="2035713" y="133568"/>
                </a:lnTo>
                <a:lnTo>
                  <a:pt x="2035713" y="148432"/>
                </a:lnTo>
                <a:lnTo>
                  <a:pt x="1953194" y="148432"/>
                </a:lnTo>
                <a:lnTo>
                  <a:pt x="1953194" y="133568"/>
                </a:lnTo>
                <a:lnTo>
                  <a:pt x="1987022" y="133568"/>
                </a:lnTo>
                <a:lnTo>
                  <a:pt x="1987022" y="60275"/>
                </a:lnTo>
                <a:moveTo>
                  <a:pt x="1993275" y="2358"/>
                </a:moveTo>
                <a:cubicBezTo>
                  <a:pt x="1995257" y="2358"/>
                  <a:pt x="1997102" y="2716"/>
                  <a:pt x="1998810" y="3434"/>
                </a:cubicBezTo>
                <a:cubicBezTo>
                  <a:pt x="2000519" y="4152"/>
                  <a:pt x="2002005" y="5160"/>
                  <a:pt x="2003270" y="6458"/>
                </a:cubicBezTo>
                <a:cubicBezTo>
                  <a:pt x="2004534" y="7756"/>
                  <a:pt x="2005525" y="9243"/>
                  <a:pt x="2006242" y="10917"/>
                </a:cubicBezTo>
                <a:cubicBezTo>
                  <a:pt x="2006960" y="12591"/>
                  <a:pt x="2007319" y="14420"/>
                  <a:pt x="2007319" y="16401"/>
                </a:cubicBezTo>
                <a:cubicBezTo>
                  <a:pt x="2007319" y="18315"/>
                  <a:pt x="2006960" y="20126"/>
                  <a:pt x="2006242" y="21834"/>
                </a:cubicBezTo>
                <a:cubicBezTo>
                  <a:pt x="2005525" y="23543"/>
                  <a:pt x="2004534" y="25046"/>
                  <a:pt x="2003270" y="26345"/>
                </a:cubicBezTo>
                <a:cubicBezTo>
                  <a:pt x="2002005" y="27643"/>
                  <a:pt x="2000519" y="28651"/>
                  <a:pt x="1998810" y="29369"/>
                </a:cubicBezTo>
                <a:cubicBezTo>
                  <a:pt x="1997102" y="30086"/>
                  <a:pt x="1995257" y="30445"/>
                  <a:pt x="1993275" y="30445"/>
                </a:cubicBezTo>
                <a:cubicBezTo>
                  <a:pt x="1991293" y="30445"/>
                  <a:pt x="1989448" y="30086"/>
                  <a:pt x="1987740" y="29369"/>
                </a:cubicBezTo>
                <a:cubicBezTo>
                  <a:pt x="1986031" y="28651"/>
                  <a:pt x="1984545" y="27643"/>
                  <a:pt x="1983280" y="26345"/>
                </a:cubicBezTo>
                <a:cubicBezTo>
                  <a:pt x="1982016" y="25046"/>
                  <a:pt x="1981025" y="23543"/>
                  <a:pt x="1980308" y="21834"/>
                </a:cubicBezTo>
                <a:cubicBezTo>
                  <a:pt x="1979590" y="20126"/>
                  <a:pt x="1979231" y="18315"/>
                  <a:pt x="1979231" y="16401"/>
                </a:cubicBezTo>
                <a:cubicBezTo>
                  <a:pt x="1979231" y="14420"/>
                  <a:pt x="1979590" y="12591"/>
                  <a:pt x="1980308" y="10917"/>
                </a:cubicBezTo>
                <a:cubicBezTo>
                  <a:pt x="1981025" y="9243"/>
                  <a:pt x="1982016" y="7756"/>
                  <a:pt x="1983280" y="6458"/>
                </a:cubicBezTo>
                <a:cubicBezTo>
                  <a:pt x="1984545" y="5160"/>
                  <a:pt x="1986031" y="4152"/>
                  <a:pt x="1987740" y="3434"/>
                </a:cubicBezTo>
                <a:cubicBezTo>
                  <a:pt x="1989448" y="2716"/>
                  <a:pt x="1991293" y="2358"/>
                  <a:pt x="1993275" y="2358"/>
                </a:cubicBezTo>
                <a:close/>
                <a:moveTo>
                  <a:pt x="2066779" y="45514"/>
                </a:moveTo>
                <a:lnTo>
                  <a:pt x="2082667" y="45514"/>
                </a:lnTo>
                <a:lnTo>
                  <a:pt x="2083385" y="62120"/>
                </a:lnTo>
                <a:cubicBezTo>
                  <a:pt x="2086392" y="58566"/>
                  <a:pt x="2089296" y="55611"/>
                  <a:pt x="2092098" y="53253"/>
                </a:cubicBezTo>
                <a:cubicBezTo>
                  <a:pt x="2094900" y="50895"/>
                  <a:pt x="2097651" y="48999"/>
                  <a:pt x="2100350" y="47564"/>
                </a:cubicBezTo>
                <a:cubicBezTo>
                  <a:pt x="2103049" y="46129"/>
                  <a:pt x="2105800" y="45121"/>
                  <a:pt x="2108602" y="44540"/>
                </a:cubicBezTo>
                <a:cubicBezTo>
                  <a:pt x="2111404" y="43959"/>
                  <a:pt x="2114308" y="43669"/>
                  <a:pt x="2117315" y="43669"/>
                </a:cubicBezTo>
                <a:cubicBezTo>
                  <a:pt x="2127908" y="43669"/>
                  <a:pt x="2135920" y="46795"/>
                  <a:pt x="2141353" y="53048"/>
                </a:cubicBezTo>
                <a:cubicBezTo>
                  <a:pt x="2146786" y="59301"/>
                  <a:pt x="2149503" y="68715"/>
                  <a:pt x="2149503" y="81289"/>
                </a:cubicBezTo>
                <a:lnTo>
                  <a:pt x="2149503" y="148432"/>
                </a:lnTo>
                <a:lnTo>
                  <a:pt x="2131666" y="148432"/>
                </a:lnTo>
                <a:lnTo>
                  <a:pt x="2131666" y="82724"/>
                </a:lnTo>
                <a:cubicBezTo>
                  <a:pt x="2131666" y="74660"/>
                  <a:pt x="2130163" y="68698"/>
                  <a:pt x="2127156" y="64837"/>
                </a:cubicBezTo>
                <a:cubicBezTo>
                  <a:pt x="2124149" y="60975"/>
                  <a:pt x="2119673" y="59045"/>
                  <a:pt x="2113727" y="59045"/>
                </a:cubicBezTo>
                <a:cubicBezTo>
                  <a:pt x="2111540" y="59045"/>
                  <a:pt x="2109405" y="59369"/>
                  <a:pt x="2107321" y="60019"/>
                </a:cubicBezTo>
                <a:cubicBezTo>
                  <a:pt x="2105236" y="60668"/>
                  <a:pt x="2103066" y="61795"/>
                  <a:pt x="2100811" y="63401"/>
                </a:cubicBezTo>
                <a:cubicBezTo>
                  <a:pt x="2098556" y="65007"/>
                  <a:pt x="2096113" y="67177"/>
                  <a:pt x="2093482" y="69911"/>
                </a:cubicBezTo>
                <a:cubicBezTo>
                  <a:pt x="2090851" y="72644"/>
                  <a:pt x="2087895" y="76061"/>
                  <a:pt x="2084615" y="80162"/>
                </a:cubicBezTo>
                <a:lnTo>
                  <a:pt x="2084615" y="148432"/>
                </a:lnTo>
                <a:lnTo>
                  <a:pt x="2066779" y="148432"/>
                </a:lnTo>
                <a:lnTo>
                  <a:pt x="2066779" y="45514"/>
                </a:lnTo>
                <a:close/>
                <a:moveTo>
                  <a:pt x="2264522" y="146997"/>
                </a:moveTo>
                <a:cubicBezTo>
                  <a:pt x="2260490" y="148022"/>
                  <a:pt x="2256322" y="148757"/>
                  <a:pt x="2252016" y="149201"/>
                </a:cubicBezTo>
                <a:cubicBezTo>
                  <a:pt x="2247711" y="149645"/>
                  <a:pt x="2243337" y="149867"/>
                  <a:pt x="2238895" y="149867"/>
                </a:cubicBezTo>
                <a:cubicBezTo>
                  <a:pt x="2225979" y="149867"/>
                  <a:pt x="2216343" y="146946"/>
                  <a:pt x="2209988" y="141103"/>
                </a:cubicBezTo>
                <a:cubicBezTo>
                  <a:pt x="2203632" y="135260"/>
                  <a:pt x="2200455" y="126290"/>
                  <a:pt x="2200455" y="114194"/>
                </a:cubicBezTo>
                <a:lnTo>
                  <a:pt x="2200455" y="60480"/>
                </a:lnTo>
                <a:lnTo>
                  <a:pt x="2171650" y="60480"/>
                </a:lnTo>
                <a:lnTo>
                  <a:pt x="2171650" y="45514"/>
                </a:lnTo>
                <a:lnTo>
                  <a:pt x="2200455" y="45514"/>
                </a:lnTo>
                <a:lnTo>
                  <a:pt x="2200455" y="17221"/>
                </a:lnTo>
                <a:lnTo>
                  <a:pt x="2218291" y="12609"/>
                </a:lnTo>
                <a:lnTo>
                  <a:pt x="2218291" y="45514"/>
                </a:lnTo>
                <a:lnTo>
                  <a:pt x="2264522" y="45514"/>
                </a:lnTo>
                <a:lnTo>
                  <a:pt x="2264522" y="60480"/>
                </a:lnTo>
                <a:lnTo>
                  <a:pt x="2218291" y="60480"/>
                </a:lnTo>
                <a:lnTo>
                  <a:pt x="2218291" y="112759"/>
                </a:lnTo>
                <a:cubicBezTo>
                  <a:pt x="2218291" y="120140"/>
                  <a:pt x="2220256" y="125658"/>
                  <a:pt x="2224185" y="129314"/>
                </a:cubicBezTo>
                <a:cubicBezTo>
                  <a:pt x="2228115" y="132970"/>
                  <a:pt x="2233907" y="134798"/>
                  <a:pt x="2241561" y="134798"/>
                </a:cubicBezTo>
                <a:cubicBezTo>
                  <a:pt x="2244841" y="134798"/>
                  <a:pt x="2248429" y="134542"/>
                  <a:pt x="2252324" y="134030"/>
                </a:cubicBezTo>
                <a:cubicBezTo>
                  <a:pt x="2256219" y="133517"/>
                  <a:pt x="2260285" y="132714"/>
                  <a:pt x="2264522" y="131621"/>
                </a:cubicBezTo>
                <a:lnTo>
                  <a:pt x="2264522" y="146997"/>
                </a:lnTo>
                <a:close/>
                <a:moveTo>
                  <a:pt x="2360050" y="190460"/>
                </a:moveTo>
                <a:lnTo>
                  <a:pt x="2309513" y="190460"/>
                </a:lnTo>
                <a:lnTo>
                  <a:pt x="2309513" y="176109"/>
                </a:lnTo>
                <a:lnTo>
                  <a:pt x="2342829" y="176109"/>
                </a:lnTo>
                <a:lnTo>
                  <a:pt x="2342829" y="14351"/>
                </a:lnTo>
                <a:lnTo>
                  <a:pt x="2309513" y="14351"/>
                </a:lnTo>
                <a:lnTo>
                  <a:pt x="2309513" y="0"/>
                </a:lnTo>
                <a:lnTo>
                  <a:pt x="2360050" y="0"/>
                </a:lnTo>
                <a:lnTo>
                  <a:pt x="2360050" y="1904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=">
            <a:extLst xmlns:a="http://schemas.openxmlformats.org/drawingml/2006/main">
              <a:ext uri="{FF2B5EF4-FFF2-40B4-BE49-F238E27FC236}">
                <a16:creationId xmlns:a16="http://schemas.microsoft.com/office/drawing/2014/main" id="{D400F853-3BCC-4805-9542-540E4638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609" y="4230721"/>
            <a:ext cx="88157" cy="50742"/>
          </a:xfrm>
          <a:custGeom xmlns:a="http://schemas.openxmlformats.org/drawingml/2006/main">
            <a:pathLst>
              <a:path w="88157" h="50742">
                <a:moveTo>
                  <a:pt x="88157" y="15069"/>
                </a:moveTo>
                <a:lnTo>
                  <a:pt x="0" y="15069"/>
                </a:lnTo>
                <a:lnTo>
                  <a:pt x="0" y="0"/>
                </a:lnTo>
                <a:lnTo>
                  <a:pt x="88157" y="0"/>
                </a:lnTo>
                <a:lnTo>
                  <a:pt x="88157" y="15069"/>
                </a:lnTo>
                <a:moveTo>
                  <a:pt x="88157" y="50742"/>
                </a:moveTo>
                <a:lnTo>
                  <a:pt x="0" y="50742"/>
                </a:lnTo>
                <a:lnTo>
                  <a:pt x="0" y="35673"/>
                </a:lnTo>
                <a:lnTo>
                  <a:pt x="88157" y="35673"/>
                </a:lnTo>
                <a:lnTo>
                  <a:pt x="88157" y="50742"/>
                </a:lnTo>
                <a:close/>
              </a:path>
            </a:pathLst>
          </a:custGeom>
          <a:solidFill xmlns:a="http://schemas.openxmlformats.org/drawingml/2006/main">
            <a:srgbClr val="054F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Text {}">
            <a:extLst xmlns:a="http://schemas.openxmlformats.org/drawingml/2006/main">
              <a:ext uri="{FF2B5EF4-FFF2-40B4-BE49-F238E27FC236}">
                <a16:creationId xmlns:a16="http://schemas.microsoft.com/office/drawing/2014/main" id="{F15FA34F-12D5-43F3-9BF9-D3EA2C3A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391" y="4163578"/>
            <a:ext cx="197123" cy="190460"/>
          </a:xfrm>
          <a:custGeom xmlns:a="http://schemas.openxmlformats.org/drawingml/2006/main">
            <a:pathLst>
              <a:path w="197123" h="190460">
                <a:moveTo>
                  <a:pt x="75344" y="190460"/>
                </a:moveTo>
                <a:lnTo>
                  <a:pt x="67758" y="190460"/>
                </a:lnTo>
                <a:cubicBezTo>
                  <a:pt x="54569" y="190460"/>
                  <a:pt x="44762" y="187368"/>
                  <a:pt x="38338" y="181183"/>
                </a:cubicBezTo>
                <a:cubicBezTo>
                  <a:pt x="31914" y="174999"/>
                  <a:pt x="28702" y="165619"/>
                  <a:pt x="28702" y="153045"/>
                </a:cubicBezTo>
                <a:lnTo>
                  <a:pt x="28702" y="117782"/>
                </a:lnTo>
                <a:cubicBezTo>
                  <a:pt x="28702" y="114433"/>
                  <a:pt x="28326" y="111444"/>
                  <a:pt x="27575" y="108813"/>
                </a:cubicBezTo>
                <a:cubicBezTo>
                  <a:pt x="26823" y="106182"/>
                  <a:pt x="25507" y="103961"/>
                  <a:pt x="23628" y="102150"/>
                </a:cubicBezTo>
                <a:cubicBezTo>
                  <a:pt x="21749" y="100339"/>
                  <a:pt x="19254" y="98955"/>
                  <a:pt x="16145" y="97998"/>
                </a:cubicBezTo>
                <a:cubicBezTo>
                  <a:pt x="13036" y="97041"/>
                  <a:pt x="9123" y="96563"/>
                  <a:pt x="4408" y="96563"/>
                </a:cubicBezTo>
                <a:lnTo>
                  <a:pt x="0" y="96563"/>
                </a:lnTo>
                <a:lnTo>
                  <a:pt x="0" y="82314"/>
                </a:lnTo>
                <a:lnTo>
                  <a:pt x="4408" y="82314"/>
                </a:lnTo>
                <a:cubicBezTo>
                  <a:pt x="9397" y="82314"/>
                  <a:pt x="13463" y="81904"/>
                  <a:pt x="16606" y="81084"/>
                </a:cubicBezTo>
                <a:cubicBezTo>
                  <a:pt x="19750" y="80264"/>
                  <a:pt x="22210" y="79017"/>
                  <a:pt x="23987" y="77343"/>
                </a:cubicBezTo>
                <a:cubicBezTo>
                  <a:pt x="25764" y="75668"/>
                  <a:pt x="26994" y="73533"/>
                  <a:pt x="27677" y="70936"/>
                </a:cubicBezTo>
                <a:cubicBezTo>
                  <a:pt x="28361" y="68339"/>
                  <a:pt x="28702" y="65264"/>
                  <a:pt x="28702" y="61710"/>
                </a:cubicBezTo>
                <a:lnTo>
                  <a:pt x="28702" y="37416"/>
                </a:lnTo>
                <a:cubicBezTo>
                  <a:pt x="28702" y="31675"/>
                  <a:pt x="29386" y="26498"/>
                  <a:pt x="30753" y="21886"/>
                </a:cubicBezTo>
                <a:cubicBezTo>
                  <a:pt x="32119" y="17273"/>
                  <a:pt x="34357" y="13343"/>
                  <a:pt x="37467" y="10097"/>
                </a:cubicBezTo>
                <a:cubicBezTo>
                  <a:pt x="40576" y="6851"/>
                  <a:pt x="44608" y="4357"/>
                  <a:pt x="49563" y="2614"/>
                </a:cubicBezTo>
                <a:cubicBezTo>
                  <a:pt x="54517" y="871"/>
                  <a:pt x="60582" y="0"/>
                  <a:pt x="67758" y="0"/>
                </a:cubicBezTo>
                <a:lnTo>
                  <a:pt x="75344" y="0"/>
                </a:lnTo>
                <a:lnTo>
                  <a:pt x="75344" y="14351"/>
                </a:lnTo>
                <a:lnTo>
                  <a:pt x="69296" y="14351"/>
                </a:lnTo>
                <a:cubicBezTo>
                  <a:pt x="53441" y="14351"/>
                  <a:pt x="45514" y="22039"/>
                  <a:pt x="45514" y="37416"/>
                </a:cubicBezTo>
                <a:lnTo>
                  <a:pt x="45514" y="61300"/>
                </a:lnTo>
                <a:cubicBezTo>
                  <a:pt x="45514" y="77975"/>
                  <a:pt x="38304" y="87371"/>
                  <a:pt x="23884" y="89490"/>
                </a:cubicBezTo>
                <a:cubicBezTo>
                  <a:pt x="38441" y="90925"/>
                  <a:pt x="45719" y="100287"/>
                  <a:pt x="45719" y="117577"/>
                </a:cubicBezTo>
                <a:lnTo>
                  <a:pt x="45719" y="152635"/>
                </a:lnTo>
                <a:cubicBezTo>
                  <a:pt x="45719" y="168285"/>
                  <a:pt x="53578" y="176109"/>
                  <a:pt x="69296" y="176109"/>
                </a:cubicBezTo>
                <a:lnTo>
                  <a:pt x="75344" y="176109"/>
                </a:lnTo>
                <a:lnTo>
                  <a:pt x="75344" y="190460"/>
                </a:lnTo>
                <a:close/>
                <a:moveTo>
                  <a:pt x="121677" y="0"/>
                </a:moveTo>
                <a:lnTo>
                  <a:pt x="129263" y="0"/>
                </a:lnTo>
                <a:cubicBezTo>
                  <a:pt x="142452" y="0"/>
                  <a:pt x="152259" y="3092"/>
                  <a:pt x="158683" y="9277"/>
                </a:cubicBezTo>
                <a:cubicBezTo>
                  <a:pt x="165107" y="15462"/>
                  <a:pt x="168319" y="24841"/>
                  <a:pt x="168319" y="37416"/>
                </a:cubicBezTo>
                <a:lnTo>
                  <a:pt x="168319" y="61095"/>
                </a:lnTo>
                <a:cubicBezTo>
                  <a:pt x="168319" y="64444"/>
                  <a:pt x="168694" y="67433"/>
                  <a:pt x="169446" y="70064"/>
                </a:cubicBezTo>
                <a:cubicBezTo>
                  <a:pt x="170198" y="72695"/>
                  <a:pt x="171513" y="74917"/>
                  <a:pt x="173393" y="76727"/>
                </a:cubicBezTo>
                <a:cubicBezTo>
                  <a:pt x="175272" y="78538"/>
                  <a:pt x="177783" y="79922"/>
                  <a:pt x="180927" y="80879"/>
                </a:cubicBezTo>
                <a:cubicBezTo>
                  <a:pt x="184071" y="81836"/>
                  <a:pt x="188000" y="82314"/>
                  <a:pt x="192716" y="82314"/>
                </a:cubicBezTo>
                <a:lnTo>
                  <a:pt x="197123" y="82314"/>
                </a:lnTo>
                <a:lnTo>
                  <a:pt x="197123" y="96563"/>
                </a:lnTo>
                <a:lnTo>
                  <a:pt x="192716" y="96563"/>
                </a:lnTo>
                <a:cubicBezTo>
                  <a:pt x="187727" y="96563"/>
                  <a:pt x="183644" y="96973"/>
                  <a:pt x="180466" y="97793"/>
                </a:cubicBezTo>
                <a:cubicBezTo>
                  <a:pt x="177288" y="98613"/>
                  <a:pt x="174811" y="99860"/>
                  <a:pt x="173034" y="101535"/>
                </a:cubicBezTo>
                <a:cubicBezTo>
                  <a:pt x="171257" y="103209"/>
                  <a:pt x="170027" y="105344"/>
                  <a:pt x="169344" y="107941"/>
                </a:cubicBezTo>
                <a:cubicBezTo>
                  <a:pt x="168660" y="110538"/>
                  <a:pt x="168319" y="113613"/>
                  <a:pt x="168319" y="117167"/>
                </a:cubicBezTo>
                <a:lnTo>
                  <a:pt x="168319" y="153045"/>
                </a:lnTo>
                <a:cubicBezTo>
                  <a:pt x="168319" y="158785"/>
                  <a:pt x="167635" y="163962"/>
                  <a:pt x="166268" y="168575"/>
                </a:cubicBezTo>
                <a:cubicBezTo>
                  <a:pt x="164902" y="173188"/>
                  <a:pt x="162681" y="177117"/>
                  <a:pt x="159605" y="180363"/>
                </a:cubicBezTo>
                <a:cubicBezTo>
                  <a:pt x="156530" y="183610"/>
                  <a:pt x="152498" y="186104"/>
                  <a:pt x="147509" y="187847"/>
                </a:cubicBezTo>
                <a:cubicBezTo>
                  <a:pt x="142521" y="189589"/>
                  <a:pt x="136438" y="190460"/>
                  <a:pt x="129263" y="190460"/>
                </a:cubicBezTo>
                <a:lnTo>
                  <a:pt x="121677" y="190460"/>
                </a:lnTo>
                <a:lnTo>
                  <a:pt x="121677" y="176109"/>
                </a:lnTo>
                <a:lnTo>
                  <a:pt x="127828" y="176109"/>
                </a:lnTo>
                <a:cubicBezTo>
                  <a:pt x="143614" y="176109"/>
                  <a:pt x="151507" y="168421"/>
                  <a:pt x="151507" y="153045"/>
                </a:cubicBezTo>
                <a:lnTo>
                  <a:pt x="151507" y="117577"/>
                </a:lnTo>
                <a:cubicBezTo>
                  <a:pt x="151507" y="100902"/>
                  <a:pt x="158717" y="91540"/>
                  <a:pt x="173136" y="89490"/>
                </a:cubicBezTo>
                <a:cubicBezTo>
                  <a:pt x="158580" y="87918"/>
                  <a:pt x="151302" y="78521"/>
                  <a:pt x="151302" y="61300"/>
                </a:cubicBezTo>
                <a:lnTo>
                  <a:pt x="151302" y="37826"/>
                </a:lnTo>
                <a:cubicBezTo>
                  <a:pt x="151302" y="22176"/>
                  <a:pt x="143477" y="14351"/>
                  <a:pt x="127828" y="14351"/>
                </a:cubicBezTo>
                <a:lnTo>
                  <a:pt x="121677" y="14351"/>
                </a:lnTo>
                <a:lnTo>
                  <a:pt x="1216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&lt;for_stmt&gt;">
            <a:extLst xmlns:a="http://schemas.openxmlformats.org/drawingml/2006/main">
              <a:ext uri="{FF2B5EF4-FFF2-40B4-BE49-F238E27FC236}">
                <a16:creationId xmlns:a16="http://schemas.microsoft.com/office/drawing/2014/main" id="{A638A0CF-DD48-4242-9516-D627DAB1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447" y="4165935"/>
            <a:ext cx="1120621" cy="188103"/>
          </a:xfrm>
          <a:custGeom xmlns:a="http://schemas.openxmlformats.org/drawingml/2006/main">
            <a:pathLst>
              <a:path w="1120621" h="188103">
                <a:moveTo>
                  <a:pt x="80059" y="136439"/>
                </a:moveTo>
                <a:lnTo>
                  <a:pt x="68886" y="147715"/>
                </a:lnTo>
                <a:lnTo>
                  <a:pt x="0" y="90207"/>
                </a:lnTo>
                <a:lnTo>
                  <a:pt x="68886" y="32700"/>
                </a:lnTo>
                <a:lnTo>
                  <a:pt x="80059" y="44079"/>
                </a:lnTo>
                <a:lnTo>
                  <a:pt x="24192" y="90002"/>
                </a:lnTo>
                <a:lnTo>
                  <a:pt x="80059" y="136439"/>
                </a:lnTo>
                <a:close/>
                <a:moveTo>
                  <a:pt x="208502" y="17836"/>
                </a:moveTo>
                <a:cubicBezTo>
                  <a:pt x="199139" y="15855"/>
                  <a:pt x="191075" y="14864"/>
                  <a:pt x="184310" y="14864"/>
                </a:cubicBezTo>
                <a:cubicBezTo>
                  <a:pt x="168250" y="14864"/>
                  <a:pt x="160220" y="23269"/>
                  <a:pt x="160220" y="40081"/>
                </a:cubicBezTo>
                <a:lnTo>
                  <a:pt x="160220" y="58122"/>
                </a:lnTo>
                <a:lnTo>
                  <a:pt x="205324" y="58122"/>
                </a:lnTo>
                <a:lnTo>
                  <a:pt x="205324" y="72986"/>
                </a:lnTo>
                <a:lnTo>
                  <a:pt x="160220" y="72986"/>
                </a:lnTo>
                <a:lnTo>
                  <a:pt x="160220" y="146074"/>
                </a:lnTo>
                <a:lnTo>
                  <a:pt x="142076" y="146074"/>
                </a:lnTo>
                <a:lnTo>
                  <a:pt x="142076" y="72986"/>
                </a:lnTo>
                <a:lnTo>
                  <a:pt x="108966" y="72986"/>
                </a:lnTo>
                <a:lnTo>
                  <a:pt x="108966" y="58122"/>
                </a:lnTo>
                <a:lnTo>
                  <a:pt x="142076" y="58122"/>
                </a:lnTo>
                <a:lnTo>
                  <a:pt x="142076" y="41106"/>
                </a:lnTo>
                <a:cubicBezTo>
                  <a:pt x="142076" y="13702"/>
                  <a:pt x="156359" y="0"/>
                  <a:pt x="184925" y="0"/>
                </a:cubicBezTo>
                <a:cubicBezTo>
                  <a:pt x="192032" y="0"/>
                  <a:pt x="199891" y="820"/>
                  <a:pt x="208502" y="2460"/>
                </a:cubicBezTo>
                <a:lnTo>
                  <a:pt x="208502" y="17836"/>
                </a:lnTo>
                <a:moveTo>
                  <a:pt x="100766" y="43156"/>
                </a:moveTo>
                <a:lnTo>
                  <a:pt x="100766" y="43156"/>
                </a:lnTo>
                <a:close/>
                <a:moveTo>
                  <a:pt x="321574" y="93795"/>
                </a:moveTo>
                <a:cubicBezTo>
                  <a:pt x="321574" y="101791"/>
                  <a:pt x="320446" y="109120"/>
                  <a:pt x="318191" y="115783"/>
                </a:cubicBezTo>
                <a:cubicBezTo>
                  <a:pt x="315936" y="122446"/>
                  <a:pt x="312690" y="128153"/>
                  <a:pt x="308453" y="132902"/>
                </a:cubicBezTo>
                <a:cubicBezTo>
                  <a:pt x="304216" y="137652"/>
                  <a:pt x="299056" y="141342"/>
                  <a:pt x="292974" y="143973"/>
                </a:cubicBezTo>
                <a:cubicBezTo>
                  <a:pt x="286892" y="146604"/>
                  <a:pt x="279990" y="147920"/>
                  <a:pt x="272267" y="147920"/>
                </a:cubicBezTo>
                <a:cubicBezTo>
                  <a:pt x="264887" y="147920"/>
                  <a:pt x="258275" y="146775"/>
                  <a:pt x="252432" y="144486"/>
                </a:cubicBezTo>
                <a:cubicBezTo>
                  <a:pt x="246589" y="142196"/>
                  <a:pt x="241634" y="138830"/>
                  <a:pt x="237568" y="134388"/>
                </a:cubicBezTo>
                <a:cubicBezTo>
                  <a:pt x="233502" y="129946"/>
                  <a:pt x="230393" y="124445"/>
                  <a:pt x="228240" y="117885"/>
                </a:cubicBezTo>
                <a:cubicBezTo>
                  <a:pt x="226087" y="111324"/>
                  <a:pt x="225011" y="103773"/>
                  <a:pt x="225011" y="95230"/>
                </a:cubicBezTo>
                <a:cubicBezTo>
                  <a:pt x="225011" y="87235"/>
                  <a:pt x="226139" y="79939"/>
                  <a:pt x="228394" y="73345"/>
                </a:cubicBezTo>
                <a:cubicBezTo>
                  <a:pt x="230649" y="66750"/>
                  <a:pt x="233895" y="61078"/>
                  <a:pt x="238132" y="56328"/>
                </a:cubicBezTo>
                <a:cubicBezTo>
                  <a:pt x="242369" y="51579"/>
                  <a:pt x="247529" y="47888"/>
                  <a:pt x="253611" y="45257"/>
                </a:cubicBezTo>
                <a:cubicBezTo>
                  <a:pt x="259693" y="42626"/>
                  <a:pt x="266595" y="41311"/>
                  <a:pt x="274317" y="41311"/>
                </a:cubicBezTo>
                <a:cubicBezTo>
                  <a:pt x="281698" y="41311"/>
                  <a:pt x="288310" y="42456"/>
                  <a:pt x="294153" y="44745"/>
                </a:cubicBezTo>
                <a:cubicBezTo>
                  <a:pt x="299996" y="47034"/>
                  <a:pt x="304950" y="50383"/>
                  <a:pt x="309017" y="54791"/>
                </a:cubicBezTo>
                <a:cubicBezTo>
                  <a:pt x="313083" y="59199"/>
                  <a:pt x="316192" y="64683"/>
                  <a:pt x="318345" y="71243"/>
                </a:cubicBezTo>
                <a:cubicBezTo>
                  <a:pt x="320497" y="77804"/>
                  <a:pt x="321574" y="85321"/>
                  <a:pt x="321574" y="93795"/>
                </a:cubicBezTo>
                <a:moveTo>
                  <a:pt x="303327" y="94615"/>
                </a:moveTo>
                <a:cubicBezTo>
                  <a:pt x="303327" y="88260"/>
                  <a:pt x="302627" y="82707"/>
                  <a:pt x="301226" y="77958"/>
                </a:cubicBezTo>
                <a:cubicBezTo>
                  <a:pt x="299825" y="73208"/>
                  <a:pt x="297826" y="69244"/>
                  <a:pt x="295229" y="66067"/>
                </a:cubicBezTo>
                <a:cubicBezTo>
                  <a:pt x="292632" y="62889"/>
                  <a:pt x="289472" y="60497"/>
                  <a:pt x="285747" y="58891"/>
                </a:cubicBezTo>
                <a:cubicBezTo>
                  <a:pt x="282023" y="57285"/>
                  <a:pt x="277871" y="56482"/>
                  <a:pt x="273292" y="56482"/>
                </a:cubicBezTo>
                <a:cubicBezTo>
                  <a:pt x="267962" y="56482"/>
                  <a:pt x="263400" y="57524"/>
                  <a:pt x="259608" y="59609"/>
                </a:cubicBezTo>
                <a:cubicBezTo>
                  <a:pt x="255815" y="61693"/>
                  <a:pt x="252705" y="64478"/>
                  <a:pt x="250279" y="67963"/>
                </a:cubicBezTo>
                <a:cubicBezTo>
                  <a:pt x="247853" y="71448"/>
                  <a:pt x="246076" y="75497"/>
                  <a:pt x="244949" y="80110"/>
                </a:cubicBezTo>
                <a:cubicBezTo>
                  <a:pt x="243821" y="84723"/>
                  <a:pt x="243257" y="89558"/>
                  <a:pt x="243257" y="94615"/>
                </a:cubicBezTo>
                <a:cubicBezTo>
                  <a:pt x="243257" y="100971"/>
                  <a:pt x="243958" y="106540"/>
                  <a:pt x="245359" y="111324"/>
                </a:cubicBezTo>
                <a:cubicBezTo>
                  <a:pt x="246760" y="116108"/>
                  <a:pt x="248759" y="120089"/>
                  <a:pt x="251356" y="123266"/>
                </a:cubicBezTo>
                <a:cubicBezTo>
                  <a:pt x="253952" y="126444"/>
                  <a:pt x="257096" y="128836"/>
                  <a:pt x="260786" y="130442"/>
                </a:cubicBezTo>
                <a:cubicBezTo>
                  <a:pt x="264477" y="132048"/>
                  <a:pt x="268645" y="132851"/>
                  <a:pt x="273292" y="132851"/>
                </a:cubicBezTo>
                <a:cubicBezTo>
                  <a:pt x="278623" y="132851"/>
                  <a:pt x="283184" y="131809"/>
                  <a:pt x="286977" y="129724"/>
                </a:cubicBezTo>
                <a:cubicBezTo>
                  <a:pt x="290770" y="127640"/>
                  <a:pt x="293879" y="124855"/>
                  <a:pt x="296306" y="121370"/>
                </a:cubicBezTo>
                <a:cubicBezTo>
                  <a:pt x="298732" y="117885"/>
                  <a:pt x="300508" y="113836"/>
                  <a:pt x="301636" y="109223"/>
                </a:cubicBezTo>
                <a:cubicBezTo>
                  <a:pt x="302764" y="104610"/>
                  <a:pt x="303327" y="99741"/>
                  <a:pt x="303327" y="94615"/>
                </a:cubicBezTo>
                <a:close/>
                <a:moveTo>
                  <a:pt x="350999" y="43156"/>
                </a:moveTo>
                <a:lnTo>
                  <a:pt x="367298" y="43156"/>
                </a:lnTo>
                <a:lnTo>
                  <a:pt x="367810" y="62120"/>
                </a:lnTo>
                <a:cubicBezTo>
                  <a:pt x="373892" y="54808"/>
                  <a:pt x="379889" y="49512"/>
                  <a:pt x="385800" y="46231"/>
                </a:cubicBezTo>
                <a:cubicBezTo>
                  <a:pt x="391712" y="42951"/>
                  <a:pt x="397674" y="41311"/>
                  <a:pt x="403688" y="41311"/>
                </a:cubicBezTo>
                <a:cubicBezTo>
                  <a:pt x="414349" y="41311"/>
                  <a:pt x="422430" y="44762"/>
                  <a:pt x="427931" y="51664"/>
                </a:cubicBezTo>
                <a:cubicBezTo>
                  <a:pt x="433433" y="58566"/>
                  <a:pt x="435978" y="68817"/>
                  <a:pt x="435568" y="82417"/>
                </a:cubicBezTo>
                <a:lnTo>
                  <a:pt x="417527" y="82417"/>
                </a:lnTo>
                <a:cubicBezTo>
                  <a:pt x="417732" y="73396"/>
                  <a:pt x="416416" y="66853"/>
                  <a:pt x="413580" y="62786"/>
                </a:cubicBezTo>
                <a:cubicBezTo>
                  <a:pt x="410744" y="58720"/>
                  <a:pt x="406592" y="56687"/>
                  <a:pt x="401125" y="56687"/>
                </a:cubicBezTo>
                <a:cubicBezTo>
                  <a:pt x="398733" y="56687"/>
                  <a:pt x="396324" y="57114"/>
                  <a:pt x="393898" y="57968"/>
                </a:cubicBezTo>
                <a:cubicBezTo>
                  <a:pt x="391472" y="58823"/>
                  <a:pt x="388978" y="60189"/>
                  <a:pt x="386415" y="62069"/>
                </a:cubicBezTo>
                <a:cubicBezTo>
                  <a:pt x="383853" y="63948"/>
                  <a:pt x="381136" y="66357"/>
                  <a:pt x="378266" y="69296"/>
                </a:cubicBezTo>
                <a:cubicBezTo>
                  <a:pt x="375396" y="72234"/>
                  <a:pt x="372320" y="75788"/>
                  <a:pt x="369040" y="79957"/>
                </a:cubicBezTo>
                <a:lnTo>
                  <a:pt x="369040" y="146074"/>
                </a:lnTo>
                <a:lnTo>
                  <a:pt x="350999" y="146074"/>
                </a:lnTo>
                <a:lnTo>
                  <a:pt x="350999" y="43156"/>
                </a:lnTo>
                <a:close/>
                <a:moveTo>
                  <a:pt x="560634" y="188103"/>
                </a:moveTo>
                <a:lnTo>
                  <a:pt x="445209" y="188103"/>
                </a:lnTo>
                <a:lnTo>
                  <a:pt x="445209" y="173342"/>
                </a:lnTo>
                <a:lnTo>
                  <a:pt x="560634" y="173342"/>
                </a:lnTo>
                <a:lnTo>
                  <a:pt x="560634" y="188103"/>
                </a:lnTo>
                <a:close/>
                <a:moveTo>
                  <a:pt x="657920" y="117987"/>
                </a:moveTo>
                <a:cubicBezTo>
                  <a:pt x="657920" y="121609"/>
                  <a:pt x="657305" y="124855"/>
                  <a:pt x="656074" y="127725"/>
                </a:cubicBezTo>
                <a:cubicBezTo>
                  <a:pt x="654844" y="130596"/>
                  <a:pt x="653170" y="133141"/>
                  <a:pt x="651052" y="135362"/>
                </a:cubicBezTo>
                <a:cubicBezTo>
                  <a:pt x="648933" y="137583"/>
                  <a:pt x="646473" y="139480"/>
                  <a:pt x="643671" y="141051"/>
                </a:cubicBezTo>
                <a:cubicBezTo>
                  <a:pt x="640869" y="142623"/>
                  <a:pt x="637879" y="143922"/>
                  <a:pt x="634701" y="144947"/>
                </a:cubicBezTo>
                <a:cubicBezTo>
                  <a:pt x="631524" y="145972"/>
                  <a:pt x="628260" y="146724"/>
                  <a:pt x="624912" y="147202"/>
                </a:cubicBezTo>
                <a:cubicBezTo>
                  <a:pt x="621563" y="147680"/>
                  <a:pt x="618283" y="147920"/>
                  <a:pt x="615071" y="147920"/>
                </a:cubicBezTo>
                <a:cubicBezTo>
                  <a:pt x="608101" y="147920"/>
                  <a:pt x="601694" y="147612"/>
                  <a:pt x="595851" y="146997"/>
                </a:cubicBezTo>
                <a:cubicBezTo>
                  <a:pt x="590008" y="146382"/>
                  <a:pt x="584284" y="145391"/>
                  <a:pt x="578681" y="144024"/>
                </a:cubicBezTo>
                <a:lnTo>
                  <a:pt x="578681" y="127623"/>
                </a:lnTo>
                <a:cubicBezTo>
                  <a:pt x="584694" y="129331"/>
                  <a:pt x="590674" y="130630"/>
                  <a:pt x="596620" y="131518"/>
                </a:cubicBezTo>
                <a:cubicBezTo>
                  <a:pt x="602565" y="132407"/>
                  <a:pt x="608476" y="132851"/>
                  <a:pt x="614354" y="132851"/>
                </a:cubicBezTo>
                <a:cubicBezTo>
                  <a:pt x="622896" y="132851"/>
                  <a:pt x="629217" y="131689"/>
                  <a:pt x="633318" y="129366"/>
                </a:cubicBezTo>
                <a:cubicBezTo>
                  <a:pt x="637418" y="127042"/>
                  <a:pt x="639468" y="123728"/>
                  <a:pt x="639468" y="119422"/>
                </a:cubicBezTo>
                <a:cubicBezTo>
                  <a:pt x="639468" y="117577"/>
                  <a:pt x="639143" y="115920"/>
                  <a:pt x="638494" y="114451"/>
                </a:cubicBezTo>
                <a:cubicBezTo>
                  <a:pt x="637845" y="112981"/>
                  <a:pt x="636666" y="111580"/>
                  <a:pt x="634958" y="110248"/>
                </a:cubicBezTo>
                <a:cubicBezTo>
                  <a:pt x="633249" y="108915"/>
                  <a:pt x="630601" y="107531"/>
                  <a:pt x="627013" y="106096"/>
                </a:cubicBezTo>
                <a:cubicBezTo>
                  <a:pt x="623426" y="104661"/>
                  <a:pt x="618522" y="103021"/>
                  <a:pt x="612303" y="101176"/>
                </a:cubicBezTo>
                <a:cubicBezTo>
                  <a:pt x="607656" y="99809"/>
                  <a:pt x="603368" y="98254"/>
                  <a:pt x="599439" y="96512"/>
                </a:cubicBezTo>
                <a:cubicBezTo>
                  <a:pt x="595509" y="94769"/>
                  <a:pt x="592109" y="92702"/>
                  <a:pt x="589239" y="90310"/>
                </a:cubicBezTo>
                <a:cubicBezTo>
                  <a:pt x="586369" y="87918"/>
                  <a:pt x="584114" y="85116"/>
                  <a:pt x="582473" y="81904"/>
                </a:cubicBezTo>
                <a:cubicBezTo>
                  <a:pt x="580833" y="78692"/>
                  <a:pt x="580013" y="74899"/>
                  <a:pt x="580013" y="70526"/>
                </a:cubicBezTo>
                <a:cubicBezTo>
                  <a:pt x="580013" y="67656"/>
                  <a:pt x="580680" y="64512"/>
                  <a:pt x="582012" y="61095"/>
                </a:cubicBezTo>
                <a:cubicBezTo>
                  <a:pt x="583345" y="57678"/>
                  <a:pt x="585617" y="54500"/>
                  <a:pt x="588829" y="51562"/>
                </a:cubicBezTo>
                <a:cubicBezTo>
                  <a:pt x="592041" y="48623"/>
                  <a:pt x="596380" y="46180"/>
                  <a:pt x="601848" y="44232"/>
                </a:cubicBezTo>
                <a:cubicBezTo>
                  <a:pt x="607315" y="42285"/>
                  <a:pt x="614149" y="41311"/>
                  <a:pt x="622349" y="41311"/>
                </a:cubicBezTo>
                <a:cubicBezTo>
                  <a:pt x="626381" y="41311"/>
                  <a:pt x="630857" y="41533"/>
                  <a:pt x="635778" y="41977"/>
                </a:cubicBezTo>
                <a:cubicBezTo>
                  <a:pt x="640698" y="42421"/>
                  <a:pt x="645824" y="43190"/>
                  <a:pt x="651154" y="44284"/>
                </a:cubicBezTo>
                <a:lnTo>
                  <a:pt x="651154" y="60172"/>
                </a:lnTo>
                <a:cubicBezTo>
                  <a:pt x="645550" y="58806"/>
                  <a:pt x="640237" y="57798"/>
                  <a:pt x="635214" y="57148"/>
                </a:cubicBezTo>
                <a:cubicBezTo>
                  <a:pt x="630191" y="56499"/>
                  <a:pt x="625834" y="56175"/>
                  <a:pt x="622144" y="56175"/>
                </a:cubicBezTo>
                <a:cubicBezTo>
                  <a:pt x="617702" y="56175"/>
                  <a:pt x="613961" y="56516"/>
                  <a:pt x="610919" y="57200"/>
                </a:cubicBezTo>
                <a:cubicBezTo>
                  <a:pt x="607878" y="57883"/>
                  <a:pt x="605418" y="58823"/>
                  <a:pt x="603539" y="60019"/>
                </a:cubicBezTo>
                <a:cubicBezTo>
                  <a:pt x="601660" y="61215"/>
                  <a:pt x="600310" y="62616"/>
                  <a:pt x="599490" y="64221"/>
                </a:cubicBezTo>
                <a:cubicBezTo>
                  <a:pt x="598670" y="65827"/>
                  <a:pt x="598260" y="67553"/>
                  <a:pt x="598260" y="69398"/>
                </a:cubicBezTo>
                <a:cubicBezTo>
                  <a:pt x="598260" y="71243"/>
                  <a:pt x="598618" y="72918"/>
                  <a:pt x="599336" y="74421"/>
                </a:cubicBezTo>
                <a:cubicBezTo>
                  <a:pt x="600054" y="75925"/>
                  <a:pt x="601386" y="77377"/>
                  <a:pt x="603334" y="78778"/>
                </a:cubicBezTo>
                <a:cubicBezTo>
                  <a:pt x="605282" y="80179"/>
                  <a:pt x="607998" y="81580"/>
                  <a:pt x="611483" y="82981"/>
                </a:cubicBezTo>
                <a:cubicBezTo>
                  <a:pt x="614969" y="84381"/>
                  <a:pt x="619513" y="85902"/>
                  <a:pt x="625117" y="87542"/>
                </a:cubicBezTo>
                <a:cubicBezTo>
                  <a:pt x="631199" y="89319"/>
                  <a:pt x="636324" y="91181"/>
                  <a:pt x="640493" y="93129"/>
                </a:cubicBezTo>
                <a:cubicBezTo>
                  <a:pt x="644662" y="95076"/>
                  <a:pt x="648045" y="97246"/>
                  <a:pt x="650641" y="99638"/>
                </a:cubicBezTo>
                <a:cubicBezTo>
                  <a:pt x="653238" y="102030"/>
                  <a:pt x="655101" y="104729"/>
                  <a:pt x="656228" y="107736"/>
                </a:cubicBezTo>
                <a:cubicBezTo>
                  <a:pt x="657356" y="110743"/>
                  <a:pt x="657920" y="114160"/>
                  <a:pt x="657920" y="117987"/>
                </a:cubicBezTo>
                <a:close/>
                <a:moveTo>
                  <a:pt x="774169" y="144639"/>
                </a:moveTo>
                <a:cubicBezTo>
                  <a:pt x="770137" y="145664"/>
                  <a:pt x="765968" y="146399"/>
                  <a:pt x="761663" y="146843"/>
                </a:cubicBezTo>
                <a:cubicBezTo>
                  <a:pt x="757358" y="147287"/>
                  <a:pt x="752984" y="147509"/>
                  <a:pt x="748542" y="147509"/>
                </a:cubicBezTo>
                <a:cubicBezTo>
                  <a:pt x="735626" y="147509"/>
                  <a:pt x="725990" y="144588"/>
                  <a:pt x="719635" y="138745"/>
                </a:cubicBezTo>
                <a:cubicBezTo>
                  <a:pt x="713279" y="132902"/>
                  <a:pt x="710101" y="123933"/>
                  <a:pt x="710101" y="111837"/>
                </a:cubicBezTo>
                <a:lnTo>
                  <a:pt x="710101" y="58122"/>
                </a:lnTo>
                <a:lnTo>
                  <a:pt x="681296" y="58122"/>
                </a:lnTo>
                <a:lnTo>
                  <a:pt x="681296" y="43156"/>
                </a:lnTo>
                <a:lnTo>
                  <a:pt x="710101" y="43156"/>
                </a:lnTo>
                <a:lnTo>
                  <a:pt x="710101" y="14864"/>
                </a:lnTo>
                <a:lnTo>
                  <a:pt x="727938" y="10251"/>
                </a:lnTo>
                <a:lnTo>
                  <a:pt x="727938" y="43156"/>
                </a:lnTo>
                <a:lnTo>
                  <a:pt x="774169" y="43156"/>
                </a:lnTo>
                <a:lnTo>
                  <a:pt x="774169" y="58122"/>
                </a:lnTo>
                <a:lnTo>
                  <a:pt x="727938" y="58122"/>
                </a:lnTo>
                <a:lnTo>
                  <a:pt x="727938" y="110401"/>
                </a:lnTo>
                <a:cubicBezTo>
                  <a:pt x="727938" y="117782"/>
                  <a:pt x="729903" y="123300"/>
                  <a:pt x="733832" y="126957"/>
                </a:cubicBezTo>
                <a:cubicBezTo>
                  <a:pt x="737761" y="130613"/>
                  <a:pt x="743553" y="132441"/>
                  <a:pt x="751207" y="132441"/>
                </a:cubicBezTo>
                <a:cubicBezTo>
                  <a:pt x="754487" y="132441"/>
                  <a:pt x="758075" y="132185"/>
                  <a:pt x="761971" y="131672"/>
                </a:cubicBezTo>
                <a:cubicBezTo>
                  <a:pt x="765866" y="131159"/>
                  <a:pt x="769932" y="130356"/>
                  <a:pt x="774169" y="129263"/>
                </a:cubicBezTo>
                <a:lnTo>
                  <a:pt x="774169" y="144639"/>
                </a:lnTo>
                <a:close/>
                <a:moveTo>
                  <a:pt x="879450" y="146074"/>
                </a:moveTo>
                <a:lnTo>
                  <a:pt x="879450" y="72166"/>
                </a:lnTo>
                <a:cubicBezTo>
                  <a:pt x="879450" y="68954"/>
                  <a:pt x="879331" y="66323"/>
                  <a:pt x="879091" y="64273"/>
                </a:cubicBezTo>
                <a:cubicBezTo>
                  <a:pt x="878852" y="62223"/>
                  <a:pt x="878476" y="60600"/>
                  <a:pt x="877964" y="59404"/>
                </a:cubicBezTo>
                <a:cubicBezTo>
                  <a:pt x="877451" y="58208"/>
                  <a:pt x="876802" y="57371"/>
                  <a:pt x="876016" y="56892"/>
                </a:cubicBezTo>
                <a:cubicBezTo>
                  <a:pt x="875230" y="56414"/>
                  <a:pt x="874256" y="56175"/>
                  <a:pt x="873095" y="56175"/>
                </a:cubicBezTo>
                <a:cubicBezTo>
                  <a:pt x="871728" y="56175"/>
                  <a:pt x="870464" y="56585"/>
                  <a:pt x="869302" y="57405"/>
                </a:cubicBezTo>
                <a:cubicBezTo>
                  <a:pt x="868140" y="58225"/>
                  <a:pt x="866893" y="59557"/>
                  <a:pt x="865560" y="61402"/>
                </a:cubicBezTo>
                <a:cubicBezTo>
                  <a:pt x="864228" y="63248"/>
                  <a:pt x="862758" y="65691"/>
                  <a:pt x="861152" y="68732"/>
                </a:cubicBezTo>
                <a:cubicBezTo>
                  <a:pt x="859546" y="71773"/>
                  <a:pt x="857650" y="75514"/>
                  <a:pt x="855463" y="79957"/>
                </a:cubicBezTo>
                <a:lnTo>
                  <a:pt x="855463" y="146074"/>
                </a:lnTo>
                <a:lnTo>
                  <a:pt x="839164" y="146074"/>
                </a:lnTo>
                <a:lnTo>
                  <a:pt x="839164" y="74114"/>
                </a:lnTo>
                <a:cubicBezTo>
                  <a:pt x="839164" y="70355"/>
                  <a:pt x="839045" y="67314"/>
                  <a:pt x="838806" y="64990"/>
                </a:cubicBezTo>
                <a:cubicBezTo>
                  <a:pt x="838566" y="62667"/>
                  <a:pt x="838191" y="60856"/>
                  <a:pt x="837678" y="59557"/>
                </a:cubicBezTo>
                <a:cubicBezTo>
                  <a:pt x="837165" y="58259"/>
                  <a:pt x="836499" y="57371"/>
                  <a:pt x="835679" y="56892"/>
                </a:cubicBezTo>
                <a:cubicBezTo>
                  <a:pt x="834859" y="56414"/>
                  <a:pt x="833868" y="56175"/>
                  <a:pt x="832706" y="56175"/>
                </a:cubicBezTo>
                <a:cubicBezTo>
                  <a:pt x="831476" y="56175"/>
                  <a:pt x="830314" y="56516"/>
                  <a:pt x="829221" y="57200"/>
                </a:cubicBezTo>
                <a:cubicBezTo>
                  <a:pt x="828128" y="57883"/>
                  <a:pt x="826915" y="59113"/>
                  <a:pt x="825582" y="60890"/>
                </a:cubicBezTo>
                <a:cubicBezTo>
                  <a:pt x="824249" y="62667"/>
                  <a:pt x="822763" y="65093"/>
                  <a:pt x="821123" y="68168"/>
                </a:cubicBezTo>
                <a:cubicBezTo>
                  <a:pt x="819483" y="71243"/>
                  <a:pt x="817535" y="75173"/>
                  <a:pt x="815280" y="79957"/>
                </a:cubicBezTo>
                <a:lnTo>
                  <a:pt x="815280" y="146074"/>
                </a:lnTo>
                <a:lnTo>
                  <a:pt x="798879" y="146074"/>
                </a:lnTo>
                <a:lnTo>
                  <a:pt x="798879" y="43156"/>
                </a:lnTo>
                <a:lnTo>
                  <a:pt x="812512" y="43156"/>
                </a:lnTo>
                <a:lnTo>
                  <a:pt x="813332" y="62735"/>
                </a:lnTo>
                <a:cubicBezTo>
                  <a:pt x="815109" y="58840"/>
                  <a:pt x="816835" y="55525"/>
                  <a:pt x="818509" y="52792"/>
                </a:cubicBezTo>
                <a:cubicBezTo>
                  <a:pt x="820183" y="50058"/>
                  <a:pt x="821909" y="47854"/>
                  <a:pt x="823686" y="46180"/>
                </a:cubicBezTo>
                <a:cubicBezTo>
                  <a:pt x="825462" y="44506"/>
                  <a:pt x="827359" y="43276"/>
                  <a:pt x="829375" y="42490"/>
                </a:cubicBezTo>
                <a:cubicBezTo>
                  <a:pt x="831391" y="41704"/>
                  <a:pt x="833629" y="41311"/>
                  <a:pt x="836089" y="41311"/>
                </a:cubicBezTo>
                <a:cubicBezTo>
                  <a:pt x="841625" y="41311"/>
                  <a:pt x="845827" y="43122"/>
                  <a:pt x="848698" y="46744"/>
                </a:cubicBezTo>
                <a:cubicBezTo>
                  <a:pt x="851568" y="50366"/>
                  <a:pt x="853003" y="55970"/>
                  <a:pt x="853003" y="63555"/>
                </a:cubicBezTo>
                <a:cubicBezTo>
                  <a:pt x="854643" y="60002"/>
                  <a:pt x="856249" y="56841"/>
                  <a:pt x="857821" y="54073"/>
                </a:cubicBezTo>
                <a:cubicBezTo>
                  <a:pt x="859393" y="51305"/>
                  <a:pt x="861084" y="48982"/>
                  <a:pt x="862895" y="47103"/>
                </a:cubicBezTo>
                <a:cubicBezTo>
                  <a:pt x="864706" y="45223"/>
                  <a:pt x="866705" y="43788"/>
                  <a:pt x="868892" y="42797"/>
                </a:cubicBezTo>
                <a:cubicBezTo>
                  <a:pt x="871079" y="41806"/>
                  <a:pt x="873607" y="41311"/>
                  <a:pt x="876477" y="41311"/>
                </a:cubicBezTo>
                <a:cubicBezTo>
                  <a:pt x="889393" y="41311"/>
                  <a:pt x="895851" y="51254"/>
                  <a:pt x="895851" y="71141"/>
                </a:cubicBezTo>
                <a:lnTo>
                  <a:pt x="895851" y="146074"/>
                </a:lnTo>
                <a:lnTo>
                  <a:pt x="879450" y="146074"/>
                </a:lnTo>
                <a:close/>
                <a:moveTo>
                  <a:pt x="1003798" y="144639"/>
                </a:moveTo>
                <a:cubicBezTo>
                  <a:pt x="999766" y="145664"/>
                  <a:pt x="995598" y="146399"/>
                  <a:pt x="991292" y="146843"/>
                </a:cubicBezTo>
                <a:cubicBezTo>
                  <a:pt x="986987" y="147287"/>
                  <a:pt x="982613" y="147509"/>
                  <a:pt x="978171" y="147509"/>
                </a:cubicBezTo>
                <a:cubicBezTo>
                  <a:pt x="965255" y="147509"/>
                  <a:pt x="955619" y="144588"/>
                  <a:pt x="949264" y="138745"/>
                </a:cubicBezTo>
                <a:cubicBezTo>
                  <a:pt x="942908" y="132902"/>
                  <a:pt x="939731" y="123933"/>
                  <a:pt x="939731" y="111837"/>
                </a:cubicBezTo>
                <a:lnTo>
                  <a:pt x="939731" y="58122"/>
                </a:lnTo>
                <a:lnTo>
                  <a:pt x="910926" y="58122"/>
                </a:lnTo>
                <a:lnTo>
                  <a:pt x="910926" y="43156"/>
                </a:lnTo>
                <a:lnTo>
                  <a:pt x="939731" y="43156"/>
                </a:lnTo>
                <a:lnTo>
                  <a:pt x="939731" y="14864"/>
                </a:lnTo>
                <a:lnTo>
                  <a:pt x="957567" y="10251"/>
                </a:lnTo>
                <a:lnTo>
                  <a:pt x="957567" y="43156"/>
                </a:lnTo>
                <a:lnTo>
                  <a:pt x="1003798" y="43156"/>
                </a:lnTo>
                <a:lnTo>
                  <a:pt x="1003798" y="58122"/>
                </a:lnTo>
                <a:lnTo>
                  <a:pt x="957567" y="58122"/>
                </a:lnTo>
                <a:lnTo>
                  <a:pt x="957567" y="110401"/>
                </a:lnTo>
                <a:cubicBezTo>
                  <a:pt x="957567" y="117782"/>
                  <a:pt x="959532" y="123300"/>
                  <a:pt x="963461" y="126957"/>
                </a:cubicBezTo>
                <a:cubicBezTo>
                  <a:pt x="967391" y="130613"/>
                  <a:pt x="973182" y="132441"/>
                  <a:pt x="980836" y="132441"/>
                </a:cubicBezTo>
                <a:cubicBezTo>
                  <a:pt x="984117" y="132441"/>
                  <a:pt x="987704" y="132185"/>
                  <a:pt x="991600" y="131672"/>
                </a:cubicBezTo>
                <a:cubicBezTo>
                  <a:pt x="995495" y="131159"/>
                  <a:pt x="999561" y="130356"/>
                  <a:pt x="1003798" y="129263"/>
                </a:cubicBezTo>
                <a:lnTo>
                  <a:pt x="1003798" y="144639"/>
                </a:lnTo>
                <a:close/>
                <a:moveTo>
                  <a:pt x="1040665" y="44079"/>
                </a:moveTo>
                <a:lnTo>
                  <a:pt x="1051736" y="32700"/>
                </a:lnTo>
                <a:lnTo>
                  <a:pt x="1120621" y="90207"/>
                </a:lnTo>
                <a:lnTo>
                  <a:pt x="1051736" y="147715"/>
                </a:lnTo>
                <a:lnTo>
                  <a:pt x="1040665" y="136439"/>
                </a:lnTo>
                <a:lnTo>
                  <a:pt x="1096532" y="90412"/>
                </a:lnTo>
                <a:lnTo>
                  <a:pt x="1040665" y="44079"/>
                </a:lnTo>
                <a:close/>
              </a:path>
            </a:pathLst>
          </a:custGeom>
          <a:solidFill xmlns:a="http://schemas.openxmlformats.org/drawingml/2006/main">
            <a:srgbClr val="D130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Text index,val">
            <a:extLst xmlns:a="http://schemas.openxmlformats.org/drawingml/2006/main">
              <a:ext uri="{FF2B5EF4-FFF2-40B4-BE49-F238E27FC236}">
                <a16:creationId xmlns:a16="http://schemas.microsoft.com/office/drawing/2014/main" id="{C309CAB2-E2AD-4E27-BAC3-B1E0CC74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42" y="4414712"/>
            <a:ext cx="1001010" cy="181132"/>
          </a:xfrm>
          <a:custGeom xmlns:a="http://schemas.openxmlformats.org/drawingml/2006/main">
            <a:pathLst>
              <a:path w="1001010" h="181132">
                <a:moveTo>
                  <a:pt x="33828" y="57917"/>
                </a:moveTo>
                <a:lnTo>
                  <a:pt x="3383" y="57917"/>
                </a:lnTo>
                <a:lnTo>
                  <a:pt x="3383" y="43156"/>
                </a:lnTo>
                <a:lnTo>
                  <a:pt x="51869" y="43156"/>
                </a:lnTo>
                <a:lnTo>
                  <a:pt x="51869" y="131211"/>
                </a:lnTo>
                <a:lnTo>
                  <a:pt x="82519" y="131211"/>
                </a:lnTo>
                <a:lnTo>
                  <a:pt x="82519" y="146074"/>
                </a:lnTo>
                <a:lnTo>
                  <a:pt x="0" y="146074"/>
                </a:lnTo>
                <a:lnTo>
                  <a:pt x="0" y="131211"/>
                </a:lnTo>
                <a:lnTo>
                  <a:pt x="33828" y="131211"/>
                </a:lnTo>
                <a:lnTo>
                  <a:pt x="33828" y="57917"/>
                </a:lnTo>
                <a:moveTo>
                  <a:pt x="40081" y="0"/>
                </a:moveTo>
                <a:cubicBezTo>
                  <a:pt x="42063" y="0"/>
                  <a:pt x="43908" y="359"/>
                  <a:pt x="45616" y="1076"/>
                </a:cubicBezTo>
                <a:cubicBezTo>
                  <a:pt x="47325" y="1794"/>
                  <a:pt x="48811" y="2802"/>
                  <a:pt x="50075" y="4100"/>
                </a:cubicBezTo>
                <a:cubicBezTo>
                  <a:pt x="51340" y="5399"/>
                  <a:pt x="52331" y="6885"/>
                  <a:pt x="53048" y="8559"/>
                </a:cubicBezTo>
                <a:cubicBezTo>
                  <a:pt x="53766" y="10234"/>
                  <a:pt x="54124" y="12062"/>
                  <a:pt x="54124" y="14044"/>
                </a:cubicBezTo>
                <a:cubicBezTo>
                  <a:pt x="54124" y="15957"/>
                  <a:pt x="53766" y="17768"/>
                  <a:pt x="53048" y="19477"/>
                </a:cubicBezTo>
                <a:cubicBezTo>
                  <a:pt x="52331" y="21185"/>
                  <a:pt x="51340" y="22689"/>
                  <a:pt x="50075" y="23987"/>
                </a:cubicBezTo>
                <a:cubicBezTo>
                  <a:pt x="48811" y="25285"/>
                  <a:pt x="47325" y="26293"/>
                  <a:pt x="45616" y="27011"/>
                </a:cubicBezTo>
                <a:cubicBezTo>
                  <a:pt x="43908" y="27729"/>
                  <a:pt x="42063" y="28087"/>
                  <a:pt x="40081" y="28087"/>
                </a:cubicBezTo>
                <a:cubicBezTo>
                  <a:pt x="38099" y="28087"/>
                  <a:pt x="36254" y="27729"/>
                  <a:pt x="34545" y="27011"/>
                </a:cubicBezTo>
                <a:cubicBezTo>
                  <a:pt x="32837" y="26293"/>
                  <a:pt x="31350" y="25285"/>
                  <a:pt x="30086" y="23987"/>
                </a:cubicBezTo>
                <a:cubicBezTo>
                  <a:pt x="28822" y="22689"/>
                  <a:pt x="27831" y="21185"/>
                  <a:pt x="27113" y="19477"/>
                </a:cubicBezTo>
                <a:cubicBezTo>
                  <a:pt x="26396" y="17768"/>
                  <a:pt x="26037" y="15957"/>
                  <a:pt x="26037" y="14044"/>
                </a:cubicBezTo>
                <a:cubicBezTo>
                  <a:pt x="26037" y="12062"/>
                  <a:pt x="26396" y="10234"/>
                  <a:pt x="27113" y="8559"/>
                </a:cubicBezTo>
                <a:cubicBezTo>
                  <a:pt x="27831" y="6885"/>
                  <a:pt x="28822" y="5399"/>
                  <a:pt x="30086" y="4100"/>
                </a:cubicBezTo>
                <a:cubicBezTo>
                  <a:pt x="31350" y="2802"/>
                  <a:pt x="32837" y="1794"/>
                  <a:pt x="34545" y="1076"/>
                </a:cubicBezTo>
                <a:cubicBezTo>
                  <a:pt x="36254" y="359"/>
                  <a:pt x="38099" y="0"/>
                  <a:pt x="40081" y="0"/>
                </a:cubicBezTo>
                <a:close/>
                <a:moveTo>
                  <a:pt x="113584" y="43156"/>
                </a:moveTo>
                <a:lnTo>
                  <a:pt x="129473" y="43156"/>
                </a:lnTo>
                <a:lnTo>
                  <a:pt x="130191" y="59762"/>
                </a:lnTo>
                <a:cubicBezTo>
                  <a:pt x="133198" y="56209"/>
                  <a:pt x="136102" y="53253"/>
                  <a:pt x="138904" y="50895"/>
                </a:cubicBezTo>
                <a:cubicBezTo>
                  <a:pt x="141706" y="48538"/>
                  <a:pt x="144457" y="46641"/>
                  <a:pt x="147156" y="45206"/>
                </a:cubicBezTo>
                <a:cubicBezTo>
                  <a:pt x="149855" y="43771"/>
                  <a:pt x="152606" y="42763"/>
                  <a:pt x="155408" y="42182"/>
                </a:cubicBezTo>
                <a:cubicBezTo>
                  <a:pt x="158210" y="41601"/>
                  <a:pt x="161114" y="41311"/>
                  <a:pt x="164121" y="41311"/>
                </a:cubicBezTo>
                <a:cubicBezTo>
                  <a:pt x="174714" y="41311"/>
                  <a:pt x="182726" y="44437"/>
                  <a:pt x="188159" y="50690"/>
                </a:cubicBezTo>
                <a:cubicBezTo>
                  <a:pt x="193592" y="56943"/>
                  <a:pt x="196309" y="66357"/>
                  <a:pt x="196309" y="78931"/>
                </a:cubicBezTo>
                <a:lnTo>
                  <a:pt x="196309" y="146074"/>
                </a:lnTo>
                <a:lnTo>
                  <a:pt x="178472" y="146074"/>
                </a:lnTo>
                <a:lnTo>
                  <a:pt x="178472" y="80367"/>
                </a:lnTo>
                <a:cubicBezTo>
                  <a:pt x="178472" y="72303"/>
                  <a:pt x="176969" y="66340"/>
                  <a:pt x="173962" y="62479"/>
                </a:cubicBezTo>
                <a:cubicBezTo>
                  <a:pt x="170955" y="58618"/>
                  <a:pt x="166479" y="56687"/>
                  <a:pt x="160533" y="56687"/>
                </a:cubicBezTo>
                <a:cubicBezTo>
                  <a:pt x="158346" y="56687"/>
                  <a:pt x="156211" y="57012"/>
                  <a:pt x="154127" y="57661"/>
                </a:cubicBezTo>
                <a:cubicBezTo>
                  <a:pt x="152042" y="58310"/>
                  <a:pt x="149872" y="59438"/>
                  <a:pt x="147617" y="61044"/>
                </a:cubicBezTo>
                <a:cubicBezTo>
                  <a:pt x="145362" y="62650"/>
                  <a:pt x="142919" y="64819"/>
                  <a:pt x="140288" y="67553"/>
                </a:cubicBezTo>
                <a:cubicBezTo>
                  <a:pt x="137657" y="70287"/>
                  <a:pt x="134701" y="73703"/>
                  <a:pt x="131421" y="77804"/>
                </a:cubicBezTo>
                <a:lnTo>
                  <a:pt x="131421" y="146074"/>
                </a:lnTo>
                <a:lnTo>
                  <a:pt x="113584" y="146074"/>
                </a:lnTo>
                <a:lnTo>
                  <a:pt x="113584" y="43156"/>
                </a:lnTo>
                <a:close/>
                <a:moveTo>
                  <a:pt x="223171" y="96768"/>
                </a:moveTo>
                <a:cubicBezTo>
                  <a:pt x="223171" y="88020"/>
                  <a:pt x="224367" y="80247"/>
                  <a:pt x="226759" y="73447"/>
                </a:cubicBezTo>
                <a:cubicBezTo>
                  <a:pt x="229151" y="66648"/>
                  <a:pt x="232551" y="60907"/>
                  <a:pt x="236959" y="56226"/>
                </a:cubicBezTo>
                <a:cubicBezTo>
                  <a:pt x="241366" y="51545"/>
                  <a:pt x="246663" y="47991"/>
                  <a:pt x="252847" y="45565"/>
                </a:cubicBezTo>
                <a:cubicBezTo>
                  <a:pt x="259032" y="43139"/>
                  <a:pt x="265917" y="41926"/>
                  <a:pt x="273503" y="41926"/>
                </a:cubicBezTo>
                <a:cubicBezTo>
                  <a:pt x="276783" y="41926"/>
                  <a:pt x="280012" y="42131"/>
                  <a:pt x="283190" y="42541"/>
                </a:cubicBezTo>
                <a:cubicBezTo>
                  <a:pt x="286368" y="42951"/>
                  <a:pt x="289494" y="43600"/>
                  <a:pt x="292569" y="44489"/>
                </a:cubicBezTo>
                <a:lnTo>
                  <a:pt x="292569" y="1230"/>
                </a:lnTo>
                <a:lnTo>
                  <a:pt x="310508" y="1230"/>
                </a:lnTo>
                <a:lnTo>
                  <a:pt x="310508" y="146074"/>
                </a:lnTo>
                <a:lnTo>
                  <a:pt x="294517" y="146074"/>
                </a:lnTo>
                <a:lnTo>
                  <a:pt x="293902" y="126598"/>
                </a:lnTo>
                <a:cubicBezTo>
                  <a:pt x="288913" y="133842"/>
                  <a:pt x="283514" y="139206"/>
                  <a:pt x="277706" y="142692"/>
                </a:cubicBezTo>
                <a:cubicBezTo>
                  <a:pt x="271897" y="146177"/>
                  <a:pt x="265610" y="147920"/>
                  <a:pt x="258844" y="147920"/>
                </a:cubicBezTo>
                <a:cubicBezTo>
                  <a:pt x="252967" y="147920"/>
                  <a:pt x="247790" y="146689"/>
                  <a:pt x="243314" y="144229"/>
                </a:cubicBezTo>
                <a:cubicBezTo>
                  <a:pt x="238838" y="141769"/>
                  <a:pt x="235113" y="138301"/>
                  <a:pt x="232141" y="133825"/>
                </a:cubicBezTo>
                <a:cubicBezTo>
                  <a:pt x="229168" y="129348"/>
                  <a:pt x="226930" y="123967"/>
                  <a:pt x="225426" y="117680"/>
                </a:cubicBezTo>
                <a:cubicBezTo>
                  <a:pt x="223923" y="111392"/>
                  <a:pt x="223171" y="104422"/>
                  <a:pt x="223171" y="96768"/>
                </a:cubicBezTo>
                <a:moveTo>
                  <a:pt x="241418" y="95640"/>
                </a:moveTo>
                <a:cubicBezTo>
                  <a:pt x="241418" y="108078"/>
                  <a:pt x="243246" y="117355"/>
                  <a:pt x="246902" y="123471"/>
                </a:cubicBezTo>
                <a:cubicBezTo>
                  <a:pt x="250558" y="129588"/>
                  <a:pt x="255735" y="132646"/>
                  <a:pt x="262432" y="132646"/>
                </a:cubicBezTo>
                <a:cubicBezTo>
                  <a:pt x="266942" y="132646"/>
                  <a:pt x="271709" y="130630"/>
                  <a:pt x="276732" y="126598"/>
                </a:cubicBezTo>
                <a:cubicBezTo>
                  <a:pt x="281755" y="122566"/>
                  <a:pt x="287034" y="116586"/>
                  <a:pt x="292569" y="108659"/>
                </a:cubicBezTo>
                <a:lnTo>
                  <a:pt x="292569" y="60890"/>
                </a:lnTo>
                <a:cubicBezTo>
                  <a:pt x="289631" y="59523"/>
                  <a:pt x="286385" y="58481"/>
                  <a:pt x="282831" y="57763"/>
                </a:cubicBezTo>
                <a:cubicBezTo>
                  <a:pt x="279277" y="57046"/>
                  <a:pt x="275758" y="56687"/>
                  <a:pt x="272273" y="56687"/>
                </a:cubicBezTo>
                <a:cubicBezTo>
                  <a:pt x="262569" y="56687"/>
                  <a:pt x="255000" y="59831"/>
                  <a:pt x="249567" y="66118"/>
                </a:cubicBezTo>
                <a:cubicBezTo>
                  <a:pt x="244134" y="72405"/>
                  <a:pt x="241418" y="82246"/>
                  <a:pt x="241418" y="95640"/>
                </a:cubicBezTo>
                <a:close/>
                <a:moveTo>
                  <a:pt x="430141" y="89182"/>
                </a:moveTo>
                <a:cubicBezTo>
                  <a:pt x="430141" y="91711"/>
                  <a:pt x="430107" y="93829"/>
                  <a:pt x="430038" y="95538"/>
                </a:cubicBezTo>
                <a:cubicBezTo>
                  <a:pt x="429970" y="97246"/>
                  <a:pt x="429867" y="98852"/>
                  <a:pt x="429731" y="100356"/>
                </a:cubicBezTo>
                <a:lnTo>
                  <a:pt x="357462" y="100356"/>
                </a:lnTo>
                <a:cubicBezTo>
                  <a:pt x="357462" y="110880"/>
                  <a:pt x="360401" y="118961"/>
                  <a:pt x="366278" y="124599"/>
                </a:cubicBezTo>
                <a:cubicBezTo>
                  <a:pt x="372155" y="130237"/>
                  <a:pt x="380629" y="133056"/>
                  <a:pt x="391700" y="133056"/>
                </a:cubicBezTo>
                <a:cubicBezTo>
                  <a:pt x="394707" y="133056"/>
                  <a:pt x="397714" y="132936"/>
                  <a:pt x="400721" y="132697"/>
                </a:cubicBezTo>
                <a:cubicBezTo>
                  <a:pt x="403728" y="132458"/>
                  <a:pt x="406632" y="132133"/>
                  <a:pt x="409434" y="131723"/>
                </a:cubicBezTo>
                <a:cubicBezTo>
                  <a:pt x="412236" y="131313"/>
                  <a:pt x="414918" y="130852"/>
                  <a:pt x="417481" y="130339"/>
                </a:cubicBezTo>
                <a:cubicBezTo>
                  <a:pt x="420044" y="129827"/>
                  <a:pt x="422418" y="129263"/>
                  <a:pt x="424605" y="128648"/>
                </a:cubicBezTo>
                <a:lnTo>
                  <a:pt x="424605" y="143307"/>
                </a:lnTo>
                <a:cubicBezTo>
                  <a:pt x="419753" y="144673"/>
                  <a:pt x="414269" y="145784"/>
                  <a:pt x="408153" y="146638"/>
                </a:cubicBezTo>
                <a:cubicBezTo>
                  <a:pt x="402036" y="147492"/>
                  <a:pt x="395698" y="147920"/>
                  <a:pt x="389137" y="147920"/>
                </a:cubicBezTo>
                <a:cubicBezTo>
                  <a:pt x="380322" y="147920"/>
                  <a:pt x="372736" y="146724"/>
                  <a:pt x="366381" y="144332"/>
                </a:cubicBezTo>
                <a:cubicBezTo>
                  <a:pt x="360025" y="141940"/>
                  <a:pt x="354814" y="138472"/>
                  <a:pt x="350748" y="133927"/>
                </a:cubicBezTo>
                <a:cubicBezTo>
                  <a:pt x="346682" y="129383"/>
                  <a:pt x="343675" y="123813"/>
                  <a:pt x="341727" y="117218"/>
                </a:cubicBezTo>
                <a:cubicBezTo>
                  <a:pt x="339780" y="110624"/>
                  <a:pt x="338806" y="103158"/>
                  <a:pt x="338806" y="94820"/>
                </a:cubicBezTo>
                <a:cubicBezTo>
                  <a:pt x="338806" y="87576"/>
                  <a:pt x="339848" y="80725"/>
                  <a:pt x="341932" y="74267"/>
                </a:cubicBezTo>
                <a:cubicBezTo>
                  <a:pt x="344017" y="67809"/>
                  <a:pt x="347058" y="62137"/>
                  <a:pt x="351056" y="57251"/>
                </a:cubicBezTo>
                <a:cubicBezTo>
                  <a:pt x="355053" y="52365"/>
                  <a:pt x="359957" y="48486"/>
                  <a:pt x="365765" y="45616"/>
                </a:cubicBezTo>
                <a:cubicBezTo>
                  <a:pt x="371574" y="42746"/>
                  <a:pt x="378169" y="41311"/>
                  <a:pt x="385550" y="41311"/>
                </a:cubicBezTo>
                <a:cubicBezTo>
                  <a:pt x="392725" y="41311"/>
                  <a:pt x="399081" y="42438"/>
                  <a:pt x="404616" y="44694"/>
                </a:cubicBezTo>
                <a:cubicBezTo>
                  <a:pt x="410152" y="46949"/>
                  <a:pt x="414816" y="50144"/>
                  <a:pt x="418609" y="54278"/>
                </a:cubicBezTo>
                <a:cubicBezTo>
                  <a:pt x="422401" y="58413"/>
                  <a:pt x="425272" y="63436"/>
                  <a:pt x="427219" y="69347"/>
                </a:cubicBezTo>
                <a:cubicBezTo>
                  <a:pt x="429167" y="75258"/>
                  <a:pt x="430141" y="81870"/>
                  <a:pt x="430141" y="89182"/>
                </a:cubicBezTo>
                <a:moveTo>
                  <a:pt x="411587" y="86620"/>
                </a:moveTo>
                <a:cubicBezTo>
                  <a:pt x="411792" y="82041"/>
                  <a:pt x="411348" y="77855"/>
                  <a:pt x="410254" y="74062"/>
                </a:cubicBezTo>
                <a:cubicBezTo>
                  <a:pt x="409161" y="70269"/>
                  <a:pt x="407469" y="67006"/>
                  <a:pt x="405180" y="64273"/>
                </a:cubicBezTo>
                <a:cubicBezTo>
                  <a:pt x="402891" y="61539"/>
                  <a:pt x="400037" y="59404"/>
                  <a:pt x="396620" y="57866"/>
                </a:cubicBezTo>
                <a:cubicBezTo>
                  <a:pt x="393204" y="56328"/>
                  <a:pt x="389240" y="55560"/>
                  <a:pt x="384730" y="55560"/>
                </a:cubicBezTo>
                <a:cubicBezTo>
                  <a:pt x="380834" y="55560"/>
                  <a:pt x="377281" y="56311"/>
                  <a:pt x="374069" y="57815"/>
                </a:cubicBezTo>
                <a:cubicBezTo>
                  <a:pt x="370857" y="59318"/>
                  <a:pt x="368089" y="61437"/>
                  <a:pt x="365765" y="64170"/>
                </a:cubicBezTo>
                <a:cubicBezTo>
                  <a:pt x="363442" y="66904"/>
                  <a:pt x="361563" y="70184"/>
                  <a:pt x="360128" y="74011"/>
                </a:cubicBezTo>
                <a:cubicBezTo>
                  <a:pt x="358692" y="77838"/>
                  <a:pt x="357804" y="82041"/>
                  <a:pt x="357462" y="86620"/>
                </a:cubicBezTo>
                <a:lnTo>
                  <a:pt x="411587" y="86620"/>
                </a:lnTo>
                <a:close/>
                <a:moveTo>
                  <a:pt x="550798" y="146074"/>
                </a:moveTo>
                <a:lnTo>
                  <a:pt x="527119" y="146074"/>
                </a:lnTo>
                <a:lnTo>
                  <a:pt x="499339" y="106814"/>
                </a:lnTo>
                <a:lnTo>
                  <a:pt x="471867" y="146074"/>
                </a:lnTo>
                <a:lnTo>
                  <a:pt x="448802" y="146074"/>
                </a:lnTo>
                <a:lnTo>
                  <a:pt x="488678" y="94410"/>
                </a:lnTo>
                <a:lnTo>
                  <a:pt x="450648" y="43156"/>
                </a:lnTo>
                <a:lnTo>
                  <a:pt x="473507" y="43156"/>
                </a:lnTo>
                <a:lnTo>
                  <a:pt x="500569" y="82724"/>
                </a:lnTo>
                <a:lnTo>
                  <a:pt x="527119" y="43156"/>
                </a:lnTo>
                <a:lnTo>
                  <a:pt x="549158" y="43156"/>
                </a:lnTo>
                <a:lnTo>
                  <a:pt x="510513" y="94820"/>
                </a:lnTo>
                <a:lnTo>
                  <a:pt x="550798" y="146074"/>
                </a:lnTo>
                <a:close/>
                <a:moveTo>
                  <a:pt x="580812" y="167089"/>
                </a:moveTo>
                <a:cubicBezTo>
                  <a:pt x="584298" y="167225"/>
                  <a:pt x="587680" y="166918"/>
                  <a:pt x="590961" y="166166"/>
                </a:cubicBezTo>
                <a:cubicBezTo>
                  <a:pt x="594241" y="165414"/>
                  <a:pt x="597128" y="164304"/>
                  <a:pt x="599623" y="162834"/>
                </a:cubicBezTo>
                <a:cubicBezTo>
                  <a:pt x="602117" y="161365"/>
                  <a:pt x="604116" y="159537"/>
                  <a:pt x="605619" y="157350"/>
                </a:cubicBezTo>
                <a:cubicBezTo>
                  <a:pt x="607123" y="155163"/>
                  <a:pt x="607874" y="152669"/>
                  <a:pt x="607874" y="149867"/>
                </a:cubicBezTo>
                <a:cubicBezTo>
                  <a:pt x="607874" y="146997"/>
                  <a:pt x="607379" y="144673"/>
                  <a:pt x="606388" y="142897"/>
                </a:cubicBezTo>
                <a:cubicBezTo>
                  <a:pt x="605397" y="141120"/>
                  <a:pt x="604287" y="139480"/>
                  <a:pt x="603057" y="137976"/>
                </a:cubicBezTo>
                <a:cubicBezTo>
                  <a:pt x="601826" y="136473"/>
                  <a:pt x="600716" y="134867"/>
                  <a:pt x="599725" y="133158"/>
                </a:cubicBezTo>
                <a:cubicBezTo>
                  <a:pt x="598734" y="131450"/>
                  <a:pt x="598239" y="129161"/>
                  <a:pt x="598239" y="126290"/>
                </a:cubicBezTo>
                <a:cubicBezTo>
                  <a:pt x="598239" y="124855"/>
                  <a:pt x="598512" y="123352"/>
                  <a:pt x="599059" y="121780"/>
                </a:cubicBezTo>
                <a:cubicBezTo>
                  <a:pt x="599605" y="120208"/>
                  <a:pt x="600443" y="118773"/>
                  <a:pt x="601570" y="117475"/>
                </a:cubicBezTo>
                <a:cubicBezTo>
                  <a:pt x="602698" y="116176"/>
                  <a:pt x="604133" y="115117"/>
                  <a:pt x="605876" y="114297"/>
                </a:cubicBezTo>
                <a:cubicBezTo>
                  <a:pt x="607618" y="113477"/>
                  <a:pt x="609685" y="113067"/>
                  <a:pt x="612077" y="113067"/>
                </a:cubicBezTo>
                <a:cubicBezTo>
                  <a:pt x="614469" y="113067"/>
                  <a:pt x="616776" y="113562"/>
                  <a:pt x="618997" y="114553"/>
                </a:cubicBezTo>
                <a:cubicBezTo>
                  <a:pt x="621218" y="115544"/>
                  <a:pt x="623165" y="117065"/>
                  <a:pt x="624840" y="119115"/>
                </a:cubicBezTo>
                <a:cubicBezTo>
                  <a:pt x="626514" y="121165"/>
                  <a:pt x="627846" y="123728"/>
                  <a:pt x="628837" y="126803"/>
                </a:cubicBezTo>
                <a:cubicBezTo>
                  <a:pt x="629828" y="129878"/>
                  <a:pt x="630324" y="133500"/>
                  <a:pt x="630324" y="137669"/>
                </a:cubicBezTo>
                <a:cubicBezTo>
                  <a:pt x="630324" y="143341"/>
                  <a:pt x="629282" y="148791"/>
                  <a:pt x="627197" y="154019"/>
                </a:cubicBezTo>
                <a:cubicBezTo>
                  <a:pt x="625113" y="159247"/>
                  <a:pt x="622004" y="163877"/>
                  <a:pt x="617869" y="167909"/>
                </a:cubicBezTo>
                <a:cubicBezTo>
                  <a:pt x="613734" y="171941"/>
                  <a:pt x="608575" y="175153"/>
                  <a:pt x="602390" y="177544"/>
                </a:cubicBezTo>
                <a:cubicBezTo>
                  <a:pt x="596206" y="179936"/>
                  <a:pt x="589013" y="181132"/>
                  <a:pt x="580812" y="181132"/>
                </a:cubicBezTo>
                <a:lnTo>
                  <a:pt x="580812" y="167089"/>
                </a:lnTo>
                <a:close/>
                <a:moveTo>
                  <a:pt x="677995" y="43156"/>
                </a:moveTo>
                <a:lnTo>
                  <a:pt x="698292" y="43156"/>
                </a:lnTo>
                <a:lnTo>
                  <a:pt x="723509" y="111222"/>
                </a:lnTo>
                <a:lnTo>
                  <a:pt x="728942" y="127828"/>
                </a:lnTo>
                <a:lnTo>
                  <a:pt x="734580" y="110812"/>
                </a:lnTo>
                <a:lnTo>
                  <a:pt x="759592" y="43156"/>
                </a:lnTo>
                <a:lnTo>
                  <a:pt x="779171" y="43156"/>
                </a:lnTo>
                <a:lnTo>
                  <a:pt x="738783" y="146074"/>
                </a:lnTo>
                <a:lnTo>
                  <a:pt x="718281" y="146074"/>
                </a:lnTo>
                <a:lnTo>
                  <a:pt x="677995" y="43156"/>
                </a:lnTo>
                <a:close/>
                <a:moveTo>
                  <a:pt x="868564" y="146074"/>
                </a:moveTo>
                <a:lnTo>
                  <a:pt x="868154" y="132236"/>
                </a:lnTo>
                <a:cubicBezTo>
                  <a:pt x="862550" y="137771"/>
                  <a:pt x="856861" y="141769"/>
                  <a:pt x="851086" y="144229"/>
                </a:cubicBezTo>
                <a:cubicBezTo>
                  <a:pt x="845311" y="146689"/>
                  <a:pt x="839246" y="147920"/>
                  <a:pt x="832891" y="147920"/>
                </a:cubicBezTo>
                <a:cubicBezTo>
                  <a:pt x="827014" y="147920"/>
                  <a:pt x="821991" y="147168"/>
                  <a:pt x="817822" y="145664"/>
                </a:cubicBezTo>
                <a:cubicBezTo>
                  <a:pt x="813653" y="144161"/>
                  <a:pt x="810219" y="142094"/>
                  <a:pt x="807520" y="139463"/>
                </a:cubicBezTo>
                <a:cubicBezTo>
                  <a:pt x="804821" y="136832"/>
                  <a:pt x="802839" y="133739"/>
                  <a:pt x="801575" y="130186"/>
                </a:cubicBezTo>
                <a:cubicBezTo>
                  <a:pt x="800310" y="126632"/>
                  <a:pt x="799678" y="122771"/>
                  <a:pt x="799678" y="118602"/>
                </a:cubicBezTo>
                <a:cubicBezTo>
                  <a:pt x="799678" y="108283"/>
                  <a:pt x="803522" y="100202"/>
                  <a:pt x="811210" y="94359"/>
                </a:cubicBezTo>
                <a:cubicBezTo>
                  <a:pt x="818898" y="88516"/>
                  <a:pt x="830260" y="85594"/>
                  <a:pt x="845294" y="85594"/>
                </a:cubicBezTo>
                <a:lnTo>
                  <a:pt x="866616" y="85594"/>
                </a:lnTo>
                <a:lnTo>
                  <a:pt x="866616" y="76574"/>
                </a:lnTo>
                <a:cubicBezTo>
                  <a:pt x="866616" y="70492"/>
                  <a:pt x="864668" y="65622"/>
                  <a:pt x="860773" y="61966"/>
                </a:cubicBezTo>
                <a:cubicBezTo>
                  <a:pt x="856878" y="58310"/>
                  <a:pt x="850932" y="56482"/>
                  <a:pt x="842937" y="56482"/>
                </a:cubicBezTo>
                <a:cubicBezTo>
                  <a:pt x="837128" y="56482"/>
                  <a:pt x="831404" y="57131"/>
                  <a:pt x="825767" y="58430"/>
                </a:cubicBezTo>
                <a:cubicBezTo>
                  <a:pt x="820129" y="59728"/>
                  <a:pt x="814303" y="61573"/>
                  <a:pt x="808289" y="63965"/>
                </a:cubicBezTo>
                <a:lnTo>
                  <a:pt x="808289" y="47871"/>
                </a:lnTo>
                <a:cubicBezTo>
                  <a:pt x="810544" y="47051"/>
                  <a:pt x="813055" y="46248"/>
                  <a:pt x="815823" y="45462"/>
                </a:cubicBezTo>
                <a:cubicBezTo>
                  <a:pt x="818591" y="44677"/>
                  <a:pt x="821512" y="43976"/>
                  <a:pt x="824588" y="43361"/>
                </a:cubicBezTo>
                <a:cubicBezTo>
                  <a:pt x="827663" y="42746"/>
                  <a:pt x="830875" y="42251"/>
                  <a:pt x="834223" y="41875"/>
                </a:cubicBezTo>
                <a:cubicBezTo>
                  <a:pt x="837572" y="41499"/>
                  <a:pt x="840955" y="41311"/>
                  <a:pt x="844372" y="41311"/>
                </a:cubicBezTo>
                <a:cubicBezTo>
                  <a:pt x="850591" y="41311"/>
                  <a:pt x="856194" y="41994"/>
                  <a:pt x="861183" y="43361"/>
                </a:cubicBezTo>
                <a:cubicBezTo>
                  <a:pt x="866172" y="44728"/>
                  <a:pt x="870392" y="46812"/>
                  <a:pt x="873843" y="49614"/>
                </a:cubicBezTo>
                <a:cubicBezTo>
                  <a:pt x="877294" y="52416"/>
                  <a:pt x="879942" y="55935"/>
                  <a:pt x="881787" y="60172"/>
                </a:cubicBezTo>
                <a:cubicBezTo>
                  <a:pt x="883632" y="64409"/>
                  <a:pt x="884555" y="69398"/>
                  <a:pt x="884555" y="75139"/>
                </a:cubicBezTo>
                <a:lnTo>
                  <a:pt x="884555" y="146074"/>
                </a:lnTo>
                <a:lnTo>
                  <a:pt x="868564" y="146074"/>
                </a:lnTo>
                <a:moveTo>
                  <a:pt x="866616" y="99228"/>
                </a:moveTo>
                <a:lnTo>
                  <a:pt x="843962" y="99228"/>
                </a:lnTo>
                <a:cubicBezTo>
                  <a:pt x="839520" y="99228"/>
                  <a:pt x="835693" y="99672"/>
                  <a:pt x="832481" y="100561"/>
                </a:cubicBezTo>
                <a:cubicBezTo>
                  <a:pt x="829269" y="101449"/>
                  <a:pt x="826638" y="102713"/>
                  <a:pt x="824588" y="104353"/>
                </a:cubicBezTo>
                <a:cubicBezTo>
                  <a:pt x="822537" y="105994"/>
                  <a:pt x="821017" y="107958"/>
                  <a:pt x="820026" y="110248"/>
                </a:cubicBezTo>
                <a:cubicBezTo>
                  <a:pt x="819035" y="112537"/>
                  <a:pt x="818540" y="115117"/>
                  <a:pt x="818540" y="117987"/>
                </a:cubicBezTo>
                <a:cubicBezTo>
                  <a:pt x="818540" y="119969"/>
                  <a:pt x="818847" y="121865"/>
                  <a:pt x="819462" y="123676"/>
                </a:cubicBezTo>
                <a:cubicBezTo>
                  <a:pt x="820077" y="125487"/>
                  <a:pt x="821068" y="127093"/>
                  <a:pt x="822435" y="128494"/>
                </a:cubicBezTo>
                <a:cubicBezTo>
                  <a:pt x="823802" y="129895"/>
                  <a:pt x="825579" y="131006"/>
                  <a:pt x="827765" y="131826"/>
                </a:cubicBezTo>
                <a:cubicBezTo>
                  <a:pt x="829952" y="132646"/>
                  <a:pt x="832617" y="133056"/>
                  <a:pt x="835761" y="133056"/>
                </a:cubicBezTo>
                <a:cubicBezTo>
                  <a:pt x="839861" y="133056"/>
                  <a:pt x="844560" y="131809"/>
                  <a:pt x="849856" y="129314"/>
                </a:cubicBezTo>
                <a:cubicBezTo>
                  <a:pt x="855152" y="126820"/>
                  <a:pt x="860739" y="122873"/>
                  <a:pt x="866616" y="117475"/>
                </a:cubicBezTo>
                <a:lnTo>
                  <a:pt x="866616" y="99228"/>
                </a:lnTo>
                <a:close/>
                <a:moveTo>
                  <a:pt x="952318" y="15889"/>
                </a:moveTo>
                <a:lnTo>
                  <a:pt x="921873" y="15889"/>
                </a:lnTo>
                <a:lnTo>
                  <a:pt x="921873" y="1230"/>
                </a:lnTo>
                <a:lnTo>
                  <a:pt x="970360" y="1230"/>
                </a:lnTo>
                <a:lnTo>
                  <a:pt x="970360" y="131211"/>
                </a:lnTo>
                <a:lnTo>
                  <a:pt x="1001010" y="131211"/>
                </a:lnTo>
                <a:lnTo>
                  <a:pt x="1001010" y="146074"/>
                </a:lnTo>
                <a:lnTo>
                  <a:pt x="918490" y="146074"/>
                </a:lnTo>
                <a:lnTo>
                  <a:pt x="918490" y="131211"/>
                </a:lnTo>
                <a:lnTo>
                  <a:pt x="952318" y="131211"/>
                </a:lnTo>
                <a:lnTo>
                  <a:pt x="952318" y="158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enumerate">
            <a:extLst xmlns:a="http://schemas.openxmlformats.org/drawingml/2006/main">
              <a:ext uri="{FF2B5EF4-FFF2-40B4-BE49-F238E27FC236}">
                <a16:creationId xmlns:a16="http://schemas.microsoft.com/office/drawing/2014/main" id="{83E5DF77-3837-485B-9D8C-24C5161C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497" y="4424962"/>
            <a:ext cx="1009852" cy="137669"/>
          </a:xfrm>
          <a:custGeom xmlns:a="http://schemas.openxmlformats.org/drawingml/2006/main">
            <a:pathLst>
              <a:path w="1009852" h="137669">
                <a:moveTo>
                  <a:pt x="91335" y="78931"/>
                </a:moveTo>
                <a:cubicBezTo>
                  <a:pt x="91335" y="81460"/>
                  <a:pt x="91301" y="83578"/>
                  <a:pt x="91232" y="85287"/>
                </a:cubicBezTo>
                <a:cubicBezTo>
                  <a:pt x="91164" y="86995"/>
                  <a:pt x="91062" y="88601"/>
                  <a:pt x="90925" y="90105"/>
                </a:cubicBezTo>
                <a:lnTo>
                  <a:pt x="18657" y="90105"/>
                </a:lnTo>
                <a:cubicBezTo>
                  <a:pt x="18657" y="100629"/>
                  <a:pt x="21595" y="108710"/>
                  <a:pt x="27472" y="114348"/>
                </a:cubicBezTo>
                <a:cubicBezTo>
                  <a:pt x="33349" y="119986"/>
                  <a:pt x="41823" y="122805"/>
                  <a:pt x="52894" y="122805"/>
                </a:cubicBezTo>
                <a:cubicBezTo>
                  <a:pt x="55901" y="122805"/>
                  <a:pt x="58908" y="122685"/>
                  <a:pt x="61915" y="122446"/>
                </a:cubicBezTo>
                <a:cubicBezTo>
                  <a:pt x="64922" y="122207"/>
                  <a:pt x="67826" y="121882"/>
                  <a:pt x="70628" y="121472"/>
                </a:cubicBezTo>
                <a:cubicBezTo>
                  <a:pt x="73430" y="121062"/>
                  <a:pt x="76112" y="120601"/>
                  <a:pt x="78675" y="120089"/>
                </a:cubicBezTo>
                <a:cubicBezTo>
                  <a:pt x="81238" y="119576"/>
                  <a:pt x="83613" y="119012"/>
                  <a:pt x="85799" y="118397"/>
                </a:cubicBezTo>
                <a:lnTo>
                  <a:pt x="85799" y="133056"/>
                </a:lnTo>
                <a:cubicBezTo>
                  <a:pt x="80947" y="134423"/>
                  <a:pt x="75463" y="135533"/>
                  <a:pt x="69347" y="136387"/>
                </a:cubicBezTo>
                <a:cubicBezTo>
                  <a:pt x="63231" y="137242"/>
                  <a:pt x="56892" y="137669"/>
                  <a:pt x="50332" y="137669"/>
                </a:cubicBezTo>
                <a:cubicBezTo>
                  <a:pt x="41516" y="137669"/>
                  <a:pt x="33930" y="136473"/>
                  <a:pt x="27575" y="134081"/>
                </a:cubicBezTo>
                <a:cubicBezTo>
                  <a:pt x="21219" y="131689"/>
                  <a:pt x="16008" y="128221"/>
                  <a:pt x="11942" y="123676"/>
                </a:cubicBezTo>
                <a:cubicBezTo>
                  <a:pt x="7876" y="119132"/>
                  <a:pt x="4869" y="113562"/>
                  <a:pt x="2921" y="106967"/>
                </a:cubicBezTo>
                <a:cubicBezTo>
                  <a:pt x="974" y="100373"/>
                  <a:pt x="0" y="92907"/>
                  <a:pt x="0" y="84569"/>
                </a:cubicBezTo>
                <a:cubicBezTo>
                  <a:pt x="0" y="77325"/>
                  <a:pt x="1042" y="70474"/>
                  <a:pt x="3127" y="64016"/>
                </a:cubicBezTo>
                <a:cubicBezTo>
                  <a:pt x="5211" y="57558"/>
                  <a:pt x="8252" y="51886"/>
                  <a:pt x="12250" y="47000"/>
                </a:cubicBezTo>
                <a:cubicBezTo>
                  <a:pt x="16248" y="42114"/>
                  <a:pt x="21151" y="38236"/>
                  <a:pt x="26960" y="35365"/>
                </a:cubicBezTo>
                <a:cubicBezTo>
                  <a:pt x="32768" y="32495"/>
                  <a:pt x="39363" y="31060"/>
                  <a:pt x="46744" y="31060"/>
                </a:cubicBezTo>
                <a:cubicBezTo>
                  <a:pt x="53919" y="31060"/>
                  <a:pt x="60275" y="32188"/>
                  <a:pt x="65810" y="34443"/>
                </a:cubicBezTo>
                <a:cubicBezTo>
                  <a:pt x="71346" y="36698"/>
                  <a:pt x="76010" y="39893"/>
                  <a:pt x="79803" y="44027"/>
                </a:cubicBezTo>
                <a:cubicBezTo>
                  <a:pt x="83596" y="48162"/>
                  <a:pt x="86466" y="53185"/>
                  <a:pt x="88413" y="59096"/>
                </a:cubicBezTo>
                <a:cubicBezTo>
                  <a:pt x="90361" y="65007"/>
                  <a:pt x="91335" y="71619"/>
                  <a:pt x="91335" y="78931"/>
                </a:cubicBezTo>
                <a:moveTo>
                  <a:pt x="72781" y="76369"/>
                </a:moveTo>
                <a:cubicBezTo>
                  <a:pt x="72986" y="71790"/>
                  <a:pt x="72542" y="67604"/>
                  <a:pt x="71448" y="63811"/>
                </a:cubicBezTo>
                <a:cubicBezTo>
                  <a:pt x="70355" y="60019"/>
                  <a:pt x="68663" y="56755"/>
                  <a:pt x="66374" y="54022"/>
                </a:cubicBezTo>
                <a:cubicBezTo>
                  <a:pt x="64085" y="51288"/>
                  <a:pt x="61232" y="49153"/>
                  <a:pt x="57815" y="47615"/>
                </a:cubicBezTo>
                <a:cubicBezTo>
                  <a:pt x="54398" y="46077"/>
                  <a:pt x="50434" y="45309"/>
                  <a:pt x="45924" y="45309"/>
                </a:cubicBezTo>
                <a:cubicBezTo>
                  <a:pt x="42028" y="45309"/>
                  <a:pt x="38475" y="46060"/>
                  <a:pt x="35263" y="47564"/>
                </a:cubicBezTo>
                <a:cubicBezTo>
                  <a:pt x="32051" y="49067"/>
                  <a:pt x="29283" y="51186"/>
                  <a:pt x="26960" y="53919"/>
                </a:cubicBezTo>
                <a:cubicBezTo>
                  <a:pt x="24636" y="56653"/>
                  <a:pt x="22757" y="59933"/>
                  <a:pt x="21322" y="63760"/>
                </a:cubicBezTo>
                <a:cubicBezTo>
                  <a:pt x="19887" y="67587"/>
                  <a:pt x="18998" y="71790"/>
                  <a:pt x="18657" y="76369"/>
                </a:cubicBezTo>
                <a:lnTo>
                  <a:pt x="72781" y="76369"/>
                </a:lnTo>
                <a:close/>
                <a:moveTo>
                  <a:pt x="119222" y="32905"/>
                </a:moveTo>
                <a:lnTo>
                  <a:pt x="135111" y="32905"/>
                </a:lnTo>
                <a:lnTo>
                  <a:pt x="135829" y="49512"/>
                </a:lnTo>
                <a:cubicBezTo>
                  <a:pt x="138836" y="45958"/>
                  <a:pt x="141740" y="43002"/>
                  <a:pt x="144542" y="40645"/>
                </a:cubicBezTo>
                <a:cubicBezTo>
                  <a:pt x="147344" y="38287"/>
                  <a:pt x="150095" y="36390"/>
                  <a:pt x="152794" y="34955"/>
                </a:cubicBezTo>
                <a:cubicBezTo>
                  <a:pt x="155493" y="33520"/>
                  <a:pt x="158244" y="32512"/>
                  <a:pt x="161046" y="31931"/>
                </a:cubicBezTo>
                <a:cubicBezTo>
                  <a:pt x="163848" y="31350"/>
                  <a:pt x="166752" y="31060"/>
                  <a:pt x="169759" y="31060"/>
                </a:cubicBezTo>
                <a:cubicBezTo>
                  <a:pt x="180352" y="31060"/>
                  <a:pt x="188364" y="34187"/>
                  <a:pt x="193797" y="40440"/>
                </a:cubicBezTo>
                <a:cubicBezTo>
                  <a:pt x="199230" y="46693"/>
                  <a:pt x="201947" y="56106"/>
                  <a:pt x="201947" y="68681"/>
                </a:cubicBezTo>
                <a:lnTo>
                  <a:pt x="201947" y="135824"/>
                </a:lnTo>
                <a:lnTo>
                  <a:pt x="184110" y="135824"/>
                </a:lnTo>
                <a:lnTo>
                  <a:pt x="184110" y="70116"/>
                </a:lnTo>
                <a:cubicBezTo>
                  <a:pt x="184110" y="62052"/>
                  <a:pt x="182607" y="56089"/>
                  <a:pt x="179600" y="52228"/>
                </a:cubicBezTo>
                <a:cubicBezTo>
                  <a:pt x="176593" y="48367"/>
                  <a:pt x="172117" y="46436"/>
                  <a:pt x="166171" y="46436"/>
                </a:cubicBezTo>
                <a:cubicBezTo>
                  <a:pt x="163984" y="46436"/>
                  <a:pt x="161849" y="46761"/>
                  <a:pt x="159765" y="47410"/>
                </a:cubicBezTo>
                <a:cubicBezTo>
                  <a:pt x="157680" y="48059"/>
                  <a:pt x="155510" y="49187"/>
                  <a:pt x="153255" y="50793"/>
                </a:cubicBezTo>
                <a:cubicBezTo>
                  <a:pt x="151000" y="52399"/>
                  <a:pt x="148557" y="54569"/>
                  <a:pt x="145926" y="57302"/>
                </a:cubicBezTo>
                <a:cubicBezTo>
                  <a:pt x="143295" y="60036"/>
                  <a:pt x="140339" y="63453"/>
                  <a:pt x="137059" y="67553"/>
                </a:cubicBezTo>
                <a:lnTo>
                  <a:pt x="137059" y="135824"/>
                </a:lnTo>
                <a:lnTo>
                  <a:pt x="119222" y="135824"/>
                </a:lnTo>
                <a:lnTo>
                  <a:pt x="119222" y="32905"/>
                </a:lnTo>
                <a:close/>
                <a:moveTo>
                  <a:pt x="316761" y="135824"/>
                </a:moveTo>
                <a:lnTo>
                  <a:pt x="300770" y="135824"/>
                </a:lnTo>
                <a:lnTo>
                  <a:pt x="300155" y="119217"/>
                </a:lnTo>
                <a:cubicBezTo>
                  <a:pt x="297080" y="122771"/>
                  <a:pt x="294158" y="125726"/>
                  <a:pt x="291390" y="128084"/>
                </a:cubicBezTo>
                <a:cubicBezTo>
                  <a:pt x="288623" y="130442"/>
                  <a:pt x="285872" y="132338"/>
                  <a:pt x="283139" y="133773"/>
                </a:cubicBezTo>
                <a:cubicBezTo>
                  <a:pt x="280405" y="135208"/>
                  <a:pt x="277654" y="136216"/>
                  <a:pt x="274887" y="136797"/>
                </a:cubicBezTo>
                <a:cubicBezTo>
                  <a:pt x="272119" y="137378"/>
                  <a:pt x="269197" y="137669"/>
                  <a:pt x="266122" y="137669"/>
                </a:cubicBezTo>
                <a:cubicBezTo>
                  <a:pt x="255530" y="137669"/>
                  <a:pt x="247534" y="134559"/>
                  <a:pt x="242135" y="128340"/>
                </a:cubicBezTo>
                <a:cubicBezTo>
                  <a:pt x="236736" y="122122"/>
                  <a:pt x="234037" y="112725"/>
                  <a:pt x="234037" y="100151"/>
                </a:cubicBezTo>
                <a:lnTo>
                  <a:pt x="234037" y="32905"/>
                </a:lnTo>
                <a:lnTo>
                  <a:pt x="251874" y="32905"/>
                </a:lnTo>
                <a:lnTo>
                  <a:pt x="251874" y="98716"/>
                </a:lnTo>
                <a:cubicBezTo>
                  <a:pt x="251874" y="114502"/>
                  <a:pt x="257819" y="122395"/>
                  <a:pt x="269710" y="122395"/>
                </a:cubicBezTo>
                <a:cubicBezTo>
                  <a:pt x="271897" y="122395"/>
                  <a:pt x="274032" y="122070"/>
                  <a:pt x="276117" y="121421"/>
                </a:cubicBezTo>
                <a:cubicBezTo>
                  <a:pt x="278201" y="120772"/>
                  <a:pt x="280388" y="119644"/>
                  <a:pt x="282677" y="118038"/>
                </a:cubicBezTo>
                <a:cubicBezTo>
                  <a:pt x="284967" y="116432"/>
                  <a:pt x="287427" y="114263"/>
                  <a:pt x="290058" y="111529"/>
                </a:cubicBezTo>
                <a:cubicBezTo>
                  <a:pt x="292689" y="108796"/>
                  <a:pt x="295645" y="105344"/>
                  <a:pt x="298925" y="101176"/>
                </a:cubicBezTo>
                <a:lnTo>
                  <a:pt x="298925" y="32905"/>
                </a:lnTo>
                <a:lnTo>
                  <a:pt x="316761" y="32905"/>
                </a:lnTo>
                <a:lnTo>
                  <a:pt x="316761" y="135824"/>
                </a:lnTo>
                <a:close/>
                <a:moveTo>
                  <a:pt x="422248" y="135824"/>
                </a:moveTo>
                <a:lnTo>
                  <a:pt x="422248" y="61915"/>
                </a:lnTo>
                <a:cubicBezTo>
                  <a:pt x="422248" y="58703"/>
                  <a:pt x="422128" y="56072"/>
                  <a:pt x="421889" y="54022"/>
                </a:cubicBezTo>
                <a:cubicBezTo>
                  <a:pt x="421650" y="51972"/>
                  <a:pt x="421274" y="50349"/>
                  <a:pt x="420761" y="49153"/>
                </a:cubicBezTo>
                <a:cubicBezTo>
                  <a:pt x="420249" y="47957"/>
                  <a:pt x="419599" y="47120"/>
                  <a:pt x="418814" y="46641"/>
                </a:cubicBezTo>
                <a:cubicBezTo>
                  <a:pt x="418028" y="46163"/>
                  <a:pt x="417054" y="45924"/>
                  <a:pt x="415892" y="45924"/>
                </a:cubicBezTo>
                <a:cubicBezTo>
                  <a:pt x="414525" y="45924"/>
                  <a:pt x="413261" y="46334"/>
                  <a:pt x="412099" y="47154"/>
                </a:cubicBezTo>
                <a:cubicBezTo>
                  <a:pt x="410937" y="47974"/>
                  <a:pt x="409690" y="49307"/>
                  <a:pt x="408358" y="51152"/>
                </a:cubicBezTo>
                <a:cubicBezTo>
                  <a:pt x="407025" y="52997"/>
                  <a:pt x="405556" y="55440"/>
                  <a:pt x="403950" y="58481"/>
                </a:cubicBezTo>
                <a:cubicBezTo>
                  <a:pt x="402344" y="61522"/>
                  <a:pt x="400447" y="65264"/>
                  <a:pt x="398261" y="69706"/>
                </a:cubicBezTo>
                <a:lnTo>
                  <a:pt x="398261" y="135824"/>
                </a:lnTo>
                <a:lnTo>
                  <a:pt x="381962" y="135824"/>
                </a:lnTo>
                <a:lnTo>
                  <a:pt x="381962" y="63863"/>
                </a:lnTo>
                <a:cubicBezTo>
                  <a:pt x="381962" y="60104"/>
                  <a:pt x="381842" y="57063"/>
                  <a:pt x="381603" y="54739"/>
                </a:cubicBezTo>
                <a:cubicBezTo>
                  <a:pt x="381364" y="52416"/>
                  <a:pt x="380988" y="50605"/>
                  <a:pt x="380475" y="49307"/>
                </a:cubicBezTo>
                <a:cubicBezTo>
                  <a:pt x="379963" y="48008"/>
                  <a:pt x="379297" y="47120"/>
                  <a:pt x="378477" y="46641"/>
                </a:cubicBezTo>
                <a:cubicBezTo>
                  <a:pt x="377656" y="46163"/>
                  <a:pt x="376666" y="45924"/>
                  <a:pt x="375504" y="45924"/>
                </a:cubicBezTo>
                <a:cubicBezTo>
                  <a:pt x="374274" y="45924"/>
                  <a:pt x="373112" y="46265"/>
                  <a:pt x="372018" y="46949"/>
                </a:cubicBezTo>
                <a:cubicBezTo>
                  <a:pt x="370925" y="47632"/>
                  <a:pt x="369712" y="48862"/>
                  <a:pt x="368379" y="50639"/>
                </a:cubicBezTo>
                <a:cubicBezTo>
                  <a:pt x="367047" y="52416"/>
                  <a:pt x="365560" y="54842"/>
                  <a:pt x="363920" y="57917"/>
                </a:cubicBezTo>
                <a:cubicBezTo>
                  <a:pt x="362280" y="60992"/>
                  <a:pt x="360333" y="64922"/>
                  <a:pt x="358077" y="69706"/>
                </a:cubicBezTo>
                <a:lnTo>
                  <a:pt x="358077" y="135824"/>
                </a:lnTo>
                <a:lnTo>
                  <a:pt x="341676" y="135824"/>
                </a:lnTo>
                <a:lnTo>
                  <a:pt x="341676" y="32905"/>
                </a:lnTo>
                <a:lnTo>
                  <a:pt x="355310" y="32905"/>
                </a:lnTo>
                <a:lnTo>
                  <a:pt x="356130" y="52484"/>
                </a:lnTo>
                <a:cubicBezTo>
                  <a:pt x="357906" y="48589"/>
                  <a:pt x="359632" y="45275"/>
                  <a:pt x="361306" y="42541"/>
                </a:cubicBezTo>
                <a:cubicBezTo>
                  <a:pt x="362981" y="39807"/>
                  <a:pt x="364706" y="37603"/>
                  <a:pt x="366483" y="35929"/>
                </a:cubicBezTo>
                <a:cubicBezTo>
                  <a:pt x="368260" y="34255"/>
                  <a:pt x="370156" y="33025"/>
                  <a:pt x="372172" y="32239"/>
                </a:cubicBezTo>
                <a:cubicBezTo>
                  <a:pt x="374188" y="31453"/>
                  <a:pt x="376426" y="31060"/>
                  <a:pt x="378887" y="31060"/>
                </a:cubicBezTo>
                <a:cubicBezTo>
                  <a:pt x="384422" y="31060"/>
                  <a:pt x="388625" y="32871"/>
                  <a:pt x="391495" y="36493"/>
                </a:cubicBezTo>
                <a:cubicBezTo>
                  <a:pt x="394365" y="40115"/>
                  <a:pt x="395800" y="45719"/>
                  <a:pt x="395800" y="53304"/>
                </a:cubicBezTo>
                <a:cubicBezTo>
                  <a:pt x="397441" y="49751"/>
                  <a:pt x="399047" y="46590"/>
                  <a:pt x="400618" y="43822"/>
                </a:cubicBezTo>
                <a:cubicBezTo>
                  <a:pt x="402190" y="41055"/>
                  <a:pt x="403881" y="38731"/>
                  <a:pt x="405692" y="36852"/>
                </a:cubicBezTo>
                <a:cubicBezTo>
                  <a:pt x="407503" y="34972"/>
                  <a:pt x="409502" y="33537"/>
                  <a:pt x="411689" y="32546"/>
                </a:cubicBezTo>
                <a:cubicBezTo>
                  <a:pt x="413876" y="31555"/>
                  <a:pt x="416405" y="31060"/>
                  <a:pt x="419275" y="31060"/>
                </a:cubicBezTo>
                <a:cubicBezTo>
                  <a:pt x="432191" y="31060"/>
                  <a:pt x="438649" y="41003"/>
                  <a:pt x="438649" y="60890"/>
                </a:cubicBezTo>
                <a:lnTo>
                  <a:pt x="438649" y="135824"/>
                </a:lnTo>
                <a:lnTo>
                  <a:pt x="422248" y="135824"/>
                </a:lnTo>
                <a:close/>
                <a:moveTo>
                  <a:pt x="550593" y="78931"/>
                </a:moveTo>
                <a:cubicBezTo>
                  <a:pt x="550593" y="81460"/>
                  <a:pt x="550559" y="83578"/>
                  <a:pt x="550491" y="85287"/>
                </a:cubicBezTo>
                <a:cubicBezTo>
                  <a:pt x="550422" y="86995"/>
                  <a:pt x="550320" y="88601"/>
                  <a:pt x="550183" y="90105"/>
                </a:cubicBezTo>
                <a:lnTo>
                  <a:pt x="477915" y="90105"/>
                </a:lnTo>
                <a:cubicBezTo>
                  <a:pt x="477915" y="100629"/>
                  <a:pt x="480853" y="108710"/>
                  <a:pt x="486731" y="114348"/>
                </a:cubicBezTo>
                <a:cubicBezTo>
                  <a:pt x="492608" y="119986"/>
                  <a:pt x="501082" y="122805"/>
                  <a:pt x="512153" y="122805"/>
                </a:cubicBezTo>
                <a:cubicBezTo>
                  <a:pt x="515160" y="122805"/>
                  <a:pt x="518167" y="122685"/>
                  <a:pt x="521173" y="122446"/>
                </a:cubicBezTo>
                <a:cubicBezTo>
                  <a:pt x="524180" y="122207"/>
                  <a:pt x="527085" y="121882"/>
                  <a:pt x="529887" y="121472"/>
                </a:cubicBezTo>
                <a:cubicBezTo>
                  <a:pt x="532689" y="121062"/>
                  <a:pt x="535371" y="120601"/>
                  <a:pt x="537934" y="120089"/>
                </a:cubicBezTo>
                <a:cubicBezTo>
                  <a:pt x="540496" y="119576"/>
                  <a:pt x="542871" y="119012"/>
                  <a:pt x="545058" y="118397"/>
                </a:cubicBezTo>
                <a:lnTo>
                  <a:pt x="545058" y="133056"/>
                </a:lnTo>
                <a:cubicBezTo>
                  <a:pt x="540206" y="134423"/>
                  <a:pt x="534722" y="135533"/>
                  <a:pt x="528605" y="136387"/>
                </a:cubicBezTo>
                <a:cubicBezTo>
                  <a:pt x="522489" y="137242"/>
                  <a:pt x="516151" y="137669"/>
                  <a:pt x="509590" y="137669"/>
                </a:cubicBezTo>
                <a:cubicBezTo>
                  <a:pt x="500774" y="137669"/>
                  <a:pt x="493189" y="136473"/>
                  <a:pt x="486833" y="134081"/>
                </a:cubicBezTo>
                <a:cubicBezTo>
                  <a:pt x="480478" y="131689"/>
                  <a:pt x="475267" y="128221"/>
                  <a:pt x="471201" y="123676"/>
                </a:cubicBezTo>
                <a:cubicBezTo>
                  <a:pt x="467134" y="119132"/>
                  <a:pt x="464128" y="113562"/>
                  <a:pt x="462180" y="106967"/>
                </a:cubicBezTo>
                <a:cubicBezTo>
                  <a:pt x="460232" y="100373"/>
                  <a:pt x="459258" y="92907"/>
                  <a:pt x="459258" y="84569"/>
                </a:cubicBezTo>
                <a:cubicBezTo>
                  <a:pt x="459258" y="77325"/>
                  <a:pt x="460301" y="70474"/>
                  <a:pt x="462385" y="64016"/>
                </a:cubicBezTo>
                <a:cubicBezTo>
                  <a:pt x="464469" y="57558"/>
                  <a:pt x="467510" y="51886"/>
                  <a:pt x="471508" y="47000"/>
                </a:cubicBezTo>
                <a:cubicBezTo>
                  <a:pt x="475506" y="42114"/>
                  <a:pt x="480409" y="38236"/>
                  <a:pt x="486218" y="35365"/>
                </a:cubicBezTo>
                <a:cubicBezTo>
                  <a:pt x="492027" y="32495"/>
                  <a:pt x="498622" y="31060"/>
                  <a:pt x="506002" y="31060"/>
                </a:cubicBezTo>
                <a:cubicBezTo>
                  <a:pt x="513178" y="31060"/>
                  <a:pt x="519533" y="32188"/>
                  <a:pt x="525069" y="34443"/>
                </a:cubicBezTo>
                <a:cubicBezTo>
                  <a:pt x="530604" y="36698"/>
                  <a:pt x="535268" y="39893"/>
                  <a:pt x="539061" y="44027"/>
                </a:cubicBezTo>
                <a:cubicBezTo>
                  <a:pt x="542854" y="48162"/>
                  <a:pt x="545724" y="53185"/>
                  <a:pt x="547672" y="59096"/>
                </a:cubicBezTo>
                <a:cubicBezTo>
                  <a:pt x="549619" y="65007"/>
                  <a:pt x="550593" y="71619"/>
                  <a:pt x="550593" y="78931"/>
                </a:cubicBezTo>
                <a:moveTo>
                  <a:pt x="532039" y="76369"/>
                </a:moveTo>
                <a:cubicBezTo>
                  <a:pt x="532244" y="71790"/>
                  <a:pt x="531800" y="67604"/>
                  <a:pt x="530707" y="63811"/>
                </a:cubicBezTo>
                <a:cubicBezTo>
                  <a:pt x="529613" y="60019"/>
                  <a:pt x="527922" y="56755"/>
                  <a:pt x="525633" y="54022"/>
                </a:cubicBezTo>
                <a:cubicBezTo>
                  <a:pt x="523343" y="51288"/>
                  <a:pt x="520490" y="49153"/>
                  <a:pt x="517073" y="47615"/>
                </a:cubicBezTo>
                <a:cubicBezTo>
                  <a:pt x="513656" y="46077"/>
                  <a:pt x="509693" y="45309"/>
                  <a:pt x="505182" y="45309"/>
                </a:cubicBezTo>
                <a:cubicBezTo>
                  <a:pt x="501287" y="45309"/>
                  <a:pt x="497733" y="46060"/>
                  <a:pt x="494521" y="47564"/>
                </a:cubicBezTo>
                <a:cubicBezTo>
                  <a:pt x="491309" y="49067"/>
                  <a:pt x="488542" y="51186"/>
                  <a:pt x="486218" y="53919"/>
                </a:cubicBezTo>
                <a:cubicBezTo>
                  <a:pt x="483895" y="56653"/>
                  <a:pt x="482015" y="59933"/>
                  <a:pt x="480580" y="63760"/>
                </a:cubicBezTo>
                <a:cubicBezTo>
                  <a:pt x="479145" y="67587"/>
                  <a:pt x="478257" y="71790"/>
                  <a:pt x="477915" y="76369"/>
                </a:cubicBezTo>
                <a:lnTo>
                  <a:pt x="532039" y="76369"/>
                </a:lnTo>
                <a:close/>
                <a:moveTo>
                  <a:pt x="582684" y="32905"/>
                </a:moveTo>
                <a:lnTo>
                  <a:pt x="598983" y="32905"/>
                </a:lnTo>
                <a:lnTo>
                  <a:pt x="599495" y="51869"/>
                </a:lnTo>
                <a:cubicBezTo>
                  <a:pt x="605577" y="44557"/>
                  <a:pt x="611574" y="39261"/>
                  <a:pt x="617485" y="35980"/>
                </a:cubicBezTo>
                <a:cubicBezTo>
                  <a:pt x="623397" y="32700"/>
                  <a:pt x="629359" y="31060"/>
                  <a:pt x="635373" y="31060"/>
                </a:cubicBezTo>
                <a:cubicBezTo>
                  <a:pt x="646034" y="31060"/>
                  <a:pt x="654115" y="34511"/>
                  <a:pt x="659616" y="41413"/>
                </a:cubicBezTo>
                <a:cubicBezTo>
                  <a:pt x="665117" y="48316"/>
                  <a:pt x="667663" y="58566"/>
                  <a:pt x="667253" y="72166"/>
                </a:cubicBezTo>
                <a:lnTo>
                  <a:pt x="649212" y="72166"/>
                </a:lnTo>
                <a:cubicBezTo>
                  <a:pt x="649417" y="63145"/>
                  <a:pt x="648101" y="56602"/>
                  <a:pt x="645265" y="52536"/>
                </a:cubicBezTo>
                <a:cubicBezTo>
                  <a:pt x="642429" y="48469"/>
                  <a:pt x="638277" y="46436"/>
                  <a:pt x="632810" y="46436"/>
                </a:cubicBezTo>
                <a:cubicBezTo>
                  <a:pt x="630418" y="46436"/>
                  <a:pt x="628009" y="46863"/>
                  <a:pt x="625583" y="47718"/>
                </a:cubicBezTo>
                <a:cubicBezTo>
                  <a:pt x="623157" y="48572"/>
                  <a:pt x="620663" y="49939"/>
                  <a:pt x="618100" y="51818"/>
                </a:cubicBezTo>
                <a:cubicBezTo>
                  <a:pt x="615538" y="53697"/>
                  <a:pt x="612821" y="56106"/>
                  <a:pt x="609951" y="59045"/>
                </a:cubicBezTo>
                <a:cubicBezTo>
                  <a:pt x="607081" y="61983"/>
                  <a:pt x="604005" y="65537"/>
                  <a:pt x="600725" y="69706"/>
                </a:cubicBezTo>
                <a:lnTo>
                  <a:pt x="600725" y="135824"/>
                </a:lnTo>
                <a:lnTo>
                  <a:pt x="582684" y="135824"/>
                </a:lnTo>
                <a:lnTo>
                  <a:pt x="582684" y="32905"/>
                </a:lnTo>
                <a:close/>
                <a:moveTo>
                  <a:pt x="759413" y="135824"/>
                </a:moveTo>
                <a:lnTo>
                  <a:pt x="759003" y="121985"/>
                </a:lnTo>
                <a:cubicBezTo>
                  <a:pt x="753399" y="127520"/>
                  <a:pt x="747710" y="131518"/>
                  <a:pt x="741935" y="133978"/>
                </a:cubicBezTo>
                <a:cubicBezTo>
                  <a:pt x="736161" y="136439"/>
                  <a:pt x="730096" y="137669"/>
                  <a:pt x="723740" y="137669"/>
                </a:cubicBezTo>
                <a:cubicBezTo>
                  <a:pt x="717863" y="137669"/>
                  <a:pt x="712840" y="136917"/>
                  <a:pt x="708671" y="135414"/>
                </a:cubicBezTo>
                <a:cubicBezTo>
                  <a:pt x="704503" y="133910"/>
                  <a:pt x="701069" y="131843"/>
                  <a:pt x="698369" y="129212"/>
                </a:cubicBezTo>
                <a:cubicBezTo>
                  <a:pt x="695670" y="126581"/>
                  <a:pt x="693688" y="123488"/>
                  <a:pt x="692424" y="119935"/>
                </a:cubicBezTo>
                <a:cubicBezTo>
                  <a:pt x="691160" y="116381"/>
                  <a:pt x="690528" y="112520"/>
                  <a:pt x="690528" y="108351"/>
                </a:cubicBezTo>
                <a:cubicBezTo>
                  <a:pt x="690528" y="98032"/>
                  <a:pt x="694372" y="89951"/>
                  <a:pt x="702060" y="84108"/>
                </a:cubicBezTo>
                <a:cubicBezTo>
                  <a:pt x="709748" y="78265"/>
                  <a:pt x="721109" y="75344"/>
                  <a:pt x="736144" y="75344"/>
                </a:cubicBezTo>
                <a:lnTo>
                  <a:pt x="757465" y="75344"/>
                </a:lnTo>
                <a:lnTo>
                  <a:pt x="757465" y="66323"/>
                </a:lnTo>
                <a:cubicBezTo>
                  <a:pt x="757465" y="60241"/>
                  <a:pt x="755518" y="55372"/>
                  <a:pt x="751622" y="51715"/>
                </a:cubicBezTo>
                <a:cubicBezTo>
                  <a:pt x="747727" y="48059"/>
                  <a:pt x="741782" y="46231"/>
                  <a:pt x="733786" y="46231"/>
                </a:cubicBezTo>
                <a:cubicBezTo>
                  <a:pt x="727977" y="46231"/>
                  <a:pt x="722254" y="46880"/>
                  <a:pt x="716616" y="48179"/>
                </a:cubicBezTo>
                <a:cubicBezTo>
                  <a:pt x="710978" y="49477"/>
                  <a:pt x="705152" y="51323"/>
                  <a:pt x="699138" y="53714"/>
                </a:cubicBezTo>
                <a:lnTo>
                  <a:pt x="699138" y="37621"/>
                </a:lnTo>
                <a:cubicBezTo>
                  <a:pt x="701393" y="36800"/>
                  <a:pt x="703905" y="35998"/>
                  <a:pt x="706673" y="35212"/>
                </a:cubicBezTo>
                <a:cubicBezTo>
                  <a:pt x="709440" y="34426"/>
                  <a:pt x="712362" y="33725"/>
                  <a:pt x="715437" y="33110"/>
                </a:cubicBezTo>
                <a:cubicBezTo>
                  <a:pt x="718512" y="32495"/>
                  <a:pt x="721724" y="32000"/>
                  <a:pt x="725073" y="31624"/>
                </a:cubicBezTo>
                <a:cubicBezTo>
                  <a:pt x="728421" y="31248"/>
                  <a:pt x="731804" y="31060"/>
                  <a:pt x="735221" y="31060"/>
                </a:cubicBezTo>
                <a:cubicBezTo>
                  <a:pt x="741440" y="31060"/>
                  <a:pt x="747044" y="31743"/>
                  <a:pt x="752033" y="33110"/>
                </a:cubicBezTo>
                <a:cubicBezTo>
                  <a:pt x="757021" y="34477"/>
                  <a:pt x="761241" y="36561"/>
                  <a:pt x="764692" y="39363"/>
                </a:cubicBezTo>
                <a:cubicBezTo>
                  <a:pt x="768143" y="42165"/>
                  <a:pt x="770792" y="45685"/>
                  <a:pt x="772637" y="49922"/>
                </a:cubicBezTo>
                <a:cubicBezTo>
                  <a:pt x="774482" y="54159"/>
                  <a:pt x="775404" y="59147"/>
                  <a:pt x="775404" y="64888"/>
                </a:cubicBezTo>
                <a:lnTo>
                  <a:pt x="775404" y="135824"/>
                </a:lnTo>
                <a:lnTo>
                  <a:pt x="759413" y="135824"/>
                </a:lnTo>
                <a:moveTo>
                  <a:pt x="757465" y="88977"/>
                </a:moveTo>
                <a:lnTo>
                  <a:pt x="734811" y="88977"/>
                </a:lnTo>
                <a:cubicBezTo>
                  <a:pt x="730369" y="88977"/>
                  <a:pt x="726542" y="89421"/>
                  <a:pt x="723330" y="90310"/>
                </a:cubicBezTo>
                <a:cubicBezTo>
                  <a:pt x="720118" y="91198"/>
                  <a:pt x="717487" y="92463"/>
                  <a:pt x="715437" y="94103"/>
                </a:cubicBezTo>
                <a:cubicBezTo>
                  <a:pt x="713387" y="95743"/>
                  <a:pt x="711866" y="97708"/>
                  <a:pt x="710875" y="99997"/>
                </a:cubicBezTo>
                <a:cubicBezTo>
                  <a:pt x="709885" y="102286"/>
                  <a:pt x="709389" y="104866"/>
                  <a:pt x="709389" y="107736"/>
                </a:cubicBezTo>
                <a:cubicBezTo>
                  <a:pt x="709389" y="109718"/>
                  <a:pt x="709697" y="111614"/>
                  <a:pt x="710312" y="113425"/>
                </a:cubicBezTo>
                <a:cubicBezTo>
                  <a:pt x="710927" y="115236"/>
                  <a:pt x="711918" y="116842"/>
                  <a:pt x="713284" y="118243"/>
                </a:cubicBezTo>
                <a:cubicBezTo>
                  <a:pt x="714651" y="119644"/>
                  <a:pt x="716428" y="120755"/>
                  <a:pt x="718615" y="121575"/>
                </a:cubicBezTo>
                <a:cubicBezTo>
                  <a:pt x="720802" y="122395"/>
                  <a:pt x="723467" y="122805"/>
                  <a:pt x="726610" y="122805"/>
                </a:cubicBezTo>
                <a:cubicBezTo>
                  <a:pt x="730711" y="122805"/>
                  <a:pt x="735409" y="121558"/>
                  <a:pt x="740705" y="119063"/>
                </a:cubicBezTo>
                <a:cubicBezTo>
                  <a:pt x="746002" y="116569"/>
                  <a:pt x="751588" y="112622"/>
                  <a:pt x="757465" y="107224"/>
                </a:cubicBezTo>
                <a:lnTo>
                  <a:pt x="757465" y="88977"/>
                </a:lnTo>
                <a:close/>
                <a:moveTo>
                  <a:pt x="891039" y="134388"/>
                </a:moveTo>
                <a:cubicBezTo>
                  <a:pt x="887007" y="135414"/>
                  <a:pt x="882838" y="136148"/>
                  <a:pt x="878533" y="136592"/>
                </a:cubicBezTo>
                <a:cubicBezTo>
                  <a:pt x="874228" y="137037"/>
                  <a:pt x="869854" y="137259"/>
                  <a:pt x="865412" y="137259"/>
                </a:cubicBezTo>
                <a:cubicBezTo>
                  <a:pt x="852496" y="137259"/>
                  <a:pt x="842860" y="134337"/>
                  <a:pt x="836505" y="128494"/>
                </a:cubicBezTo>
                <a:cubicBezTo>
                  <a:pt x="830149" y="122651"/>
                  <a:pt x="826971" y="113682"/>
                  <a:pt x="826971" y="101586"/>
                </a:cubicBezTo>
                <a:lnTo>
                  <a:pt x="826971" y="47871"/>
                </a:lnTo>
                <a:lnTo>
                  <a:pt x="798167" y="47871"/>
                </a:lnTo>
                <a:lnTo>
                  <a:pt x="798167" y="32905"/>
                </a:lnTo>
                <a:lnTo>
                  <a:pt x="826971" y="32905"/>
                </a:lnTo>
                <a:lnTo>
                  <a:pt x="826971" y="4613"/>
                </a:lnTo>
                <a:lnTo>
                  <a:pt x="844808" y="0"/>
                </a:lnTo>
                <a:lnTo>
                  <a:pt x="844808" y="32905"/>
                </a:lnTo>
                <a:lnTo>
                  <a:pt x="891039" y="32905"/>
                </a:lnTo>
                <a:lnTo>
                  <a:pt x="891039" y="47871"/>
                </a:lnTo>
                <a:lnTo>
                  <a:pt x="844808" y="47871"/>
                </a:lnTo>
                <a:lnTo>
                  <a:pt x="844808" y="100151"/>
                </a:lnTo>
                <a:cubicBezTo>
                  <a:pt x="844808" y="107531"/>
                  <a:pt x="846773" y="113050"/>
                  <a:pt x="850702" y="116706"/>
                </a:cubicBezTo>
                <a:cubicBezTo>
                  <a:pt x="854632" y="120362"/>
                  <a:pt x="860423" y="122190"/>
                  <a:pt x="868077" y="122190"/>
                </a:cubicBezTo>
                <a:cubicBezTo>
                  <a:pt x="871358" y="122190"/>
                  <a:pt x="874945" y="121934"/>
                  <a:pt x="878841" y="121421"/>
                </a:cubicBezTo>
                <a:cubicBezTo>
                  <a:pt x="882736" y="120909"/>
                  <a:pt x="886802" y="120106"/>
                  <a:pt x="891039" y="119012"/>
                </a:cubicBezTo>
                <a:lnTo>
                  <a:pt x="891039" y="134388"/>
                </a:lnTo>
                <a:close/>
                <a:moveTo>
                  <a:pt x="1009852" y="78931"/>
                </a:moveTo>
                <a:cubicBezTo>
                  <a:pt x="1009852" y="81460"/>
                  <a:pt x="1009817" y="83578"/>
                  <a:pt x="1009749" y="85287"/>
                </a:cubicBezTo>
                <a:cubicBezTo>
                  <a:pt x="1009681" y="86995"/>
                  <a:pt x="1009578" y="88601"/>
                  <a:pt x="1009442" y="90105"/>
                </a:cubicBezTo>
                <a:lnTo>
                  <a:pt x="937173" y="90105"/>
                </a:lnTo>
                <a:cubicBezTo>
                  <a:pt x="937173" y="100629"/>
                  <a:pt x="940112" y="108710"/>
                  <a:pt x="945989" y="114348"/>
                </a:cubicBezTo>
                <a:cubicBezTo>
                  <a:pt x="951866" y="119986"/>
                  <a:pt x="960340" y="122805"/>
                  <a:pt x="971411" y="122805"/>
                </a:cubicBezTo>
                <a:cubicBezTo>
                  <a:pt x="974418" y="122805"/>
                  <a:pt x="977425" y="122685"/>
                  <a:pt x="980432" y="122446"/>
                </a:cubicBezTo>
                <a:cubicBezTo>
                  <a:pt x="983439" y="122207"/>
                  <a:pt x="986343" y="121882"/>
                  <a:pt x="989145" y="121472"/>
                </a:cubicBezTo>
                <a:cubicBezTo>
                  <a:pt x="991947" y="121062"/>
                  <a:pt x="994629" y="120601"/>
                  <a:pt x="997192" y="120089"/>
                </a:cubicBezTo>
                <a:cubicBezTo>
                  <a:pt x="999755" y="119576"/>
                  <a:pt x="1002129" y="119012"/>
                  <a:pt x="1004316" y="118397"/>
                </a:cubicBezTo>
                <a:lnTo>
                  <a:pt x="1004316" y="133056"/>
                </a:lnTo>
                <a:cubicBezTo>
                  <a:pt x="999464" y="134423"/>
                  <a:pt x="993980" y="135533"/>
                  <a:pt x="987864" y="136387"/>
                </a:cubicBezTo>
                <a:cubicBezTo>
                  <a:pt x="981747" y="137242"/>
                  <a:pt x="975409" y="137669"/>
                  <a:pt x="968848" y="137669"/>
                </a:cubicBezTo>
                <a:cubicBezTo>
                  <a:pt x="960033" y="137669"/>
                  <a:pt x="952447" y="136473"/>
                  <a:pt x="946091" y="134081"/>
                </a:cubicBezTo>
                <a:cubicBezTo>
                  <a:pt x="939736" y="131689"/>
                  <a:pt x="934525" y="128221"/>
                  <a:pt x="930459" y="123676"/>
                </a:cubicBezTo>
                <a:cubicBezTo>
                  <a:pt x="926393" y="119132"/>
                  <a:pt x="923386" y="113562"/>
                  <a:pt x="921438" y="106967"/>
                </a:cubicBezTo>
                <a:cubicBezTo>
                  <a:pt x="919490" y="100373"/>
                  <a:pt x="918517" y="92907"/>
                  <a:pt x="918517" y="84569"/>
                </a:cubicBezTo>
                <a:cubicBezTo>
                  <a:pt x="918517" y="77325"/>
                  <a:pt x="919559" y="70474"/>
                  <a:pt x="921643" y="64016"/>
                </a:cubicBezTo>
                <a:cubicBezTo>
                  <a:pt x="923727" y="57558"/>
                  <a:pt x="926769" y="51886"/>
                  <a:pt x="930766" y="47000"/>
                </a:cubicBezTo>
                <a:cubicBezTo>
                  <a:pt x="934764" y="42114"/>
                  <a:pt x="939668" y="38236"/>
                  <a:pt x="945476" y="35365"/>
                </a:cubicBezTo>
                <a:cubicBezTo>
                  <a:pt x="951285" y="32495"/>
                  <a:pt x="957880" y="31060"/>
                  <a:pt x="965260" y="31060"/>
                </a:cubicBezTo>
                <a:cubicBezTo>
                  <a:pt x="972436" y="31060"/>
                  <a:pt x="978792" y="32188"/>
                  <a:pt x="984327" y="34443"/>
                </a:cubicBezTo>
                <a:cubicBezTo>
                  <a:pt x="989862" y="36698"/>
                  <a:pt x="994527" y="39893"/>
                  <a:pt x="998319" y="44027"/>
                </a:cubicBezTo>
                <a:cubicBezTo>
                  <a:pt x="1002112" y="48162"/>
                  <a:pt x="1004982" y="53185"/>
                  <a:pt x="1006930" y="59096"/>
                </a:cubicBezTo>
                <a:cubicBezTo>
                  <a:pt x="1008878" y="65007"/>
                  <a:pt x="1009852" y="71619"/>
                  <a:pt x="1009852" y="78931"/>
                </a:cubicBezTo>
                <a:moveTo>
                  <a:pt x="991298" y="76369"/>
                </a:moveTo>
                <a:cubicBezTo>
                  <a:pt x="991503" y="71790"/>
                  <a:pt x="991058" y="67604"/>
                  <a:pt x="989965" y="63811"/>
                </a:cubicBezTo>
                <a:cubicBezTo>
                  <a:pt x="988872" y="60019"/>
                  <a:pt x="987180" y="56755"/>
                  <a:pt x="984891" y="54022"/>
                </a:cubicBezTo>
                <a:cubicBezTo>
                  <a:pt x="982601" y="51288"/>
                  <a:pt x="979748" y="49153"/>
                  <a:pt x="976331" y="47615"/>
                </a:cubicBezTo>
                <a:cubicBezTo>
                  <a:pt x="972914" y="46077"/>
                  <a:pt x="968951" y="45309"/>
                  <a:pt x="964440" y="45309"/>
                </a:cubicBezTo>
                <a:cubicBezTo>
                  <a:pt x="960545" y="45309"/>
                  <a:pt x="956991" y="46060"/>
                  <a:pt x="953780" y="47564"/>
                </a:cubicBezTo>
                <a:cubicBezTo>
                  <a:pt x="950568" y="49067"/>
                  <a:pt x="947800" y="51186"/>
                  <a:pt x="945476" y="53919"/>
                </a:cubicBezTo>
                <a:cubicBezTo>
                  <a:pt x="943153" y="56653"/>
                  <a:pt x="941274" y="59933"/>
                  <a:pt x="939838" y="63760"/>
                </a:cubicBezTo>
                <a:cubicBezTo>
                  <a:pt x="938403" y="67587"/>
                  <a:pt x="937515" y="71790"/>
                  <a:pt x="937173" y="76369"/>
                </a:cubicBezTo>
                <a:lnTo>
                  <a:pt x="991298" y="76369"/>
                </a:lnTo>
                <a:close/>
              </a:path>
            </a:pathLst>
          </a:custGeom>
          <a:solidFill xmlns:a="http://schemas.openxmlformats.org/drawingml/2006/main">
            <a:srgbClr val="6134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(nums)">
            <a:extLst xmlns:a="http://schemas.openxmlformats.org/drawingml/2006/main">
              <a:ext uri="{FF2B5EF4-FFF2-40B4-BE49-F238E27FC236}">
                <a16:creationId xmlns:a16="http://schemas.microsoft.com/office/drawing/2014/main" id="{A620ED04-475D-4963-8128-39ACFDCE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541" y="4408151"/>
            <a:ext cx="627966" cy="195688"/>
          </a:xfrm>
          <a:custGeom xmlns:a="http://schemas.openxmlformats.org/drawingml/2006/main">
            <a:pathLst>
              <a:path w="627966" h="195688">
                <a:moveTo>
                  <a:pt x="47256" y="195688"/>
                </a:moveTo>
                <a:cubicBezTo>
                  <a:pt x="15752" y="166508"/>
                  <a:pt x="0" y="134252"/>
                  <a:pt x="0" y="98921"/>
                </a:cubicBezTo>
                <a:cubicBezTo>
                  <a:pt x="0" y="90652"/>
                  <a:pt x="837" y="82400"/>
                  <a:pt x="2511" y="74165"/>
                </a:cubicBezTo>
                <a:cubicBezTo>
                  <a:pt x="4186" y="65930"/>
                  <a:pt x="6885" y="57678"/>
                  <a:pt x="10610" y="49409"/>
                </a:cubicBezTo>
                <a:cubicBezTo>
                  <a:pt x="14334" y="41140"/>
                  <a:pt x="19254" y="32871"/>
                  <a:pt x="25371" y="24602"/>
                </a:cubicBezTo>
                <a:cubicBezTo>
                  <a:pt x="31487" y="16333"/>
                  <a:pt x="38919" y="8132"/>
                  <a:pt x="47666" y="0"/>
                </a:cubicBezTo>
                <a:lnTo>
                  <a:pt x="58020" y="10558"/>
                </a:lnTo>
                <a:cubicBezTo>
                  <a:pt x="31504" y="36732"/>
                  <a:pt x="18246" y="65742"/>
                  <a:pt x="18246" y="97588"/>
                </a:cubicBezTo>
                <a:cubicBezTo>
                  <a:pt x="18246" y="113443"/>
                  <a:pt x="21595" y="128682"/>
                  <a:pt x="28292" y="143307"/>
                </a:cubicBezTo>
                <a:cubicBezTo>
                  <a:pt x="34990" y="157931"/>
                  <a:pt x="44899" y="171736"/>
                  <a:pt x="58020" y="184720"/>
                </a:cubicBezTo>
                <a:lnTo>
                  <a:pt x="47256" y="195688"/>
                </a:lnTo>
                <a:close/>
                <a:moveTo>
                  <a:pt x="100458" y="49717"/>
                </a:moveTo>
                <a:lnTo>
                  <a:pt x="116347" y="49717"/>
                </a:lnTo>
                <a:lnTo>
                  <a:pt x="117065" y="66323"/>
                </a:lnTo>
                <a:cubicBezTo>
                  <a:pt x="120072" y="62769"/>
                  <a:pt x="122976" y="59814"/>
                  <a:pt x="125778" y="57456"/>
                </a:cubicBezTo>
                <a:cubicBezTo>
                  <a:pt x="128580" y="55098"/>
                  <a:pt x="131330" y="53202"/>
                  <a:pt x="134030" y="51767"/>
                </a:cubicBezTo>
                <a:cubicBezTo>
                  <a:pt x="136729" y="50332"/>
                  <a:pt x="139480" y="49324"/>
                  <a:pt x="142282" y="48743"/>
                </a:cubicBezTo>
                <a:cubicBezTo>
                  <a:pt x="145084" y="48162"/>
                  <a:pt x="147988" y="47871"/>
                  <a:pt x="150995" y="47871"/>
                </a:cubicBezTo>
                <a:cubicBezTo>
                  <a:pt x="161587" y="47871"/>
                  <a:pt x="169600" y="50998"/>
                  <a:pt x="175033" y="57251"/>
                </a:cubicBezTo>
                <a:cubicBezTo>
                  <a:pt x="180466" y="63504"/>
                  <a:pt x="183183" y="72918"/>
                  <a:pt x="183183" y="85492"/>
                </a:cubicBezTo>
                <a:lnTo>
                  <a:pt x="183183" y="152635"/>
                </a:lnTo>
                <a:lnTo>
                  <a:pt x="165346" y="152635"/>
                </a:lnTo>
                <a:lnTo>
                  <a:pt x="165346" y="86927"/>
                </a:lnTo>
                <a:cubicBezTo>
                  <a:pt x="165346" y="78863"/>
                  <a:pt x="163843" y="72901"/>
                  <a:pt x="160836" y="69039"/>
                </a:cubicBezTo>
                <a:cubicBezTo>
                  <a:pt x="157829" y="65178"/>
                  <a:pt x="153353" y="63248"/>
                  <a:pt x="147407" y="63248"/>
                </a:cubicBezTo>
                <a:cubicBezTo>
                  <a:pt x="145220" y="63248"/>
                  <a:pt x="143085" y="63572"/>
                  <a:pt x="141000" y="64221"/>
                </a:cubicBezTo>
                <a:cubicBezTo>
                  <a:pt x="138916" y="64871"/>
                  <a:pt x="136746" y="65998"/>
                  <a:pt x="134491" y="67604"/>
                </a:cubicBezTo>
                <a:cubicBezTo>
                  <a:pt x="132236" y="69210"/>
                  <a:pt x="129793" y="71380"/>
                  <a:pt x="127162" y="74114"/>
                </a:cubicBezTo>
                <a:cubicBezTo>
                  <a:pt x="124531" y="76847"/>
                  <a:pt x="121575" y="80264"/>
                  <a:pt x="118295" y="84364"/>
                </a:cubicBezTo>
                <a:lnTo>
                  <a:pt x="118295" y="152635"/>
                </a:lnTo>
                <a:lnTo>
                  <a:pt x="100458" y="152635"/>
                </a:lnTo>
                <a:lnTo>
                  <a:pt x="100458" y="49717"/>
                </a:lnTo>
                <a:close/>
                <a:moveTo>
                  <a:pt x="297997" y="152635"/>
                </a:moveTo>
                <a:lnTo>
                  <a:pt x="282006" y="152635"/>
                </a:lnTo>
                <a:lnTo>
                  <a:pt x="281391" y="136029"/>
                </a:lnTo>
                <a:cubicBezTo>
                  <a:pt x="278315" y="139582"/>
                  <a:pt x="275394" y="142538"/>
                  <a:pt x="272626" y="144896"/>
                </a:cubicBezTo>
                <a:cubicBezTo>
                  <a:pt x="269858" y="147253"/>
                  <a:pt x="267108" y="149150"/>
                  <a:pt x="264374" y="150585"/>
                </a:cubicBezTo>
                <a:cubicBezTo>
                  <a:pt x="261641" y="152020"/>
                  <a:pt x="258890" y="153028"/>
                  <a:pt x="256122" y="153609"/>
                </a:cubicBezTo>
                <a:cubicBezTo>
                  <a:pt x="253355" y="154190"/>
                  <a:pt x="250433" y="154480"/>
                  <a:pt x="247358" y="154480"/>
                </a:cubicBezTo>
                <a:cubicBezTo>
                  <a:pt x="236765" y="154480"/>
                  <a:pt x="228770" y="151371"/>
                  <a:pt x="223371" y="145152"/>
                </a:cubicBezTo>
                <a:cubicBezTo>
                  <a:pt x="217972" y="138933"/>
                  <a:pt x="215273" y="129536"/>
                  <a:pt x="215273" y="116962"/>
                </a:cubicBezTo>
                <a:lnTo>
                  <a:pt x="215273" y="49717"/>
                </a:lnTo>
                <a:lnTo>
                  <a:pt x="233109" y="49717"/>
                </a:lnTo>
                <a:lnTo>
                  <a:pt x="233109" y="115527"/>
                </a:lnTo>
                <a:cubicBezTo>
                  <a:pt x="233109" y="131313"/>
                  <a:pt x="239055" y="139206"/>
                  <a:pt x="250946" y="139206"/>
                </a:cubicBezTo>
                <a:cubicBezTo>
                  <a:pt x="253132" y="139206"/>
                  <a:pt x="255268" y="138882"/>
                  <a:pt x="257352" y="138232"/>
                </a:cubicBezTo>
                <a:cubicBezTo>
                  <a:pt x="259437" y="137583"/>
                  <a:pt x="261624" y="136456"/>
                  <a:pt x="263913" y="134850"/>
                </a:cubicBezTo>
                <a:cubicBezTo>
                  <a:pt x="266202" y="133244"/>
                  <a:pt x="268662" y="131074"/>
                  <a:pt x="271293" y="128340"/>
                </a:cubicBezTo>
                <a:cubicBezTo>
                  <a:pt x="273925" y="125607"/>
                  <a:pt x="276880" y="122156"/>
                  <a:pt x="280160" y="117987"/>
                </a:cubicBezTo>
                <a:lnTo>
                  <a:pt x="280160" y="49717"/>
                </a:lnTo>
                <a:lnTo>
                  <a:pt x="297997" y="49717"/>
                </a:lnTo>
                <a:lnTo>
                  <a:pt x="297997" y="152635"/>
                </a:lnTo>
                <a:close/>
                <a:moveTo>
                  <a:pt x="403484" y="152635"/>
                </a:moveTo>
                <a:lnTo>
                  <a:pt x="403484" y="78726"/>
                </a:lnTo>
                <a:cubicBezTo>
                  <a:pt x="403484" y="75514"/>
                  <a:pt x="403364" y="72883"/>
                  <a:pt x="403125" y="70833"/>
                </a:cubicBezTo>
                <a:cubicBezTo>
                  <a:pt x="402886" y="68783"/>
                  <a:pt x="402510" y="67160"/>
                  <a:pt x="401997" y="65964"/>
                </a:cubicBezTo>
                <a:cubicBezTo>
                  <a:pt x="401485" y="64768"/>
                  <a:pt x="400835" y="63931"/>
                  <a:pt x="400050" y="63453"/>
                </a:cubicBezTo>
                <a:cubicBezTo>
                  <a:pt x="399264" y="62974"/>
                  <a:pt x="398290" y="62735"/>
                  <a:pt x="397128" y="62735"/>
                </a:cubicBezTo>
                <a:cubicBezTo>
                  <a:pt x="395761" y="62735"/>
                  <a:pt x="394497" y="63145"/>
                  <a:pt x="393335" y="63965"/>
                </a:cubicBezTo>
                <a:cubicBezTo>
                  <a:pt x="392173" y="64785"/>
                  <a:pt x="390926" y="66118"/>
                  <a:pt x="389594" y="67963"/>
                </a:cubicBezTo>
                <a:cubicBezTo>
                  <a:pt x="388261" y="69808"/>
                  <a:pt x="386792" y="72251"/>
                  <a:pt x="385186" y="75292"/>
                </a:cubicBezTo>
                <a:cubicBezTo>
                  <a:pt x="383580" y="78333"/>
                  <a:pt x="381683" y="82075"/>
                  <a:pt x="379497" y="86517"/>
                </a:cubicBezTo>
                <a:lnTo>
                  <a:pt x="379497" y="152635"/>
                </a:lnTo>
                <a:lnTo>
                  <a:pt x="363198" y="152635"/>
                </a:lnTo>
                <a:lnTo>
                  <a:pt x="363198" y="80674"/>
                </a:lnTo>
                <a:cubicBezTo>
                  <a:pt x="363198" y="76915"/>
                  <a:pt x="363078" y="73874"/>
                  <a:pt x="362839" y="71551"/>
                </a:cubicBezTo>
                <a:cubicBezTo>
                  <a:pt x="362600" y="69227"/>
                  <a:pt x="362224" y="67416"/>
                  <a:pt x="361711" y="66118"/>
                </a:cubicBezTo>
                <a:cubicBezTo>
                  <a:pt x="361199" y="64819"/>
                  <a:pt x="360533" y="63931"/>
                  <a:pt x="359712" y="63453"/>
                </a:cubicBezTo>
                <a:cubicBezTo>
                  <a:pt x="358892" y="62974"/>
                  <a:pt x="357901" y="62735"/>
                  <a:pt x="356740" y="62735"/>
                </a:cubicBezTo>
                <a:cubicBezTo>
                  <a:pt x="355510" y="62735"/>
                  <a:pt x="354348" y="63077"/>
                  <a:pt x="353254" y="63760"/>
                </a:cubicBezTo>
                <a:cubicBezTo>
                  <a:pt x="352161" y="64444"/>
                  <a:pt x="350948" y="65674"/>
                  <a:pt x="349615" y="67450"/>
                </a:cubicBezTo>
                <a:cubicBezTo>
                  <a:pt x="348283" y="69227"/>
                  <a:pt x="346796" y="71653"/>
                  <a:pt x="345156" y="74729"/>
                </a:cubicBezTo>
                <a:cubicBezTo>
                  <a:pt x="343516" y="77804"/>
                  <a:pt x="341569" y="81733"/>
                  <a:pt x="339313" y="86517"/>
                </a:cubicBezTo>
                <a:lnTo>
                  <a:pt x="339313" y="152635"/>
                </a:lnTo>
                <a:lnTo>
                  <a:pt x="322912" y="152635"/>
                </a:lnTo>
                <a:lnTo>
                  <a:pt x="322912" y="49717"/>
                </a:lnTo>
                <a:lnTo>
                  <a:pt x="336546" y="49717"/>
                </a:lnTo>
                <a:lnTo>
                  <a:pt x="337366" y="69296"/>
                </a:lnTo>
                <a:cubicBezTo>
                  <a:pt x="339142" y="65400"/>
                  <a:pt x="340868" y="62086"/>
                  <a:pt x="342542" y="59352"/>
                </a:cubicBezTo>
                <a:cubicBezTo>
                  <a:pt x="344217" y="56619"/>
                  <a:pt x="345942" y="54415"/>
                  <a:pt x="347719" y="52741"/>
                </a:cubicBezTo>
                <a:cubicBezTo>
                  <a:pt x="349496" y="51066"/>
                  <a:pt x="351392" y="49836"/>
                  <a:pt x="353408" y="49050"/>
                </a:cubicBezTo>
                <a:cubicBezTo>
                  <a:pt x="355424" y="48264"/>
                  <a:pt x="357662" y="47871"/>
                  <a:pt x="360123" y="47871"/>
                </a:cubicBezTo>
                <a:cubicBezTo>
                  <a:pt x="365658" y="47871"/>
                  <a:pt x="369861" y="49682"/>
                  <a:pt x="372731" y="53304"/>
                </a:cubicBezTo>
                <a:cubicBezTo>
                  <a:pt x="375601" y="56926"/>
                  <a:pt x="377036" y="62530"/>
                  <a:pt x="377036" y="70116"/>
                </a:cubicBezTo>
                <a:cubicBezTo>
                  <a:pt x="378677" y="66562"/>
                  <a:pt x="380282" y="63401"/>
                  <a:pt x="381854" y="60634"/>
                </a:cubicBezTo>
                <a:cubicBezTo>
                  <a:pt x="383426" y="57866"/>
                  <a:pt x="385117" y="55542"/>
                  <a:pt x="386928" y="53663"/>
                </a:cubicBezTo>
                <a:cubicBezTo>
                  <a:pt x="388739" y="51784"/>
                  <a:pt x="390738" y="50349"/>
                  <a:pt x="392925" y="49358"/>
                </a:cubicBezTo>
                <a:cubicBezTo>
                  <a:pt x="395112" y="48367"/>
                  <a:pt x="397641" y="47871"/>
                  <a:pt x="400511" y="47871"/>
                </a:cubicBezTo>
                <a:cubicBezTo>
                  <a:pt x="413427" y="47871"/>
                  <a:pt x="419885" y="57815"/>
                  <a:pt x="419885" y="77701"/>
                </a:cubicBezTo>
                <a:lnTo>
                  <a:pt x="419885" y="152635"/>
                </a:lnTo>
                <a:lnTo>
                  <a:pt x="403484" y="152635"/>
                </a:lnTo>
                <a:close/>
                <a:moveTo>
                  <a:pt x="526396" y="124548"/>
                </a:moveTo>
                <a:cubicBezTo>
                  <a:pt x="526396" y="128170"/>
                  <a:pt x="525781" y="131416"/>
                  <a:pt x="524551" y="134286"/>
                </a:cubicBezTo>
                <a:cubicBezTo>
                  <a:pt x="523321" y="137156"/>
                  <a:pt x="521647" y="139702"/>
                  <a:pt x="519528" y="141923"/>
                </a:cubicBezTo>
                <a:cubicBezTo>
                  <a:pt x="517410" y="144144"/>
                  <a:pt x="514949" y="146040"/>
                  <a:pt x="512147" y="147612"/>
                </a:cubicBezTo>
                <a:cubicBezTo>
                  <a:pt x="509346" y="149184"/>
                  <a:pt x="506356" y="150482"/>
                  <a:pt x="503178" y="151507"/>
                </a:cubicBezTo>
                <a:cubicBezTo>
                  <a:pt x="500000" y="152532"/>
                  <a:pt x="496737" y="153284"/>
                  <a:pt x="493388" y="153763"/>
                </a:cubicBezTo>
                <a:cubicBezTo>
                  <a:pt x="490040" y="154241"/>
                  <a:pt x="486760" y="154480"/>
                  <a:pt x="483548" y="154480"/>
                </a:cubicBezTo>
                <a:cubicBezTo>
                  <a:pt x="476577" y="154480"/>
                  <a:pt x="470170" y="154173"/>
                  <a:pt x="464327" y="153557"/>
                </a:cubicBezTo>
                <a:cubicBezTo>
                  <a:pt x="458484" y="152942"/>
                  <a:pt x="452761" y="151952"/>
                  <a:pt x="447157" y="150585"/>
                </a:cubicBezTo>
                <a:lnTo>
                  <a:pt x="447157" y="134183"/>
                </a:lnTo>
                <a:cubicBezTo>
                  <a:pt x="453171" y="135892"/>
                  <a:pt x="459151" y="137190"/>
                  <a:pt x="465096" y="138079"/>
                </a:cubicBezTo>
                <a:cubicBezTo>
                  <a:pt x="471042" y="138967"/>
                  <a:pt x="476953" y="139411"/>
                  <a:pt x="482830" y="139411"/>
                </a:cubicBezTo>
                <a:cubicBezTo>
                  <a:pt x="491372" y="139411"/>
                  <a:pt x="497694" y="138250"/>
                  <a:pt x="501794" y="135926"/>
                </a:cubicBezTo>
                <a:cubicBezTo>
                  <a:pt x="505894" y="133603"/>
                  <a:pt x="507945" y="130288"/>
                  <a:pt x="507945" y="125983"/>
                </a:cubicBezTo>
                <a:cubicBezTo>
                  <a:pt x="507945" y="124138"/>
                  <a:pt x="507620" y="122480"/>
                  <a:pt x="506971" y="121011"/>
                </a:cubicBezTo>
                <a:cubicBezTo>
                  <a:pt x="506322" y="119542"/>
                  <a:pt x="505143" y="118141"/>
                  <a:pt x="503434" y="116808"/>
                </a:cubicBezTo>
                <a:cubicBezTo>
                  <a:pt x="501726" y="115476"/>
                  <a:pt x="499078" y="114092"/>
                  <a:pt x="495490" y="112657"/>
                </a:cubicBezTo>
                <a:cubicBezTo>
                  <a:pt x="491902" y="111222"/>
                  <a:pt x="486999" y="109581"/>
                  <a:pt x="480780" y="107736"/>
                </a:cubicBezTo>
                <a:cubicBezTo>
                  <a:pt x="476133" y="106369"/>
                  <a:pt x="471845" y="104815"/>
                  <a:pt x="467915" y="103072"/>
                </a:cubicBezTo>
                <a:cubicBezTo>
                  <a:pt x="463986" y="101329"/>
                  <a:pt x="460586" y="99262"/>
                  <a:pt x="457715" y="96870"/>
                </a:cubicBezTo>
                <a:cubicBezTo>
                  <a:pt x="454845" y="94479"/>
                  <a:pt x="452590" y="91677"/>
                  <a:pt x="450950" y="88465"/>
                </a:cubicBezTo>
                <a:cubicBezTo>
                  <a:pt x="449310" y="85253"/>
                  <a:pt x="448490" y="81460"/>
                  <a:pt x="448490" y="77086"/>
                </a:cubicBezTo>
                <a:cubicBezTo>
                  <a:pt x="448490" y="74216"/>
                  <a:pt x="449156" y="71072"/>
                  <a:pt x="450489" y="67656"/>
                </a:cubicBezTo>
                <a:cubicBezTo>
                  <a:pt x="451821" y="64239"/>
                  <a:pt x="454094" y="61061"/>
                  <a:pt x="457305" y="58122"/>
                </a:cubicBezTo>
                <a:cubicBezTo>
                  <a:pt x="460517" y="55184"/>
                  <a:pt x="464857" y="52741"/>
                  <a:pt x="470324" y="50793"/>
                </a:cubicBezTo>
                <a:cubicBezTo>
                  <a:pt x="475791" y="48845"/>
                  <a:pt x="482625" y="47871"/>
                  <a:pt x="490826" y="47871"/>
                </a:cubicBezTo>
                <a:cubicBezTo>
                  <a:pt x="494858" y="47871"/>
                  <a:pt x="499334" y="48093"/>
                  <a:pt x="504254" y="48538"/>
                </a:cubicBezTo>
                <a:cubicBezTo>
                  <a:pt x="509175" y="48982"/>
                  <a:pt x="514300" y="49751"/>
                  <a:pt x="519631" y="50844"/>
                </a:cubicBezTo>
                <a:lnTo>
                  <a:pt x="519631" y="66733"/>
                </a:lnTo>
                <a:cubicBezTo>
                  <a:pt x="514027" y="65366"/>
                  <a:pt x="508713" y="64358"/>
                  <a:pt x="503690" y="63709"/>
                </a:cubicBezTo>
                <a:cubicBezTo>
                  <a:pt x="498668" y="63060"/>
                  <a:pt x="494311" y="62735"/>
                  <a:pt x="490621" y="62735"/>
                </a:cubicBezTo>
                <a:cubicBezTo>
                  <a:pt x="486179" y="62735"/>
                  <a:pt x="482437" y="63077"/>
                  <a:pt x="479396" y="63760"/>
                </a:cubicBezTo>
                <a:cubicBezTo>
                  <a:pt x="476355" y="64444"/>
                  <a:pt x="473895" y="65383"/>
                  <a:pt x="472015" y="66579"/>
                </a:cubicBezTo>
                <a:cubicBezTo>
                  <a:pt x="470136" y="67775"/>
                  <a:pt x="468786" y="69176"/>
                  <a:pt x="467966" y="70782"/>
                </a:cubicBezTo>
                <a:cubicBezTo>
                  <a:pt x="467146" y="72388"/>
                  <a:pt x="466736" y="74114"/>
                  <a:pt x="466736" y="75959"/>
                </a:cubicBezTo>
                <a:cubicBezTo>
                  <a:pt x="466736" y="77804"/>
                  <a:pt x="467095" y="79478"/>
                  <a:pt x="467813" y="80982"/>
                </a:cubicBezTo>
                <a:cubicBezTo>
                  <a:pt x="468530" y="82485"/>
                  <a:pt x="469863" y="83937"/>
                  <a:pt x="471810" y="85338"/>
                </a:cubicBezTo>
                <a:cubicBezTo>
                  <a:pt x="473758" y="86739"/>
                  <a:pt x="476475" y="88140"/>
                  <a:pt x="479960" y="89541"/>
                </a:cubicBezTo>
                <a:cubicBezTo>
                  <a:pt x="483445" y="90942"/>
                  <a:pt x="487990" y="92463"/>
                  <a:pt x="493593" y="94103"/>
                </a:cubicBezTo>
                <a:cubicBezTo>
                  <a:pt x="499676" y="95879"/>
                  <a:pt x="504801" y="97742"/>
                  <a:pt x="508970" y="99689"/>
                </a:cubicBezTo>
                <a:cubicBezTo>
                  <a:pt x="513138" y="101637"/>
                  <a:pt x="516521" y="103807"/>
                  <a:pt x="519118" y="106199"/>
                </a:cubicBezTo>
                <a:cubicBezTo>
                  <a:pt x="521715" y="108591"/>
                  <a:pt x="523577" y="111290"/>
                  <a:pt x="524705" y="114297"/>
                </a:cubicBezTo>
                <a:cubicBezTo>
                  <a:pt x="525832" y="117304"/>
                  <a:pt x="526396" y="120721"/>
                  <a:pt x="526396" y="124548"/>
                </a:cubicBezTo>
                <a:close/>
                <a:moveTo>
                  <a:pt x="580710" y="0"/>
                </a:moveTo>
                <a:cubicBezTo>
                  <a:pt x="612214" y="29181"/>
                  <a:pt x="627966" y="61642"/>
                  <a:pt x="627966" y="97383"/>
                </a:cubicBezTo>
                <a:cubicBezTo>
                  <a:pt x="627966" y="104764"/>
                  <a:pt x="627215" y="112417"/>
                  <a:pt x="625711" y="120345"/>
                </a:cubicBezTo>
                <a:cubicBezTo>
                  <a:pt x="624208" y="128272"/>
                  <a:pt x="621645" y="136387"/>
                  <a:pt x="618023" y="144691"/>
                </a:cubicBezTo>
                <a:cubicBezTo>
                  <a:pt x="614401" y="152994"/>
                  <a:pt x="609532" y="161416"/>
                  <a:pt x="603416" y="169959"/>
                </a:cubicBezTo>
                <a:cubicBezTo>
                  <a:pt x="597299" y="178501"/>
                  <a:pt x="589594" y="187078"/>
                  <a:pt x="580300" y="195688"/>
                </a:cubicBezTo>
                <a:lnTo>
                  <a:pt x="569947" y="185130"/>
                </a:lnTo>
                <a:cubicBezTo>
                  <a:pt x="583273" y="171941"/>
                  <a:pt x="593216" y="158170"/>
                  <a:pt x="599776" y="143819"/>
                </a:cubicBezTo>
                <a:cubicBezTo>
                  <a:pt x="606337" y="129468"/>
                  <a:pt x="609617" y="114433"/>
                  <a:pt x="609617" y="98716"/>
                </a:cubicBezTo>
                <a:cubicBezTo>
                  <a:pt x="609617" y="66186"/>
                  <a:pt x="596394" y="36937"/>
                  <a:pt x="569947" y="10968"/>
                </a:cubicBezTo>
                <a:lnTo>
                  <a:pt x="5807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&lt;block_start&gt;">
            <a:extLst xmlns:a="http://schemas.openxmlformats.org/drawingml/2006/main">
              <a:ext uri="{FF2B5EF4-FFF2-40B4-BE49-F238E27FC236}">
                <a16:creationId xmlns:a16="http://schemas.microsoft.com/office/drawing/2014/main" id="{11B69E96-4835-4B19-827A-9ED6EA1F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8" y="4415942"/>
            <a:ext cx="1465049" cy="186873"/>
          </a:xfrm>
          <a:custGeom xmlns:a="http://schemas.openxmlformats.org/drawingml/2006/main">
            <a:pathLst>
              <a:path w="1465049" h="186873">
                <a:moveTo>
                  <a:pt x="80059" y="135208"/>
                </a:moveTo>
                <a:lnTo>
                  <a:pt x="68886" y="146484"/>
                </a:lnTo>
                <a:lnTo>
                  <a:pt x="0" y="88977"/>
                </a:lnTo>
                <a:lnTo>
                  <a:pt x="68886" y="31470"/>
                </a:lnTo>
                <a:lnTo>
                  <a:pt x="80059" y="42848"/>
                </a:lnTo>
                <a:lnTo>
                  <a:pt x="24192" y="88772"/>
                </a:lnTo>
                <a:lnTo>
                  <a:pt x="80059" y="135208"/>
                </a:lnTo>
                <a:close/>
                <a:moveTo>
                  <a:pt x="205119" y="91540"/>
                </a:moveTo>
                <a:cubicBezTo>
                  <a:pt x="205119" y="100082"/>
                  <a:pt x="203940" y="107719"/>
                  <a:pt x="201583" y="114451"/>
                </a:cubicBezTo>
                <a:cubicBezTo>
                  <a:pt x="199225" y="121182"/>
                  <a:pt x="195876" y="126888"/>
                  <a:pt x="191537" y="131569"/>
                </a:cubicBezTo>
                <a:cubicBezTo>
                  <a:pt x="187197" y="136251"/>
                  <a:pt x="181918" y="139838"/>
                  <a:pt x="175699" y="142333"/>
                </a:cubicBezTo>
                <a:cubicBezTo>
                  <a:pt x="169481" y="144827"/>
                  <a:pt x="162476" y="146074"/>
                  <a:pt x="154685" y="146074"/>
                </a:cubicBezTo>
                <a:cubicBezTo>
                  <a:pt x="148603" y="146074"/>
                  <a:pt x="142384" y="145493"/>
                  <a:pt x="136029" y="144332"/>
                </a:cubicBezTo>
                <a:cubicBezTo>
                  <a:pt x="129673" y="143170"/>
                  <a:pt x="123386" y="141325"/>
                  <a:pt x="117167" y="138796"/>
                </a:cubicBezTo>
                <a:lnTo>
                  <a:pt x="117167" y="0"/>
                </a:lnTo>
                <a:lnTo>
                  <a:pt x="135004" y="0"/>
                </a:lnTo>
                <a:lnTo>
                  <a:pt x="135004" y="39876"/>
                </a:lnTo>
                <a:lnTo>
                  <a:pt x="134184" y="58942"/>
                </a:lnTo>
                <a:cubicBezTo>
                  <a:pt x="139309" y="52040"/>
                  <a:pt x="144793" y="47171"/>
                  <a:pt x="150636" y="44335"/>
                </a:cubicBezTo>
                <a:cubicBezTo>
                  <a:pt x="156479" y="41499"/>
                  <a:pt x="162749" y="40081"/>
                  <a:pt x="169446" y="40081"/>
                </a:cubicBezTo>
                <a:cubicBezTo>
                  <a:pt x="175324" y="40081"/>
                  <a:pt x="180483" y="41311"/>
                  <a:pt x="184925" y="43771"/>
                </a:cubicBezTo>
                <a:cubicBezTo>
                  <a:pt x="189367" y="46231"/>
                  <a:pt x="193092" y="49699"/>
                  <a:pt x="196099" y="54176"/>
                </a:cubicBezTo>
                <a:cubicBezTo>
                  <a:pt x="199105" y="58652"/>
                  <a:pt x="201361" y="64051"/>
                  <a:pt x="202864" y="70372"/>
                </a:cubicBezTo>
                <a:cubicBezTo>
                  <a:pt x="204368" y="76693"/>
                  <a:pt x="205119" y="83749"/>
                  <a:pt x="205119" y="91540"/>
                </a:cubicBezTo>
                <a:moveTo>
                  <a:pt x="186873" y="92360"/>
                </a:moveTo>
                <a:cubicBezTo>
                  <a:pt x="186873" y="86961"/>
                  <a:pt x="186480" y="82007"/>
                  <a:pt x="185694" y="77496"/>
                </a:cubicBezTo>
                <a:cubicBezTo>
                  <a:pt x="184908" y="72986"/>
                  <a:pt x="183661" y="69125"/>
                  <a:pt x="181952" y="65913"/>
                </a:cubicBezTo>
                <a:cubicBezTo>
                  <a:pt x="180244" y="62701"/>
                  <a:pt x="178057" y="60189"/>
                  <a:pt x="175392" y="58378"/>
                </a:cubicBezTo>
                <a:cubicBezTo>
                  <a:pt x="172727" y="56568"/>
                  <a:pt x="169549" y="55662"/>
                  <a:pt x="165859" y="55662"/>
                </a:cubicBezTo>
                <a:cubicBezTo>
                  <a:pt x="163603" y="55662"/>
                  <a:pt x="161314" y="56021"/>
                  <a:pt x="158991" y="56738"/>
                </a:cubicBezTo>
                <a:cubicBezTo>
                  <a:pt x="156667" y="57456"/>
                  <a:pt x="154258" y="58652"/>
                  <a:pt x="151764" y="60326"/>
                </a:cubicBezTo>
                <a:cubicBezTo>
                  <a:pt x="149269" y="62000"/>
                  <a:pt x="146638" y="64221"/>
                  <a:pt x="143871" y="66989"/>
                </a:cubicBezTo>
                <a:cubicBezTo>
                  <a:pt x="141103" y="69757"/>
                  <a:pt x="138147" y="73191"/>
                  <a:pt x="135004" y="77291"/>
                </a:cubicBezTo>
                <a:lnTo>
                  <a:pt x="135004" y="127213"/>
                </a:lnTo>
                <a:cubicBezTo>
                  <a:pt x="138489" y="128580"/>
                  <a:pt x="142043" y="129656"/>
                  <a:pt x="145664" y="130442"/>
                </a:cubicBezTo>
                <a:cubicBezTo>
                  <a:pt x="149286" y="131228"/>
                  <a:pt x="152738" y="131621"/>
                  <a:pt x="156018" y="131621"/>
                </a:cubicBezTo>
                <a:cubicBezTo>
                  <a:pt x="160118" y="131621"/>
                  <a:pt x="164031" y="130971"/>
                  <a:pt x="167755" y="129673"/>
                </a:cubicBezTo>
                <a:cubicBezTo>
                  <a:pt x="171479" y="128375"/>
                  <a:pt x="174760" y="126205"/>
                  <a:pt x="177596" y="123164"/>
                </a:cubicBezTo>
                <a:cubicBezTo>
                  <a:pt x="180432" y="120123"/>
                  <a:pt x="182687" y="116091"/>
                  <a:pt x="184361" y="111068"/>
                </a:cubicBezTo>
                <a:cubicBezTo>
                  <a:pt x="186036" y="106045"/>
                  <a:pt x="186873" y="99809"/>
                  <a:pt x="186873" y="92360"/>
                </a:cubicBezTo>
                <a:close/>
                <a:moveTo>
                  <a:pt x="267039" y="14659"/>
                </a:moveTo>
                <a:lnTo>
                  <a:pt x="236594" y="14659"/>
                </a:lnTo>
                <a:lnTo>
                  <a:pt x="236594" y="0"/>
                </a:lnTo>
                <a:lnTo>
                  <a:pt x="285081" y="0"/>
                </a:lnTo>
                <a:lnTo>
                  <a:pt x="285081" y="129981"/>
                </a:lnTo>
                <a:lnTo>
                  <a:pt x="315731" y="129981"/>
                </a:lnTo>
                <a:lnTo>
                  <a:pt x="315731" y="144844"/>
                </a:lnTo>
                <a:lnTo>
                  <a:pt x="233212" y="144844"/>
                </a:lnTo>
                <a:lnTo>
                  <a:pt x="233212" y="129981"/>
                </a:lnTo>
                <a:lnTo>
                  <a:pt x="267039" y="129981"/>
                </a:lnTo>
                <a:lnTo>
                  <a:pt x="267039" y="14659"/>
                </a:lnTo>
                <a:close/>
                <a:moveTo>
                  <a:pt x="436389" y="92565"/>
                </a:moveTo>
                <a:cubicBezTo>
                  <a:pt x="436389" y="100561"/>
                  <a:pt x="435261" y="107890"/>
                  <a:pt x="433006" y="114553"/>
                </a:cubicBezTo>
                <a:cubicBezTo>
                  <a:pt x="430751" y="121216"/>
                  <a:pt x="427505" y="126922"/>
                  <a:pt x="423268" y="131672"/>
                </a:cubicBezTo>
                <a:cubicBezTo>
                  <a:pt x="419031" y="136422"/>
                  <a:pt x="413871" y="140112"/>
                  <a:pt x="407789" y="142743"/>
                </a:cubicBezTo>
                <a:cubicBezTo>
                  <a:pt x="401707" y="145374"/>
                  <a:pt x="394804" y="146689"/>
                  <a:pt x="387082" y="146689"/>
                </a:cubicBezTo>
                <a:cubicBezTo>
                  <a:pt x="379702" y="146689"/>
                  <a:pt x="373090" y="145545"/>
                  <a:pt x="367247" y="143255"/>
                </a:cubicBezTo>
                <a:cubicBezTo>
                  <a:pt x="361404" y="140966"/>
                  <a:pt x="356449" y="137600"/>
                  <a:pt x="352383" y="133158"/>
                </a:cubicBezTo>
                <a:cubicBezTo>
                  <a:pt x="348317" y="128716"/>
                  <a:pt x="345207" y="123215"/>
                  <a:pt x="343055" y="116654"/>
                </a:cubicBezTo>
                <a:cubicBezTo>
                  <a:pt x="340902" y="110094"/>
                  <a:pt x="339826" y="102543"/>
                  <a:pt x="339826" y="94000"/>
                </a:cubicBezTo>
                <a:cubicBezTo>
                  <a:pt x="339826" y="86004"/>
                  <a:pt x="340953" y="78709"/>
                  <a:pt x="343209" y="72115"/>
                </a:cubicBezTo>
                <a:cubicBezTo>
                  <a:pt x="345464" y="65520"/>
                  <a:pt x="348710" y="59848"/>
                  <a:pt x="352947" y="55098"/>
                </a:cubicBezTo>
                <a:cubicBezTo>
                  <a:pt x="357184" y="50349"/>
                  <a:pt x="362343" y="46658"/>
                  <a:pt x="368426" y="44027"/>
                </a:cubicBezTo>
                <a:cubicBezTo>
                  <a:pt x="374508" y="41396"/>
                  <a:pt x="381410" y="40081"/>
                  <a:pt x="389132" y="40081"/>
                </a:cubicBezTo>
                <a:cubicBezTo>
                  <a:pt x="396513" y="40081"/>
                  <a:pt x="403125" y="41225"/>
                  <a:pt x="408968" y="43515"/>
                </a:cubicBezTo>
                <a:cubicBezTo>
                  <a:pt x="414811" y="45804"/>
                  <a:pt x="419765" y="49153"/>
                  <a:pt x="423831" y="53561"/>
                </a:cubicBezTo>
                <a:cubicBezTo>
                  <a:pt x="427898" y="57968"/>
                  <a:pt x="431007" y="63453"/>
                  <a:pt x="433160" y="70013"/>
                </a:cubicBezTo>
                <a:cubicBezTo>
                  <a:pt x="435312" y="76574"/>
                  <a:pt x="436389" y="84091"/>
                  <a:pt x="436389" y="92565"/>
                </a:cubicBezTo>
                <a:moveTo>
                  <a:pt x="418142" y="93385"/>
                </a:moveTo>
                <a:cubicBezTo>
                  <a:pt x="418142" y="87030"/>
                  <a:pt x="417442" y="81477"/>
                  <a:pt x="416041" y="76727"/>
                </a:cubicBezTo>
                <a:cubicBezTo>
                  <a:pt x="414640" y="71978"/>
                  <a:pt x="412641" y="68014"/>
                  <a:pt x="410044" y="64837"/>
                </a:cubicBezTo>
                <a:cubicBezTo>
                  <a:pt x="407447" y="61659"/>
                  <a:pt x="404286" y="59267"/>
                  <a:pt x="400562" y="57661"/>
                </a:cubicBezTo>
                <a:cubicBezTo>
                  <a:pt x="396838" y="56055"/>
                  <a:pt x="392686" y="55252"/>
                  <a:pt x="388107" y="55252"/>
                </a:cubicBezTo>
                <a:cubicBezTo>
                  <a:pt x="382777" y="55252"/>
                  <a:pt x="378215" y="56294"/>
                  <a:pt x="374422" y="58378"/>
                </a:cubicBezTo>
                <a:cubicBezTo>
                  <a:pt x="370630" y="60463"/>
                  <a:pt x="367520" y="63248"/>
                  <a:pt x="365094" y="66733"/>
                </a:cubicBezTo>
                <a:cubicBezTo>
                  <a:pt x="362668" y="70218"/>
                  <a:pt x="360891" y="74267"/>
                  <a:pt x="359764" y="78880"/>
                </a:cubicBezTo>
                <a:cubicBezTo>
                  <a:pt x="358636" y="83493"/>
                  <a:pt x="358072" y="88328"/>
                  <a:pt x="358072" y="93385"/>
                </a:cubicBezTo>
                <a:cubicBezTo>
                  <a:pt x="358072" y="99741"/>
                  <a:pt x="358773" y="105310"/>
                  <a:pt x="360174" y="110094"/>
                </a:cubicBezTo>
                <a:cubicBezTo>
                  <a:pt x="361575" y="114878"/>
                  <a:pt x="363574" y="118858"/>
                  <a:pt x="366170" y="122036"/>
                </a:cubicBezTo>
                <a:cubicBezTo>
                  <a:pt x="368767" y="125214"/>
                  <a:pt x="371911" y="127606"/>
                  <a:pt x="375601" y="129212"/>
                </a:cubicBezTo>
                <a:cubicBezTo>
                  <a:pt x="379292" y="130818"/>
                  <a:pt x="383460" y="131621"/>
                  <a:pt x="388107" y="131621"/>
                </a:cubicBezTo>
                <a:cubicBezTo>
                  <a:pt x="393438" y="131621"/>
                  <a:pt x="397999" y="130579"/>
                  <a:pt x="401792" y="128494"/>
                </a:cubicBezTo>
                <a:cubicBezTo>
                  <a:pt x="405585" y="126410"/>
                  <a:pt x="408694" y="123625"/>
                  <a:pt x="411120" y="120140"/>
                </a:cubicBezTo>
                <a:cubicBezTo>
                  <a:pt x="413546" y="116654"/>
                  <a:pt x="415323" y="112605"/>
                  <a:pt x="416451" y="107993"/>
                </a:cubicBezTo>
                <a:cubicBezTo>
                  <a:pt x="417578" y="103380"/>
                  <a:pt x="418142" y="98511"/>
                  <a:pt x="418142" y="93385"/>
                </a:cubicBezTo>
                <a:close/>
                <a:moveTo>
                  <a:pt x="541567" y="141051"/>
                </a:moveTo>
                <a:cubicBezTo>
                  <a:pt x="536920" y="142828"/>
                  <a:pt x="532154" y="144144"/>
                  <a:pt x="527267" y="144998"/>
                </a:cubicBezTo>
                <a:cubicBezTo>
                  <a:pt x="522381" y="145852"/>
                  <a:pt x="517341" y="146279"/>
                  <a:pt x="512147" y="146279"/>
                </a:cubicBezTo>
                <a:cubicBezTo>
                  <a:pt x="495883" y="146279"/>
                  <a:pt x="483360" y="141872"/>
                  <a:pt x="474578" y="133056"/>
                </a:cubicBezTo>
                <a:cubicBezTo>
                  <a:pt x="465797" y="124240"/>
                  <a:pt x="461406" y="111358"/>
                  <a:pt x="461406" y="94410"/>
                </a:cubicBezTo>
                <a:cubicBezTo>
                  <a:pt x="461406" y="86278"/>
                  <a:pt x="462670" y="78897"/>
                  <a:pt x="465199" y="72268"/>
                </a:cubicBezTo>
                <a:cubicBezTo>
                  <a:pt x="467727" y="65639"/>
                  <a:pt x="471281" y="59967"/>
                  <a:pt x="475859" y="55252"/>
                </a:cubicBezTo>
                <a:cubicBezTo>
                  <a:pt x="480438" y="50537"/>
                  <a:pt x="485905" y="46898"/>
                  <a:pt x="492261" y="44335"/>
                </a:cubicBezTo>
                <a:cubicBezTo>
                  <a:pt x="498616" y="41772"/>
                  <a:pt x="505621" y="40491"/>
                  <a:pt x="513275" y="40491"/>
                </a:cubicBezTo>
                <a:cubicBezTo>
                  <a:pt x="518605" y="40491"/>
                  <a:pt x="523594" y="40867"/>
                  <a:pt x="528241" y="41618"/>
                </a:cubicBezTo>
                <a:cubicBezTo>
                  <a:pt x="532888" y="42370"/>
                  <a:pt x="537330" y="43600"/>
                  <a:pt x="541567" y="45309"/>
                </a:cubicBezTo>
                <a:lnTo>
                  <a:pt x="541567" y="62325"/>
                </a:lnTo>
                <a:cubicBezTo>
                  <a:pt x="537125" y="60002"/>
                  <a:pt x="532598" y="58310"/>
                  <a:pt x="527985" y="57251"/>
                </a:cubicBezTo>
                <a:cubicBezTo>
                  <a:pt x="523372" y="56192"/>
                  <a:pt x="518605" y="55662"/>
                  <a:pt x="513685" y="55662"/>
                </a:cubicBezTo>
                <a:cubicBezTo>
                  <a:pt x="509106" y="55662"/>
                  <a:pt x="504784" y="56533"/>
                  <a:pt x="500718" y="58276"/>
                </a:cubicBezTo>
                <a:cubicBezTo>
                  <a:pt x="496652" y="60019"/>
                  <a:pt x="493081" y="62530"/>
                  <a:pt x="490006" y="65810"/>
                </a:cubicBezTo>
                <a:cubicBezTo>
                  <a:pt x="486930" y="69091"/>
                  <a:pt x="484504" y="73088"/>
                  <a:pt x="482728" y="77804"/>
                </a:cubicBezTo>
                <a:cubicBezTo>
                  <a:pt x="480951" y="82519"/>
                  <a:pt x="480062" y="87850"/>
                  <a:pt x="480062" y="93795"/>
                </a:cubicBezTo>
                <a:cubicBezTo>
                  <a:pt x="480062" y="106233"/>
                  <a:pt x="483086" y="115544"/>
                  <a:pt x="489134" y="121729"/>
                </a:cubicBezTo>
                <a:cubicBezTo>
                  <a:pt x="495182" y="127913"/>
                  <a:pt x="503571" y="131006"/>
                  <a:pt x="514300" y="131006"/>
                </a:cubicBezTo>
                <a:cubicBezTo>
                  <a:pt x="519152" y="131006"/>
                  <a:pt x="523850" y="130459"/>
                  <a:pt x="528395" y="129366"/>
                </a:cubicBezTo>
                <a:cubicBezTo>
                  <a:pt x="532940" y="128272"/>
                  <a:pt x="537330" y="126632"/>
                  <a:pt x="541567" y="124445"/>
                </a:cubicBezTo>
                <a:lnTo>
                  <a:pt x="541567" y="141051"/>
                </a:lnTo>
                <a:close/>
                <a:moveTo>
                  <a:pt x="668991" y="144844"/>
                </a:moveTo>
                <a:lnTo>
                  <a:pt x="644491" y="144844"/>
                </a:lnTo>
                <a:lnTo>
                  <a:pt x="596517" y="89695"/>
                </a:lnTo>
                <a:lnTo>
                  <a:pt x="596517" y="144844"/>
                </a:lnTo>
                <a:lnTo>
                  <a:pt x="578681" y="144844"/>
                </a:lnTo>
                <a:lnTo>
                  <a:pt x="578681" y="0"/>
                </a:lnTo>
                <a:lnTo>
                  <a:pt x="596517" y="0"/>
                </a:lnTo>
                <a:lnTo>
                  <a:pt x="596517" y="88977"/>
                </a:lnTo>
                <a:lnTo>
                  <a:pt x="642749" y="41926"/>
                </a:lnTo>
                <a:lnTo>
                  <a:pt x="666326" y="41926"/>
                </a:lnTo>
                <a:lnTo>
                  <a:pt x="618044" y="89387"/>
                </a:lnTo>
                <a:lnTo>
                  <a:pt x="668991" y="144844"/>
                </a:lnTo>
                <a:close/>
                <a:moveTo>
                  <a:pt x="790263" y="186873"/>
                </a:moveTo>
                <a:lnTo>
                  <a:pt x="674839" y="186873"/>
                </a:lnTo>
                <a:lnTo>
                  <a:pt x="674839" y="172111"/>
                </a:lnTo>
                <a:lnTo>
                  <a:pt x="790263" y="172111"/>
                </a:lnTo>
                <a:lnTo>
                  <a:pt x="790263" y="186873"/>
                </a:lnTo>
                <a:close/>
                <a:moveTo>
                  <a:pt x="887549" y="116757"/>
                </a:moveTo>
                <a:cubicBezTo>
                  <a:pt x="887549" y="120379"/>
                  <a:pt x="886934" y="123625"/>
                  <a:pt x="885704" y="126495"/>
                </a:cubicBezTo>
                <a:cubicBezTo>
                  <a:pt x="884474" y="129366"/>
                  <a:pt x="882799" y="131911"/>
                  <a:pt x="880681" y="134132"/>
                </a:cubicBezTo>
                <a:cubicBezTo>
                  <a:pt x="878562" y="136353"/>
                  <a:pt x="876102" y="138250"/>
                  <a:pt x="873300" y="139821"/>
                </a:cubicBezTo>
                <a:cubicBezTo>
                  <a:pt x="870498" y="141393"/>
                  <a:pt x="867508" y="142692"/>
                  <a:pt x="864331" y="143717"/>
                </a:cubicBezTo>
                <a:cubicBezTo>
                  <a:pt x="861153" y="144742"/>
                  <a:pt x="857890" y="145493"/>
                  <a:pt x="854541" y="145972"/>
                </a:cubicBezTo>
                <a:cubicBezTo>
                  <a:pt x="851193" y="146450"/>
                  <a:pt x="847912" y="146689"/>
                  <a:pt x="844700" y="146689"/>
                </a:cubicBezTo>
                <a:cubicBezTo>
                  <a:pt x="837730" y="146689"/>
                  <a:pt x="831323" y="146382"/>
                  <a:pt x="825480" y="145767"/>
                </a:cubicBezTo>
                <a:cubicBezTo>
                  <a:pt x="819637" y="145152"/>
                  <a:pt x="813914" y="144161"/>
                  <a:pt x="808310" y="142794"/>
                </a:cubicBezTo>
                <a:lnTo>
                  <a:pt x="808310" y="126393"/>
                </a:lnTo>
                <a:cubicBezTo>
                  <a:pt x="814324" y="128101"/>
                  <a:pt x="820303" y="129400"/>
                  <a:pt x="826249" y="130288"/>
                </a:cubicBezTo>
                <a:cubicBezTo>
                  <a:pt x="832194" y="131176"/>
                  <a:pt x="838106" y="131621"/>
                  <a:pt x="843983" y="131621"/>
                </a:cubicBezTo>
                <a:cubicBezTo>
                  <a:pt x="852525" y="131621"/>
                  <a:pt x="858847" y="130459"/>
                  <a:pt x="862947" y="128135"/>
                </a:cubicBezTo>
                <a:cubicBezTo>
                  <a:pt x="867047" y="125812"/>
                  <a:pt x="869097" y="122497"/>
                  <a:pt x="869097" y="118192"/>
                </a:cubicBezTo>
                <a:cubicBezTo>
                  <a:pt x="869097" y="116347"/>
                  <a:pt x="868773" y="114690"/>
                  <a:pt x="868124" y="113220"/>
                </a:cubicBezTo>
                <a:cubicBezTo>
                  <a:pt x="867474" y="111751"/>
                  <a:pt x="866295" y="110350"/>
                  <a:pt x="864587" y="109018"/>
                </a:cubicBezTo>
                <a:cubicBezTo>
                  <a:pt x="862878" y="107685"/>
                  <a:pt x="860230" y="106301"/>
                  <a:pt x="856643" y="104866"/>
                </a:cubicBezTo>
                <a:cubicBezTo>
                  <a:pt x="853055" y="103431"/>
                  <a:pt x="848151" y="101791"/>
                  <a:pt x="841933" y="99946"/>
                </a:cubicBezTo>
                <a:cubicBezTo>
                  <a:pt x="837286" y="98579"/>
                  <a:pt x="832997" y="97024"/>
                  <a:pt x="829068" y="95281"/>
                </a:cubicBezTo>
                <a:cubicBezTo>
                  <a:pt x="825138" y="93539"/>
                  <a:pt x="821738" y="91472"/>
                  <a:pt x="818868" y="89080"/>
                </a:cubicBezTo>
                <a:cubicBezTo>
                  <a:pt x="815998" y="86688"/>
                  <a:pt x="813743" y="83886"/>
                  <a:pt x="812103" y="80674"/>
                </a:cubicBezTo>
                <a:cubicBezTo>
                  <a:pt x="810463" y="77462"/>
                  <a:pt x="809643" y="73669"/>
                  <a:pt x="809643" y="69296"/>
                </a:cubicBezTo>
                <a:cubicBezTo>
                  <a:pt x="809643" y="66425"/>
                  <a:pt x="810309" y="63282"/>
                  <a:pt x="811641" y="59865"/>
                </a:cubicBezTo>
                <a:cubicBezTo>
                  <a:pt x="812974" y="56448"/>
                  <a:pt x="815246" y="53270"/>
                  <a:pt x="818458" y="50332"/>
                </a:cubicBezTo>
                <a:cubicBezTo>
                  <a:pt x="821670" y="47393"/>
                  <a:pt x="826010" y="44950"/>
                  <a:pt x="831477" y="43002"/>
                </a:cubicBezTo>
                <a:cubicBezTo>
                  <a:pt x="836944" y="41055"/>
                  <a:pt x="843778" y="40081"/>
                  <a:pt x="851978" y="40081"/>
                </a:cubicBezTo>
                <a:cubicBezTo>
                  <a:pt x="856010" y="40081"/>
                  <a:pt x="860487" y="40303"/>
                  <a:pt x="865407" y="40747"/>
                </a:cubicBezTo>
                <a:cubicBezTo>
                  <a:pt x="870327" y="41191"/>
                  <a:pt x="875453" y="41960"/>
                  <a:pt x="880783" y="43053"/>
                </a:cubicBezTo>
                <a:lnTo>
                  <a:pt x="880783" y="58942"/>
                </a:lnTo>
                <a:cubicBezTo>
                  <a:pt x="875179" y="57576"/>
                  <a:pt x="869866" y="56568"/>
                  <a:pt x="864843" y="55918"/>
                </a:cubicBezTo>
                <a:cubicBezTo>
                  <a:pt x="859820" y="55269"/>
                  <a:pt x="855464" y="54944"/>
                  <a:pt x="851773" y="54944"/>
                </a:cubicBezTo>
                <a:cubicBezTo>
                  <a:pt x="847331" y="54944"/>
                  <a:pt x="843590" y="55286"/>
                  <a:pt x="840549" y="55970"/>
                </a:cubicBezTo>
                <a:cubicBezTo>
                  <a:pt x="837508" y="56653"/>
                  <a:pt x="835047" y="57593"/>
                  <a:pt x="833168" y="58789"/>
                </a:cubicBezTo>
                <a:cubicBezTo>
                  <a:pt x="831289" y="59984"/>
                  <a:pt x="829939" y="61385"/>
                  <a:pt x="829119" y="62991"/>
                </a:cubicBezTo>
                <a:cubicBezTo>
                  <a:pt x="828299" y="64597"/>
                  <a:pt x="827889" y="66323"/>
                  <a:pt x="827889" y="68168"/>
                </a:cubicBezTo>
                <a:cubicBezTo>
                  <a:pt x="827889" y="70013"/>
                  <a:pt x="828248" y="71687"/>
                  <a:pt x="828965" y="73191"/>
                </a:cubicBezTo>
                <a:cubicBezTo>
                  <a:pt x="829683" y="74694"/>
                  <a:pt x="831015" y="76147"/>
                  <a:pt x="832963" y="77548"/>
                </a:cubicBezTo>
                <a:cubicBezTo>
                  <a:pt x="834911" y="78949"/>
                  <a:pt x="837627" y="80349"/>
                  <a:pt x="841113" y="81750"/>
                </a:cubicBezTo>
                <a:cubicBezTo>
                  <a:pt x="844598" y="83151"/>
                  <a:pt x="849142" y="84672"/>
                  <a:pt x="854746" y="86312"/>
                </a:cubicBezTo>
                <a:cubicBezTo>
                  <a:pt x="860828" y="88089"/>
                  <a:pt x="865954" y="89951"/>
                  <a:pt x="870122" y="91899"/>
                </a:cubicBezTo>
                <a:cubicBezTo>
                  <a:pt x="874291" y="93846"/>
                  <a:pt x="877674" y="96016"/>
                  <a:pt x="880271" y="98408"/>
                </a:cubicBezTo>
                <a:cubicBezTo>
                  <a:pt x="882868" y="100800"/>
                  <a:pt x="884730" y="103499"/>
                  <a:pt x="885857" y="106506"/>
                </a:cubicBezTo>
                <a:cubicBezTo>
                  <a:pt x="886985" y="109513"/>
                  <a:pt x="887549" y="112930"/>
                  <a:pt x="887549" y="116757"/>
                </a:cubicBezTo>
                <a:close/>
                <a:moveTo>
                  <a:pt x="1003798" y="143409"/>
                </a:moveTo>
                <a:cubicBezTo>
                  <a:pt x="999766" y="144434"/>
                  <a:pt x="995598" y="145169"/>
                  <a:pt x="991292" y="145613"/>
                </a:cubicBezTo>
                <a:cubicBezTo>
                  <a:pt x="986987" y="146057"/>
                  <a:pt x="982613" y="146279"/>
                  <a:pt x="978171" y="146279"/>
                </a:cubicBezTo>
                <a:cubicBezTo>
                  <a:pt x="965255" y="146279"/>
                  <a:pt x="955619" y="143358"/>
                  <a:pt x="949264" y="137515"/>
                </a:cubicBezTo>
                <a:cubicBezTo>
                  <a:pt x="942908" y="131672"/>
                  <a:pt x="939731" y="122702"/>
                  <a:pt x="939731" y="110606"/>
                </a:cubicBezTo>
                <a:lnTo>
                  <a:pt x="939731" y="56892"/>
                </a:lnTo>
                <a:lnTo>
                  <a:pt x="910926" y="56892"/>
                </a:lnTo>
                <a:lnTo>
                  <a:pt x="910926" y="41926"/>
                </a:lnTo>
                <a:lnTo>
                  <a:pt x="939731" y="41926"/>
                </a:lnTo>
                <a:lnTo>
                  <a:pt x="939731" y="13634"/>
                </a:lnTo>
                <a:lnTo>
                  <a:pt x="957567" y="9021"/>
                </a:lnTo>
                <a:lnTo>
                  <a:pt x="957567" y="41926"/>
                </a:lnTo>
                <a:lnTo>
                  <a:pt x="1003798" y="41926"/>
                </a:lnTo>
                <a:lnTo>
                  <a:pt x="1003798" y="56892"/>
                </a:lnTo>
                <a:lnTo>
                  <a:pt x="957567" y="56892"/>
                </a:lnTo>
                <a:lnTo>
                  <a:pt x="957567" y="109171"/>
                </a:lnTo>
                <a:cubicBezTo>
                  <a:pt x="957567" y="116552"/>
                  <a:pt x="959532" y="122070"/>
                  <a:pt x="963461" y="125726"/>
                </a:cubicBezTo>
                <a:cubicBezTo>
                  <a:pt x="967391" y="129383"/>
                  <a:pt x="973182" y="131211"/>
                  <a:pt x="980836" y="131211"/>
                </a:cubicBezTo>
                <a:cubicBezTo>
                  <a:pt x="984117" y="131211"/>
                  <a:pt x="987704" y="130954"/>
                  <a:pt x="991600" y="130442"/>
                </a:cubicBezTo>
                <a:cubicBezTo>
                  <a:pt x="995495" y="129929"/>
                  <a:pt x="999561" y="129126"/>
                  <a:pt x="1003798" y="128033"/>
                </a:cubicBezTo>
                <a:lnTo>
                  <a:pt x="1003798" y="143409"/>
                </a:lnTo>
                <a:close/>
                <a:moveTo>
                  <a:pt x="1101802" y="144844"/>
                </a:moveTo>
                <a:lnTo>
                  <a:pt x="1101392" y="131006"/>
                </a:lnTo>
                <a:cubicBezTo>
                  <a:pt x="1095788" y="136541"/>
                  <a:pt x="1090099" y="140539"/>
                  <a:pt x="1084324" y="142999"/>
                </a:cubicBezTo>
                <a:cubicBezTo>
                  <a:pt x="1078550" y="145459"/>
                  <a:pt x="1072484" y="146689"/>
                  <a:pt x="1066129" y="146689"/>
                </a:cubicBezTo>
                <a:cubicBezTo>
                  <a:pt x="1060252" y="146689"/>
                  <a:pt x="1055229" y="145938"/>
                  <a:pt x="1051060" y="144434"/>
                </a:cubicBezTo>
                <a:cubicBezTo>
                  <a:pt x="1046892" y="142931"/>
                  <a:pt x="1043458" y="140864"/>
                  <a:pt x="1040758" y="138232"/>
                </a:cubicBezTo>
                <a:cubicBezTo>
                  <a:pt x="1038059" y="135601"/>
                  <a:pt x="1036077" y="132509"/>
                  <a:pt x="1034813" y="128955"/>
                </a:cubicBezTo>
                <a:cubicBezTo>
                  <a:pt x="1033548" y="125402"/>
                  <a:pt x="1032916" y="121541"/>
                  <a:pt x="1032916" y="117372"/>
                </a:cubicBezTo>
                <a:cubicBezTo>
                  <a:pt x="1032916" y="107053"/>
                  <a:pt x="1036760" y="98972"/>
                  <a:pt x="1044448" y="93129"/>
                </a:cubicBezTo>
                <a:cubicBezTo>
                  <a:pt x="1052137" y="87286"/>
                  <a:pt x="1063498" y="84364"/>
                  <a:pt x="1078532" y="84364"/>
                </a:cubicBezTo>
                <a:lnTo>
                  <a:pt x="1099854" y="84364"/>
                </a:lnTo>
                <a:lnTo>
                  <a:pt x="1099854" y="75344"/>
                </a:lnTo>
                <a:cubicBezTo>
                  <a:pt x="1099854" y="69261"/>
                  <a:pt x="1097907" y="64392"/>
                  <a:pt x="1094011" y="60736"/>
                </a:cubicBezTo>
                <a:cubicBezTo>
                  <a:pt x="1090116" y="57080"/>
                  <a:pt x="1084170" y="55252"/>
                  <a:pt x="1076175" y="55252"/>
                </a:cubicBezTo>
                <a:cubicBezTo>
                  <a:pt x="1070366" y="55252"/>
                  <a:pt x="1064643" y="55901"/>
                  <a:pt x="1059005" y="57200"/>
                </a:cubicBezTo>
                <a:cubicBezTo>
                  <a:pt x="1053367" y="58498"/>
                  <a:pt x="1047541" y="60343"/>
                  <a:pt x="1041527" y="62735"/>
                </a:cubicBezTo>
                <a:lnTo>
                  <a:pt x="1041527" y="46641"/>
                </a:lnTo>
                <a:cubicBezTo>
                  <a:pt x="1043782" y="45821"/>
                  <a:pt x="1046294" y="45018"/>
                  <a:pt x="1049061" y="44232"/>
                </a:cubicBezTo>
                <a:cubicBezTo>
                  <a:pt x="1051829" y="43446"/>
                  <a:pt x="1054751" y="42746"/>
                  <a:pt x="1057826" y="42131"/>
                </a:cubicBezTo>
                <a:cubicBezTo>
                  <a:pt x="1060901" y="41516"/>
                  <a:pt x="1064113" y="41020"/>
                  <a:pt x="1067462" y="40645"/>
                </a:cubicBezTo>
                <a:cubicBezTo>
                  <a:pt x="1070810" y="40269"/>
                  <a:pt x="1074193" y="40081"/>
                  <a:pt x="1077610" y="40081"/>
                </a:cubicBezTo>
                <a:cubicBezTo>
                  <a:pt x="1083829" y="40081"/>
                  <a:pt x="1089433" y="40764"/>
                  <a:pt x="1094421" y="42131"/>
                </a:cubicBezTo>
                <a:cubicBezTo>
                  <a:pt x="1099410" y="43498"/>
                  <a:pt x="1103630" y="45582"/>
                  <a:pt x="1107081" y="48384"/>
                </a:cubicBezTo>
                <a:cubicBezTo>
                  <a:pt x="1110532" y="51186"/>
                  <a:pt x="1113180" y="54705"/>
                  <a:pt x="1115025" y="58942"/>
                </a:cubicBezTo>
                <a:cubicBezTo>
                  <a:pt x="1116871" y="63179"/>
                  <a:pt x="1117793" y="68168"/>
                  <a:pt x="1117793" y="73909"/>
                </a:cubicBezTo>
                <a:lnTo>
                  <a:pt x="1117793" y="144844"/>
                </a:lnTo>
                <a:lnTo>
                  <a:pt x="1101802" y="144844"/>
                </a:lnTo>
                <a:moveTo>
                  <a:pt x="1099854" y="97998"/>
                </a:moveTo>
                <a:lnTo>
                  <a:pt x="1077200" y="97998"/>
                </a:lnTo>
                <a:cubicBezTo>
                  <a:pt x="1072758" y="97998"/>
                  <a:pt x="1068931" y="98442"/>
                  <a:pt x="1065719" y="99331"/>
                </a:cubicBezTo>
                <a:cubicBezTo>
                  <a:pt x="1062507" y="100219"/>
                  <a:pt x="1059876" y="101483"/>
                  <a:pt x="1057826" y="103123"/>
                </a:cubicBezTo>
                <a:cubicBezTo>
                  <a:pt x="1055776" y="104764"/>
                  <a:pt x="1054255" y="106728"/>
                  <a:pt x="1053264" y="109018"/>
                </a:cubicBezTo>
                <a:cubicBezTo>
                  <a:pt x="1052273" y="111307"/>
                  <a:pt x="1051778" y="113887"/>
                  <a:pt x="1051778" y="116757"/>
                </a:cubicBezTo>
                <a:cubicBezTo>
                  <a:pt x="1051778" y="118739"/>
                  <a:pt x="1052085" y="120635"/>
                  <a:pt x="1052700" y="122446"/>
                </a:cubicBezTo>
                <a:cubicBezTo>
                  <a:pt x="1053315" y="124257"/>
                  <a:pt x="1054306" y="125863"/>
                  <a:pt x="1055673" y="127264"/>
                </a:cubicBezTo>
                <a:cubicBezTo>
                  <a:pt x="1057040" y="128665"/>
                  <a:pt x="1058817" y="129776"/>
                  <a:pt x="1061004" y="130596"/>
                </a:cubicBezTo>
                <a:cubicBezTo>
                  <a:pt x="1063190" y="131416"/>
                  <a:pt x="1065856" y="131826"/>
                  <a:pt x="1068999" y="131826"/>
                </a:cubicBezTo>
                <a:cubicBezTo>
                  <a:pt x="1073100" y="131826"/>
                  <a:pt x="1077798" y="130579"/>
                  <a:pt x="1083094" y="128084"/>
                </a:cubicBezTo>
                <a:cubicBezTo>
                  <a:pt x="1088390" y="125590"/>
                  <a:pt x="1093977" y="121643"/>
                  <a:pt x="1099854" y="116244"/>
                </a:cubicBezTo>
                <a:lnTo>
                  <a:pt x="1099854" y="97998"/>
                </a:lnTo>
                <a:close/>
                <a:moveTo>
                  <a:pt x="1154701" y="41926"/>
                </a:moveTo>
                <a:lnTo>
                  <a:pt x="1171000" y="41926"/>
                </a:lnTo>
                <a:lnTo>
                  <a:pt x="1171513" y="60890"/>
                </a:lnTo>
                <a:cubicBezTo>
                  <a:pt x="1177595" y="53578"/>
                  <a:pt x="1183592" y="48281"/>
                  <a:pt x="1189503" y="45001"/>
                </a:cubicBezTo>
                <a:cubicBezTo>
                  <a:pt x="1195414" y="41721"/>
                  <a:pt x="1201377" y="40081"/>
                  <a:pt x="1207391" y="40081"/>
                </a:cubicBezTo>
                <a:cubicBezTo>
                  <a:pt x="1218052" y="40081"/>
                  <a:pt x="1226133" y="43532"/>
                  <a:pt x="1231634" y="50434"/>
                </a:cubicBezTo>
                <a:cubicBezTo>
                  <a:pt x="1237135" y="57336"/>
                  <a:pt x="1239681" y="67587"/>
                  <a:pt x="1239271" y="81187"/>
                </a:cubicBezTo>
                <a:lnTo>
                  <a:pt x="1221229" y="81187"/>
                </a:lnTo>
                <a:cubicBezTo>
                  <a:pt x="1221434" y="72166"/>
                  <a:pt x="1220119" y="65622"/>
                  <a:pt x="1217283" y="61556"/>
                </a:cubicBezTo>
                <a:cubicBezTo>
                  <a:pt x="1214447" y="57490"/>
                  <a:pt x="1210295" y="55457"/>
                  <a:pt x="1204828" y="55457"/>
                </a:cubicBezTo>
                <a:cubicBezTo>
                  <a:pt x="1202436" y="55457"/>
                  <a:pt x="1200027" y="55884"/>
                  <a:pt x="1197601" y="56738"/>
                </a:cubicBezTo>
                <a:cubicBezTo>
                  <a:pt x="1195175" y="57593"/>
                  <a:pt x="1192681" y="58959"/>
                  <a:pt x="1190118" y="60839"/>
                </a:cubicBezTo>
                <a:cubicBezTo>
                  <a:pt x="1187555" y="62718"/>
                  <a:pt x="1184839" y="65127"/>
                  <a:pt x="1181969" y="68066"/>
                </a:cubicBezTo>
                <a:cubicBezTo>
                  <a:pt x="1179098" y="71004"/>
                  <a:pt x="1176023" y="74558"/>
                  <a:pt x="1172743" y="78726"/>
                </a:cubicBezTo>
                <a:lnTo>
                  <a:pt x="1172743" y="144844"/>
                </a:lnTo>
                <a:lnTo>
                  <a:pt x="1154701" y="144844"/>
                </a:lnTo>
                <a:lnTo>
                  <a:pt x="1154701" y="41926"/>
                </a:lnTo>
                <a:close/>
                <a:moveTo>
                  <a:pt x="1348242" y="143409"/>
                </a:moveTo>
                <a:cubicBezTo>
                  <a:pt x="1344210" y="144434"/>
                  <a:pt x="1340042" y="145169"/>
                  <a:pt x="1335736" y="145613"/>
                </a:cubicBezTo>
                <a:cubicBezTo>
                  <a:pt x="1331431" y="146057"/>
                  <a:pt x="1327057" y="146279"/>
                  <a:pt x="1322615" y="146279"/>
                </a:cubicBezTo>
                <a:cubicBezTo>
                  <a:pt x="1309699" y="146279"/>
                  <a:pt x="1300063" y="143358"/>
                  <a:pt x="1293708" y="137515"/>
                </a:cubicBezTo>
                <a:cubicBezTo>
                  <a:pt x="1287352" y="131672"/>
                  <a:pt x="1284175" y="122702"/>
                  <a:pt x="1284175" y="110606"/>
                </a:cubicBezTo>
                <a:lnTo>
                  <a:pt x="1284175" y="56892"/>
                </a:lnTo>
                <a:lnTo>
                  <a:pt x="1255370" y="56892"/>
                </a:lnTo>
                <a:lnTo>
                  <a:pt x="1255370" y="41926"/>
                </a:lnTo>
                <a:lnTo>
                  <a:pt x="1284175" y="41926"/>
                </a:lnTo>
                <a:lnTo>
                  <a:pt x="1284175" y="13634"/>
                </a:lnTo>
                <a:lnTo>
                  <a:pt x="1302011" y="9021"/>
                </a:lnTo>
                <a:lnTo>
                  <a:pt x="1302011" y="41926"/>
                </a:lnTo>
                <a:lnTo>
                  <a:pt x="1348242" y="41926"/>
                </a:lnTo>
                <a:lnTo>
                  <a:pt x="1348242" y="56892"/>
                </a:lnTo>
                <a:lnTo>
                  <a:pt x="1302011" y="56892"/>
                </a:lnTo>
                <a:lnTo>
                  <a:pt x="1302011" y="109171"/>
                </a:lnTo>
                <a:cubicBezTo>
                  <a:pt x="1302011" y="116552"/>
                  <a:pt x="1303976" y="122070"/>
                  <a:pt x="1307905" y="125726"/>
                </a:cubicBezTo>
                <a:cubicBezTo>
                  <a:pt x="1311835" y="129383"/>
                  <a:pt x="1317626" y="131211"/>
                  <a:pt x="1325280" y="131211"/>
                </a:cubicBezTo>
                <a:cubicBezTo>
                  <a:pt x="1328561" y="131211"/>
                  <a:pt x="1332148" y="130954"/>
                  <a:pt x="1336044" y="130442"/>
                </a:cubicBezTo>
                <a:cubicBezTo>
                  <a:pt x="1339939" y="129929"/>
                  <a:pt x="1344005" y="129126"/>
                  <a:pt x="1348242" y="128033"/>
                </a:cubicBezTo>
                <a:lnTo>
                  <a:pt x="1348242" y="143409"/>
                </a:lnTo>
                <a:close/>
                <a:moveTo>
                  <a:pt x="1385093" y="42848"/>
                </a:moveTo>
                <a:lnTo>
                  <a:pt x="1396164" y="31470"/>
                </a:lnTo>
                <a:lnTo>
                  <a:pt x="1465049" y="88977"/>
                </a:lnTo>
                <a:lnTo>
                  <a:pt x="1396164" y="146484"/>
                </a:lnTo>
                <a:lnTo>
                  <a:pt x="1385093" y="135208"/>
                </a:lnTo>
                <a:lnTo>
                  <a:pt x="1440960" y="89182"/>
                </a:lnTo>
                <a:lnTo>
                  <a:pt x="1385093" y="4284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Text compl=target-val">
            <a:extLst xmlns:a="http://schemas.openxmlformats.org/drawingml/2006/main">
              <a:ext uri="{FF2B5EF4-FFF2-40B4-BE49-F238E27FC236}">
                <a16:creationId xmlns:a16="http://schemas.microsoft.com/office/drawing/2014/main" id="{1013BDDF-E7B0-43AB-A9DF-A257BB7F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9363" y="4415942"/>
            <a:ext cx="1806104" cy="187898"/>
          </a:xfrm>
          <a:custGeom xmlns:a="http://schemas.openxmlformats.org/drawingml/2006/main">
            <a:pathLst>
              <a:path w="1806104" h="187898">
                <a:moveTo>
                  <a:pt x="80162" y="141051"/>
                </a:moveTo>
                <a:cubicBezTo>
                  <a:pt x="75514" y="142828"/>
                  <a:pt x="70748" y="144144"/>
                  <a:pt x="65862" y="144998"/>
                </a:cubicBezTo>
                <a:cubicBezTo>
                  <a:pt x="60975" y="145852"/>
                  <a:pt x="55935" y="146279"/>
                  <a:pt x="50742" y="146279"/>
                </a:cubicBezTo>
                <a:cubicBezTo>
                  <a:pt x="34477" y="146279"/>
                  <a:pt x="21954" y="141872"/>
                  <a:pt x="13172" y="133056"/>
                </a:cubicBezTo>
                <a:cubicBezTo>
                  <a:pt x="4391" y="124240"/>
                  <a:pt x="0" y="111358"/>
                  <a:pt x="0" y="94410"/>
                </a:cubicBezTo>
                <a:cubicBezTo>
                  <a:pt x="0" y="86278"/>
                  <a:pt x="1264" y="78897"/>
                  <a:pt x="3793" y="72268"/>
                </a:cubicBezTo>
                <a:cubicBezTo>
                  <a:pt x="6321" y="65639"/>
                  <a:pt x="9875" y="59967"/>
                  <a:pt x="14454" y="55252"/>
                </a:cubicBezTo>
                <a:cubicBezTo>
                  <a:pt x="19032" y="50537"/>
                  <a:pt x="24499" y="46898"/>
                  <a:pt x="30855" y="44335"/>
                </a:cubicBezTo>
                <a:cubicBezTo>
                  <a:pt x="37211" y="41772"/>
                  <a:pt x="44215" y="40491"/>
                  <a:pt x="51869" y="40491"/>
                </a:cubicBezTo>
                <a:cubicBezTo>
                  <a:pt x="57200" y="40491"/>
                  <a:pt x="62188" y="40867"/>
                  <a:pt x="66835" y="41618"/>
                </a:cubicBezTo>
                <a:cubicBezTo>
                  <a:pt x="71482" y="42370"/>
                  <a:pt x="75925" y="43600"/>
                  <a:pt x="80162" y="45309"/>
                </a:cubicBezTo>
                <a:lnTo>
                  <a:pt x="80162" y="62325"/>
                </a:lnTo>
                <a:cubicBezTo>
                  <a:pt x="75719" y="60002"/>
                  <a:pt x="71192" y="58310"/>
                  <a:pt x="66579" y="57251"/>
                </a:cubicBezTo>
                <a:cubicBezTo>
                  <a:pt x="61966" y="56192"/>
                  <a:pt x="57200" y="55662"/>
                  <a:pt x="52279" y="55662"/>
                </a:cubicBezTo>
                <a:cubicBezTo>
                  <a:pt x="47701" y="55662"/>
                  <a:pt x="43378" y="56533"/>
                  <a:pt x="39312" y="58276"/>
                </a:cubicBezTo>
                <a:cubicBezTo>
                  <a:pt x="35246" y="60019"/>
                  <a:pt x="31675" y="62530"/>
                  <a:pt x="28600" y="65810"/>
                </a:cubicBezTo>
                <a:cubicBezTo>
                  <a:pt x="25525" y="69091"/>
                  <a:pt x="23099" y="73088"/>
                  <a:pt x="21322" y="77804"/>
                </a:cubicBezTo>
                <a:cubicBezTo>
                  <a:pt x="19545" y="82519"/>
                  <a:pt x="18657" y="87850"/>
                  <a:pt x="18657" y="93795"/>
                </a:cubicBezTo>
                <a:cubicBezTo>
                  <a:pt x="18657" y="106233"/>
                  <a:pt x="21681" y="115544"/>
                  <a:pt x="27729" y="121729"/>
                </a:cubicBezTo>
                <a:cubicBezTo>
                  <a:pt x="33776" y="127913"/>
                  <a:pt x="42165" y="131006"/>
                  <a:pt x="52894" y="131006"/>
                </a:cubicBezTo>
                <a:cubicBezTo>
                  <a:pt x="57746" y="131006"/>
                  <a:pt x="62445" y="130459"/>
                  <a:pt x="66989" y="129366"/>
                </a:cubicBezTo>
                <a:cubicBezTo>
                  <a:pt x="71534" y="128272"/>
                  <a:pt x="75925" y="126632"/>
                  <a:pt x="80162" y="124445"/>
                </a:cubicBezTo>
                <a:lnTo>
                  <a:pt x="80162" y="141051"/>
                </a:lnTo>
                <a:close/>
                <a:moveTo>
                  <a:pt x="204612" y="92565"/>
                </a:moveTo>
                <a:cubicBezTo>
                  <a:pt x="204612" y="100561"/>
                  <a:pt x="203484" y="107890"/>
                  <a:pt x="201229" y="114553"/>
                </a:cubicBezTo>
                <a:cubicBezTo>
                  <a:pt x="198974" y="121216"/>
                  <a:pt x="195728" y="126922"/>
                  <a:pt x="191491" y="131672"/>
                </a:cubicBezTo>
                <a:cubicBezTo>
                  <a:pt x="187254" y="136422"/>
                  <a:pt x="182094" y="140112"/>
                  <a:pt x="176012" y="142743"/>
                </a:cubicBezTo>
                <a:cubicBezTo>
                  <a:pt x="169930" y="145374"/>
                  <a:pt x="163028" y="146689"/>
                  <a:pt x="155305" y="146689"/>
                </a:cubicBezTo>
                <a:cubicBezTo>
                  <a:pt x="147925" y="146689"/>
                  <a:pt x="141313" y="145545"/>
                  <a:pt x="135470" y="143255"/>
                </a:cubicBezTo>
                <a:cubicBezTo>
                  <a:pt x="129627" y="140966"/>
                  <a:pt x="124673" y="137600"/>
                  <a:pt x="120606" y="133158"/>
                </a:cubicBezTo>
                <a:cubicBezTo>
                  <a:pt x="116540" y="128716"/>
                  <a:pt x="113431" y="123215"/>
                  <a:pt x="111278" y="116654"/>
                </a:cubicBezTo>
                <a:cubicBezTo>
                  <a:pt x="109125" y="110094"/>
                  <a:pt x="108049" y="102543"/>
                  <a:pt x="108049" y="94000"/>
                </a:cubicBezTo>
                <a:cubicBezTo>
                  <a:pt x="108049" y="86004"/>
                  <a:pt x="109177" y="78709"/>
                  <a:pt x="111432" y="72115"/>
                </a:cubicBezTo>
                <a:cubicBezTo>
                  <a:pt x="113687" y="65520"/>
                  <a:pt x="116933" y="59848"/>
                  <a:pt x="121170" y="55098"/>
                </a:cubicBezTo>
                <a:cubicBezTo>
                  <a:pt x="125407" y="50349"/>
                  <a:pt x="130567" y="46658"/>
                  <a:pt x="136649" y="44027"/>
                </a:cubicBezTo>
                <a:cubicBezTo>
                  <a:pt x="142731" y="41396"/>
                  <a:pt x="149633" y="40081"/>
                  <a:pt x="157356" y="40081"/>
                </a:cubicBezTo>
                <a:cubicBezTo>
                  <a:pt x="164736" y="40081"/>
                  <a:pt x="171348" y="41225"/>
                  <a:pt x="177191" y="43515"/>
                </a:cubicBezTo>
                <a:cubicBezTo>
                  <a:pt x="183034" y="45804"/>
                  <a:pt x="187989" y="49153"/>
                  <a:pt x="192055" y="53561"/>
                </a:cubicBezTo>
                <a:cubicBezTo>
                  <a:pt x="196121" y="57968"/>
                  <a:pt x="199230" y="63453"/>
                  <a:pt x="201383" y="70013"/>
                </a:cubicBezTo>
                <a:cubicBezTo>
                  <a:pt x="203536" y="76574"/>
                  <a:pt x="204612" y="84091"/>
                  <a:pt x="204612" y="92565"/>
                </a:cubicBezTo>
                <a:moveTo>
                  <a:pt x="186365" y="93385"/>
                </a:moveTo>
                <a:cubicBezTo>
                  <a:pt x="186365" y="87030"/>
                  <a:pt x="185665" y="81477"/>
                  <a:pt x="184264" y="76727"/>
                </a:cubicBezTo>
                <a:cubicBezTo>
                  <a:pt x="182863" y="71978"/>
                  <a:pt x="180864" y="68014"/>
                  <a:pt x="178267" y="64837"/>
                </a:cubicBezTo>
                <a:cubicBezTo>
                  <a:pt x="175670" y="61659"/>
                  <a:pt x="172510" y="59267"/>
                  <a:pt x="168785" y="57661"/>
                </a:cubicBezTo>
                <a:cubicBezTo>
                  <a:pt x="165061" y="56055"/>
                  <a:pt x="160909" y="55252"/>
                  <a:pt x="156331" y="55252"/>
                </a:cubicBezTo>
                <a:cubicBezTo>
                  <a:pt x="151000" y="55252"/>
                  <a:pt x="146438" y="56294"/>
                  <a:pt x="142646" y="58378"/>
                </a:cubicBezTo>
                <a:cubicBezTo>
                  <a:pt x="138853" y="60463"/>
                  <a:pt x="135743" y="63248"/>
                  <a:pt x="133317" y="66733"/>
                </a:cubicBezTo>
                <a:cubicBezTo>
                  <a:pt x="130891" y="70218"/>
                  <a:pt x="129115" y="74267"/>
                  <a:pt x="127987" y="78880"/>
                </a:cubicBezTo>
                <a:cubicBezTo>
                  <a:pt x="126859" y="83493"/>
                  <a:pt x="126296" y="88328"/>
                  <a:pt x="126296" y="93385"/>
                </a:cubicBezTo>
                <a:cubicBezTo>
                  <a:pt x="126296" y="99741"/>
                  <a:pt x="126996" y="105310"/>
                  <a:pt x="128397" y="110094"/>
                </a:cubicBezTo>
                <a:cubicBezTo>
                  <a:pt x="129798" y="114878"/>
                  <a:pt x="131797" y="118858"/>
                  <a:pt x="134394" y="122036"/>
                </a:cubicBezTo>
                <a:cubicBezTo>
                  <a:pt x="136991" y="125214"/>
                  <a:pt x="140134" y="127606"/>
                  <a:pt x="143824" y="129212"/>
                </a:cubicBezTo>
                <a:cubicBezTo>
                  <a:pt x="147515" y="130818"/>
                  <a:pt x="151683" y="131621"/>
                  <a:pt x="156331" y="131621"/>
                </a:cubicBezTo>
                <a:cubicBezTo>
                  <a:pt x="161661" y="131621"/>
                  <a:pt x="166223" y="130579"/>
                  <a:pt x="170015" y="128494"/>
                </a:cubicBezTo>
                <a:cubicBezTo>
                  <a:pt x="173808" y="126410"/>
                  <a:pt x="176918" y="123625"/>
                  <a:pt x="179344" y="120140"/>
                </a:cubicBezTo>
                <a:cubicBezTo>
                  <a:pt x="181770" y="116654"/>
                  <a:pt x="183546" y="112605"/>
                  <a:pt x="184674" y="107993"/>
                </a:cubicBezTo>
                <a:cubicBezTo>
                  <a:pt x="185802" y="103380"/>
                  <a:pt x="186365" y="98511"/>
                  <a:pt x="186365" y="93385"/>
                </a:cubicBezTo>
                <a:close/>
                <a:moveTo>
                  <a:pt x="303230" y="144844"/>
                </a:moveTo>
                <a:lnTo>
                  <a:pt x="303230" y="70936"/>
                </a:lnTo>
                <a:cubicBezTo>
                  <a:pt x="303230" y="67724"/>
                  <a:pt x="303110" y="65093"/>
                  <a:pt x="302871" y="63043"/>
                </a:cubicBezTo>
                <a:cubicBezTo>
                  <a:pt x="302632" y="60992"/>
                  <a:pt x="302256" y="59369"/>
                  <a:pt x="301744" y="58173"/>
                </a:cubicBezTo>
                <a:cubicBezTo>
                  <a:pt x="301231" y="56978"/>
                  <a:pt x="300582" y="56140"/>
                  <a:pt x="299796" y="55662"/>
                </a:cubicBezTo>
                <a:cubicBezTo>
                  <a:pt x="299010" y="55184"/>
                  <a:pt x="298036" y="54944"/>
                  <a:pt x="296874" y="54944"/>
                </a:cubicBezTo>
                <a:cubicBezTo>
                  <a:pt x="295508" y="54944"/>
                  <a:pt x="294243" y="55354"/>
                  <a:pt x="293082" y="56175"/>
                </a:cubicBezTo>
                <a:cubicBezTo>
                  <a:pt x="291920" y="56995"/>
                  <a:pt x="290673" y="58327"/>
                  <a:pt x="289340" y="60172"/>
                </a:cubicBezTo>
                <a:cubicBezTo>
                  <a:pt x="288007" y="62018"/>
                  <a:pt x="286538" y="64461"/>
                  <a:pt x="284932" y="67502"/>
                </a:cubicBezTo>
                <a:cubicBezTo>
                  <a:pt x="283326" y="70543"/>
                  <a:pt x="281430" y="74284"/>
                  <a:pt x="279243" y="78726"/>
                </a:cubicBezTo>
                <a:lnTo>
                  <a:pt x="279243" y="144844"/>
                </a:lnTo>
                <a:lnTo>
                  <a:pt x="262944" y="144844"/>
                </a:lnTo>
                <a:lnTo>
                  <a:pt x="262944" y="72883"/>
                </a:lnTo>
                <a:cubicBezTo>
                  <a:pt x="262944" y="69125"/>
                  <a:pt x="262825" y="66084"/>
                  <a:pt x="262585" y="63760"/>
                </a:cubicBezTo>
                <a:cubicBezTo>
                  <a:pt x="262346" y="61437"/>
                  <a:pt x="261970" y="59626"/>
                  <a:pt x="261458" y="58327"/>
                </a:cubicBezTo>
                <a:cubicBezTo>
                  <a:pt x="260945" y="57029"/>
                  <a:pt x="260279" y="56140"/>
                  <a:pt x="259459" y="55662"/>
                </a:cubicBezTo>
                <a:cubicBezTo>
                  <a:pt x="258639" y="55184"/>
                  <a:pt x="257648" y="54944"/>
                  <a:pt x="256486" y="54944"/>
                </a:cubicBezTo>
                <a:cubicBezTo>
                  <a:pt x="255256" y="54944"/>
                  <a:pt x="254094" y="55286"/>
                  <a:pt x="253001" y="55970"/>
                </a:cubicBezTo>
                <a:cubicBezTo>
                  <a:pt x="251907" y="56653"/>
                  <a:pt x="250694" y="57883"/>
                  <a:pt x="249362" y="59660"/>
                </a:cubicBezTo>
                <a:cubicBezTo>
                  <a:pt x="248029" y="61437"/>
                  <a:pt x="246543" y="63863"/>
                  <a:pt x="244903" y="66938"/>
                </a:cubicBezTo>
                <a:cubicBezTo>
                  <a:pt x="243263" y="70013"/>
                  <a:pt x="241315" y="73943"/>
                  <a:pt x="239060" y="78726"/>
                </a:cubicBezTo>
                <a:lnTo>
                  <a:pt x="239060" y="144844"/>
                </a:lnTo>
                <a:lnTo>
                  <a:pt x="222658" y="144844"/>
                </a:lnTo>
                <a:lnTo>
                  <a:pt x="222658" y="41926"/>
                </a:lnTo>
                <a:lnTo>
                  <a:pt x="236292" y="41926"/>
                </a:lnTo>
                <a:lnTo>
                  <a:pt x="237112" y="61505"/>
                </a:lnTo>
                <a:cubicBezTo>
                  <a:pt x="238889" y="57610"/>
                  <a:pt x="240614" y="54295"/>
                  <a:pt x="242289" y="51562"/>
                </a:cubicBezTo>
                <a:cubicBezTo>
                  <a:pt x="243963" y="48828"/>
                  <a:pt x="245689" y="46624"/>
                  <a:pt x="247465" y="44950"/>
                </a:cubicBezTo>
                <a:cubicBezTo>
                  <a:pt x="249242" y="43276"/>
                  <a:pt x="251139" y="42046"/>
                  <a:pt x="253155" y="41260"/>
                </a:cubicBezTo>
                <a:cubicBezTo>
                  <a:pt x="255171" y="40474"/>
                  <a:pt x="257409" y="40081"/>
                  <a:pt x="259869" y="40081"/>
                </a:cubicBezTo>
                <a:cubicBezTo>
                  <a:pt x="265404" y="40081"/>
                  <a:pt x="269607" y="41892"/>
                  <a:pt x="272477" y="45514"/>
                </a:cubicBezTo>
                <a:cubicBezTo>
                  <a:pt x="275348" y="49136"/>
                  <a:pt x="276783" y="54739"/>
                  <a:pt x="276783" y="62325"/>
                </a:cubicBezTo>
                <a:cubicBezTo>
                  <a:pt x="278423" y="58771"/>
                  <a:pt x="280029" y="55611"/>
                  <a:pt x="281601" y="52843"/>
                </a:cubicBezTo>
                <a:cubicBezTo>
                  <a:pt x="283173" y="50075"/>
                  <a:pt x="284864" y="47752"/>
                  <a:pt x="286675" y="45872"/>
                </a:cubicBezTo>
                <a:cubicBezTo>
                  <a:pt x="288486" y="43993"/>
                  <a:pt x="290485" y="42558"/>
                  <a:pt x="292672" y="41567"/>
                </a:cubicBezTo>
                <a:cubicBezTo>
                  <a:pt x="294858" y="40576"/>
                  <a:pt x="297387" y="40081"/>
                  <a:pt x="300257" y="40081"/>
                </a:cubicBezTo>
                <a:cubicBezTo>
                  <a:pt x="313173" y="40081"/>
                  <a:pt x="319631" y="50024"/>
                  <a:pt x="319631" y="69911"/>
                </a:cubicBezTo>
                <a:lnTo>
                  <a:pt x="319631" y="144844"/>
                </a:lnTo>
                <a:lnTo>
                  <a:pt x="303230" y="144844"/>
                </a:lnTo>
                <a:close/>
                <a:moveTo>
                  <a:pt x="432585" y="91540"/>
                </a:moveTo>
                <a:cubicBezTo>
                  <a:pt x="432585" y="100697"/>
                  <a:pt x="431304" y="108693"/>
                  <a:pt x="428741" y="115527"/>
                </a:cubicBezTo>
                <a:cubicBezTo>
                  <a:pt x="426178" y="122361"/>
                  <a:pt x="422642" y="128033"/>
                  <a:pt x="418131" y="132543"/>
                </a:cubicBezTo>
                <a:cubicBezTo>
                  <a:pt x="413621" y="137054"/>
                  <a:pt x="408291" y="140436"/>
                  <a:pt x="402140" y="142692"/>
                </a:cubicBezTo>
                <a:cubicBezTo>
                  <a:pt x="395990" y="144947"/>
                  <a:pt x="389327" y="146074"/>
                  <a:pt x="382151" y="146074"/>
                </a:cubicBezTo>
                <a:cubicBezTo>
                  <a:pt x="378871" y="146074"/>
                  <a:pt x="375608" y="145904"/>
                  <a:pt x="372361" y="145562"/>
                </a:cubicBezTo>
                <a:cubicBezTo>
                  <a:pt x="369115" y="145220"/>
                  <a:pt x="365818" y="144639"/>
                  <a:pt x="362469" y="143819"/>
                </a:cubicBezTo>
                <a:lnTo>
                  <a:pt x="362469" y="186873"/>
                </a:lnTo>
                <a:lnTo>
                  <a:pt x="344633" y="186873"/>
                </a:lnTo>
                <a:lnTo>
                  <a:pt x="344633" y="41926"/>
                </a:lnTo>
                <a:lnTo>
                  <a:pt x="360522" y="41926"/>
                </a:lnTo>
                <a:lnTo>
                  <a:pt x="361649" y="59147"/>
                </a:lnTo>
                <a:cubicBezTo>
                  <a:pt x="366775" y="52108"/>
                  <a:pt x="372242" y="47171"/>
                  <a:pt x="378051" y="44335"/>
                </a:cubicBezTo>
                <a:cubicBezTo>
                  <a:pt x="383859" y="41499"/>
                  <a:pt x="390147" y="40081"/>
                  <a:pt x="396912" y="40081"/>
                </a:cubicBezTo>
                <a:cubicBezTo>
                  <a:pt x="402789" y="40081"/>
                  <a:pt x="407949" y="41311"/>
                  <a:pt x="412391" y="43771"/>
                </a:cubicBezTo>
                <a:cubicBezTo>
                  <a:pt x="416833" y="46231"/>
                  <a:pt x="420557" y="49699"/>
                  <a:pt x="423564" y="54176"/>
                </a:cubicBezTo>
                <a:cubicBezTo>
                  <a:pt x="426571" y="58652"/>
                  <a:pt x="428826" y="64051"/>
                  <a:pt x="430330" y="70372"/>
                </a:cubicBezTo>
                <a:cubicBezTo>
                  <a:pt x="431833" y="76693"/>
                  <a:pt x="432585" y="83749"/>
                  <a:pt x="432585" y="91540"/>
                </a:cubicBezTo>
                <a:moveTo>
                  <a:pt x="414339" y="92360"/>
                </a:moveTo>
                <a:cubicBezTo>
                  <a:pt x="414339" y="86961"/>
                  <a:pt x="413946" y="82007"/>
                  <a:pt x="413160" y="77496"/>
                </a:cubicBezTo>
                <a:cubicBezTo>
                  <a:pt x="412374" y="72986"/>
                  <a:pt x="411127" y="69125"/>
                  <a:pt x="409418" y="65913"/>
                </a:cubicBezTo>
                <a:cubicBezTo>
                  <a:pt x="407710" y="62701"/>
                  <a:pt x="405523" y="60189"/>
                  <a:pt x="402858" y="58378"/>
                </a:cubicBezTo>
                <a:cubicBezTo>
                  <a:pt x="400192" y="56568"/>
                  <a:pt x="397015" y="55662"/>
                  <a:pt x="393324" y="55662"/>
                </a:cubicBezTo>
                <a:cubicBezTo>
                  <a:pt x="391069" y="55662"/>
                  <a:pt x="388780" y="56021"/>
                  <a:pt x="386456" y="56738"/>
                </a:cubicBezTo>
                <a:cubicBezTo>
                  <a:pt x="384133" y="57456"/>
                  <a:pt x="381724" y="58652"/>
                  <a:pt x="379229" y="60326"/>
                </a:cubicBezTo>
                <a:cubicBezTo>
                  <a:pt x="376735" y="62000"/>
                  <a:pt x="374104" y="64221"/>
                  <a:pt x="371336" y="66989"/>
                </a:cubicBezTo>
                <a:cubicBezTo>
                  <a:pt x="368569" y="69757"/>
                  <a:pt x="365613" y="73191"/>
                  <a:pt x="362469" y="77291"/>
                </a:cubicBezTo>
                <a:lnTo>
                  <a:pt x="362469" y="127213"/>
                </a:lnTo>
                <a:cubicBezTo>
                  <a:pt x="365750" y="128580"/>
                  <a:pt x="369201" y="129656"/>
                  <a:pt x="372823" y="130442"/>
                </a:cubicBezTo>
                <a:cubicBezTo>
                  <a:pt x="376445" y="131228"/>
                  <a:pt x="379998" y="131621"/>
                  <a:pt x="383484" y="131621"/>
                </a:cubicBezTo>
                <a:cubicBezTo>
                  <a:pt x="393119" y="131621"/>
                  <a:pt x="400671" y="128358"/>
                  <a:pt x="406138" y="121831"/>
                </a:cubicBezTo>
                <a:cubicBezTo>
                  <a:pt x="411605" y="115305"/>
                  <a:pt x="414339" y="105481"/>
                  <a:pt x="414339" y="92360"/>
                </a:cubicBezTo>
                <a:close/>
                <a:moveTo>
                  <a:pt x="494505" y="14659"/>
                </a:moveTo>
                <a:lnTo>
                  <a:pt x="464060" y="14659"/>
                </a:lnTo>
                <a:lnTo>
                  <a:pt x="464060" y="0"/>
                </a:lnTo>
                <a:lnTo>
                  <a:pt x="512547" y="0"/>
                </a:lnTo>
                <a:lnTo>
                  <a:pt x="512547" y="129981"/>
                </a:lnTo>
                <a:lnTo>
                  <a:pt x="543197" y="129981"/>
                </a:lnTo>
                <a:lnTo>
                  <a:pt x="543197" y="144844"/>
                </a:lnTo>
                <a:lnTo>
                  <a:pt x="460677" y="144844"/>
                </a:lnTo>
                <a:lnTo>
                  <a:pt x="460677" y="129981"/>
                </a:lnTo>
                <a:lnTo>
                  <a:pt x="494505" y="129981"/>
                </a:lnTo>
                <a:lnTo>
                  <a:pt x="494505" y="14659"/>
                </a:lnTo>
                <a:close/>
                <a:moveTo>
                  <a:pt x="659641" y="78624"/>
                </a:moveTo>
                <a:lnTo>
                  <a:pt x="571484" y="78624"/>
                </a:lnTo>
                <a:lnTo>
                  <a:pt x="571484" y="63555"/>
                </a:lnTo>
                <a:lnTo>
                  <a:pt x="659641" y="63555"/>
                </a:lnTo>
                <a:lnTo>
                  <a:pt x="659641" y="78624"/>
                </a:lnTo>
                <a:moveTo>
                  <a:pt x="659641" y="114297"/>
                </a:moveTo>
                <a:lnTo>
                  <a:pt x="571484" y="114297"/>
                </a:lnTo>
                <a:lnTo>
                  <a:pt x="571484" y="99228"/>
                </a:lnTo>
                <a:lnTo>
                  <a:pt x="659641" y="99228"/>
                </a:lnTo>
                <a:lnTo>
                  <a:pt x="659641" y="114297"/>
                </a:lnTo>
                <a:close/>
                <a:moveTo>
                  <a:pt x="771995" y="143409"/>
                </a:moveTo>
                <a:cubicBezTo>
                  <a:pt x="767963" y="144434"/>
                  <a:pt x="763795" y="145169"/>
                  <a:pt x="759489" y="145613"/>
                </a:cubicBezTo>
                <a:cubicBezTo>
                  <a:pt x="755184" y="146057"/>
                  <a:pt x="750810" y="146279"/>
                  <a:pt x="746368" y="146279"/>
                </a:cubicBezTo>
                <a:cubicBezTo>
                  <a:pt x="733452" y="146279"/>
                  <a:pt x="723816" y="143358"/>
                  <a:pt x="717461" y="137515"/>
                </a:cubicBezTo>
                <a:cubicBezTo>
                  <a:pt x="711105" y="131672"/>
                  <a:pt x="707928" y="122702"/>
                  <a:pt x="707928" y="110606"/>
                </a:cubicBezTo>
                <a:lnTo>
                  <a:pt x="707928" y="56892"/>
                </a:lnTo>
                <a:lnTo>
                  <a:pt x="679123" y="56892"/>
                </a:lnTo>
                <a:lnTo>
                  <a:pt x="679123" y="41926"/>
                </a:lnTo>
                <a:lnTo>
                  <a:pt x="707928" y="41926"/>
                </a:lnTo>
                <a:lnTo>
                  <a:pt x="707928" y="13634"/>
                </a:lnTo>
                <a:lnTo>
                  <a:pt x="725764" y="9021"/>
                </a:lnTo>
                <a:lnTo>
                  <a:pt x="725764" y="41926"/>
                </a:lnTo>
                <a:lnTo>
                  <a:pt x="771995" y="41926"/>
                </a:lnTo>
                <a:lnTo>
                  <a:pt x="771995" y="56892"/>
                </a:lnTo>
                <a:lnTo>
                  <a:pt x="725764" y="56892"/>
                </a:lnTo>
                <a:lnTo>
                  <a:pt x="725764" y="109171"/>
                </a:lnTo>
                <a:cubicBezTo>
                  <a:pt x="725764" y="116552"/>
                  <a:pt x="727729" y="122070"/>
                  <a:pt x="731658" y="125726"/>
                </a:cubicBezTo>
                <a:cubicBezTo>
                  <a:pt x="735588" y="129383"/>
                  <a:pt x="741379" y="131211"/>
                  <a:pt x="749033" y="131211"/>
                </a:cubicBezTo>
                <a:cubicBezTo>
                  <a:pt x="752314" y="131211"/>
                  <a:pt x="755901" y="130954"/>
                  <a:pt x="759797" y="130442"/>
                </a:cubicBezTo>
                <a:cubicBezTo>
                  <a:pt x="763692" y="129929"/>
                  <a:pt x="767758" y="129126"/>
                  <a:pt x="771995" y="128033"/>
                </a:cubicBezTo>
                <a:lnTo>
                  <a:pt x="771995" y="143409"/>
                </a:lnTo>
                <a:close/>
                <a:moveTo>
                  <a:pt x="869998" y="144844"/>
                </a:moveTo>
                <a:lnTo>
                  <a:pt x="869588" y="131006"/>
                </a:lnTo>
                <a:cubicBezTo>
                  <a:pt x="863984" y="136541"/>
                  <a:pt x="858295" y="140539"/>
                  <a:pt x="852521" y="142999"/>
                </a:cubicBezTo>
                <a:cubicBezTo>
                  <a:pt x="846746" y="145459"/>
                  <a:pt x="840681" y="146689"/>
                  <a:pt x="834325" y="146689"/>
                </a:cubicBezTo>
                <a:cubicBezTo>
                  <a:pt x="828448" y="146689"/>
                  <a:pt x="823425" y="145938"/>
                  <a:pt x="819257" y="144434"/>
                </a:cubicBezTo>
                <a:cubicBezTo>
                  <a:pt x="815088" y="142931"/>
                  <a:pt x="811654" y="140864"/>
                  <a:pt x="808954" y="138232"/>
                </a:cubicBezTo>
                <a:cubicBezTo>
                  <a:pt x="806255" y="135601"/>
                  <a:pt x="804273" y="132509"/>
                  <a:pt x="803009" y="128955"/>
                </a:cubicBezTo>
                <a:cubicBezTo>
                  <a:pt x="801745" y="125402"/>
                  <a:pt x="801113" y="121541"/>
                  <a:pt x="801113" y="117372"/>
                </a:cubicBezTo>
                <a:cubicBezTo>
                  <a:pt x="801113" y="107053"/>
                  <a:pt x="804957" y="98972"/>
                  <a:pt x="812645" y="93129"/>
                </a:cubicBezTo>
                <a:cubicBezTo>
                  <a:pt x="820333" y="87286"/>
                  <a:pt x="831694" y="84364"/>
                  <a:pt x="846729" y="84364"/>
                </a:cubicBezTo>
                <a:lnTo>
                  <a:pt x="868051" y="84364"/>
                </a:lnTo>
                <a:lnTo>
                  <a:pt x="868051" y="75344"/>
                </a:lnTo>
                <a:cubicBezTo>
                  <a:pt x="868051" y="69261"/>
                  <a:pt x="866103" y="64392"/>
                  <a:pt x="862208" y="60736"/>
                </a:cubicBezTo>
                <a:cubicBezTo>
                  <a:pt x="858312" y="57080"/>
                  <a:pt x="852367" y="55252"/>
                  <a:pt x="844371" y="55252"/>
                </a:cubicBezTo>
                <a:cubicBezTo>
                  <a:pt x="838562" y="55252"/>
                  <a:pt x="832839" y="55901"/>
                  <a:pt x="827201" y="57200"/>
                </a:cubicBezTo>
                <a:cubicBezTo>
                  <a:pt x="821563" y="58498"/>
                  <a:pt x="815737" y="60343"/>
                  <a:pt x="809723" y="62735"/>
                </a:cubicBezTo>
                <a:lnTo>
                  <a:pt x="809723" y="46641"/>
                </a:lnTo>
                <a:cubicBezTo>
                  <a:pt x="811978" y="45821"/>
                  <a:pt x="814490" y="45018"/>
                  <a:pt x="817258" y="44232"/>
                </a:cubicBezTo>
                <a:cubicBezTo>
                  <a:pt x="820025" y="43446"/>
                  <a:pt x="822947" y="42746"/>
                  <a:pt x="826022" y="42131"/>
                </a:cubicBezTo>
                <a:cubicBezTo>
                  <a:pt x="829097" y="41516"/>
                  <a:pt x="832309" y="41020"/>
                  <a:pt x="835658" y="40645"/>
                </a:cubicBezTo>
                <a:cubicBezTo>
                  <a:pt x="839007" y="40269"/>
                  <a:pt x="842389" y="40081"/>
                  <a:pt x="845806" y="40081"/>
                </a:cubicBezTo>
                <a:cubicBezTo>
                  <a:pt x="852025" y="40081"/>
                  <a:pt x="857629" y="40764"/>
                  <a:pt x="862618" y="42131"/>
                </a:cubicBezTo>
                <a:cubicBezTo>
                  <a:pt x="867606" y="43498"/>
                  <a:pt x="871826" y="45582"/>
                  <a:pt x="875277" y="48384"/>
                </a:cubicBezTo>
                <a:cubicBezTo>
                  <a:pt x="878728" y="51186"/>
                  <a:pt x="881377" y="54705"/>
                  <a:pt x="883222" y="58942"/>
                </a:cubicBezTo>
                <a:cubicBezTo>
                  <a:pt x="885067" y="63179"/>
                  <a:pt x="885989" y="68168"/>
                  <a:pt x="885989" y="73909"/>
                </a:cubicBezTo>
                <a:lnTo>
                  <a:pt x="885989" y="144844"/>
                </a:lnTo>
                <a:lnTo>
                  <a:pt x="869998" y="144844"/>
                </a:lnTo>
                <a:moveTo>
                  <a:pt x="868051" y="97998"/>
                </a:moveTo>
                <a:lnTo>
                  <a:pt x="845396" y="97998"/>
                </a:lnTo>
                <a:cubicBezTo>
                  <a:pt x="840954" y="97998"/>
                  <a:pt x="837127" y="98442"/>
                  <a:pt x="833915" y="99331"/>
                </a:cubicBezTo>
                <a:cubicBezTo>
                  <a:pt x="830703" y="100219"/>
                  <a:pt x="828072" y="101483"/>
                  <a:pt x="826022" y="103123"/>
                </a:cubicBezTo>
                <a:cubicBezTo>
                  <a:pt x="823972" y="104764"/>
                  <a:pt x="822451" y="106728"/>
                  <a:pt x="821461" y="109018"/>
                </a:cubicBezTo>
                <a:cubicBezTo>
                  <a:pt x="820470" y="111307"/>
                  <a:pt x="819974" y="113887"/>
                  <a:pt x="819974" y="116757"/>
                </a:cubicBezTo>
                <a:cubicBezTo>
                  <a:pt x="819974" y="118739"/>
                  <a:pt x="820282" y="120635"/>
                  <a:pt x="820897" y="122446"/>
                </a:cubicBezTo>
                <a:cubicBezTo>
                  <a:pt x="821512" y="124257"/>
                  <a:pt x="822503" y="125863"/>
                  <a:pt x="823869" y="127264"/>
                </a:cubicBezTo>
                <a:cubicBezTo>
                  <a:pt x="825236" y="128665"/>
                  <a:pt x="827013" y="129776"/>
                  <a:pt x="829200" y="130596"/>
                </a:cubicBezTo>
                <a:cubicBezTo>
                  <a:pt x="831387" y="131416"/>
                  <a:pt x="834052" y="131826"/>
                  <a:pt x="837196" y="131826"/>
                </a:cubicBezTo>
                <a:cubicBezTo>
                  <a:pt x="841296" y="131826"/>
                  <a:pt x="845994" y="130579"/>
                  <a:pt x="851290" y="128084"/>
                </a:cubicBezTo>
                <a:cubicBezTo>
                  <a:pt x="856587" y="125590"/>
                  <a:pt x="862173" y="121643"/>
                  <a:pt x="868051" y="116244"/>
                </a:cubicBezTo>
                <a:lnTo>
                  <a:pt x="868051" y="97998"/>
                </a:lnTo>
                <a:close/>
                <a:moveTo>
                  <a:pt x="922898" y="41926"/>
                </a:moveTo>
                <a:lnTo>
                  <a:pt x="939197" y="41926"/>
                </a:lnTo>
                <a:lnTo>
                  <a:pt x="939709" y="60890"/>
                </a:lnTo>
                <a:cubicBezTo>
                  <a:pt x="945792" y="53578"/>
                  <a:pt x="951788" y="48281"/>
                  <a:pt x="957700" y="45001"/>
                </a:cubicBezTo>
                <a:cubicBezTo>
                  <a:pt x="963611" y="41721"/>
                  <a:pt x="969574" y="40081"/>
                  <a:pt x="975587" y="40081"/>
                </a:cubicBezTo>
                <a:cubicBezTo>
                  <a:pt x="986248" y="40081"/>
                  <a:pt x="994329" y="43532"/>
                  <a:pt x="999831" y="50434"/>
                </a:cubicBezTo>
                <a:cubicBezTo>
                  <a:pt x="1005332" y="57336"/>
                  <a:pt x="1007877" y="67587"/>
                  <a:pt x="1007467" y="81187"/>
                </a:cubicBezTo>
                <a:lnTo>
                  <a:pt x="989426" y="81187"/>
                </a:lnTo>
                <a:cubicBezTo>
                  <a:pt x="989631" y="72166"/>
                  <a:pt x="988315" y="65622"/>
                  <a:pt x="985479" y="61556"/>
                </a:cubicBezTo>
                <a:cubicBezTo>
                  <a:pt x="982643" y="57490"/>
                  <a:pt x="978492" y="55457"/>
                  <a:pt x="973025" y="55457"/>
                </a:cubicBezTo>
                <a:cubicBezTo>
                  <a:pt x="970633" y="55457"/>
                  <a:pt x="968224" y="55884"/>
                  <a:pt x="965798" y="56738"/>
                </a:cubicBezTo>
                <a:cubicBezTo>
                  <a:pt x="963372" y="57593"/>
                  <a:pt x="960877" y="58959"/>
                  <a:pt x="958315" y="60839"/>
                </a:cubicBezTo>
                <a:cubicBezTo>
                  <a:pt x="955752" y="62718"/>
                  <a:pt x="953036" y="65127"/>
                  <a:pt x="950165" y="68066"/>
                </a:cubicBezTo>
                <a:cubicBezTo>
                  <a:pt x="947295" y="71004"/>
                  <a:pt x="944220" y="74558"/>
                  <a:pt x="940940" y="78726"/>
                </a:cubicBezTo>
                <a:lnTo>
                  <a:pt x="940940" y="144844"/>
                </a:lnTo>
                <a:lnTo>
                  <a:pt x="922898" y="144844"/>
                </a:lnTo>
                <a:lnTo>
                  <a:pt x="922898" y="41926"/>
                </a:lnTo>
                <a:close/>
                <a:moveTo>
                  <a:pt x="1107623" y="56482"/>
                </a:moveTo>
                <a:cubicBezTo>
                  <a:pt x="1109537" y="58874"/>
                  <a:pt x="1111023" y="61659"/>
                  <a:pt x="1112083" y="64837"/>
                </a:cubicBezTo>
                <a:cubicBezTo>
                  <a:pt x="1113142" y="68014"/>
                  <a:pt x="1113671" y="71448"/>
                  <a:pt x="1113671" y="75139"/>
                </a:cubicBezTo>
                <a:cubicBezTo>
                  <a:pt x="1113671" y="80469"/>
                  <a:pt x="1112698" y="85338"/>
                  <a:pt x="1110750" y="89746"/>
                </a:cubicBezTo>
                <a:cubicBezTo>
                  <a:pt x="1108802" y="94154"/>
                  <a:pt x="1106052" y="97930"/>
                  <a:pt x="1102498" y="101073"/>
                </a:cubicBezTo>
                <a:cubicBezTo>
                  <a:pt x="1098944" y="104217"/>
                  <a:pt x="1094690" y="106660"/>
                  <a:pt x="1089736" y="108403"/>
                </a:cubicBezTo>
                <a:cubicBezTo>
                  <a:pt x="1084781" y="110145"/>
                  <a:pt x="1079331" y="111017"/>
                  <a:pt x="1073386" y="111017"/>
                </a:cubicBezTo>
                <a:cubicBezTo>
                  <a:pt x="1069080" y="111017"/>
                  <a:pt x="1065048" y="110555"/>
                  <a:pt x="1061290" y="109633"/>
                </a:cubicBezTo>
                <a:cubicBezTo>
                  <a:pt x="1057531" y="108710"/>
                  <a:pt x="1054558" y="107565"/>
                  <a:pt x="1052371" y="106199"/>
                </a:cubicBezTo>
                <a:cubicBezTo>
                  <a:pt x="1051073" y="108112"/>
                  <a:pt x="1049980" y="109923"/>
                  <a:pt x="1049091" y="111632"/>
                </a:cubicBezTo>
                <a:cubicBezTo>
                  <a:pt x="1048203" y="113340"/>
                  <a:pt x="1047759" y="115254"/>
                  <a:pt x="1047759" y="117372"/>
                </a:cubicBezTo>
                <a:cubicBezTo>
                  <a:pt x="1047759" y="119969"/>
                  <a:pt x="1049006" y="122122"/>
                  <a:pt x="1051500" y="123830"/>
                </a:cubicBezTo>
                <a:cubicBezTo>
                  <a:pt x="1053994" y="125539"/>
                  <a:pt x="1057292" y="126461"/>
                  <a:pt x="1061392" y="126598"/>
                </a:cubicBezTo>
                <a:lnTo>
                  <a:pt x="1088454" y="127623"/>
                </a:lnTo>
                <a:cubicBezTo>
                  <a:pt x="1093580" y="127760"/>
                  <a:pt x="1098312" y="128409"/>
                  <a:pt x="1102652" y="129571"/>
                </a:cubicBezTo>
                <a:cubicBezTo>
                  <a:pt x="1106991" y="130732"/>
                  <a:pt x="1110716" y="132407"/>
                  <a:pt x="1113825" y="134593"/>
                </a:cubicBezTo>
                <a:cubicBezTo>
                  <a:pt x="1116935" y="136780"/>
                  <a:pt x="1119361" y="139480"/>
                  <a:pt x="1121103" y="142692"/>
                </a:cubicBezTo>
                <a:cubicBezTo>
                  <a:pt x="1122846" y="145904"/>
                  <a:pt x="1123717" y="149628"/>
                  <a:pt x="1123717" y="153865"/>
                </a:cubicBezTo>
                <a:cubicBezTo>
                  <a:pt x="1123717" y="158444"/>
                  <a:pt x="1122726" y="162783"/>
                  <a:pt x="1120744" y="166884"/>
                </a:cubicBezTo>
                <a:cubicBezTo>
                  <a:pt x="1118763" y="170984"/>
                  <a:pt x="1115704" y="174589"/>
                  <a:pt x="1111570" y="177698"/>
                </a:cubicBezTo>
                <a:cubicBezTo>
                  <a:pt x="1107435" y="180808"/>
                  <a:pt x="1102190" y="183285"/>
                  <a:pt x="1095835" y="185130"/>
                </a:cubicBezTo>
                <a:cubicBezTo>
                  <a:pt x="1089479" y="186975"/>
                  <a:pt x="1081928" y="187898"/>
                  <a:pt x="1073181" y="187898"/>
                </a:cubicBezTo>
                <a:cubicBezTo>
                  <a:pt x="1064843" y="187898"/>
                  <a:pt x="1057753" y="187231"/>
                  <a:pt x="1051910" y="185899"/>
                </a:cubicBezTo>
                <a:cubicBezTo>
                  <a:pt x="1046067" y="184566"/>
                  <a:pt x="1041266" y="182721"/>
                  <a:pt x="1037508" y="180363"/>
                </a:cubicBezTo>
                <a:cubicBezTo>
                  <a:pt x="1033749" y="178006"/>
                  <a:pt x="1031016" y="175204"/>
                  <a:pt x="1029307" y="171958"/>
                </a:cubicBezTo>
                <a:cubicBezTo>
                  <a:pt x="1027599" y="168712"/>
                  <a:pt x="1026744" y="165141"/>
                  <a:pt x="1026744" y="161246"/>
                </a:cubicBezTo>
                <a:cubicBezTo>
                  <a:pt x="1026744" y="156257"/>
                  <a:pt x="1027906" y="151883"/>
                  <a:pt x="1030230" y="148125"/>
                </a:cubicBezTo>
                <a:cubicBezTo>
                  <a:pt x="1032553" y="144366"/>
                  <a:pt x="1036141" y="140744"/>
                  <a:pt x="1040993" y="137259"/>
                </a:cubicBezTo>
                <a:cubicBezTo>
                  <a:pt x="1039216" y="136439"/>
                  <a:pt x="1037679" y="135414"/>
                  <a:pt x="1036380" y="134183"/>
                </a:cubicBezTo>
                <a:cubicBezTo>
                  <a:pt x="1035082" y="132953"/>
                  <a:pt x="1034022" y="131604"/>
                  <a:pt x="1033202" y="130134"/>
                </a:cubicBezTo>
                <a:cubicBezTo>
                  <a:pt x="1032382" y="128665"/>
                  <a:pt x="1031767" y="127110"/>
                  <a:pt x="1031357" y="125470"/>
                </a:cubicBezTo>
                <a:cubicBezTo>
                  <a:pt x="1030947" y="123830"/>
                  <a:pt x="1030742" y="122224"/>
                  <a:pt x="1030742" y="120652"/>
                </a:cubicBezTo>
                <a:cubicBezTo>
                  <a:pt x="1030742" y="116210"/>
                  <a:pt x="1031784" y="112144"/>
                  <a:pt x="1033869" y="108454"/>
                </a:cubicBezTo>
                <a:cubicBezTo>
                  <a:pt x="1035953" y="104764"/>
                  <a:pt x="1038430" y="101278"/>
                  <a:pt x="1041301" y="97998"/>
                </a:cubicBezTo>
                <a:cubicBezTo>
                  <a:pt x="1040002" y="96426"/>
                  <a:pt x="1038857" y="94889"/>
                  <a:pt x="1037866" y="93385"/>
                </a:cubicBezTo>
                <a:cubicBezTo>
                  <a:pt x="1036876" y="91882"/>
                  <a:pt x="1036021" y="90259"/>
                  <a:pt x="1035304" y="88516"/>
                </a:cubicBezTo>
                <a:cubicBezTo>
                  <a:pt x="1034586" y="86773"/>
                  <a:pt x="1034040" y="84894"/>
                  <a:pt x="1033664" y="82878"/>
                </a:cubicBezTo>
                <a:cubicBezTo>
                  <a:pt x="1033288" y="80862"/>
                  <a:pt x="1033100" y="78556"/>
                  <a:pt x="1033100" y="75959"/>
                </a:cubicBezTo>
                <a:cubicBezTo>
                  <a:pt x="1033100" y="70628"/>
                  <a:pt x="1034074" y="65759"/>
                  <a:pt x="1036021" y="61351"/>
                </a:cubicBezTo>
                <a:cubicBezTo>
                  <a:pt x="1037969" y="56943"/>
                  <a:pt x="1040703" y="53168"/>
                  <a:pt x="1044222" y="50024"/>
                </a:cubicBezTo>
                <a:cubicBezTo>
                  <a:pt x="1047741" y="46880"/>
                  <a:pt x="1051978" y="44437"/>
                  <a:pt x="1056933" y="42695"/>
                </a:cubicBezTo>
                <a:cubicBezTo>
                  <a:pt x="1061888" y="40952"/>
                  <a:pt x="1067372" y="40081"/>
                  <a:pt x="1073386" y="40081"/>
                </a:cubicBezTo>
                <a:cubicBezTo>
                  <a:pt x="1075914" y="40081"/>
                  <a:pt x="1078340" y="40252"/>
                  <a:pt x="1080664" y="40593"/>
                </a:cubicBezTo>
                <a:cubicBezTo>
                  <a:pt x="1082987" y="40935"/>
                  <a:pt x="1085037" y="41379"/>
                  <a:pt x="1086814" y="41926"/>
                </a:cubicBezTo>
                <a:lnTo>
                  <a:pt x="1124127" y="41926"/>
                </a:lnTo>
                <a:lnTo>
                  <a:pt x="1124127" y="56482"/>
                </a:lnTo>
                <a:lnTo>
                  <a:pt x="1107623" y="56482"/>
                </a:lnTo>
                <a:moveTo>
                  <a:pt x="1045708" y="159708"/>
                </a:moveTo>
                <a:cubicBezTo>
                  <a:pt x="1045708" y="164560"/>
                  <a:pt x="1048237" y="168097"/>
                  <a:pt x="1053294" y="170318"/>
                </a:cubicBezTo>
                <a:cubicBezTo>
                  <a:pt x="1058351" y="172539"/>
                  <a:pt x="1065390" y="173649"/>
                  <a:pt x="1074411" y="173649"/>
                </a:cubicBezTo>
                <a:cubicBezTo>
                  <a:pt x="1080083" y="173649"/>
                  <a:pt x="1084849" y="173137"/>
                  <a:pt x="1088711" y="172111"/>
                </a:cubicBezTo>
                <a:cubicBezTo>
                  <a:pt x="1092572" y="171086"/>
                  <a:pt x="1095681" y="169737"/>
                  <a:pt x="1098039" y="168062"/>
                </a:cubicBezTo>
                <a:cubicBezTo>
                  <a:pt x="1100397" y="166388"/>
                  <a:pt x="1102088" y="164475"/>
                  <a:pt x="1103113" y="162322"/>
                </a:cubicBezTo>
                <a:cubicBezTo>
                  <a:pt x="1104138" y="160169"/>
                  <a:pt x="1104651" y="157965"/>
                  <a:pt x="1104651" y="155710"/>
                </a:cubicBezTo>
                <a:cubicBezTo>
                  <a:pt x="1104651" y="151541"/>
                  <a:pt x="1102942" y="148466"/>
                  <a:pt x="1099525" y="146484"/>
                </a:cubicBezTo>
                <a:cubicBezTo>
                  <a:pt x="1096108" y="144503"/>
                  <a:pt x="1090880" y="143341"/>
                  <a:pt x="1083841" y="142999"/>
                </a:cubicBezTo>
                <a:lnTo>
                  <a:pt x="1056984" y="142077"/>
                </a:lnTo>
                <a:cubicBezTo>
                  <a:pt x="1054729" y="143580"/>
                  <a:pt x="1052867" y="145049"/>
                  <a:pt x="1051398" y="146484"/>
                </a:cubicBezTo>
                <a:cubicBezTo>
                  <a:pt x="1049928" y="147920"/>
                  <a:pt x="1048784" y="149372"/>
                  <a:pt x="1047964" y="150841"/>
                </a:cubicBezTo>
                <a:cubicBezTo>
                  <a:pt x="1047143" y="152310"/>
                  <a:pt x="1046563" y="153780"/>
                  <a:pt x="1046221" y="155249"/>
                </a:cubicBezTo>
                <a:cubicBezTo>
                  <a:pt x="1045879" y="156718"/>
                  <a:pt x="1045708" y="158205"/>
                  <a:pt x="1045708" y="159708"/>
                </a:cubicBezTo>
                <a:moveTo>
                  <a:pt x="1051141" y="75549"/>
                </a:moveTo>
                <a:cubicBezTo>
                  <a:pt x="1051141" y="78829"/>
                  <a:pt x="1051688" y="81836"/>
                  <a:pt x="1052781" y="84569"/>
                </a:cubicBezTo>
                <a:cubicBezTo>
                  <a:pt x="1053875" y="87303"/>
                  <a:pt x="1055412" y="89626"/>
                  <a:pt x="1057394" y="91540"/>
                </a:cubicBezTo>
                <a:cubicBezTo>
                  <a:pt x="1059376" y="93453"/>
                  <a:pt x="1061717" y="94940"/>
                  <a:pt x="1064416" y="95999"/>
                </a:cubicBezTo>
                <a:cubicBezTo>
                  <a:pt x="1067116" y="97058"/>
                  <a:pt x="1070105" y="97588"/>
                  <a:pt x="1073386" y="97588"/>
                </a:cubicBezTo>
                <a:cubicBezTo>
                  <a:pt x="1076939" y="97588"/>
                  <a:pt x="1080100" y="96990"/>
                  <a:pt x="1082868" y="95794"/>
                </a:cubicBezTo>
                <a:cubicBezTo>
                  <a:pt x="1085635" y="94598"/>
                  <a:pt x="1087959" y="92975"/>
                  <a:pt x="1089838" y="90925"/>
                </a:cubicBezTo>
                <a:cubicBezTo>
                  <a:pt x="1091718" y="88875"/>
                  <a:pt x="1093153" y="86517"/>
                  <a:pt x="1094144" y="83852"/>
                </a:cubicBezTo>
                <a:cubicBezTo>
                  <a:pt x="1095134" y="81187"/>
                  <a:pt x="1095630" y="78419"/>
                  <a:pt x="1095630" y="75549"/>
                </a:cubicBezTo>
                <a:cubicBezTo>
                  <a:pt x="1095630" y="72268"/>
                  <a:pt x="1095083" y="69261"/>
                  <a:pt x="1093990" y="66528"/>
                </a:cubicBezTo>
                <a:cubicBezTo>
                  <a:pt x="1092896" y="63794"/>
                  <a:pt x="1091359" y="61471"/>
                  <a:pt x="1089377" y="59557"/>
                </a:cubicBezTo>
                <a:cubicBezTo>
                  <a:pt x="1087395" y="57644"/>
                  <a:pt x="1085054" y="56157"/>
                  <a:pt x="1082355" y="55098"/>
                </a:cubicBezTo>
                <a:cubicBezTo>
                  <a:pt x="1079656" y="54039"/>
                  <a:pt x="1076666" y="53509"/>
                  <a:pt x="1073386" y="53509"/>
                </a:cubicBezTo>
                <a:cubicBezTo>
                  <a:pt x="1069832" y="53509"/>
                  <a:pt x="1066671" y="54124"/>
                  <a:pt x="1063904" y="55354"/>
                </a:cubicBezTo>
                <a:cubicBezTo>
                  <a:pt x="1061136" y="56585"/>
                  <a:pt x="1058812" y="58208"/>
                  <a:pt x="1056933" y="60224"/>
                </a:cubicBezTo>
                <a:cubicBezTo>
                  <a:pt x="1055054" y="62240"/>
                  <a:pt x="1053619" y="64580"/>
                  <a:pt x="1052628" y="67245"/>
                </a:cubicBezTo>
                <a:cubicBezTo>
                  <a:pt x="1051637" y="69911"/>
                  <a:pt x="1051141" y="72678"/>
                  <a:pt x="1051141" y="75549"/>
                </a:cubicBezTo>
                <a:close/>
                <a:moveTo>
                  <a:pt x="1235251" y="87952"/>
                </a:moveTo>
                <a:cubicBezTo>
                  <a:pt x="1235251" y="90481"/>
                  <a:pt x="1235217" y="92599"/>
                  <a:pt x="1235149" y="94308"/>
                </a:cubicBezTo>
                <a:cubicBezTo>
                  <a:pt x="1235080" y="96016"/>
                  <a:pt x="1234978" y="97622"/>
                  <a:pt x="1234841" y="99126"/>
                </a:cubicBezTo>
                <a:lnTo>
                  <a:pt x="1162573" y="99126"/>
                </a:lnTo>
                <a:cubicBezTo>
                  <a:pt x="1162573" y="109650"/>
                  <a:pt x="1165511" y="117731"/>
                  <a:pt x="1171389" y="123369"/>
                </a:cubicBezTo>
                <a:cubicBezTo>
                  <a:pt x="1177266" y="129007"/>
                  <a:pt x="1185740" y="131826"/>
                  <a:pt x="1196811" y="131826"/>
                </a:cubicBezTo>
                <a:cubicBezTo>
                  <a:pt x="1199818" y="131826"/>
                  <a:pt x="1202824" y="131706"/>
                  <a:pt x="1205831" y="131467"/>
                </a:cubicBezTo>
                <a:cubicBezTo>
                  <a:pt x="1208838" y="131228"/>
                  <a:pt x="1211743" y="130903"/>
                  <a:pt x="1214545" y="130493"/>
                </a:cubicBezTo>
                <a:cubicBezTo>
                  <a:pt x="1217347" y="130083"/>
                  <a:pt x="1220029" y="129622"/>
                  <a:pt x="1222592" y="129109"/>
                </a:cubicBezTo>
                <a:cubicBezTo>
                  <a:pt x="1225154" y="128597"/>
                  <a:pt x="1227529" y="128033"/>
                  <a:pt x="1229716" y="127418"/>
                </a:cubicBezTo>
                <a:lnTo>
                  <a:pt x="1229716" y="142077"/>
                </a:lnTo>
                <a:cubicBezTo>
                  <a:pt x="1224864" y="143443"/>
                  <a:pt x="1219380" y="144554"/>
                  <a:pt x="1213263" y="145408"/>
                </a:cubicBezTo>
                <a:cubicBezTo>
                  <a:pt x="1207147" y="146262"/>
                  <a:pt x="1200808" y="146689"/>
                  <a:pt x="1194248" y="146689"/>
                </a:cubicBezTo>
                <a:cubicBezTo>
                  <a:pt x="1185432" y="146689"/>
                  <a:pt x="1177847" y="145493"/>
                  <a:pt x="1171491" y="143102"/>
                </a:cubicBezTo>
                <a:cubicBezTo>
                  <a:pt x="1165136" y="140710"/>
                  <a:pt x="1159925" y="137242"/>
                  <a:pt x="1155859" y="132697"/>
                </a:cubicBezTo>
                <a:cubicBezTo>
                  <a:pt x="1151792" y="128153"/>
                  <a:pt x="1148786" y="122583"/>
                  <a:pt x="1146838" y="115988"/>
                </a:cubicBezTo>
                <a:cubicBezTo>
                  <a:pt x="1144890" y="109393"/>
                  <a:pt x="1143916" y="101927"/>
                  <a:pt x="1143916" y="93590"/>
                </a:cubicBezTo>
                <a:cubicBezTo>
                  <a:pt x="1143916" y="86346"/>
                  <a:pt x="1144959" y="79495"/>
                  <a:pt x="1147043" y="73037"/>
                </a:cubicBezTo>
                <a:cubicBezTo>
                  <a:pt x="1149127" y="66579"/>
                  <a:pt x="1152168" y="60907"/>
                  <a:pt x="1156166" y="56021"/>
                </a:cubicBezTo>
                <a:cubicBezTo>
                  <a:pt x="1160164" y="51135"/>
                  <a:pt x="1165067" y="47256"/>
                  <a:pt x="1170876" y="44386"/>
                </a:cubicBezTo>
                <a:cubicBezTo>
                  <a:pt x="1176685" y="41516"/>
                  <a:pt x="1183280" y="40081"/>
                  <a:pt x="1190660" y="40081"/>
                </a:cubicBezTo>
                <a:cubicBezTo>
                  <a:pt x="1197836" y="40081"/>
                  <a:pt x="1204191" y="41208"/>
                  <a:pt x="1209727" y="43464"/>
                </a:cubicBezTo>
                <a:cubicBezTo>
                  <a:pt x="1215262" y="45719"/>
                  <a:pt x="1219926" y="48914"/>
                  <a:pt x="1223719" y="53048"/>
                </a:cubicBezTo>
                <a:cubicBezTo>
                  <a:pt x="1227512" y="57183"/>
                  <a:pt x="1230382" y="62205"/>
                  <a:pt x="1232330" y="68117"/>
                </a:cubicBezTo>
                <a:cubicBezTo>
                  <a:pt x="1234277" y="74028"/>
                  <a:pt x="1235251" y="80640"/>
                  <a:pt x="1235251" y="87952"/>
                </a:cubicBezTo>
                <a:moveTo>
                  <a:pt x="1216697" y="85389"/>
                </a:moveTo>
                <a:cubicBezTo>
                  <a:pt x="1216902" y="80811"/>
                  <a:pt x="1216458" y="76625"/>
                  <a:pt x="1215365" y="72832"/>
                </a:cubicBezTo>
                <a:cubicBezTo>
                  <a:pt x="1214271" y="69039"/>
                  <a:pt x="1212580" y="65776"/>
                  <a:pt x="1210291" y="63043"/>
                </a:cubicBezTo>
                <a:cubicBezTo>
                  <a:pt x="1208001" y="60309"/>
                  <a:pt x="1205148" y="58173"/>
                  <a:pt x="1201731" y="56636"/>
                </a:cubicBezTo>
                <a:cubicBezTo>
                  <a:pt x="1198314" y="55098"/>
                  <a:pt x="1194350" y="54329"/>
                  <a:pt x="1189840" y="54329"/>
                </a:cubicBezTo>
                <a:cubicBezTo>
                  <a:pt x="1185945" y="54329"/>
                  <a:pt x="1182391" y="55081"/>
                  <a:pt x="1179179" y="56585"/>
                </a:cubicBezTo>
                <a:cubicBezTo>
                  <a:pt x="1175967" y="58088"/>
                  <a:pt x="1173200" y="60207"/>
                  <a:pt x="1170876" y="62940"/>
                </a:cubicBezTo>
                <a:cubicBezTo>
                  <a:pt x="1168553" y="65674"/>
                  <a:pt x="1166673" y="68954"/>
                  <a:pt x="1165238" y="72781"/>
                </a:cubicBezTo>
                <a:cubicBezTo>
                  <a:pt x="1163803" y="76608"/>
                  <a:pt x="1162915" y="80811"/>
                  <a:pt x="1162573" y="85389"/>
                </a:cubicBezTo>
                <a:lnTo>
                  <a:pt x="1216697" y="85389"/>
                </a:lnTo>
                <a:close/>
                <a:moveTo>
                  <a:pt x="1346068" y="143409"/>
                </a:moveTo>
                <a:cubicBezTo>
                  <a:pt x="1342036" y="144434"/>
                  <a:pt x="1337867" y="145169"/>
                  <a:pt x="1333562" y="145613"/>
                </a:cubicBezTo>
                <a:cubicBezTo>
                  <a:pt x="1329256" y="146057"/>
                  <a:pt x="1324883" y="146279"/>
                  <a:pt x="1320441" y="146279"/>
                </a:cubicBezTo>
                <a:cubicBezTo>
                  <a:pt x="1307525" y="146279"/>
                  <a:pt x="1297889" y="143358"/>
                  <a:pt x="1291533" y="137515"/>
                </a:cubicBezTo>
                <a:cubicBezTo>
                  <a:pt x="1285178" y="131672"/>
                  <a:pt x="1282000" y="122702"/>
                  <a:pt x="1282000" y="110606"/>
                </a:cubicBezTo>
                <a:lnTo>
                  <a:pt x="1282000" y="56892"/>
                </a:lnTo>
                <a:lnTo>
                  <a:pt x="1253195" y="56892"/>
                </a:lnTo>
                <a:lnTo>
                  <a:pt x="1253195" y="41926"/>
                </a:lnTo>
                <a:lnTo>
                  <a:pt x="1282000" y="41926"/>
                </a:lnTo>
                <a:lnTo>
                  <a:pt x="1282000" y="13634"/>
                </a:lnTo>
                <a:lnTo>
                  <a:pt x="1299837" y="9021"/>
                </a:lnTo>
                <a:lnTo>
                  <a:pt x="1299837" y="41926"/>
                </a:lnTo>
                <a:lnTo>
                  <a:pt x="1346068" y="41926"/>
                </a:lnTo>
                <a:lnTo>
                  <a:pt x="1346068" y="56892"/>
                </a:lnTo>
                <a:lnTo>
                  <a:pt x="1299837" y="56892"/>
                </a:lnTo>
                <a:lnTo>
                  <a:pt x="1299837" y="109171"/>
                </a:lnTo>
                <a:cubicBezTo>
                  <a:pt x="1299837" y="116552"/>
                  <a:pt x="1301801" y="122070"/>
                  <a:pt x="1305731" y="125726"/>
                </a:cubicBezTo>
                <a:cubicBezTo>
                  <a:pt x="1309660" y="129383"/>
                  <a:pt x="1315452" y="131211"/>
                  <a:pt x="1323106" y="131211"/>
                </a:cubicBezTo>
                <a:cubicBezTo>
                  <a:pt x="1326386" y="131211"/>
                  <a:pt x="1329974" y="130954"/>
                  <a:pt x="1333869" y="130442"/>
                </a:cubicBezTo>
                <a:cubicBezTo>
                  <a:pt x="1337765" y="129929"/>
                  <a:pt x="1341831" y="129126"/>
                  <a:pt x="1346068" y="128033"/>
                </a:cubicBezTo>
                <a:lnTo>
                  <a:pt x="1346068" y="143409"/>
                </a:lnTo>
                <a:close/>
                <a:moveTo>
                  <a:pt x="1449878" y="97383"/>
                </a:moveTo>
                <a:lnTo>
                  <a:pt x="1388578" y="97383"/>
                </a:lnTo>
                <a:lnTo>
                  <a:pt x="1388578" y="80572"/>
                </a:lnTo>
                <a:lnTo>
                  <a:pt x="1449878" y="80572"/>
                </a:lnTo>
                <a:lnTo>
                  <a:pt x="1449878" y="97383"/>
                </a:lnTo>
                <a:close/>
                <a:moveTo>
                  <a:pt x="1483090" y="41926"/>
                </a:moveTo>
                <a:lnTo>
                  <a:pt x="1503387" y="41926"/>
                </a:lnTo>
                <a:lnTo>
                  <a:pt x="1528604" y="109991"/>
                </a:lnTo>
                <a:lnTo>
                  <a:pt x="1534037" y="126598"/>
                </a:lnTo>
                <a:lnTo>
                  <a:pt x="1539675" y="109581"/>
                </a:lnTo>
                <a:lnTo>
                  <a:pt x="1564687" y="41926"/>
                </a:lnTo>
                <a:lnTo>
                  <a:pt x="1584266" y="41926"/>
                </a:lnTo>
                <a:lnTo>
                  <a:pt x="1543878" y="144844"/>
                </a:lnTo>
                <a:lnTo>
                  <a:pt x="1523376" y="144844"/>
                </a:lnTo>
                <a:lnTo>
                  <a:pt x="1483090" y="41926"/>
                </a:lnTo>
                <a:close/>
                <a:moveTo>
                  <a:pt x="1673658" y="144844"/>
                </a:moveTo>
                <a:lnTo>
                  <a:pt x="1673248" y="131006"/>
                </a:lnTo>
                <a:cubicBezTo>
                  <a:pt x="1667645" y="136541"/>
                  <a:pt x="1661955" y="140539"/>
                  <a:pt x="1656181" y="142999"/>
                </a:cubicBezTo>
                <a:cubicBezTo>
                  <a:pt x="1650406" y="145459"/>
                  <a:pt x="1644341" y="146689"/>
                  <a:pt x="1637985" y="146689"/>
                </a:cubicBezTo>
                <a:cubicBezTo>
                  <a:pt x="1632108" y="146689"/>
                  <a:pt x="1627085" y="145938"/>
                  <a:pt x="1622917" y="144434"/>
                </a:cubicBezTo>
                <a:cubicBezTo>
                  <a:pt x="1618748" y="142931"/>
                  <a:pt x="1615314" y="140864"/>
                  <a:pt x="1612615" y="138232"/>
                </a:cubicBezTo>
                <a:cubicBezTo>
                  <a:pt x="1609915" y="135601"/>
                  <a:pt x="1607933" y="132509"/>
                  <a:pt x="1606669" y="128955"/>
                </a:cubicBezTo>
                <a:cubicBezTo>
                  <a:pt x="1605405" y="125402"/>
                  <a:pt x="1604773" y="121541"/>
                  <a:pt x="1604773" y="117372"/>
                </a:cubicBezTo>
                <a:cubicBezTo>
                  <a:pt x="1604773" y="107053"/>
                  <a:pt x="1608617" y="98972"/>
                  <a:pt x="1616305" y="93129"/>
                </a:cubicBezTo>
                <a:cubicBezTo>
                  <a:pt x="1623993" y="87286"/>
                  <a:pt x="1635354" y="84364"/>
                  <a:pt x="1650389" y="84364"/>
                </a:cubicBezTo>
                <a:lnTo>
                  <a:pt x="1671711" y="84364"/>
                </a:lnTo>
                <a:lnTo>
                  <a:pt x="1671711" y="75344"/>
                </a:lnTo>
                <a:cubicBezTo>
                  <a:pt x="1671711" y="69261"/>
                  <a:pt x="1669763" y="64392"/>
                  <a:pt x="1665868" y="60736"/>
                </a:cubicBezTo>
                <a:cubicBezTo>
                  <a:pt x="1661972" y="57080"/>
                  <a:pt x="1656027" y="55252"/>
                  <a:pt x="1648031" y="55252"/>
                </a:cubicBezTo>
                <a:cubicBezTo>
                  <a:pt x="1642222" y="55252"/>
                  <a:pt x="1636499" y="55901"/>
                  <a:pt x="1630861" y="57200"/>
                </a:cubicBezTo>
                <a:cubicBezTo>
                  <a:pt x="1625223" y="58498"/>
                  <a:pt x="1619397" y="60343"/>
                  <a:pt x="1613383" y="62735"/>
                </a:cubicBezTo>
                <a:lnTo>
                  <a:pt x="1613383" y="46641"/>
                </a:lnTo>
                <a:cubicBezTo>
                  <a:pt x="1615639" y="45821"/>
                  <a:pt x="1618150" y="45018"/>
                  <a:pt x="1620918" y="44232"/>
                </a:cubicBezTo>
                <a:cubicBezTo>
                  <a:pt x="1623686" y="43446"/>
                  <a:pt x="1626607" y="42746"/>
                  <a:pt x="1629682" y="42131"/>
                </a:cubicBezTo>
                <a:cubicBezTo>
                  <a:pt x="1632758" y="41516"/>
                  <a:pt x="1635969" y="41020"/>
                  <a:pt x="1639318" y="40645"/>
                </a:cubicBezTo>
                <a:cubicBezTo>
                  <a:pt x="1642667" y="40269"/>
                  <a:pt x="1646049" y="40081"/>
                  <a:pt x="1649466" y="40081"/>
                </a:cubicBezTo>
                <a:cubicBezTo>
                  <a:pt x="1655685" y="40081"/>
                  <a:pt x="1661289" y="40764"/>
                  <a:pt x="1666278" y="42131"/>
                </a:cubicBezTo>
                <a:cubicBezTo>
                  <a:pt x="1671266" y="43498"/>
                  <a:pt x="1675486" y="45582"/>
                  <a:pt x="1678938" y="48384"/>
                </a:cubicBezTo>
                <a:cubicBezTo>
                  <a:pt x="1682389" y="51186"/>
                  <a:pt x="1685037" y="54705"/>
                  <a:pt x="1686882" y="58942"/>
                </a:cubicBezTo>
                <a:cubicBezTo>
                  <a:pt x="1688727" y="63179"/>
                  <a:pt x="1689650" y="68168"/>
                  <a:pt x="1689650" y="73909"/>
                </a:cubicBezTo>
                <a:lnTo>
                  <a:pt x="1689650" y="144844"/>
                </a:lnTo>
                <a:lnTo>
                  <a:pt x="1673658" y="144844"/>
                </a:lnTo>
                <a:moveTo>
                  <a:pt x="1671711" y="97998"/>
                </a:moveTo>
                <a:lnTo>
                  <a:pt x="1649056" y="97998"/>
                </a:lnTo>
                <a:cubicBezTo>
                  <a:pt x="1644614" y="97998"/>
                  <a:pt x="1640787" y="98442"/>
                  <a:pt x="1637575" y="99331"/>
                </a:cubicBezTo>
                <a:cubicBezTo>
                  <a:pt x="1634363" y="100219"/>
                  <a:pt x="1631732" y="101483"/>
                  <a:pt x="1629682" y="103123"/>
                </a:cubicBezTo>
                <a:cubicBezTo>
                  <a:pt x="1627632" y="104764"/>
                  <a:pt x="1626112" y="106728"/>
                  <a:pt x="1625121" y="109018"/>
                </a:cubicBezTo>
                <a:cubicBezTo>
                  <a:pt x="1624130" y="111307"/>
                  <a:pt x="1623634" y="113887"/>
                  <a:pt x="1623634" y="116757"/>
                </a:cubicBezTo>
                <a:cubicBezTo>
                  <a:pt x="1623634" y="118739"/>
                  <a:pt x="1623942" y="120635"/>
                  <a:pt x="1624557" y="122446"/>
                </a:cubicBezTo>
                <a:cubicBezTo>
                  <a:pt x="1625172" y="124257"/>
                  <a:pt x="1626163" y="125863"/>
                  <a:pt x="1627530" y="127264"/>
                </a:cubicBezTo>
                <a:cubicBezTo>
                  <a:pt x="1628896" y="128665"/>
                  <a:pt x="1630673" y="129776"/>
                  <a:pt x="1632860" y="130596"/>
                </a:cubicBezTo>
                <a:cubicBezTo>
                  <a:pt x="1635047" y="131416"/>
                  <a:pt x="1637712" y="131826"/>
                  <a:pt x="1640856" y="131826"/>
                </a:cubicBezTo>
                <a:cubicBezTo>
                  <a:pt x="1644956" y="131826"/>
                  <a:pt x="1649654" y="130579"/>
                  <a:pt x="1654951" y="128084"/>
                </a:cubicBezTo>
                <a:cubicBezTo>
                  <a:pt x="1660247" y="125590"/>
                  <a:pt x="1665834" y="121643"/>
                  <a:pt x="1671711" y="116244"/>
                </a:cubicBezTo>
                <a:lnTo>
                  <a:pt x="1671711" y="97998"/>
                </a:lnTo>
                <a:close/>
                <a:moveTo>
                  <a:pt x="1757413" y="14659"/>
                </a:moveTo>
                <a:lnTo>
                  <a:pt x="1726968" y="14659"/>
                </a:lnTo>
                <a:lnTo>
                  <a:pt x="1726968" y="0"/>
                </a:lnTo>
                <a:lnTo>
                  <a:pt x="1775454" y="0"/>
                </a:lnTo>
                <a:lnTo>
                  <a:pt x="1775454" y="129981"/>
                </a:lnTo>
                <a:lnTo>
                  <a:pt x="1806104" y="129981"/>
                </a:lnTo>
                <a:lnTo>
                  <a:pt x="1806104" y="144844"/>
                </a:lnTo>
                <a:lnTo>
                  <a:pt x="1723585" y="144844"/>
                </a:lnTo>
                <a:lnTo>
                  <a:pt x="1723585" y="129981"/>
                </a:lnTo>
                <a:lnTo>
                  <a:pt x="1757413" y="129981"/>
                </a:lnTo>
                <a:lnTo>
                  <a:pt x="1757413" y="146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&lt;if_stmt&gt;">
            <a:extLst xmlns:a="http://schemas.openxmlformats.org/drawingml/2006/main">
              <a:ext uri="{FF2B5EF4-FFF2-40B4-BE49-F238E27FC236}">
                <a16:creationId xmlns:a16="http://schemas.microsoft.com/office/drawing/2014/main" id="{54949945-139A-43C1-931A-5F4260A6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54" y="4679231"/>
            <a:ext cx="1005812" cy="188103"/>
          </a:xfrm>
          <a:custGeom xmlns:a="http://schemas.openxmlformats.org/drawingml/2006/main">
            <a:pathLst>
              <a:path w="1005812" h="188103">
                <a:moveTo>
                  <a:pt x="80059" y="136439"/>
                </a:moveTo>
                <a:lnTo>
                  <a:pt x="68886" y="147715"/>
                </a:lnTo>
                <a:lnTo>
                  <a:pt x="0" y="90207"/>
                </a:lnTo>
                <a:lnTo>
                  <a:pt x="68886" y="32700"/>
                </a:lnTo>
                <a:lnTo>
                  <a:pt x="80059" y="44079"/>
                </a:lnTo>
                <a:lnTo>
                  <a:pt x="24192" y="90002"/>
                </a:lnTo>
                <a:lnTo>
                  <a:pt x="80059" y="136439"/>
                </a:lnTo>
                <a:close/>
                <a:moveTo>
                  <a:pt x="152225" y="57917"/>
                </a:moveTo>
                <a:lnTo>
                  <a:pt x="121780" y="57917"/>
                </a:lnTo>
                <a:lnTo>
                  <a:pt x="121780" y="43156"/>
                </a:lnTo>
                <a:lnTo>
                  <a:pt x="170267" y="43156"/>
                </a:lnTo>
                <a:lnTo>
                  <a:pt x="170267" y="131211"/>
                </a:lnTo>
                <a:lnTo>
                  <a:pt x="200916" y="131211"/>
                </a:lnTo>
                <a:lnTo>
                  <a:pt x="200916" y="146074"/>
                </a:lnTo>
                <a:lnTo>
                  <a:pt x="118397" y="146074"/>
                </a:lnTo>
                <a:lnTo>
                  <a:pt x="118397" y="131211"/>
                </a:lnTo>
                <a:lnTo>
                  <a:pt x="152225" y="131211"/>
                </a:lnTo>
                <a:lnTo>
                  <a:pt x="152225" y="57917"/>
                </a:lnTo>
                <a:moveTo>
                  <a:pt x="158478" y="0"/>
                </a:moveTo>
                <a:cubicBezTo>
                  <a:pt x="160460" y="0"/>
                  <a:pt x="162305" y="359"/>
                  <a:pt x="164013" y="1076"/>
                </a:cubicBezTo>
                <a:cubicBezTo>
                  <a:pt x="165722" y="1794"/>
                  <a:pt x="167208" y="2802"/>
                  <a:pt x="168473" y="4100"/>
                </a:cubicBezTo>
                <a:cubicBezTo>
                  <a:pt x="169737" y="5399"/>
                  <a:pt x="170728" y="6885"/>
                  <a:pt x="171445" y="8559"/>
                </a:cubicBezTo>
                <a:cubicBezTo>
                  <a:pt x="172163" y="10234"/>
                  <a:pt x="172522" y="12062"/>
                  <a:pt x="172522" y="14044"/>
                </a:cubicBezTo>
                <a:cubicBezTo>
                  <a:pt x="172522" y="15957"/>
                  <a:pt x="172163" y="17768"/>
                  <a:pt x="171445" y="19477"/>
                </a:cubicBezTo>
                <a:cubicBezTo>
                  <a:pt x="170728" y="21185"/>
                  <a:pt x="169737" y="22689"/>
                  <a:pt x="168473" y="23987"/>
                </a:cubicBezTo>
                <a:cubicBezTo>
                  <a:pt x="167208" y="25285"/>
                  <a:pt x="165722" y="26293"/>
                  <a:pt x="164013" y="27011"/>
                </a:cubicBezTo>
                <a:cubicBezTo>
                  <a:pt x="162305" y="27729"/>
                  <a:pt x="160460" y="28087"/>
                  <a:pt x="158478" y="28087"/>
                </a:cubicBezTo>
                <a:cubicBezTo>
                  <a:pt x="156496" y="28087"/>
                  <a:pt x="154651" y="27729"/>
                  <a:pt x="152943" y="27011"/>
                </a:cubicBezTo>
                <a:cubicBezTo>
                  <a:pt x="151234" y="26293"/>
                  <a:pt x="149748" y="25285"/>
                  <a:pt x="148483" y="23987"/>
                </a:cubicBezTo>
                <a:cubicBezTo>
                  <a:pt x="147219" y="22689"/>
                  <a:pt x="146228" y="21185"/>
                  <a:pt x="145511" y="19477"/>
                </a:cubicBezTo>
                <a:cubicBezTo>
                  <a:pt x="144793" y="17768"/>
                  <a:pt x="144434" y="15957"/>
                  <a:pt x="144434" y="14044"/>
                </a:cubicBezTo>
                <a:cubicBezTo>
                  <a:pt x="144434" y="12062"/>
                  <a:pt x="144793" y="10234"/>
                  <a:pt x="145511" y="8559"/>
                </a:cubicBezTo>
                <a:cubicBezTo>
                  <a:pt x="146228" y="6885"/>
                  <a:pt x="147219" y="5399"/>
                  <a:pt x="148483" y="4100"/>
                </a:cubicBezTo>
                <a:cubicBezTo>
                  <a:pt x="149748" y="2802"/>
                  <a:pt x="151234" y="1794"/>
                  <a:pt x="152943" y="1076"/>
                </a:cubicBezTo>
                <a:cubicBezTo>
                  <a:pt x="154651" y="359"/>
                  <a:pt x="156496" y="0"/>
                  <a:pt x="158478" y="0"/>
                </a:cubicBezTo>
                <a:close/>
                <a:moveTo>
                  <a:pt x="323317" y="17836"/>
                </a:moveTo>
                <a:cubicBezTo>
                  <a:pt x="313954" y="15855"/>
                  <a:pt x="305890" y="14864"/>
                  <a:pt x="299125" y="14864"/>
                </a:cubicBezTo>
                <a:cubicBezTo>
                  <a:pt x="283065" y="14864"/>
                  <a:pt x="275035" y="23269"/>
                  <a:pt x="275035" y="40081"/>
                </a:cubicBezTo>
                <a:lnTo>
                  <a:pt x="275035" y="58122"/>
                </a:lnTo>
                <a:lnTo>
                  <a:pt x="320139" y="58122"/>
                </a:lnTo>
                <a:lnTo>
                  <a:pt x="320139" y="72986"/>
                </a:lnTo>
                <a:lnTo>
                  <a:pt x="275035" y="72986"/>
                </a:lnTo>
                <a:lnTo>
                  <a:pt x="275035" y="146074"/>
                </a:lnTo>
                <a:lnTo>
                  <a:pt x="256891" y="146074"/>
                </a:lnTo>
                <a:lnTo>
                  <a:pt x="256891" y="72986"/>
                </a:lnTo>
                <a:lnTo>
                  <a:pt x="223781" y="72986"/>
                </a:lnTo>
                <a:lnTo>
                  <a:pt x="223781" y="58122"/>
                </a:lnTo>
                <a:lnTo>
                  <a:pt x="256891" y="58122"/>
                </a:lnTo>
                <a:lnTo>
                  <a:pt x="256891" y="41106"/>
                </a:lnTo>
                <a:cubicBezTo>
                  <a:pt x="256891" y="13702"/>
                  <a:pt x="271174" y="0"/>
                  <a:pt x="299740" y="0"/>
                </a:cubicBezTo>
                <a:cubicBezTo>
                  <a:pt x="306847" y="0"/>
                  <a:pt x="314706" y="820"/>
                  <a:pt x="323317" y="2460"/>
                </a:cubicBezTo>
                <a:lnTo>
                  <a:pt x="323317" y="17836"/>
                </a:lnTo>
                <a:moveTo>
                  <a:pt x="215580" y="43156"/>
                </a:moveTo>
                <a:lnTo>
                  <a:pt x="215580" y="43156"/>
                </a:lnTo>
                <a:close/>
                <a:moveTo>
                  <a:pt x="445819" y="188103"/>
                </a:moveTo>
                <a:lnTo>
                  <a:pt x="330395" y="188103"/>
                </a:lnTo>
                <a:lnTo>
                  <a:pt x="330395" y="173342"/>
                </a:lnTo>
                <a:lnTo>
                  <a:pt x="445819" y="173342"/>
                </a:lnTo>
                <a:lnTo>
                  <a:pt x="445819" y="188103"/>
                </a:lnTo>
                <a:close/>
                <a:moveTo>
                  <a:pt x="543105" y="117987"/>
                </a:moveTo>
                <a:cubicBezTo>
                  <a:pt x="543105" y="121609"/>
                  <a:pt x="542490" y="124855"/>
                  <a:pt x="541260" y="127725"/>
                </a:cubicBezTo>
                <a:cubicBezTo>
                  <a:pt x="540030" y="130596"/>
                  <a:pt x="538355" y="133141"/>
                  <a:pt x="536237" y="135362"/>
                </a:cubicBezTo>
                <a:cubicBezTo>
                  <a:pt x="534118" y="137583"/>
                  <a:pt x="531658" y="139480"/>
                  <a:pt x="528856" y="141051"/>
                </a:cubicBezTo>
                <a:cubicBezTo>
                  <a:pt x="526054" y="142623"/>
                  <a:pt x="523065" y="143922"/>
                  <a:pt x="519887" y="144947"/>
                </a:cubicBezTo>
                <a:cubicBezTo>
                  <a:pt x="516709" y="145972"/>
                  <a:pt x="513446" y="146724"/>
                  <a:pt x="510097" y="147202"/>
                </a:cubicBezTo>
                <a:cubicBezTo>
                  <a:pt x="506749" y="147680"/>
                  <a:pt x="503468" y="147920"/>
                  <a:pt x="500257" y="147920"/>
                </a:cubicBezTo>
                <a:cubicBezTo>
                  <a:pt x="493286" y="147920"/>
                  <a:pt x="486879" y="147612"/>
                  <a:pt x="481036" y="146997"/>
                </a:cubicBezTo>
                <a:cubicBezTo>
                  <a:pt x="475193" y="146382"/>
                  <a:pt x="469470" y="145391"/>
                  <a:pt x="463866" y="144024"/>
                </a:cubicBezTo>
                <a:lnTo>
                  <a:pt x="463866" y="127623"/>
                </a:lnTo>
                <a:cubicBezTo>
                  <a:pt x="469880" y="129331"/>
                  <a:pt x="475860" y="130630"/>
                  <a:pt x="481805" y="131518"/>
                </a:cubicBezTo>
                <a:cubicBezTo>
                  <a:pt x="487751" y="132407"/>
                  <a:pt x="493662" y="132851"/>
                  <a:pt x="499539" y="132851"/>
                </a:cubicBezTo>
                <a:cubicBezTo>
                  <a:pt x="508081" y="132851"/>
                  <a:pt x="514403" y="131689"/>
                  <a:pt x="518503" y="129366"/>
                </a:cubicBezTo>
                <a:cubicBezTo>
                  <a:pt x="522603" y="127042"/>
                  <a:pt x="524654" y="123728"/>
                  <a:pt x="524654" y="119422"/>
                </a:cubicBezTo>
                <a:cubicBezTo>
                  <a:pt x="524654" y="117577"/>
                  <a:pt x="524329" y="115920"/>
                  <a:pt x="523680" y="114451"/>
                </a:cubicBezTo>
                <a:cubicBezTo>
                  <a:pt x="523031" y="112981"/>
                  <a:pt x="521852" y="111580"/>
                  <a:pt x="520143" y="110248"/>
                </a:cubicBezTo>
                <a:cubicBezTo>
                  <a:pt x="518435" y="108915"/>
                  <a:pt x="515787" y="107531"/>
                  <a:pt x="512199" y="106096"/>
                </a:cubicBezTo>
                <a:cubicBezTo>
                  <a:pt x="508611" y="104661"/>
                  <a:pt x="503708" y="103021"/>
                  <a:pt x="497489" y="101176"/>
                </a:cubicBezTo>
                <a:cubicBezTo>
                  <a:pt x="492842" y="99809"/>
                  <a:pt x="488554" y="98254"/>
                  <a:pt x="484624" y="96512"/>
                </a:cubicBezTo>
                <a:cubicBezTo>
                  <a:pt x="480695" y="94769"/>
                  <a:pt x="477295" y="92702"/>
                  <a:pt x="474424" y="90310"/>
                </a:cubicBezTo>
                <a:cubicBezTo>
                  <a:pt x="471554" y="87918"/>
                  <a:pt x="469299" y="85116"/>
                  <a:pt x="467659" y="81904"/>
                </a:cubicBezTo>
                <a:cubicBezTo>
                  <a:pt x="466019" y="78692"/>
                  <a:pt x="465199" y="74899"/>
                  <a:pt x="465199" y="70526"/>
                </a:cubicBezTo>
                <a:cubicBezTo>
                  <a:pt x="465199" y="67656"/>
                  <a:pt x="465865" y="64512"/>
                  <a:pt x="467198" y="61095"/>
                </a:cubicBezTo>
                <a:cubicBezTo>
                  <a:pt x="468530" y="57678"/>
                  <a:pt x="470803" y="54500"/>
                  <a:pt x="474014" y="51562"/>
                </a:cubicBezTo>
                <a:cubicBezTo>
                  <a:pt x="477226" y="48623"/>
                  <a:pt x="481566" y="46180"/>
                  <a:pt x="487033" y="44232"/>
                </a:cubicBezTo>
                <a:cubicBezTo>
                  <a:pt x="492500" y="42285"/>
                  <a:pt x="499334" y="41311"/>
                  <a:pt x="507535" y="41311"/>
                </a:cubicBezTo>
                <a:cubicBezTo>
                  <a:pt x="511567" y="41311"/>
                  <a:pt x="516043" y="41533"/>
                  <a:pt x="520963" y="41977"/>
                </a:cubicBezTo>
                <a:cubicBezTo>
                  <a:pt x="525884" y="42421"/>
                  <a:pt x="531009" y="43190"/>
                  <a:pt x="536339" y="44284"/>
                </a:cubicBezTo>
                <a:lnTo>
                  <a:pt x="536339" y="60172"/>
                </a:lnTo>
                <a:cubicBezTo>
                  <a:pt x="530736" y="58806"/>
                  <a:pt x="525422" y="57798"/>
                  <a:pt x="520399" y="57148"/>
                </a:cubicBezTo>
                <a:cubicBezTo>
                  <a:pt x="515377" y="56499"/>
                  <a:pt x="511020" y="56175"/>
                  <a:pt x="507330" y="56175"/>
                </a:cubicBezTo>
                <a:cubicBezTo>
                  <a:pt x="502888" y="56175"/>
                  <a:pt x="499146" y="56516"/>
                  <a:pt x="496105" y="57200"/>
                </a:cubicBezTo>
                <a:cubicBezTo>
                  <a:pt x="493064" y="57883"/>
                  <a:pt x="490604" y="58823"/>
                  <a:pt x="488724" y="60019"/>
                </a:cubicBezTo>
                <a:cubicBezTo>
                  <a:pt x="486845" y="61215"/>
                  <a:pt x="485495" y="62616"/>
                  <a:pt x="484675" y="64221"/>
                </a:cubicBezTo>
                <a:cubicBezTo>
                  <a:pt x="483855" y="65827"/>
                  <a:pt x="483445" y="67553"/>
                  <a:pt x="483445" y="69398"/>
                </a:cubicBezTo>
                <a:cubicBezTo>
                  <a:pt x="483445" y="71243"/>
                  <a:pt x="483804" y="72918"/>
                  <a:pt x="484522" y="74421"/>
                </a:cubicBezTo>
                <a:cubicBezTo>
                  <a:pt x="485239" y="75925"/>
                  <a:pt x="486572" y="77377"/>
                  <a:pt x="488519" y="78778"/>
                </a:cubicBezTo>
                <a:cubicBezTo>
                  <a:pt x="490467" y="80179"/>
                  <a:pt x="493183" y="81580"/>
                  <a:pt x="496669" y="82981"/>
                </a:cubicBezTo>
                <a:cubicBezTo>
                  <a:pt x="500154" y="84381"/>
                  <a:pt x="504699" y="85902"/>
                  <a:pt x="510302" y="87542"/>
                </a:cubicBezTo>
                <a:cubicBezTo>
                  <a:pt x="516385" y="89319"/>
                  <a:pt x="521510" y="91181"/>
                  <a:pt x="525679" y="93129"/>
                </a:cubicBezTo>
                <a:cubicBezTo>
                  <a:pt x="529847" y="95076"/>
                  <a:pt x="533230" y="97246"/>
                  <a:pt x="535827" y="99638"/>
                </a:cubicBezTo>
                <a:cubicBezTo>
                  <a:pt x="538424" y="102030"/>
                  <a:pt x="540286" y="104729"/>
                  <a:pt x="541414" y="107736"/>
                </a:cubicBezTo>
                <a:cubicBezTo>
                  <a:pt x="542541" y="110743"/>
                  <a:pt x="543105" y="114160"/>
                  <a:pt x="543105" y="117987"/>
                </a:cubicBezTo>
                <a:close/>
                <a:moveTo>
                  <a:pt x="659355" y="144639"/>
                </a:moveTo>
                <a:cubicBezTo>
                  <a:pt x="655323" y="145664"/>
                  <a:pt x="651154" y="146399"/>
                  <a:pt x="646849" y="146843"/>
                </a:cubicBezTo>
                <a:cubicBezTo>
                  <a:pt x="642543" y="147287"/>
                  <a:pt x="638170" y="147509"/>
                  <a:pt x="633728" y="147509"/>
                </a:cubicBezTo>
                <a:cubicBezTo>
                  <a:pt x="620812" y="147509"/>
                  <a:pt x="611176" y="144588"/>
                  <a:pt x="604820" y="138745"/>
                </a:cubicBezTo>
                <a:cubicBezTo>
                  <a:pt x="598465" y="132902"/>
                  <a:pt x="595287" y="123933"/>
                  <a:pt x="595287" y="111837"/>
                </a:cubicBezTo>
                <a:lnTo>
                  <a:pt x="595287" y="58122"/>
                </a:lnTo>
                <a:lnTo>
                  <a:pt x="566482" y="58122"/>
                </a:lnTo>
                <a:lnTo>
                  <a:pt x="566482" y="43156"/>
                </a:lnTo>
                <a:lnTo>
                  <a:pt x="595287" y="43156"/>
                </a:lnTo>
                <a:lnTo>
                  <a:pt x="595287" y="14864"/>
                </a:lnTo>
                <a:lnTo>
                  <a:pt x="613124" y="10251"/>
                </a:lnTo>
                <a:lnTo>
                  <a:pt x="613124" y="43156"/>
                </a:lnTo>
                <a:lnTo>
                  <a:pt x="659355" y="43156"/>
                </a:lnTo>
                <a:lnTo>
                  <a:pt x="659355" y="58122"/>
                </a:lnTo>
                <a:lnTo>
                  <a:pt x="613124" y="58122"/>
                </a:lnTo>
                <a:lnTo>
                  <a:pt x="613124" y="110401"/>
                </a:lnTo>
                <a:cubicBezTo>
                  <a:pt x="613124" y="117782"/>
                  <a:pt x="615088" y="123300"/>
                  <a:pt x="619018" y="126957"/>
                </a:cubicBezTo>
                <a:cubicBezTo>
                  <a:pt x="622947" y="130613"/>
                  <a:pt x="628739" y="132441"/>
                  <a:pt x="636393" y="132441"/>
                </a:cubicBezTo>
                <a:cubicBezTo>
                  <a:pt x="639673" y="132441"/>
                  <a:pt x="643261" y="132185"/>
                  <a:pt x="647156" y="131672"/>
                </a:cubicBezTo>
                <a:cubicBezTo>
                  <a:pt x="651052" y="131159"/>
                  <a:pt x="655118" y="130356"/>
                  <a:pt x="659355" y="129263"/>
                </a:cubicBezTo>
                <a:lnTo>
                  <a:pt x="659355" y="144639"/>
                </a:lnTo>
                <a:close/>
                <a:moveTo>
                  <a:pt x="764636" y="146074"/>
                </a:moveTo>
                <a:lnTo>
                  <a:pt x="764636" y="72166"/>
                </a:lnTo>
                <a:cubicBezTo>
                  <a:pt x="764636" y="68954"/>
                  <a:pt x="764516" y="66323"/>
                  <a:pt x="764277" y="64273"/>
                </a:cubicBezTo>
                <a:cubicBezTo>
                  <a:pt x="764038" y="62223"/>
                  <a:pt x="763662" y="60600"/>
                  <a:pt x="763150" y="59404"/>
                </a:cubicBezTo>
                <a:cubicBezTo>
                  <a:pt x="762637" y="58208"/>
                  <a:pt x="761988" y="57371"/>
                  <a:pt x="761202" y="56892"/>
                </a:cubicBezTo>
                <a:cubicBezTo>
                  <a:pt x="760416" y="56414"/>
                  <a:pt x="759442" y="56175"/>
                  <a:pt x="758280" y="56175"/>
                </a:cubicBezTo>
                <a:cubicBezTo>
                  <a:pt x="756914" y="56175"/>
                  <a:pt x="755649" y="56585"/>
                  <a:pt x="754488" y="57405"/>
                </a:cubicBezTo>
                <a:cubicBezTo>
                  <a:pt x="753326" y="58225"/>
                  <a:pt x="752079" y="59557"/>
                  <a:pt x="750746" y="61402"/>
                </a:cubicBezTo>
                <a:cubicBezTo>
                  <a:pt x="749413" y="63248"/>
                  <a:pt x="747944" y="65691"/>
                  <a:pt x="746338" y="68732"/>
                </a:cubicBezTo>
                <a:cubicBezTo>
                  <a:pt x="744732" y="71773"/>
                  <a:pt x="742836" y="75514"/>
                  <a:pt x="740649" y="79957"/>
                </a:cubicBezTo>
                <a:lnTo>
                  <a:pt x="740649" y="146074"/>
                </a:lnTo>
                <a:lnTo>
                  <a:pt x="724350" y="146074"/>
                </a:lnTo>
                <a:lnTo>
                  <a:pt x="724350" y="74114"/>
                </a:lnTo>
                <a:cubicBezTo>
                  <a:pt x="724350" y="70355"/>
                  <a:pt x="724231" y="67314"/>
                  <a:pt x="723991" y="64990"/>
                </a:cubicBezTo>
                <a:cubicBezTo>
                  <a:pt x="723752" y="62667"/>
                  <a:pt x="723376" y="60856"/>
                  <a:pt x="722864" y="59557"/>
                </a:cubicBezTo>
                <a:cubicBezTo>
                  <a:pt x="722351" y="58259"/>
                  <a:pt x="721685" y="57371"/>
                  <a:pt x="720865" y="56892"/>
                </a:cubicBezTo>
                <a:cubicBezTo>
                  <a:pt x="720045" y="56414"/>
                  <a:pt x="719054" y="56175"/>
                  <a:pt x="717892" y="56175"/>
                </a:cubicBezTo>
                <a:cubicBezTo>
                  <a:pt x="716662" y="56175"/>
                  <a:pt x="715500" y="56516"/>
                  <a:pt x="714407" y="57200"/>
                </a:cubicBezTo>
                <a:cubicBezTo>
                  <a:pt x="713313" y="57883"/>
                  <a:pt x="712100" y="59113"/>
                  <a:pt x="710768" y="60890"/>
                </a:cubicBezTo>
                <a:cubicBezTo>
                  <a:pt x="709435" y="62667"/>
                  <a:pt x="707949" y="65093"/>
                  <a:pt x="706309" y="68168"/>
                </a:cubicBezTo>
                <a:cubicBezTo>
                  <a:pt x="704669" y="71243"/>
                  <a:pt x="702721" y="75173"/>
                  <a:pt x="700466" y="79957"/>
                </a:cubicBezTo>
                <a:lnTo>
                  <a:pt x="700466" y="146074"/>
                </a:lnTo>
                <a:lnTo>
                  <a:pt x="684064" y="146074"/>
                </a:lnTo>
                <a:lnTo>
                  <a:pt x="684064" y="43156"/>
                </a:lnTo>
                <a:lnTo>
                  <a:pt x="697698" y="43156"/>
                </a:lnTo>
                <a:lnTo>
                  <a:pt x="698518" y="62735"/>
                </a:lnTo>
                <a:cubicBezTo>
                  <a:pt x="700295" y="58840"/>
                  <a:pt x="702020" y="55525"/>
                  <a:pt x="703695" y="52792"/>
                </a:cubicBezTo>
                <a:cubicBezTo>
                  <a:pt x="705369" y="50058"/>
                  <a:pt x="707095" y="47854"/>
                  <a:pt x="708871" y="46180"/>
                </a:cubicBezTo>
                <a:cubicBezTo>
                  <a:pt x="710648" y="44506"/>
                  <a:pt x="712545" y="43276"/>
                  <a:pt x="714561" y="42490"/>
                </a:cubicBezTo>
                <a:cubicBezTo>
                  <a:pt x="716577" y="41704"/>
                  <a:pt x="718815" y="41311"/>
                  <a:pt x="721275" y="41311"/>
                </a:cubicBezTo>
                <a:cubicBezTo>
                  <a:pt x="726810" y="41311"/>
                  <a:pt x="731013" y="43122"/>
                  <a:pt x="733883" y="46744"/>
                </a:cubicBezTo>
                <a:cubicBezTo>
                  <a:pt x="736754" y="50366"/>
                  <a:pt x="738189" y="55970"/>
                  <a:pt x="738189" y="63555"/>
                </a:cubicBezTo>
                <a:cubicBezTo>
                  <a:pt x="739829" y="60002"/>
                  <a:pt x="741435" y="56841"/>
                  <a:pt x="743007" y="54073"/>
                </a:cubicBezTo>
                <a:cubicBezTo>
                  <a:pt x="744579" y="51305"/>
                  <a:pt x="746270" y="48982"/>
                  <a:pt x="748081" y="47103"/>
                </a:cubicBezTo>
                <a:cubicBezTo>
                  <a:pt x="749892" y="45223"/>
                  <a:pt x="751891" y="43788"/>
                  <a:pt x="754078" y="42797"/>
                </a:cubicBezTo>
                <a:cubicBezTo>
                  <a:pt x="756264" y="41806"/>
                  <a:pt x="758793" y="41311"/>
                  <a:pt x="761663" y="41311"/>
                </a:cubicBezTo>
                <a:cubicBezTo>
                  <a:pt x="774579" y="41311"/>
                  <a:pt x="781037" y="51254"/>
                  <a:pt x="781037" y="71141"/>
                </a:cubicBezTo>
                <a:lnTo>
                  <a:pt x="781037" y="146074"/>
                </a:lnTo>
                <a:lnTo>
                  <a:pt x="764636" y="146074"/>
                </a:lnTo>
                <a:close/>
                <a:moveTo>
                  <a:pt x="888984" y="144639"/>
                </a:moveTo>
                <a:cubicBezTo>
                  <a:pt x="884952" y="145664"/>
                  <a:pt x="880783" y="146399"/>
                  <a:pt x="876478" y="146843"/>
                </a:cubicBezTo>
                <a:cubicBezTo>
                  <a:pt x="872173" y="147287"/>
                  <a:pt x="867799" y="147509"/>
                  <a:pt x="863357" y="147509"/>
                </a:cubicBezTo>
                <a:cubicBezTo>
                  <a:pt x="850441" y="147509"/>
                  <a:pt x="840805" y="144588"/>
                  <a:pt x="834449" y="138745"/>
                </a:cubicBezTo>
                <a:cubicBezTo>
                  <a:pt x="828094" y="132902"/>
                  <a:pt x="824916" y="123933"/>
                  <a:pt x="824916" y="111837"/>
                </a:cubicBezTo>
                <a:lnTo>
                  <a:pt x="824916" y="58122"/>
                </a:lnTo>
                <a:lnTo>
                  <a:pt x="796111" y="58122"/>
                </a:lnTo>
                <a:lnTo>
                  <a:pt x="796111" y="43156"/>
                </a:lnTo>
                <a:lnTo>
                  <a:pt x="824916" y="43156"/>
                </a:lnTo>
                <a:lnTo>
                  <a:pt x="824916" y="14864"/>
                </a:lnTo>
                <a:lnTo>
                  <a:pt x="842753" y="10251"/>
                </a:lnTo>
                <a:lnTo>
                  <a:pt x="842753" y="43156"/>
                </a:lnTo>
                <a:lnTo>
                  <a:pt x="888984" y="43156"/>
                </a:lnTo>
                <a:lnTo>
                  <a:pt x="888984" y="58122"/>
                </a:lnTo>
                <a:lnTo>
                  <a:pt x="842753" y="58122"/>
                </a:lnTo>
                <a:lnTo>
                  <a:pt x="842753" y="110401"/>
                </a:lnTo>
                <a:cubicBezTo>
                  <a:pt x="842753" y="117782"/>
                  <a:pt x="844717" y="123300"/>
                  <a:pt x="848647" y="126957"/>
                </a:cubicBezTo>
                <a:cubicBezTo>
                  <a:pt x="852576" y="130613"/>
                  <a:pt x="858368" y="132441"/>
                  <a:pt x="866022" y="132441"/>
                </a:cubicBezTo>
                <a:cubicBezTo>
                  <a:pt x="869302" y="132441"/>
                  <a:pt x="872890" y="132185"/>
                  <a:pt x="876785" y="131672"/>
                </a:cubicBezTo>
                <a:cubicBezTo>
                  <a:pt x="880681" y="131159"/>
                  <a:pt x="884747" y="130356"/>
                  <a:pt x="888984" y="129263"/>
                </a:cubicBezTo>
                <a:lnTo>
                  <a:pt x="888984" y="144639"/>
                </a:lnTo>
                <a:close/>
                <a:moveTo>
                  <a:pt x="925855" y="44079"/>
                </a:moveTo>
                <a:lnTo>
                  <a:pt x="936926" y="32700"/>
                </a:lnTo>
                <a:lnTo>
                  <a:pt x="1005812" y="90207"/>
                </a:lnTo>
                <a:lnTo>
                  <a:pt x="936926" y="147715"/>
                </a:lnTo>
                <a:lnTo>
                  <a:pt x="925855" y="136439"/>
                </a:lnTo>
                <a:lnTo>
                  <a:pt x="981722" y="90412"/>
                </a:lnTo>
                <a:lnTo>
                  <a:pt x="925855" y="44079"/>
                </a:lnTo>
                <a:close/>
              </a:path>
            </a:pathLst>
          </a:custGeom>
          <a:solidFill xmlns:a="http://schemas.openxmlformats.org/drawingml/2006/main">
            <a:srgbClr val="D130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Text compl">
            <a:extLst xmlns:a="http://schemas.openxmlformats.org/drawingml/2006/main">
              <a:ext uri="{FF2B5EF4-FFF2-40B4-BE49-F238E27FC236}">
                <a16:creationId xmlns:a16="http://schemas.microsoft.com/office/drawing/2014/main" id="{42421DA9-F5AF-4157-AE49-C837190A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891" y="4680461"/>
            <a:ext cx="543197" cy="186873"/>
          </a:xfrm>
          <a:custGeom xmlns:a="http://schemas.openxmlformats.org/drawingml/2006/main">
            <a:pathLst>
              <a:path w="543197" h="186873">
                <a:moveTo>
                  <a:pt x="80162" y="141051"/>
                </a:moveTo>
                <a:cubicBezTo>
                  <a:pt x="75514" y="142828"/>
                  <a:pt x="70748" y="144144"/>
                  <a:pt x="65862" y="144998"/>
                </a:cubicBezTo>
                <a:cubicBezTo>
                  <a:pt x="60975" y="145852"/>
                  <a:pt x="55935" y="146279"/>
                  <a:pt x="50742" y="146279"/>
                </a:cubicBezTo>
                <a:cubicBezTo>
                  <a:pt x="34477" y="146279"/>
                  <a:pt x="21954" y="141872"/>
                  <a:pt x="13172" y="133056"/>
                </a:cubicBezTo>
                <a:cubicBezTo>
                  <a:pt x="4391" y="124240"/>
                  <a:pt x="0" y="111358"/>
                  <a:pt x="0" y="94410"/>
                </a:cubicBezTo>
                <a:cubicBezTo>
                  <a:pt x="0" y="86278"/>
                  <a:pt x="1264" y="78897"/>
                  <a:pt x="3793" y="72268"/>
                </a:cubicBezTo>
                <a:cubicBezTo>
                  <a:pt x="6321" y="65639"/>
                  <a:pt x="9875" y="59967"/>
                  <a:pt x="14454" y="55252"/>
                </a:cubicBezTo>
                <a:cubicBezTo>
                  <a:pt x="19032" y="50537"/>
                  <a:pt x="24499" y="46898"/>
                  <a:pt x="30855" y="44335"/>
                </a:cubicBezTo>
                <a:cubicBezTo>
                  <a:pt x="37211" y="41772"/>
                  <a:pt x="44215" y="40491"/>
                  <a:pt x="51869" y="40491"/>
                </a:cubicBezTo>
                <a:cubicBezTo>
                  <a:pt x="57200" y="40491"/>
                  <a:pt x="62188" y="40867"/>
                  <a:pt x="66835" y="41618"/>
                </a:cubicBezTo>
                <a:cubicBezTo>
                  <a:pt x="71482" y="42370"/>
                  <a:pt x="75925" y="43600"/>
                  <a:pt x="80162" y="45309"/>
                </a:cubicBezTo>
                <a:lnTo>
                  <a:pt x="80162" y="62325"/>
                </a:lnTo>
                <a:cubicBezTo>
                  <a:pt x="75719" y="60002"/>
                  <a:pt x="71192" y="58310"/>
                  <a:pt x="66579" y="57251"/>
                </a:cubicBezTo>
                <a:cubicBezTo>
                  <a:pt x="61966" y="56192"/>
                  <a:pt x="57200" y="55662"/>
                  <a:pt x="52279" y="55662"/>
                </a:cubicBezTo>
                <a:cubicBezTo>
                  <a:pt x="47701" y="55662"/>
                  <a:pt x="43378" y="56533"/>
                  <a:pt x="39312" y="58276"/>
                </a:cubicBezTo>
                <a:cubicBezTo>
                  <a:pt x="35246" y="60019"/>
                  <a:pt x="31675" y="62530"/>
                  <a:pt x="28600" y="65810"/>
                </a:cubicBezTo>
                <a:cubicBezTo>
                  <a:pt x="25525" y="69091"/>
                  <a:pt x="23099" y="73088"/>
                  <a:pt x="21322" y="77804"/>
                </a:cubicBezTo>
                <a:cubicBezTo>
                  <a:pt x="19545" y="82519"/>
                  <a:pt x="18657" y="87850"/>
                  <a:pt x="18657" y="93795"/>
                </a:cubicBezTo>
                <a:cubicBezTo>
                  <a:pt x="18657" y="106233"/>
                  <a:pt x="21681" y="115544"/>
                  <a:pt x="27729" y="121729"/>
                </a:cubicBezTo>
                <a:cubicBezTo>
                  <a:pt x="33776" y="127913"/>
                  <a:pt x="42165" y="131006"/>
                  <a:pt x="52894" y="131006"/>
                </a:cubicBezTo>
                <a:cubicBezTo>
                  <a:pt x="57746" y="131006"/>
                  <a:pt x="62445" y="130459"/>
                  <a:pt x="66989" y="129366"/>
                </a:cubicBezTo>
                <a:cubicBezTo>
                  <a:pt x="71534" y="128272"/>
                  <a:pt x="75925" y="126632"/>
                  <a:pt x="80162" y="124445"/>
                </a:cubicBezTo>
                <a:lnTo>
                  <a:pt x="80162" y="141051"/>
                </a:lnTo>
                <a:close/>
                <a:moveTo>
                  <a:pt x="204612" y="92565"/>
                </a:moveTo>
                <a:cubicBezTo>
                  <a:pt x="204612" y="100561"/>
                  <a:pt x="203484" y="107890"/>
                  <a:pt x="201229" y="114553"/>
                </a:cubicBezTo>
                <a:cubicBezTo>
                  <a:pt x="198974" y="121216"/>
                  <a:pt x="195728" y="126922"/>
                  <a:pt x="191491" y="131672"/>
                </a:cubicBezTo>
                <a:cubicBezTo>
                  <a:pt x="187254" y="136422"/>
                  <a:pt x="182094" y="140112"/>
                  <a:pt x="176012" y="142743"/>
                </a:cubicBezTo>
                <a:cubicBezTo>
                  <a:pt x="169930" y="145374"/>
                  <a:pt x="163028" y="146689"/>
                  <a:pt x="155305" y="146689"/>
                </a:cubicBezTo>
                <a:cubicBezTo>
                  <a:pt x="147925" y="146689"/>
                  <a:pt x="141313" y="145545"/>
                  <a:pt x="135470" y="143255"/>
                </a:cubicBezTo>
                <a:cubicBezTo>
                  <a:pt x="129627" y="140966"/>
                  <a:pt x="124673" y="137600"/>
                  <a:pt x="120606" y="133158"/>
                </a:cubicBezTo>
                <a:cubicBezTo>
                  <a:pt x="116540" y="128716"/>
                  <a:pt x="113431" y="123215"/>
                  <a:pt x="111278" y="116654"/>
                </a:cubicBezTo>
                <a:cubicBezTo>
                  <a:pt x="109125" y="110094"/>
                  <a:pt x="108049" y="102543"/>
                  <a:pt x="108049" y="94000"/>
                </a:cubicBezTo>
                <a:cubicBezTo>
                  <a:pt x="108049" y="86004"/>
                  <a:pt x="109177" y="78709"/>
                  <a:pt x="111432" y="72115"/>
                </a:cubicBezTo>
                <a:cubicBezTo>
                  <a:pt x="113687" y="65520"/>
                  <a:pt x="116933" y="59848"/>
                  <a:pt x="121170" y="55098"/>
                </a:cubicBezTo>
                <a:cubicBezTo>
                  <a:pt x="125407" y="50349"/>
                  <a:pt x="130567" y="46658"/>
                  <a:pt x="136649" y="44027"/>
                </a:cubicBezTo>
                <a:cubicBezTo>
                  <a:pt x="142731" y="41396"/>
                  <a:pt x="149633" y="40081"/>
                  <a:pt x="157356" y="40081"/>
                </a:cubicBezTo>
                <a:cubicBezTo>
                  <a:pt x="164736" y="40081"/>
                  <a:pt x="171348" y="41225"/>
                  <a:pt x="177191" y="43515"/>
                </a:cubicBezTo>
                <a:cubicBezTo>
                  <a:pt x="183034" y="45804"/>
                  <a:pt x="187989" y="49153"/>
                  <a:pt x="192055" y="53561"/>
                </a:cubicBezTo>
                <a:cubicBezTo>
                  <a:pt x="196121" y="57968"/>
                  <a:pt x="199230" y="63453"/>
                  <a:pt x="201383" y="70013"/>
                </a:cubicBezTo>
                <a:cubicBezTo>
                  <a:pt x="203536" y="76574"/>
                  <a:pt x="204612" y="84091"/>
                  <a:pt x="204612" y="92565"/>
                </a:cubicBezTo>
                <a:moveTo>
                  <a:pt x="186365" y="93385"/>
                </a:moveTo>
                <a:cubicBezTo>
                  <a:pt x="186365" y="87030"/>
                  <a:pt x="185665" y="81477"/>
                  <a:pt x="184264" y="76727"/>
                </a:cubicBezTo>
                <a:cubicBezTo>
                  <a:pt x="182863" y="71978"/>
                  <a:pt x="180864" y="68014"/>
                  <a:pt x="178267" y="64837"/>
                </a:cubicBezTo>
                <a:cubicBezTo>
                  <a:pt x="175670" y="61659"/>
                  <a:pt x="172510" y="59267"/>
                  <a:pt x="168785" y="57661"/>
                </a:cubicBezTo>
                <a:cubicBezTo>
                  <a:pt x="165061" y="56055"/>
                  <a:pt x="160909" y="55252"/>
                  <a:pt x="156331" y="55252"/>
                </a:cubicBezTo>
                <a:cubicBezTo>
                  <a:pt x="151000" y="55252"/>
                  <a:pt x="146438" y="56294"/>
                  <a:pt x="142646" y="58378"/>
                </a:cubicBezTo>
                <a:cubicBezTo>
                  <a:pt x="138853" y="60463"/>
                  <a:pt x="135743" y="63248"/>
                  <a:pt x="133317" y="66733"/>
                </a:cubicBezTo>
                <a:cubicBezTo>
                  <a:pt x="130891" y="70218"/>
                  <a:pt x="129115" y="74267"/>
                  <a:pt x="127987" y="78880"/>
                </a:cubicBezTo>
                <a:cubicBezTo>
                  <a:pt x="126859" y="83493"/>
                  <a:pt x="126296" y="88328"/>
                  <a:pt x="126296" y="93385"/>
                </a:cubicBezTo>
                <a:cubicBezTo>
                  <a:pt x="126296" y="99741"/>
                  <a:pt x="126996" y="105310"/>
                  <a:pt x="128397" y="110094"/>
                </a:cubicBezTo>
                <a:cubicBezTo>
                  <a:pt x="129798" y="114878"/>
                  <a:pt x="131797" y="118858"/>
                  <a:pt x="134394" y="122036"/>
                </a:cubicBezTo>
                <a:cubicBezTo>
                  <a:pt x="136991" y="125214"/>
                  <a:pt x="140134" y="127606"/>
                  <a:pt x="143824" y="129212"/>
                </a:cubicBezTo>
                <a:cubicBezTo>
                  <a:pt x="147515" y="130818"/>
                  <a:pt x="151683" y="131621"/>
                  <a:pt x="156331" y="131621"/>
                </a:cubicBezTo>
                <a:cubicBezTo>
                  <a:pt x="161661" y="131621"/>
                  <a:pt x="166223" y="130579"/>
                  <a:pt x="170015" y="128494"/>
                </a:cubicBezTo>
                <a:cubicBezTo>
                  <a:pt x="173808" y="126410"/>
                  <a:pt x="176918" y="123625"/>
                  <a:pt x="179344" y="120140"/>
                </a:cubicBezTo>
                <a:cubicBezTo>
                  <a:pt x="181770" y="116654"/>
                  <a:pt x="183546" y="112605"/>
                  <a:pt x="184674" y="107993"/>
                </a:cubicBezTo>
                <a:cubicBezTo>
                  <a:pt x="185802" y="103380"/>
                  <a:pt x="186365" y="98511"/>
                  <a:pt x="186365" y="93385"/>
                </a:cubicBezTo>
                <a:close/>
                <a:moveTo>
                  <a:pt x="303230" y="144844"/>
                </a:moveTo>
                <a:lnTo>
                  <a:pt x="303230" y="70936"/>
                </a:lnTo>
                <a:cubicBezTo>
                  <a:pt x="303230" y="67724"/>
                  <a:pt x="303111" y="65093"/>
                  <a:pt x="302871" y="63043"/>
                </a:cubicBezTo>
                <a:cubicBezTo>
                  <a:pt x="302632" y="60992"/>
                  <a:pt x="302256" y="59369"/>
                  <a:pt x="301744" y="58173"/>
                </a:cubicBezTo>
                <a:cubicBezTo>
                  <a:pt x="301231" y="56978"/>
                  <a:pt x="300582" y="56140"/>
                  <a:pt x="299796" y="55662"/>
                </a:cubicBezTo>
                <a:cubicBezTo>
                  <a:pt x="299010" y="55184"/>
                  <a:pt x="298036" y="54944"/>
                  <a:pt x="296875" y="54944"/>
                </a:cubicBezTo>
                <a:cubicBezTo>
                  <a:pt x="295508" y="54944"/>
                  <a:pt x="294244" y="55354"/>
                  <a:pt x="293082" y="56175"/>
                </a:cubicBezTo>
                <a:cubicBezTo>
                  <a:pt x="291920" y="56995"/>
                  <a:pt x="290673" y="58327"/>
                  <a:pt x="289340" y="60172"/>
                </a:cubicBezTo>
                <a:cubicBezTo>
                  <a:pt x="288008" y="62018"/>
                  <a:pt x="286538" y="64461"/>
                  <a:pt x="284933" y="67502"/>
                </a:cubicBezTo>
                <a:cubicBezTo>
                  <a:pt x="283327" y="70543"/>
                  <a:pt x="281430" y="74284"/>
                  <a:pt x="279243" y="78726"/>
                </a:cubicBezTo>
                <a:lnTo>
                  <a:pt x="279243" y="144844"/>
                </a:lnTo>
                <a:lnTo>
                  <a:pt x="262944" y="144844"/>
                </a:lnTo>
                <a:lnTo>
                  <a:pt x="262944" y="72883"/>
                </a:lnTo>
                <a:cubicBezTo>
                  <a:pt x="262944" y="69125"/>
                  <a:pt x="262825" y="66084"/>
                  <a:pt x="262586" y="63760"/>
                </a:cubicBezTo>
                <a:cubicBezTo>
                  <a:pt x="262347" y="61437"/>
                  <a:pt x="261971" y="59626"/>
                  <a:pt x="261458" y="58327"/>
                </a:cubicBezTo>
                <a:cubicBezTo>
                  <a:pt x="260946" y="57029"/>
                  <a:pt x="260279" y="56140"/>
                  <a:pt x="259459" y="55662"/>
                </a:cubicBezTo>
                <a:cubicBezTo>
                  <a:pt x="258639" y="55184"/>
                  <a:pt x="257648" y="54944"/>
                  <a:pt x="256486" y="54944"/>
                </a:cubicBezTo>
                <a:cubicBezTo>
                  <a:pt x="255256" y="54944"/>
                  <a:pt x="254095" y="55286"/>
                  <a:pt x="253001" y="55970"/>
                </a:cubicBezTo>
                <a:cubicBezTo>
                  <a:pt x="251908" y="56653"/>
                  <a:pt x="250695" y="57883"/>
                  <a:pt x="249362" y="59660"/>
                </a:cubicBezTo>
                <a:cubicBezTo>
                  <a:pt x="248030" y="61437"/>
                  <a:pt x="246543" y="63863"/>
                  <a:pt x="244903" y="66938"/>
                </a:cubicBezTo>
                <a:cubicBezTo>
                  <a:pt x="243263" y="70013"/>
                  <a:pt x="241315" y="73943"/>
                  <a:pt x="239060" y="78726"/>
                </a:cubicBezTo>
                <a:lnTo>
                  <a:pt x="239060" y="144844"/>
                </a:lnTo>
                <a:lnTo>
                  <a:pt x="222659" y="144844"/>
                </a:lnTo>
                <a:lnTo>
                  <a:pt x="222659" y="41926"/>
                </a:lnTo>
                <a:lnTo>
                  <a:pt x="236292" y="41926"/>
                </a:lnTo>
                <a:lnTo>
                  <a:pt x="237112" y="61505"/>
                </a:lnTo>
                <a:cubicBezTo>
                  <a:pt x="238889" y="57610"/>
                  <a:pt x="240615" y="54295"/>
                  <a:pt x="242289" y="51562"/>
                </a:cubicBezTo>
                <a:cubicBezTo>
                  <a:pt x="243963" y="48828"/>
                  <a:pt x="245689" y="46624"/>
                  <a:pt x="247466" y="44950"/>
                </a:cubicBezTo>
                <a:cubicBezTo>
                  <a:pt x="249243" y="43276"/>
                  <a:pt x="251139" y="42046"/>
                  <a:pt x="253155" y="41260"/>
                </a:cubicBezTo>
                <a:cubicBezTo>
                  <a:pt x="255171" y="40474"/>
                  <a:pt x="257409" y="40081"/>
                  <a:pt x="259869" y="40081"/>
                </a:cubicBezTo>
                <a:cubicBezTo>
                  <a:pt x="265405" y="40081"/>
                  <a:pt x="269608" y="41892"/>
                  <a:pt x="272478" y="45514"/>
                </a:cubicBezTo>
                <a:cubicBezTo>
                  <a:pt x="275348" y="49136"/>
                  <a:pt x="276783" y="54739"/>
                  <a:pt x="276783" y="62325"/>
                </a:cubicBezTo>
                <a:cubicBezTo>
                  <a:pt x="278423" y="58771"/>
                  <a:pt x="280029" y="55611"/>
                  <a:pt x="281601" y="52843"/>
                </a:cubicBezTo>
                <a:cubicBezTo>
                  <a:pt x="283173" y="50075"/>
                  <a:pt x="284864" y="47752"/>
                  <a:pt x="286675" y="45872"/>
                </a:cubicBezTo>
                <a:cubicBezTo>
                  <a:pt x="288486" y="43993"/>
                  <a:pt x="290485" y="42558"/>
                  <a:pt x="292672" y="41567"/>
                </a:cubicBezTo>
                <a:cubicBezTo>
                  <a:pt x="294859" y="40576"/>
                  <a:pt x="297387" y="40081"/>
                  <a:pt x="300258" y="40081"/>
                </a:cubicBezTo>
                <a:cubicBezTo>
                  <a:pt x="313174" y="40081"/>
                  <a:pt x="319632" y="50024"/>
                  <a:pt x="319632" y="69911"/>
                </a:cubicBezTo>
                <a:lnTo>
                  <a:pt x="319632" y="144844"/>
                </a:lnTo>
                <a:lnTo>
                  <a:pt x="303230" y="144844"/>
                </a:lnTo>
                <a:close/>
                <a:moveTo>
                  <a:pt x="432585" y="91540"/>
                </a:moveTo>
                <a:cubicBezTo>
                  <a:pt x="432585" y="100697"/>
                  <a:pt x="431304" y="108693"/>
                  <a:pt x="428741" y="115527"/>
                </a:cubicBezTo>
                <a:cubicBezTo>
                  <a:pt x="426179" y="122361"/>
                  <a:pt x="422642" y="128033"/>
                  <a:pt x="418132" y="132543"/>
                </a:cubicBezTo>
                <a:cubicBezTo>
                  <a:pt x="413621" y="137054"/>
                  <a:pt x="408291" y="140436"/>
                  <a:pt x="402140" y="142692"/>
                </a:cubicBezTo>
                <a:cubicBezTo>
                  <a:pt x="395990" y="144947"/>
                  <a:pt x="389327" y="146074"/>
                  <a:pt x="382151" y="146074"/>
                </a:cubicBezTo>
                <a:cubicBezTo>
                  <a:pt x="378871" y="146074"/>
                  <a:pt x="375608" y="145904"/>
                  <a:pt x="372362" y="145562"/>
                </a:cubicBezTo>
                <a:cubicBezTo>
                  <a:pt x="369116" y="145220"/>
                  <a:pt x="365818" y="144639"/>
                  <a:pt x="362470" y="143819"/>
                </a:cubicBezTo>
                <a:lnTo>
                  <a:pt x="362470" y="186873"/>
                </a:lnTo>
                <a:lnTo>
                  <a:pt x="344633" y="186873"/>
                </a:lnTo>
                <a:lnTo>
                  <a:pt x="344633" y="41926"/>
                </a:lnTo>
                <a:lnTo>
                  <a:pt x="360522" y="41926"/>
                </a:lnTo>
                <a:lnTo>
                  <a:pt x="361650" y="59147"/>
                </a:lnTo>
                <a:cubicBezTo>
                  <a:pt x="366775" y="52108"/>
                  <a:pt x="372242" y="47171"/>
                  <a:pt x="378051" y="44335"/>
                </a:cubicBezTo>
                <a:cubicBezTo>
                  <a:pt x="383860" y="41499"/>
                  <a:pt x="390147" y="40081"/>
                  <a:pt x="396912" y="40081"/>
                </a:cubicBezTo>
                <a:cubicBezTo>
                  <a:pt x="402790" y="40081"/>
                  <a:pt x="407949" y="41311"/>
                  <a:pt x="412391" y="43771"/>
                </a:cubicBezTo>
                <a:cubicBezTo>
                  <a:pt x="416833" y="46231"/>
                  <a:pt x="420558" y="49699"/>
                  <a:pt x="423565" y="54176"/>
                </a:cubicBezTo>
                <a:cubicBezTo>
                  <a:pt x="426571" y="58652"/>
                  <a:pt x="428827" y="64051"/>
                  <a:pt x="430330" y="70372"/>
                </a:cubicBezTo>
                <a:cubicBezTo>
                  <a:pt x="431834" y="76693"/>
                  <a:pt x="432585" y="83749"/>
                  <a:pt x="432585" y="91540"/>
                </a:cubicBezTo>
                <a:moveTo>
                  <a:pt x="414339" y="92360"/>
                </a:moveTo>
                <a:cubicBezTo>
                  <a:pt x="414339" y="86961"/>
                  <a:pt x="413946" y="82007"/>
                  <a:pt x="413160" y="77496"/>
                </a:cubicBezTo>
                <a:cubicBezTo>
                  <a:pt x="412374" y="72986"/>
                  <a:pt x="411127" y="69125"/>
                  <a:pt x="409418" y="65913"/>
                </a:cubicBezTo>
                <a:cubicBezTo>
                  <a:pt x="407710" y="62701"/>
                  <a:pt x="405523" y="60189"/>
                  <a:pt x="402858" y="58378"/>
                </a:cubicBezTo>
                <a:cubicBezTo>
                  <a:pt x="400193" y="56568"/>
                  <a:pt x="397015" y="55662"/>
                  <a:pt x="393325" y="55662"/>
                </a:cubicBezTo>
                <a:cubicBezTo>
                  <a:pt x="391069" y="55662"/>
                  <a:pt x="388780" y="56021"/>
                  <a:pt x="386457" y="56738"/>
                </a:cubicBezTo>
                <a:cubicBezTo>
                  <a:pt x="384133" y="57456"/>
                  <a:pt x="381724" y="58652"/>
                  <a:pt x="379230" y="60326"/>
                </a:cubicBezTo>
                <a:cubicBezTo>
                  <a:pt x="376735" y="62000"/>
                  <a:pt x="374104" y="64221"/>
                  <a:pt x="371337" y="66989"/>
                </a:cubicBezTo>
                <a:cubicBezTo>
                  <a:pt x="368569" y="69757"/>
                  <a:pt x="365613" y="73191"/>
                  <a:pt x="362470" y="77291"/>
                </a:cubicBezTo>
                <a:lnTo>
                  <a:pt x="362470" y="127213"/>
                </a:lnTo>
                <a:cubicBezTo>
                  <a:pt x="365750" y="128580"/>
                  <a:pt x="369201" y="129656"/>
                  <a:pt x="372823" y="130442"/>
                </a:cubicBezTo>
                <a:cubicBezTo>
                  <a:pt x="376445" y="131228"/>
                  <a:pt x="379998" y="131621"/>
                  <a:pt x="383484" y="131621"/>
                </a:cubicBezTo>
                <a:cubicBezTo>
                  <a:pt x="393120" y="131621"/>
                  <a:pt x="400671" y="128358"/>
                  <a:pt x="406138" y="121831"/>
                </a:cubicBezTo>
                <a:cubicBezTo>
                  <a:pt x="411605" y="115305"/>
                  <a:pt x="414339" y="105481"/>
                  <a:pt x="414339" y="92360"/>
                </a:cubicBezTo>
                <a:close/>
                <a:moveTo>
                  <a:pt x="494506" y="14659"/>
                </a:moveTo>
                <a:lnTo>
                  <a:pt x="464061" y="14659"/>
                </a:lnTo>
                <a:lnTo>
                  <a:pt x="464061" y="0"/>
                </a:lnTo>
                <a:lnTo>
                  <a:pt x="512547" y="0"/>
                </a:lnTo>
                <a:lnTo>
                  <a:pt x="512547" y="129981"/>
                </a:lnTo>
                <a:lnTo>
                  <a:pt x="543197" y="129981"/>
                </a:lnTo>
                <a:lnTo>
                  <a:pt x="543197" y="144844"/>
                </a:lnTo>
                <a:lnTo>
                  <a:pt x="460678" y="144844"/>
                </a:lnTo>
                <a:lnTo>
                  <a:pt x="460678" y="129981"/>
                </a:lnTo>
                <a:lnTo>
                  <a:pt x="494506" y="129981"/>
                </a:lnTo>
                <a:lnTo>
                  <a:pt x="494506" y="146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Text &lt;in&gt;">
            <a:extLst xmlns:a="http://schemas.openxmlformats.org/drawingml/2006/main">
              <a:ext uri="{FF2B5EF4-FFF2-40B4-BE49-F238E27FC236}">
                <a16:creationId xmlns:a16="http://schemas.microsoft.com/office/drawing/2014/main" id="{C671C548-77C8-4EB6-8F7F-71973DC6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785" y="4679231"/>
            <a:ext cx="431781" cy="147715"/>
          </a:xfrm>
          <a:custGeom xmlns:a="http://schemas.openxmlformats.org/drawingml/2006/main">
            <a:pathLst>
              <a:path w="431781" h="147715">
                <a:moveTo>
                  <a:pt x="80059" y="136439"/>
                </a:moveTo>
                <a:lnTo>
                  <a:pt x="68886" y="147715"/>
                </a:lnTo>
                <a:lnTo>
                  <a:pt x="0" y="90207"/>
                </a:lnTo>
                <a:lnTo>
                  <a:pt x="68886" y="32700"/>
                </a:lnTo>
                <a:lnTo>
                  <a:pt x="80059" y="44079"/>
                </a:lnTo>
                <a:lnTo>
                  <a:pt x="24192" y="90002"/>
                </a:lnTo>
                <a:lnTo>
                  <a:pt x="80059" y="136439"/>
                </a:lnTo>
                <a:close/>
                <a:moveTo>
                  <a:pt x="152230" y="57917"/>
                </a:moveTo>
                <a:lnTo>
                  <a:pt x="121785" y="57917"/>
                </a:lnTo>
                <a:lnTo>
                  <a:pt x="121785" y="43156"/>
                </a:lnTo>
                <a:lnTo>
                  <a:pt x="170271" y="43156"/>
                </a:lnTo>
                <a:lnTo>
                  <a:pt x="170271" y="131211"/>
                </a:lnTo>
                <a:lnTo>
                  <a:pt x="200921" y="131211"/>
                </a:lnTo>
                <a:lnTo>
                  <a:pt x="200921" y="146074"/>
                </a:lnTo>
                <a:lnTo>
                  <a:pt x="118402" y="146074"/>
                </a:lnTo>
                <a:lnTo>
                  <a:pt x="118402" y="131211"/>
                </a:lnTo>
                <a:lnTo>
                  <a:pt x="152230" y="131211"/>
                </a:lnTo>
                <a:lnTo>
                  <a:pt x="152230" y="57917"/>
                </a:lnTo>
                <a:moveTo>
                  <a:pt x="158483" y="0"/>
                </a:moveTo>
                <a:cubicBezTo>
                  <a:pt x="160465" y="0"/>
                  <a:pt x="162310" y="359"/>
                  <a:pt x="164018" y="1076"/>
                </a:cubicBezTo>
                <a:cubicBezTo>
                  <a:pt x="165727" y="1794"/>
                  <a:pt x="167213" y="2802"/>
                  <a:pt x="168477" y="4100"/>
                </a:cubicBezTo>
                <a:cubicBezTo>
                  <a:pt x="169742" y="5399"/>
                  <a:pt x="170733" y="6885"/>
                  <a:pt x="171450" y="8559"/>
                </a:cubicBezTo>
                <a:cubicBezTo>
                  <a:pt x="172168" y="10234"/>
                  <a:pt x="172527" y="12062"/>
                  <a:pt x="172527" y="14044"/>
                </a:cubicBezTo>
                <a:cubicBezTo>
                  <a:pt x="172527" y="15957"/>
                  <a:pt x="172168" y="17768"/>
                  <a:pt x="171450" y="19477"/>
                </a:cubicBezTo>
                <a:cubicBezTo>
                  <a:pt x="170733" y="21185"/>
                  <a:pt x="169742" y="22689"/>
                  <a:pt x="168477" y="23987"/>
                </a:cubicBezTo>
                <a:cubicBezTo>
                  <a:pt x="167213" y="25285"/>
                  <a:pt x="165727" y="26293"/>
                  <a:pt x="164018" y="27011"/>
                </a:cubicBezTo>
                <a:cubicBezTo>
                  <a:pt x="162310" y="27729"/>
                  <a:pt x="160465" y="28087"/>
                  <a:pt x="158483" y="28087"/>
                </a:cubicBezTo>
                <a:cubicBezTo>
                  <a:pt x="156501" y="28087"/>
                  <a:pt x="154656" y="27729"/>
                  <a:pt x="152947" y="27011"/>
                </a:cubicBezTo>
                <a:cubicBezTo>
                  <a:pt x="151239" y="26293"/>
                  <a:pt x="149753" y="25285"/>
                  <a:pt x="148488" y="23987"/>
                </a:cubicBezTo>
                <a:cubicBezTo>
                  <a:pt x="147224" y="22689"/>
                  <a:pt x="146233" y="21185"/>
                  <a:pt x="145516" y="19477"/>
                </a:cubicBezTo>
                <a:cubicBezTo>
                  <a:pt x="144798" y="17768"/>
                  <a:pt x="144439" y="15957"/>
                  <a:pt x="144439" y="14044"/>
                </a:cubicBezTo>
                <a:cubicBezTo>
                  <a:pt x="144439" y="12062"/>
                  <a:pt x="144798" y="10234"/>
                  <a:pt x="145516" y="8559"/>
                </a:cubicBezTo>
                <a:cubicBezTo>
                  <a:pt x="146233" y="6885"/>
                  <a:pt x="147224" y="5399"/>
                  <a:pt x="148488" y="4100"/>
                </a:cubicBezTo>
                <a:cubicBezTo>
                  <a:pt x="149753" y="2802"/>
                  <a:pt x="151239" y="1794"/>
                  <a:pt x="152947" y="1076"/>
                </a:cubicBezTo>
                <a:cubicBezTo>
                  <a:pt x="154656" y="359"/>
                  <a:pt x="156501" y="0"/>
                  <a:pt x="158483" y="0"/>
                </a:cubicBezTo>
                <a:close/>
                <a:moveTo>
                  <a:pt x="231987" y="43156"/>
                </a:moveTo>
                <a:lnTo>
                  <a:pt x="247876" y="43156"/>
                </a:lnTo>
                <a:lnTo>
                  <a:pt x="248593" y="59762"/>
                </a:lnTo>
                <a:cubicBezTo>
                  <a:pt x="251600" y="56209"/>
                  <a:pt x="254505" y="53253"/>
                  <a:pt x="257307" y="50895"/>
                </a:cubicBezTo>
                <a:cubicBezTo>
                  <a:pt x="260108" y="48538"/>
                  <a:pt x="262859" y="46641"/>
                  <a:pt x="265558" y="45206"/>
                </a:cubicBezTo>
                <a:cubicBezTo>
                  <a:pt x="268258" y="43771"/>
                  <a:pt x="271008" y="42763"/>
                  <a:pt x="273810" y="42182"/>
                </a:cubicBezTo>
                <a:cubicBezTo>
                  <a:pt x="276612" y="41601"/>
                  <a:pt x="279517" y="41311"/>
                  <a:pt x="282524" y="41311"/>
                </a:cubicBezTo>
                <a:cubicBezTo>
                  <a:pt x="293116" y="41311"/>
                  <a:pt x="301129" y="44437"/>
                  <a:pt x="306562" y="50690"/>
                </a:cubicBezTo>
                <a:cubicBezTo>
                  <a:pt x="311995" y="56943"/>
                  <a:pt x="314711" y="66357"/>
                  <a:pt x="314711" y="78931"/>
                </a:cubicBezTo>
                <a:lnTo>
                  <a:pt x="314711" y="146074"/>
                </a:lnTo>
                <a:lnTo>
                  <a:pt x="296875" y="146074"/>
                </a:lnTo>
                <a:lnTo>
                  <a:pt x="296875" y="80367"/>
                </a:lnTo>
                <a:cubicBezTo>
                  <a:pt x="296875" y="72303"/>
                  <a:pt x="295371" y="66340"/>
                  <a:pt x="292364" y="62479"/>
                </a:cubicBezTo>
                <a:cubicBezTo>
                  <a:pt x="289357" y="58618"/>
                  <a:pt x="284881" y="56687"/>
                  <a:pt x="278936" y="56687"/>
                </a:cubicBezTo>
                <a:cubicBezTo>
                  <a:pt x="276749" y="56687"/>
                  <a:pt x="274613" y="57012"/>
                  <a:pt x="272529" y="57661"/>
                </a:cubicBezTo>
                <a:cubicBezTo>
                  <a:pt x="270445" y="58310"/>
                  <a:pt x="268275" y="59438"/>
                  <a:pt x="266020" y="61044"/>
                </a:cubicBezTo>
                <a:cubicBezTo>
                  <a:pt x="263765" y="62650"/>
                  <a:pt x="261321" y="64819"/>
                  <a:pt x="258690" y="67553"/>
                </a:cubicBezTo>
                <a:cubicBezTo>
                  <a:pt x="256059" y="70287"/>
                  <a:pt x="253104" y="73703"/>
                  <a:pt x="249823" y="77804"/>
                </a:cubicBezTo>
                <a:lnTo>
                  <a:pt x="249823" y="146074"/>
                </a:lnTo>
                <a:lnTo>
                  <a:pt x="231987" y="146074"/>
                </a:lnTo>
                <a:lnTo>
                  <a:pt x="231987" y="43156"/>
                </a:lnTo>
                <a:close/>
                <a:moveTo>
                  <a:pt x="351824" y="44079"/>
                </a:moveTo>
                <a:lnTo>
                  <a:pt x="362895" y="32700"/>
                </a:lnTo>
                <a:lnTo>
                  <a:pt x="431781" y="90207"/>
                </a:lnTo>
                <a:lnTo>
                  <a:pt x="362895" y="147715"/>
                </a:lnTo>
                <a:lnTo>
                  <a:pt x="351824" y="136439"/>
                </a:lnTo>
                <a:lnTo>
                  <a:pt x="407691" y="90412"/>
                </a:lnTo>
                <a:lnTo>
                  <a:pt x="351824" y="44079"/>
                </a:lnTo>
                <a:close/>
              </a:path>
            </a:pathLst>
          </a:custGeom>
          <a:solidFill xmlns:a="http://schemas.openxmlformats.org/drawingml/2006/main">
            <a:srgbClr val="054F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Text chk_map">
            <a:extLst xmlns:a="http://schemas.openxmlformats.org/drawingml/2006/main">
              <a:ext uri="{FF2B5EF4-FFF2-40B4-BE49-F238E27FC236}">
                <a16:creationId xmlns:a16="http://schemas.microsoft.com/office/drawing/2014/main" id="{31461F76-07B0-4BEA-8099-A15AF928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175" y="4680461"/>
            <a:ext cx="777029" cy="186873"/>
          </a:xfrm>
          <a:custGeom xmlns:a="http://schemas.openxmlformats.org/drawingml/2006/main">
            <a:pathLst>
              <a:path w="777029" h="186873">
                <a:moveTo>
                  <a:pt x="80162" y="141051"/>
                </a:moveTo>
                <a:cubicBezTo>
                  <a:pt x="75514" y="142828"/>
                  <a:pt x="70748" y="144144"/>
                  <a:pt x="65862" y="144998"/>
                </a:cubicBezTo>
                <a:cubicBezTo>
                  <a:pt x="60975" y="145852"/>
                  <a:pt x="55935" y="146279"/>
                  <a:pt x="50742" y="146279"/>
                </a:cubicBezTo>
                <a:cubicBezTo>
                  <a:pt x="34477" y="146279"/>
                  <a:pt x="21954" y="141872"/>
                  <a:pt x="13172" y="133056"/>
                </a:cubicBezTo>
                <a:cubicBezTo>
                  <a:pt x="4391" y="124240"/>
                  <a:pt x="0" y="111358"/>
                  <a:pt x="0" y="94410"/>
                </a:cubicBezTo>
                <a:cubicBezTo>
                  <a:pt x="0" y="86278"/>
                  <a:pt x="1264" y="78897"/>
                  <a:pt x="3793" y="72268"/>
                </a:cubicBezTo>
                <a:cubicBezTo>
                  <a:pt x="6321" y="65639"/>
                  <a:pt x="9875" y="59967"/>
                  <a:pt x="14454" y="55252"/>
                </a:cubicBezTo>
                <a:cubicBezTo>
                  <a:pt x="19032" y="50537"/>
                  <a:pt x="24499" y="46898"/>
                  <a:pt x="30855" y="44335"/>
                </a:cubicBezTo>
                <a:cubicBezTo>
                  <a:pt x="37211" y="41772"/>
                  <a:pt x="44215" y="40491"/>
                  <a:pt x="51869" y="40491"/>
                </a:cubicBezTo>
                <a:cubicBezTo>
                  <a:pt x="57200" y="40491"/>
                  <a:pt x="62188" y="40867"/>
                  <a:pt x="66835" y="41618"/>
                </a:cubicBezTo>
                <a:cubicBezTo>
                  <a:pt x="71482" y="42370"/>
                  <a:pt x="75925" y="43600"/>
                  <a:pt x="80162" y="45309"/>
                </a:cubicBezTo>
                <a:lnTo>
                  <a:pt x="80162" y="62325"/>
                </a:lnTo>
                <a:cubicBezTo>
                  <a:pt x="75719" y="60002"/>
                  <a:pt x="71192" y="58310"/>
                  <a:pt x="66579" y="57251"/>
                </a:cubicBezTo>
                <a:cubicBezTo>
                  <a:pt x="61966" y="56192"/>
                  <a:pt x="57200" y="55662"/>
                  <a:pt x="52279" y="55662"/>
                </a:cubicBezTo>
                <a:cubicBezTo>
                  <a:pt x="47701" y="55662"/>
                  <a:pt x="43378" y="56533"/>
                  <a:pt x="39312" y="58276"/>
                </a:cubicBezTo>
                <a:cubicBezTo>
                  <a:pt x="35246" y="60019"/>
                  <a:pt x="31675" y="62530"/>
                  <a:pt x="28600" y="65810"/>
                </a:cubicBezTo>
                <a:cubicBezTo>
                  <a:pt x="25525" y="69091"/>
                  <a:pt x="23099" y="73088"/>
                  <a:pt x="21322" y="77804"/>
                </a:cubicBezTo>
                <a:cubicBezTo>
                  <a:pt x="19545" y="82519"/>
                  <a:pt x="18657" y="87850"/>
                  <a:pt x="18657" y="93795"/>
                </a:cubicBezTo>
                <a:cubicBezTo>
                  <a:pt x="18657" y="106233"/>
                  <a:pt x="21681" y="115544"/>
                  <a:pt x="27729" y="121729"/>
                </a:cubicBezTo>
                <a:cubicBezTo>
                  <a:pt x="33776" y="127913"/>
                  <a:pt x="42165" y="131006"/>
                  <a:pt x="52894" y="131006"/>
                </a:cubicBezTo>
                <a:cubicBezTo>
                  <a:pt x="57746" y="131006"/>
                  <a:pt x="62445" y="130459"/>
                  <a:pt x="66989" y="129366"/>
                </a:cubicBezTo>
                <a:cubicBezTo>
                  <a:pt x="71534" y="128272"/>
                  <a:pt x="75925" y="126632"/>
                  <a:pt x="80162" y="124445"/>
                </a:cubicBezTo>
                <a:lnTo>
                  <a:pt x="80162" y="141051"/>
                </a:lnTo>
                <a:close/>
                <a:moveTo>
                  <a:pt x="197744" y="144844"/>
                </a:moveTo>
                <a:lnTo>
                  <a:pt x="179907" y="144844"/>
                </a:lnTo>
                <a:lnTo>
                  <a:pt x="179907" y="79136"/>
                </a:lnTo>
                <a:cubicBezTo>
                  <a:pt x="179907" y="71209"/>
                  <a:pt x="178421" y="65281"/>
                  <a:pt x="175448" y="61351"/>
                </a:cubicBezTo>
                <a:cubicBezTo>
                  <a:pt x="172475" y="57422"/>
                  <a:pt x="168221" y="55457"/>
                  <a:pt x="162686" y="55457"/>
                </a:cubicBezTo>
                <a:cubicBezTo>
                  <a:pt x="160294" y="55457"/>
                  <a:pt x="158056" y="55782"/>
                  <a:pt x="155972" y="56431"/>
                </a:cubicBezTo>
                <a:cubicBezTo>
                  <a:pt x="153887" y="57080"/>
                  <a:pt x="151717" y="58208"/>
                  <a:pt x="149462" y="59814"/>
                </a:cubicBezTo>
                <a:cubicBezTo>
                  <a:pt x="147207" y="61420"/>
                  <a:pt x="144747" y="63589"/>
                  <a:pt x="142082" y="66323"/>
                </a:cubicBezTo>
                <a:cubicBezTo>
                  <a:pt x="139416" y="69056"/>
                  <a:pt x="136341" y="72473"/>
                  <a:pt x="132856" y="76574"/>
                </a:cubicBezTo>
                <a:lnTo>
                  <a:pt x="132856" y="144844"/>
                </a:lnTo>
                <a:lnTo>
                  <a:pt x="115019" y="144844"/>
                </a:lnTo>
                <a:lnTo>
                  <a:pt x="115019" y="0"/>
                </a:lnTo>
                <a:lnTo>
                  <a:pt x="132856" y="0"/>
                </a:lnTo>
                <a:lnTo>
                  <a:pt x="132856" y="41926"/>
                </a:lnTo>
                <a:lnTo>
                  <a:pt x="132241" y="58122"/>
                </a:lnTo>
                <a:cubicBezTo>
                  <a:pt x="135043" y="54774"/>
                  <a:pt x="137793" y="51955"/>
                  <a:pt x="140493" y="49665"/>
                </a:cubicBezTo>
                <a:cubicBezTo>
                  <a:pt x="143192" y="47376"/>
                  <a:pt x="145892" y="45514"/>
                  <a:pt x="148591" y="44079"/>
                </a:cubicBezTo>
                <a:cubicBezTo>
                  <a:pt x="151290" y="42643"/>
                  <a:pt x="154041" y="41618"/>
                  <a:pt x="156843" y="41003"/>
                </a:cubicBezTo>
                <a:cubicBezTo>
                  <a:pt x="159645" y="40388"/>
                  <a:pt x="162549" y="40081"/>
                  <a:pt x="165556" y="40081"/>
                </a:cubicBezTo>
                <a:cubicBezTo>
                  <a:pt x="175807" y="40081"/>
                  <a:pt x="183734" y="43207"/>
                  <a:pt x="189338" y="49460"/>
                </a:cubicBezTo>
                <a:cubicBezTo>
                  <a:pt x="194942" y="55713"/>
                  <a:pt x="197744" y="65127"/>
                  <a:pt x="197744" y="77701"/>
                </a:cubicBezTo>
                <a:lnTo>
                  <a:pt x="197744" y="144844"/>
                </a:lnTo>
                <a:close/>
                <a:moveTo>
                  <a:pt x="322399" y="144844"/>
                </a:moveTo>
                <a:lnTo>
                  <a:pt x="297900" y="144844"/>
                </a:lnTo>
                <a:lnTo>
                  <a:pt x="249926" y="89695"/>
                </a:lnTo>
                <a:lnTo>
                  <a:pt x="249926" y="144844"/>
                </a:lnTo>
                <a:lnTo>
                  <a:pt x="232089" y="144844"/>
                </a:lnTo>
                <a:lnTo>
                  <a:pt x="232089" y="0"/>
                </a:lnTo>
                <a:lnTo>
                  <a:pt x="249926" y="0"/>
                </a:lnTo>
                <a:lnTo>
                  <a:pt x="249926" y="88977"/>
                </a:lnTo>
                <a:lnTo>
                  <a:pt x="296157" y="41926"/>
                </a:lnTo>
                <a:lnTo>
                  <a:pt x="319734" y="41926"/>
                </a:lnTo>
                <a:lnTo>
                  <a:pt x="271452" y="89387"/>
                </a:lnTo>
                <a:lnTo>
                  <a:pt x="322399" y="144844"/>
                </a:lnTo>
                <a:close/>
                <a:moveTo>
                  <a:pt x="443656" y="186873"/>
                </a:moveTo>
                <a:lnTo>
                  <a:pt x="328232" y="186873"/>
                </a:lnTo>
                <a:lnTo>
                  <a:pt x="328232" y="172111"/>
                </a:lnTo>
                <a:lnTo>
                  <a:pt x="443656" y="172111"/>
                </a:lnTo>
                <a:lnTo>
                  <a:pt x="443656" y="186873"/>
                </a:lnTo>
                <a:close/>
                <a:moveTo>
                  <a:pt x="532844" y="144844"/>
                </a:moveTo>
                <a:lnTo>
                  <a:pt x="532844" y="70936"/>
                </a:lnTo>
                <a:cubicBezTo>
                  <a:pt x="532844" y="67724"/>
                  <a:pt x="532724" y="65093"/>
                  <a:pt x="532485" y="63043"/>
                </a:cubicBezTo>
                <a:cubicBezTo>
                  <a:pt x="532246" y="60992"/>
                  <a:pt x="531870" y="59369"/>
                  <a:pt x="531357" y="58173"/>
                </a:cubicBezTo>
                <a:cubicBezTo>
                  <a:pt x="530845" y="56978"/>
                  <a:pt x="530195" y="56140"/>
                  <a:pt x="529409" y="55662"/>
                </a:cubicBezTo>
                <a:cubicBezTo>
                  <a:pt x="528624" y="55184"/>
                  <a:pt x="527650" y="54944"/>
                  <a:pt x="526488" y="54944"/>
                </a:cubicBezTo>
                <a:cubicBezTo>
                  <a:pt x="525121" y="54944"/>
                  <a:pt x="523857" y="55354"/>
                  <a:pt x="522695" y="56175"/>
                </a:cubicBezTo>
                <a:cubicBezTo>
                  <a:pt x="521533" y="56995"/>
                  <a:pt x="520286" y="58327"/>
                  <a:pt x="518954" y="60172"/>
                </a:cubicBezTo>
                <a:cubicBezTo>
                  <a:pt x="517621" y="62018"/>
                  <a:pt x="516152" y="64461"/>
                  <a:pt x="514546" y="67502"/>
                </a:cubicBezTo>
                <a:cubicBezTo>
                  <a:pt x="512940" y="70543"/>
                  <a:pt x="511043" y="74284"/>
                  <a:pt x="508857" y="78726"/>
                </a:cubicBezTo>
                <a:lnTo>
                  <a:pt x="508857" y="144844"/>
                </a:lnTo>
                <a:lnTo>
                  <a:pt x="492558" y="144844"/>
                </a:lnTo>
                <a:lnTo>
                  <a:pt x="492558" y="72883"/>
                </a:lnTo>
                <a:cubicBezTo>
                  <a:pt x="492558" y="69125"/>
                  <a:pt x="492438" y="66084"/>
                  <a:pt x="492199" y="63760"/>
                </a:cubicBezTo>
                <a:cubicBezTo>
                  <a:pt x="491960" y="61437"/>
                  <a:pt x="491584" y="59626"/>
                  <a:pt x="491071" y="58327"/>
                </a:cubicBezTo>
                <a:cubicBezTo>
                  <a:pt x="490559" y="57029"/>
                  <a:pt x="489893" y="56140"/>
                  <a:pt x="489072" y="55662"/>
                </a:cubicBezTo>
                <a:cubicBezTo>
                  <a:pt x="488252" y="55184"/>
                  <a:pt x="487261" y="54944"/>
                  <a:pt x="486100" y="54944"/>
                </a:cubicBezTo>
                <a:cubicBezTo>
                  <a:pt x="484870" y="54944"/>
                  <a:pt x="483708" y="55286"/>
                  <a:pt x="482614" y="55970"/>
                </a:cubicBezTo>
                <a:cubicBezTo>
                  <a:pt x="481521" y="56653"/>
                  <a:pt x="480308" y="57883"/>
                  <a:pt x="478975" y="59660"/>
                </a:cubicBezTo>
                <a:cubicBezTo>
                  <a:pt x="477643" y="61437"/>
                  <a:pt x="476156" y="63863"/>
                  <a:pt x="474516" y="66938"/>
                </a:cubicBezTo>
                <a:cubicBezTo>
                  <a:pt x="472876" y="70013"/>
                  <a:pt x="470928" y="73943"/>
                  <a:pt x="468673" y="78726"/>
                </a:cubicBezTo>
                <a:lnTo>
                  <a:pt x="468673" y="144844"/>
                </a:lnTo>
                <a:lnTo>
                  <a:pt x="452272" y="144844"/>
                </a:lnTo>
                <a:lnTo>
                  <a:pt x="452272" y="41926"/>
                </a:lnTo>
                <a:lnTo>
                  <a:pt x="465906" y="41926"/>
                </a:lnTo>
                <a:lnTo>
                  <a:pt x="466726" y="61505"/>
                </a:lnTo>
                <a:cubicBezTo>
                  <a:pt x="468502" y="57610"/>
                  <a:pt x="470228" y="54295"/>
                  <a:pt x="471902" y="51562"/>
                </a:cubicBezTo>
                <a:cubicBezTo>
                  <a:pt x="473577" y="48828"/>
                  <a:pt x="475302" y="46624"/>
                  <a:pt x="477079" y="44950"/>
                </a:cubicBezTo>
                <a:cubicBezTo>
                  <a:pt x="478856" y="43276"/>
                  <a:pt x="480752" y="42046"/>
                  <a:pt x="482768" y="41260"/>
                </a:cubicBezTo>
                <a:cubicBezTo>
                  <a:pt x="484784" y="40474"/>
                  <a:pt x="487022" y="40081"/>
                  <a:pt x="489482" y="40081"/>
                </a:cubicBezTo>
                <a:cubicBezTo>
                  <a:pt x="495018" y="40081"/>
                  <a:pt x="499221" y="41892"/>
                  <a:pt x="502091" y="45514"/>
                </a:cubicBezTo>
                <a:cubicBezTo>
                  <a:pt x="504961" y="49136"/>
                  <a:pt x="506396" y="54739"/>
                  <a:pt x="506396" y="62325"/>
                </a:cubicBezTo>
                <a:cubicBezTo>
                  <a:pt x="508037" y="58771"/>
                  <a:pt x="509642" y="55611"/>
                  <a:pt x="511214" y="52843"/>
                </a:cubicBezTo>
                <a:cubicBezTo>
                  <a:pt x="512786" y="50075"/>
                  <a:pt x="514477" y="47752"/>
                  <a:pt x="516288" y="45872"/>
                </a:cubicBezTo>
                <a:cubicBezTo>
                  <a:pt x="518099" y="43993"/>
                  <a:pt x="520098" y="42558"/>
                  <a:pt x="522285" y="41567"/>
                </a:cubicBezTo>
                <a:cubicBezTo>
                  <a:pt x="524472" y="40576"/>
                  <a:pt x="527001" y="40081"/>
                  <a:pt x="529871" y="40081"/>
                </a:cubicBezTo>
                <a:cubicBezTo>
                  <a:pt x="542787" y="40081"/>
                  <a:pt x="549245" y="50024"/>
                  <a:pt x="549245" y="69911"/>
                </a:cubicBezTo>
                <a:lnTo>
                  <a:pt x="549245" y="144844"/>
                </a:lnTo>
                <a:lnTo>
                  <a:pt x="532844" y="144844"/>
                </a:lnTo>
                <a:close/>
                <a:moveTo>
                  <a:pt x="640380" y="144844"/>
                </a:moveTo>
                <a:lnTo>
                  <a:pt x="639970" y="131006"/>
                </a:lnTo>
                <a:cubicBezTo>
                  <a:pt x="634366" y="136541"/>
                  <a:pt x="628677" y="140539"/>
                  <a:pt x="622902" y="142999"/>
                </a:cubicBezTo>
                <a:cubicBezTo>
                  <a:pt x="617128" y="145459"/>
                  <a:pt x="611063" y="146689"/>
                  <a:pt x="604707" y="146689"/>
                </a:cubicBezTo>
                <a:cubicBezTo>
                  <a:pt x="598830" y="146689"/>
                  <a:pt x="593807" y="145938"/>
                  <a:pt x="589639" y="144434"/>
                </a:cubicBezTo>
                <a:cubicBezTo>
                  <a:pt x="585470" y="142931"/>
                  <a:pt x="582036" y="140864"/>
                  <a:pt x="579336" y="138232"/>
                </a:cubicBezTo>
                <a:cubicBezTo>
                  <a:pt x="576637" y="135601"/>
                  <a:pt x="574655" y="132509"/>
                  <a:pt x="573391" y="128955"/>
                </a:cubicBezTo>
                <a:cubicBezTo>
                  <a:pt x="572127" y="125402"/>
                  <a:pt x="571495" y="121541"/>
                  <a:pt x="571495" y="117372"/>
                </a:cubicBezTo>
                <a:cubicBezTo>
                  <a:pt x="571495" y="107053"/>
                  <a:pt x="575339" y="98972"/>
                  <a:pt x="583027" y="93129"/>
                </a:cubicBezTo>
                <a:cubicBezTo>
                  <a:pt x="590715" y="87286"/>
                  <a:pt x="602076" y="84364"/>
                  <a:pt x="617111" y="84364"/>
                </a:cubicBezTo>
                <a:lnTo>
                  <a:pt x="638432" y="84364"/>
                </a:lnTo>
                <a:lnTo>
                  <a:pt x="638432" y="75344"/>
                </a:lnTo>
                <a:cubicBezTo>
                  <a:pt x="638432" y="69261"/>
                  <a:pt x="636485" y="64392"/>
                  <a:pt x="632589" y="60736"/>
                </a:cubicBezTo>
                <a:cubicBezTo>
                  <a:pt x="628694" y="57080"/>
                  <a:pt x="622749" y="55252"/>
                  <a:pt x="614753" y="55252"/>
                </a:cubicBezTo>
                <a:cubicBezTo>
                  <a:pt x="608944" y="55252"/>
                  <a:pt x="603221" y="55901"/>
                  <a:pt x="597583" y="57200"/>
                </a:cubicBezTo>
                <a:cubicBezTo>
                  <a:pt x="591945" y="58498"/>
                  <a:pt x="586119" y="60343"/>
                  <a:pt x="580105" y="62735"/>
                </a:cubicBezTo>
                <a:lnTo>
                  <a:pt x="580105" y="46641"/>
                </a:lnTo>
                <a:cubicBezTo>
                  <a:pt x="582360" y="45821"/>
                  <a:pt x="584872" y="45018"/>
                  <a:pt x="587640" y="44232"/>
                </a:cubicBezTo>
                <a:cubicBezTo>
                  <a:pt x="590407" y="43446"/>
                  <a:pt x="593329" y="42746"/>
                  <a:pt x="596404" y="42131"/>
                </a:cubicBezTo>
                <a:cubicBezTo>
                  <a:pt x="599479" y="41516"/>
                  <a:pt x="602691" y="41020"/>
                  <a:pt x="606040" y="40645"/>
                </a:cubicBezTo>
                <a:cubicBezTo>
                  <a:pt x="609388" y="40269"/>
                  <a:pt x="612771" y="40081"/>
                  <a:pt x="616188" y="40081"/>
                </a:cubicBezTo>
                <a:cubicBezTo>
                  <a:pt x="622407" y="40081"/>
                  <a:pt x="628011" y="40764"/>
                  <a:pt x="633000" y="42131"/>
                </a:cubicBezTo>
                <a:cubicBezTo>
                  <a:pt x="637988" y="43498"/>
                  <a:pt x="642208" y="45582"/>
                  <a:pt x="645659" y="48384"/>
                </a:cubicBezTo>
                <a:cubicBezTo>
                  <a:pt x="649110" y="51186"/>
                  <a:pt x="651759" y="54705"/>
                  <a:pt x="653604" y="58942"/>
                </a:cubicBezTo>
                <a:cubicBezTo>
                  <a:pt x="655449" y="63179"/>
                  <a:pt x="656371" y="68168"/>
                  <a:pt x="656371" y="73909"/>
                </a:cubicBezTo>
                <a:lnTo>
                  <a:pt x="656371" y="144844"/>
                </a:lnTo>
                <a:lnTo>
                  <a:pt x="640380" y="144844"/>
                </a:lnTo>
                <a:moveTo>
                  <a:pt x="638432" y="97998"/>
                </a:moveTo>
                <a:lnTo>
                  <a:pt x="615778" y="97998"/>
                </a:lnTo>
                <a:cubicBezTo>
                  <a:pt x="611336" y="97998"/>
                  <a:pt x="607509" y="98442"/>
                  <a:pt x="604297" y="99331"/>
                </a:cubicBezTo>
                <a:cubicBezTo>
                  <a:pt x="601085" y="100219"/>
                  <a:pt x="598454" y="101483"/>
                  <a:pt x="596404" y="103123"/>
                </a:cubicBezTo>
                <a:cubicBezTo>
                  <a:pt x="594354" y="104764"/>
                  <a:pt x="592833" y="106728"/>
                  <a:pt x="591842" y="109018"/>
                </a:cubicBezTo>
                <a:cubicBezTo>
                  <a:pt x="590852" y="111307"/>
                  <a:pt x="590356" y="113887"/>
                  <a:pt x="590356" y="116757"/>
                </a:cubicBezTo>
                <a:cubicBezTo>
                  <a:pt x="590356" y="118739"/>
                  <a:pt x="590664" y="120635"/>
                  <a:pt x="591279" y="122446"/>
                </a:cubicBezTo>
                <a:cubicBezTo>
                  <a:pt x="591894" y="124257"/>
                  <a:pt x="592885" y="125863"/>
                  <a:pt x="594251" y="127264"/>
                </a:cubicBezTo>
                <a:cubicBezTo>
                  <a:pt x="595618" y="128665"/>
                  <a:pt x="597395" y="129776"/>
                  <a:pt x="599582" y="130596"/>
                </a:cubicBezTo>
                <a:cubicBezTo>
                  <a:pt x="601769" y="131416"/>
                  <a:pt x="604434" y="131826"/>
                  <a:pt x="607577" y="131826"/>
                </a:cubicBezTo>
                <a:cubicBezTo>
                  <a:pt x="611678" y="131826"/>
                  <a:pt x="616376" y="130579"/>
                  <a:pt x="621672" y="128084"/>
                </a:cubicBezTo>
                <a:cubicBezTo>
                  <a:pt x="626969" y="125590"/>
                  <a:pt x="632555" y="121643"/>
                  <a:pt x="638432" y="116244"/>
                </a:cubicBezTo>
                <a:lnTo>
                  <a:pt x="638432" y="97998"/>
                </a:lnTo>
                <a:close/>
                <a:moveTo>
                  <a:pt x="777029" y="91540"/>
                </a:moveTo>
                <a:cubicBezTo>
                  <a:pt x="777029" y="100697"/>
                  <a:pt x="775747" y="108693"/>
                  <a:pt x="773185" y="115527"/>
                </a:cubicBezTo>
                <a:cubicBezTo>
                  <a:pt x="770622" y="122361"/>
                  <a:pt x="767085" y="128033"/>
                  <a:pt x="762575" y="132543"/>
                </a:cubicBezTo>
                <a:cubicBezTo>
                  <a:pt x="758065" y="137054"/>
                  <a:pt x="752734" y="140436"/>
                  <a:pt x="746584" y="142692"/>
                </a:cubicBezTo>
                <a:cubicBezTo>
                  <a:pt x="740433" y="144947"/>
                  <a:pt x="733770" y="146074"/>
                  <a:pt x="726595" y="146074"/>
                </a:cubicBezTo>
                <a:cubicBezTo>
                  <a:pt x="723314" y="146074"/>
                  <a:pt x="720051" y="145904"/>
                  <a:pt x="716805" y="145562"/>
                </a:cubicBezTo>
                <a:cubicBezTo>
                  <a:pt x="713559" y="145220"/>
                  <a:pt x="710262" y="144639"/>
                  <a:pt x="706913" y="143819"/>
                </a:cubicBezTo>
                <a:lnTo>
                  <a:pt x="706913" y="186873"/>
                </a:lnTo>
                <a:lnTo>
                  <a:pt x="689077" y="186873"/>
                </a:lnTo>
                <a:lnTo>
                  <a:pt x="689077" y="41926"/>
                </a:lnTo>
                <a:lnTo>
                  <a:pt x="704965" y="41926"/>
                </a:lnTo>
                <a:lnTo>
                  <a:pt x="706093" y="59147"/>
                </a:lnTo>
                <a:cubicBezTo>
                  <a:pt x="711218" y="52108"/>
                  <a:pt x="716686" y="47171"/>
                  <a:pt x="722494" y="44335"/>
                </a:cubicBezTo>
                <a:cubicBezTo>
                  <a:pt x="728303" y="41499"/>
                  <a:pt x="734590" y="40081"/>
                  <a:pt x="741356" y="40081"/>
                </a:cubicBezTo>
                <a:cubicBezTo>
                  <a:pt x="747233" y="40081"/>
                  <a:pt x="752393" y="41311"/>
                  <a:pt x="756835" y="43771"/>
                </a:cubicBezTo>
                <a:cubicBezTo>
                  <a:pt x="761277" y="46231"/>
                  <a:pt x="765001" y="49699"/>
                  <a:pt x="768008" y="54176"/>
                </a:cubicBezTo>
                <a:cubicBezTo>
                  <a:pt x="771015" y="58652"/>
                  <a:pt x="773270" y="64051"/>
                  <a:pt x="774774" y="70372"/>
                </a:cubicBezTo>
                <a:cubicBezTo>
                  <a:pt x="776277" y="76693"/>
                  <a:pt x="777029" y="83749"/>
                  <a:pt x="777029" y="91540"/>
                </a:cubicBezTo>
                <a:moveTo>
                  <a:pt x="758782" y="92360"/>
                </a:moveTo>
                <a:cubicBezTo>
                  <a:pt x="758782" y="86961"/>
                  <a:pt x="758389" y="82007"/>
                  <a:pt x="757603" y="77496"/>
                </a:cubicBezTo>
                <a:cubicBezTo>
                  <a:pt x="756818" y="72986"/>
                  <a:pt x="755570" y="69125"/>
                  <a:pt x="753862" y="65913"/>
                </a:cubicBezTo>
                <a:cubicBezTo>
                  <a:pt x="752153" y="62701"/>
                  <a:pt x="749967" y="60189"/>
                  <a:pt x="747301" y="58378"/>
                </a:cubicBezTo>
                <a:cubicBezTo>
                  <a:pt x="744636" y="56568"/>
                  <a:pt x="741458" y="55662"/>
                  <a:pt x="737768" y="55662"/>
                </a:cubicBezTo>
                <a:cubicBezTo>
                  <a:pt x="735513" y="55662"/>
                  <a:pt x="733224" y="56021"/>
                  <a:pt x="730900" y="56738"/>
                </a:cubicBezTo>
                <a:cubicBezTo>
                  <a:pt x="728576" y="57456"/>
                  <a:pt x="726168" y="58652"/>
                  <a:pt x="723673" y="60326"/>
                </a:cubicBezTo>
                <a:cubicBezTo>
                  <a:pt x="721179" y="62000"/>
                  <a:pt x="718548" y="64221"/>
                  <a:pt x="715780" y="66989"/>
                </a:cubicBezTo>
                <a:cubicBezTo>
                  <a:pt x="713012" y="69757"/>
                  <a:pt x="710057" y="73191"/>
                  <a:pt x="706913" y="77291"/>
                </a:cubicBezTo>
                <a:lnTo>
                  <a:pt x="706913" y="127213"/>
                </a:lnTo>
                <a:cubicBezTo>
                  <a:pt x="710193" y="128580"/>
                  <a:pt x="713644" y="129656"/>
                  <a:pt x="717266" y="130442"/>
                </a:cubicBezTo>
                <a:cubicBezTo>
                  <a:pt x="720888" y="131228"/>
                  <a:pt x="724442" y="131621"/>
                  <a:pt x="727927" y="131621"/>
                </a:cubicBezTo>
                <a:cubicBezTo>
                  <a:pt x="737563" y="131621"/>
                  <a:pt x="745114" y="128358"/>
                  <a:pt x="750582" y="121831"/>
                </a:cubicBezTo>
                <a:cubicBezTo>
                  <a:pt x="756049" y="115305"/>
                  <a:pt x="758782" y="105481"/>
                  <a:pt x="758782" y="923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Text &lt;block_start&gt;">
            <a:extLst xmlns:a="http://schemas.openxmlformats.org/drawingml/2006/main">
              <a:ext uri="{FF2B5EF4-FFF2-40B4-BE49-F238E27FC236}">
                <a16:creationId xmlns:a16="http://schemas.microsoft.com/office/drawing/2014/main" id="{2CAD2F03-D8D1-40C3-8D9C-FCA5F65A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8" y="4680461"/>
            <a:ext cx="1465049" cy="186873"/>
          </a:xfrm>
          <a:custGeom xmlns:a="http://schemas.openxmlformats.org/drawingml/2006/main">
            <a:pathLst>
              <a:path w="1465049" h="186873">
                <a:moveTo>
                  <a:pt x="80059" y="135208"/>
                </a:moveTo>
                <a:lnTo>
                  <a:pt x="68886" y="146484"/>
                </a:lnTo>
                <a:lnTo>
                  <a:pt x="0" y="88977"/>
                </a:lnTo>
                <a:lnTo>
                  <a:pt x="68886" y="31470"/>
                </a:lnTo>
                <a:lnTo>
                  <a:pt x="80059" y="42848"/>
                </a:lnTo>
                <a:lnTo>
                  <a:pt x="24192" y="88772"/>
                </a:lnTo>
                <a:lnTo>
                  <a:pt x="80059" y="135208"/>
                </a:lnTo>
                <a:close/>
                <a:moveTo>
                  <a:pt x="205119" y="91540"/>
                </a:moveTo>
                <a:cubicBezTo>
                  <a:pt x="205119" y="100082"/>
                  <a:pt x="203940" y="107719"/>
                  <a:pt x="201583" y="114451"/>
                </a:cubicBezTo>
                <a:cubicBezTo>
                  <a:pt x="199225" y="121182"/>
                  <a:pt x="195876" y="126888"/>
                  <a:pt x="191537" y="131569"/>
                </a:cubicBezTo>
                <a:cubicBezTo>
                  <a:pt x="187197" y="136251"/>
                  <a:pt x="181918" y="139838"/>
                  <a:pt x="175699" y="142333"/>
                </a:cubicBezTo>
                <a:cubicBezTo>
                  <a:pt x="169481" y="144827"/>
                  <a:pt x="162476" y="146074"/>
                  <a:pt x="154685" y="146074"/>
                </a:cubicBezTo>
                <a:cubicBezTo>
                  <a:pt x="148603" y="146074"/>
                  <a:pt x="142384" y="145493"/>
                  <a:pt x="136029" y="144332"/>
                </a:cubicBezTo>
                <a:cubicBezTo>
                  <a:pt x="129673" y="143170"/>
                  <a:pt x="123386" y="141325"/>
                  <a:pt x="117167" y="138796"/>
                </a:cubicBezTo>
                <a:lnTo>
                  <a:pt x="117167" y="0"/>
                </a:lnTo>
                <a:lnTo>
                  <a:pt x="135004" y="0"/>
                </a:lnTo>
                <a:lnTo>
                  <a:pt x="135004" y="39876"/>
                </a:lnTo>
                <a:lnTo>
                  <a:pt x="134184" y="58942"/>
                </a:lnTo>
                <a:cubicBezTo>
                  <a:pt x="139309" y="52040"/>
                  <a:pt x="144793" y="47171"/>
                  <a:pt x="150636" y="44335"/>
                </a:cubicBezTo>
                <a:cubicBezTo>
                  <a:pt x="156479" y="41499"/>
                  <a:pt x="162749" y="40081"/>
                  <a:pt x="169446" y="40081"/>
                </a:cubicBezTo>
                <a:cubicBezTo>
                  <a:pt x="175324" y="40081"/>
                  <a:pt x="180483" y="41311"/>
                  <a:pt x="184925" y="43771"/>
                </a:cubicBezTo>
                <a:cubicBezTo>
                  <a:pt x="189367" y="46231"/>
                  <a:pt x="193092" y="49699"/>
                  <a:pt x="196099" y="54176"/>
                </a:cubicBezTo>
                <a:cubicBezTo>
                  <a:pt x="199105" y="58652"/>
                  <a:pt x="201361" y="64051"/>
                  <a:pt x="202864" y="70372"/>
                </a:cubicBezTo>
                <a:cubicBezTo>
                  <a:pt x="204368" y="76693"/>
                  <a:pt x="205119" y="83749"/>
                  <a:pt x="205119" y="91540"/>
                </a:cubicBezTo>
                <a:moveTo>
                  <a:pt x="186873" y="92360"/>
                </a:moveTo>
                <a:cubicBezTo>
                  <a:pt x="186873" y="86961"/>
                  <a:pt x="186480" y="82007"/>
                  <a:pt x="185694" y="77496"/>
                </a:cubicBezTo>
                <a:cubicBezTo>
                  <a:pt x="184908" y="72986"/>
                  <a:pt x="183661" y="69125"/>
                  <a:pt x="181952" y="65913"/>
                </a:cubicBezTo>
                <a:cubicBezTo>
                  <a:pt x="180244" y="62701"/>
                  <a:pt x="178057" y="60189"/>
                  <a:pt x="175392" y="58378"/>
                </a:cubicBezTo>
                <a:cubicBezTo>
                  <a:pt x="172727" y="56568"/>
                  <a:pt x="169549" y="55662"/>
                  <a:pt x="165859" y="55662"/>
                </a:cubicBezTo>
                <a:cubicBezTo>
                  <a:pt x="163603" y="55662"/>
                  <a:pt x="161314" y="56021"/>
                  <a:pt x="158991" y="56738"/>
                </a:cubicBezTo>
                <a:cubicBezTo>
                  <a:pt x="156667" y="57456"/>
                  <a:pt x="154258" y="58652"/>
                  <a:pt x="151764" y="60326"/>
                </a:cubicBezTo>
                <a:cubicBezTo>
                  <a:pt x="149269" y="62000"/>
                  <a:pt x="146638" y="64221"/>
                  <a:pt x="143871" y="66989"/>
                </a:cubicBezTo>
                <a:cubicBezTo>
                  <a:pt x="141103" y="69757"/>
                  <a:pt x="138147" y="73191"/>
                  <a:pt x="135004" y="77291"/>
                </a:cubicBezTo>
                <a:lnTo>
                  <a:pt x="135004" y="127213"/>
                </a:lnTo>
                <a:cubicBezTo>
                  <a:pt x="138489" y="128580"/>
                  <a:pt x="142043" y="129656"/>
                  <a:pt x="145664" y="130442"/>
                </a:cubicBezTo>
                <a:cubicBezTo>
                  <a:pt x="149286" y="131228"/>
                  <a:pt x="152738" y="131621"/>
                  <a:pt x="156018" y="131621"/>
                </a:cubicBezTo>
                <a:cubicBezTo>
                  <a:pt x="160118" y="131621"/>
                  <a:pt x="164031" y="130971"/>
                  <a:pt x="167755" y="129673"/>
                </a:cubicBezTo>
                <a:cubicBezTo>
                  <a:pt x="171479" y="128375"/>
                  <a:pt x="174760" y="126205"/>
                  <a:pt x="177596" y="123164"/>
                </a:cubicBezTo>
                <a:cubicBezTo>
                  <a:pt x="180432" y="120123"/>
                  <a:pt x="182687" y="116091"/>
                  <a:pt x="184361" y="111068"/>
                </a:cubicBezTo>
                <a:cubicBezTo>
                  <a:pt x="186036" y="106045"/>
                  <a:pt x="186873" y="99809"/>
                  <a:pt x="186873" y="92360"/>
                </a:cubicBezTo>
                <a:close/>
                <a:moveTo>
                  <a:pt x="267039" y="14659"/>
                </a:moveTo>
                <a:lnTo>
                  <a:pt x="236594" y="14659"/>
                </a:lnTo>
                <a:lnTo>
                  <a:pt x="236594" y="0"/>
                </a:lnTo>
                <a:lnTo>
                  <a:pt x="285081" y="0"/>
                </a:lnTo>
                <a:lnTo>
                  <a:pt x="285081" y="129981"/>
                </a:lnTo>
                <a:lnTo>
                  <a:pt x="315731" y="129981"/>
                </a:lnTo>
                <a:lnTo>
                  <a:pt x="315731" y="144844"/>
                </a:lnTo>
                <a:lnTo>
                  <a:pt x="233212" y="144844"/>
                </a:lnTo>
                <a:lnTo>
                  <a:pt x="233212" y="129981"/>
                </a:lnTo>
                <a:lnTo>
                  <a:pt x="267039" y="129981"/>
                </a:lnTo>
                <a:lnTo>
                  <a:pt x="267039" y="14659"/>
                </a:lnTo>
                <a:close/>
                <a:moveTo>
                  <a:pt x="436389" y="92565"/>
                </a:moveTo>
                <a:cubicBezTo>
                  <a:pt x="436389" y="100561"/>
                  <a:pt x="435261" y="107890"/>
                  <a:pt x="433006" y="114553"/>
                </a:cubicBezTo>
                <a:cubicBezTo>
                  <a:pt x="430751" y="121216"/>
                  <a:pt x="427505" y="126922"/>
                  <a:pt x="423268" y="131672"/>
                </a:cubicBezTo>
                <a:cubicBezTo>
                  <a:pt x="419031" y="136422"/>
                  <a:pt x="413871" y="140112"/>
                  <a:pt x="407789" y="142743"/>
                </a:cubicBezTo>
                <a:cubicBezTo>
                  <a:pt x="401707" y="145374"/>
                  <a:pt x="394804" y="146689"/>
                  <a:pt x="387082" y="146689"/>
                </a:cubicBezTo>
                <a:cubicBezTo>
                  <a:pt x="379702" y="146689"/>
                  <a:pt x="373090" y="145545"/>
                  <a:pt x="367247" y="143255"/>
                </a:cubicBezTo>
                <a:cubicBezTo>
                  <a:pt x="361404" y="140966"/>
                  <a:pt x="356449" y="137600"/>
                  <a:pt x="352383" y="133158"/>
                </a:cubicBezTo>
                <a:cubicBezTo>
                  <a:pt x="348317" y="128716"/>
                  <a:pt x="345207" y="123215"/>
                  <a:pt x="343055" y="116654"/>
                </a:cubicBezTo>
                <a:cubicBezTo>
                  <a:pt x="340902" y="110094"/>
                  <a:pt x="339826" y="102543"/>
                  <a:pt x="339826" y="94000"/>
                </a:cubicBezTo>
                <a:cubicBezTo>
                  <a:pt x="339826" y="86004"/>
                  <a:pt x="340953" y="78709"/>
                  <a:pt x="343209" y="72115"/>
                </a:cubicBezTo>
                <a:cubicBezTo>
                  <a:pt x="345464" y="65520"/>
                  <a:pt x="348710" y="59848"/>
                  <a:pt x="352947" y="55098"/>
                </a:cubicBezTo>
                <a:cubicBezTo>
                  <a:pt x="357184" y="50349"/>
                  <a:pt x="362343" y="46658"/>
                  <a:pt x="368426" y="44027"/>
                </a:cubicBezTo>
                <a:cubicBezTo>
                  <a:pt x="374508" y="41396"/>
                  <a:pt x="381410" y="40081"/>
                  <a:pt x="389132" y="40081"/>
                </a:cubicBezTo>
                <a:cubicBezTo>
                  <a:pt x="396513" y="40081"/>
                  <a:pt x="403125" y="41225"/>
                  <a:pt x="408968" y="43515"/>
                </a:cubicBezTo>
                <a:cubicBezTo>
                  <a:pt x="414811" y="45804"/>
                  <a:pt x="419765" y="49153"/>
                  <a:pt x="423831" y="53561"/>
                </a:cubicBezTo>
                <a:cubicBezTo>
                  <a:pt x="427898" y="57968"/>
                  <a:pt x="431007" y="63453"/>
                  <a:pt x="433160" y="70013"/>
                </a:cubicBezTo>
                <a:cubicBezTo>
                  <a:pt x="435312" y="76574"/>
                  <a:pt x="436389" y="84091"/>
                  <a:pt x="436389" y="92565"/>
                </a:cubicBezTo>
                <a:moveTo>
                  <a:pt x="418142" y="93385"/>
                </a:moveTo>
                <a:cubicBezTo>
                  <a:pt x="418142" y="87030"/>
                  <a:pt x="417442" y="81477"/>
                  <a:pt x="416041" y="76727"/>
                </a:cubicBezTo>
                <a:cubicBezTo>
                  <a:pt x="414640" y="71978"/>
                  <a:pt x="412641" y="68014"/>
                  <a:pt x="410044" y="64837"/>
                </a:cubicBezTo>
                <a:cubicBezTo>
                  <a:pt x="407447" y="61659"/>
                  <a:pt x="404286" y="59267"/>
                  <a:pt x="400562" y="57661"/>
                </a:cubicBezTo>
                <a:cubicBezTo>
                  <a:pt x="396838" y="56055"/>
                  <a:pt x="392686" y="55252"/>
                  <a:pt x="388107" y="55252"/>
                </a:cubicBezTo>
                <a:cubicBezTo>
                  <a:pt x="382777" y="55252"/>
                  <a:pt x="378215" y="56294"/>
                  <a:pt x="374422" y="58378"/>
                </a:cubicBezTo>
                <a:cubicBezTo>
                  <a:pt x="370630" y="60463"/>
                  <a:pt x="367520" y="63248"/>
                  <a:pt x="365094" y="66733"/>
                </a:cubicBezTo>
                <a:cubicBezTo>
                  <a:pt x="362668" y="70218"/>
                  <a:pt x="360891" y="74267"/>
                  <a:pt x="359764" y="78880"/>
                </a:cubicBezTo>
                <a:cubicBezTo>
                  <a:pt x="358636" y="83493"/>
                  <a:pt x="358072" y="88328"/>
                  <a:pt x="358072" y="93385"/>
                </a:cubicBezTo>
                <a:cubicBezTo>
                  <a:pt x="358072" y="99741"/>
                  <a:pt x="358773" y="105310"/>
                  <a:pt x="360174" y="110094"/>
                </a:cubicBezTo>
                <a:cubicBezTo>
                  <a:pt x="361575" y="114878"/>
                  <a:pt x="363574" y="118858"/>
                  <a:pt x="366170" y="122036"/>
                </a:cubicBezTo>
                <a:cubicBezTo>
                  <a:pt x="368767" y="125214"/>
                  <a:pt x="371911" y="127606"/>
                  <a:pt x="375601" y="129212"/>
                </a:cubicBezTo>
                <a:cubicBezTo>
                  <a:pt x="379292" y="130818"/>
                  <a:pt x="383460" y="131621"/>
                  <a:pt x="388107" y="131621"/>
                </a:cubicBezTo>
                <a:cubicBezTo>
                  <a:pt x="393438" y="131621"/>
                  <a:pt x="397999" y="130579"/>
                  <a:pt x="401792" y="128494"/>
                </a:cubicBezTo>
                <a:cubicBezTo>
                  <a:pt x="405585" y="126410"/>
                  <a:pt x="408694" y="123625"/>
                  <a:pt x="411120" y="120140"/>
                </a:cubicBezTo>
                <a:cubicBezTo>
                  <a:pt x="413546" y="116654"/>
                  <a:pt x="415323" y="112605"/>
                  <a:pt x="416451" y="107993"/>
                </a:cubicBezTo>
                <a:cubicBezTo>
                  <a:pt x="417578" y="103380"/>
                  <a:pt x="418142" y="98511"/>
                  <a:pt x="418142" y="93385"/>
                </a:cubicBezTo>
                <a:close/>
                <a:moveTo>
                  <a:pt x="541567" y="141051"/>
                </a:moveTo>
                <a:cubicBezTo>
                  <a:pt x="536920" y="142828"/>
                  <a:pt x="532154" y="144144"/>
                  <a:pt x="527267" y="144998"/>
                </a:cubicBezTo>
                <a:cubicBezTo>
                  <a:pt x="522381" y="145852"/>
                  <a:pt x="517341" y="146279"/>
                  <a:pt x="512147" y="146279"/>
                </a:cubicBezTo>
                <a:cubicBezTo>
                  <a:pt x="495883" y="146279"/>
                  <a:pt x="483360" y="141872"/>
                  <a:pt x="474578" y="133056"/>
                </a:cubicBezTo>
                <a:cubicBezTo>
                  <a:pt x="465797" y="124240"/>
                  <a:pt x="461406" y="111358"/>
                  <a:pt x="461406" y="94410"/>
                </a:cubicBezTo>
                <a:cubicBezTo>
                  <a:pt x="461406" y="86278"/>
                  <a:pt x="462670" y="78897"/>
                  <a:pt x="465199" y="72268"/>
                </a:cubicBezTo>
                <a:cubicBezTo>
                  <a:pt x="467727" y="65639"/>
                  <a:pt x="471281" y="59967"/>
                  <a:pt x="475859" y="55252"/>
                </a:cubicBezTo>
                <a:cubicBezTo>
                  <a:pt x="480438" y="50537"/>
                  <a:pt x="485905" y="46898"/>
                  <a:pt x="492261" y="44335"/>
                </a:cubicBezTo>
                <a:cubicBezTo>
                  <a:pt x="498616" y="41772"/>
                  <a:pt x="505621" y="40491"/>
                  <a:pt x="513275" y="40491"/>
                </a:cubicBezTo>
                <a:cubicBezTo>
                  <a:pt x="518605" y="40491"/>
                  <a:pt x="523594" y="40867"/>
                  <a:pt x="528241" y="41618"/>
                </a:cubicBezTo>
                <a:cubicBezTo>
                  <a:pt x="532888" y="42370"/>
                  <a:pt x="537330" y="43600"/>
                  <a:pt x="541567" y="45309"/>
                </a:cubicBezTo>
                <a:lnTo>
                  <a:pt x="541567" y="62325"/>
                </a:lnTo>
                <a:cubicBezTo>
                  <a:pt x="537125" y="60002"/>
                  <a:pt x="532598" y="58310"/>
                  <a:pt x="527985" y="57251"/>
                </a:cubicBezTo>
                <a:cubicBezTo>
                  <a:pt x="523372" y="56192"/>
                  <a:pt x="518605" y="55662"/>
                  <a:pt x="513685" y="55662"/>
                </a:cubicBezTo>
                <a:cubicBezTo>
                  <a:pt x="509106" y="55662"/>
                  <a:pt x="504784" y="56533"/>
                  <a:pt x="500718" y="58276"/>
                </a:cubicBezTo>
                <a:cubicBezTo>
                  <a:pt x="496652" y="60019"/>
                  <a:pt x="493081" y="62530"/>
                  <a:pt x="490006" y="65810"/>
                </a:cubicBezTo>
                <a:cubicBezTo>
                  <a:pt x="486930" y="69091"/>
                  <a:pt x="484504" y="73088"/>
                  <a:pt x="482728" y="77804"/>
                </a:cubicBezTo>
                <a:cubicBezTo>
                  <a:pt x="480951" y="82519"/>
                  <a:pt x="480062" y="87850"/>
                  <a:pt x="480062" y="93795"/>
                </a:cubicBezTo>
                <a:cubicBezTo>
                  <a:pt x="480062" y="106233"/>
                  <a:pt x="483086" y="115544"/>
                  <a:pt x="489134" y="121729"/>
                </a:cubicBezTo>
                <a:cubicBezTo>
                  <a:pt x="495182" y="127913"/>
                  <a:pt x="503571" y="131006"/>
                  <a:pt x="514300" y="131006"/>
                </a:cubicBezTo>
                <a:cubicBezTo>
                  <a:pt x="519152" y="131006"/>
                  <a:pt x="523850" y="130459"/>
                  <a:pt x="528395" y="129366"/>
                </a:cubicBezTo>
                <a:cubicBezTo>
                  <a:pt x="532940" y="128272"/>
                  <a:pt x="537330" y="126632"/>
                  <a:pt x="541567" y="124445"/>
                </a:cubicBezTo>
                <a:lnTo>
                  <a:pt x="541567" y="141051"/>
                </a:lnTo>
                <a:close/>
                <a:moveTo>
                  <a:pt x="668991" y="144844"/>
                </a:moveTo>
                <a:lnTo>
                  <a:pt x="644491" y="144844"/>
                </a:lnTo>
                <a:lnTo>
                  <a:pt x="596517" y="89695"/>
                </a:lnTo>
                <a:lnTo>
                  <a:pt x="596517" y="144844"/>
                </a:lnTo>
                <a:lnTo>
                  <a:pt x="578681" y="144844"/>
                </a:lnTo>
                <a:lnTo>
                  <a:pt x="578681" y="0"/>
                </a:lnTo>
                <a:lnTo>
                  <a:pt x="596517" y="0"/>
                </a:lnTo>
                <a:lnTo>
                  <a:pt x="596517" y="88977"/>
                </a:lnTo>
                <a:lnTo>
                  <a:pt x="642749" y="41926"/>
                </a:lnTo>
                <a:lnTo>
                  <a:pt x="666326" y="41926"/>
                </a:lnTo>
                <a:lnTo>
                  <a:pt x="618044" y="89387"/>
                </a:lnTo>
                <a:lnTo>
                  <a:pt x="668991" y="144844"/>
                </a:lnTo>
                <a:close/>
                <a:moveTo>
                  <a:pt x="790263" y="186873"/>
                </a:moveTo>
                <a:lnTo>
                  <a:pt x="674839" y="186873"/>
                </a:lnTo>
                <a:lnTo>
                  <a:pt x="674839" y="172111"/>
                </a:lnTo>
                <a:lnTo>
                  <a:pt x="790263" y="172111"/>
                </a:lnTo>
                <a:lnTo>
                  <a:pt x="790263" y="186873"/>
                </a:lnTo>
                <a:close/>
                <a:moveTo>
                  <a:pt x="887549" y="116757"/>
                </a:moveTo>
                <a:cubicBezTo>
                  <a:pt x="887549" y="120379"/>
                  <a:pt x="886934" y="123625"/>
                  <a:pt x="885704" y="126495"/>
                </a:cubicBezTo>
                <a:cubicBezTo>
                  <a:pt x="884474" y="129366"/>
                  <a:pt x="882799" y="131911"/>
                  <a:pt x="880681" y="134132"/>
                </a:cubicBezTo>
                <a:cubicBezTo>
                  <a:pt x="878562" y="136353"/>
                  <a:pt x="876102" y="138250"/>
                  <a:pt x="873300" y="139821"/>
                </a:cubicBezTo>
                <a:cubicBezTo>
                  <a:pt x="870498" y="141393"/>
                  <a:pt x="867508" y="142692"/>
                  <a:pt x="864331" y="143717"/>
                </a:cubicBezTo>
                <a:cubicBezTo>
                  <a:pt x="861153" y="144742"/>
                  <a:pt x="857890" y="145493"/>
                  <a:pt x="854541" y="145972"/>
                </a:cubicBezTo>
                <a:cubicBezTo>
                  <a:pt x="851193" y="146450"/>
                  <a:pt x="847912" y="146689"/>
                  <a:pt x="844700" y="146689"/>
                </a:cubicBezTo>
                <a:cubicBezTo>
                  <a:pt x="837730" y="146689"/>
                  <a:pt x="831323" y="146382"/>
                  <a:pt x="825480" y="145767"/>
                </a:cubicBezTo>
                <a:cubicBezTo>
                  <a:pt x="819637" y="145152"/>
                  <a:pt x="813914" y="144161"/>
                  <a:pt x="808310" y="142794"/>
                </a:cubicBezTo>
                <a:lnTo>
                  <a:pt x="808310" y="126393"/>
                </a:lnTo>
                <a:cubicBezTo>
                  <a:pt x="814324" y="128101"/>
                  <a:pt x="820303" y="129400"/>
                  <a:pt x="826249" y="130288"/>
                </a:cubicBezTo>
                <a:cubicBezTo>
                  <a:pt x="832194" y="131176"/>
                  <a:pt x="838106" y="131621"/>
                  <a:pt x="843983" y="131621"/>
                </a:cubicBezTo>
                <a:cubicBezTo>
                  <a:pt x="852525" y="131621"/>
                  <a:pt x="858847" y="130459"/>
                  <a:pt x="862947" y="128135"/>
                </a:cubicBezTo>
                <a:cubicBezTo>
                  <a:pt x="867047" y="125812"/>
                  <a:pt x="869097" y="122497"/>
                  <a:pt x="869097" y="118192"/>
                </a:cubicBezTo>
                <a:cubicBezTo>
                  <a:pt x="869097" y="116347"/>
                  <a:pt x="868773" y="114690"/>
                  <a:pt x="868124" y="113220"/>
                </a:cubicBezTo>
                <a:cubicBezTo>
                  <a:pt x="867474" y="111751"/>
                  <a:pt x="866295" y="110350"/>
                  <a:pt x="864587" y="109018"/>
                </a:cubicBezTo>
                <a:cubicBezTo>
                  <a:pt x="862878" y="107685"/>
                  <a:pt x="860230" y="106301"/>
                  <a:pt x="856643" y="104866"/>
                </a:cubicBezTo>
                <a:cubicBezTo>
                  <a:pt x="853055" y="103431"/>
                  <a:pt x="848151" y="101791"/>
                  <a:pt x="841933" y="99946"/>
                </a:cubicBezTo>
                <a:cubicBezTo>
                  <a:pt x="837286" y="98579"/>
                  <a:pt x="832997" y="97024"/>
                  <a:pt x="829068" y="95281"/>
                </a:cubicBezTo>
                <a:cubicBezTo>
                  <a:pt x="825138" y="93539"/>
                  <a:pt x="821738" y="91472"/>
                  <a:pt x="818868" y="89080"/>
                </a:cubicBezTo>
                <a:cubicBezTo>
                  <a:pt x="815998" y="86688"/>
                  <a:pt x="813743" y="83886"/>
                  <a:pt x="812103" y="80674"/>
                </a:cubicBezTo>
                <a:cubicBezTo>
                  <a:pt x="810463" y="77462"/>
                  <a:pt x="809643" y="73669"/>
                  <a:pt x="809643" y="69296"/>
                </a:cubicBezTo>
                <a:cubicBezTo>
                  <a:pt x="809643" y="66425"/>
                  <a:pt x="810309" y="63282"/>
                  <a:pt x="811641" y="59865"/>
                </a:cubicBezTo>
                <a:cubicBezTo>
                  <a:pt x="812974" y="56448"/>
                  <a:pt x="815246" y="53270"/>
                  <a:pt x="818458" y="50332"/>
                </a:cubicBezTo>
                <a:cubicBezTo>
                  <a:pt x="821670" y="47393"/>
                  <a:pt x="826010" y="44950"/>
                  <a:pt x="831477" y="43002"/>
                </a:cubicBezTo>
                <a:cubicBezTo>
                  <a:pt x="836944" y="41055"/>
                  <a:pt x="843778" y="40081"/>
                  <a:pt x="851978" y="40081"/>
                </a:cubicBezTo>
                <a:cubicBezTo>
                  <a:pt x="856010" y="40081"/>
                  <a:pt x="860487" y="40303"/>
                  <a:pt x="865407" y="40747"/>
                </a:cubicBezTo>
                <a:cubicBezTo>
                  <a:pt x="870327" y="41191"/>
                  <a:pt x="875453" y="41960"/>
                  <a:pt x="880783" y="43053"/>
                </a:cubicBezTo>
                <a:lnTo>
                  <a:pt x="880783" y="58942"/>
                </a:lnTo>
                <a:cubicBezTo>
                  <a:pt x="875179" y="57576"/>
                  <a:pt x="869866" y="56568"/>
                  <a:pt x="864843" y="55918"/>
                </a:cubicBezTo>
                <a:cubicBezTo>
                  <a:pt x="859820" y="55269"/>
                  <a:pt x="855464" y="54944"/>
                  <a:pt x="851773" y="54944"/>
                </a:cubicBezTo>
                <a:cubicBezTo>
                  <a:pt x="847331" y="54944"/>
                  <a:pt x="843590" y="55286"/>
                  <a:pt x="840549" y="55970"/>
                </a:cubicBezTo>
                <a:cubicBezTo>
                  <a:pt x="837508" y="56653"/>
                  <a:pt x="835047" y="57593"/>
                  <a:pt x="833168" y="58789"/>
                </a:cubicBezTo>
                <a:cubicBezTo>
                  <a:pt x="831289" y="59984"/>
                  <a:pt x="829939" y="61385"/>
                  <a:pt x="829119" y="62991"/>
                </a:cubicBezTo>
                <a:cubicBezTo>
                  <a:pt x="828299" y="64597"/>
                  <a:pt x="827889" y="66323"/>
                  <a:pt x="827889" y="68168"/>
                </a:cubicBezTo>
                <a:cubicBezTo>
                  <a:pt x="827889" y="70013"/>
                  <a:pt x="828248" y="71687"/>
                  <a:pt x="828965" y="73191"/>
                </a:cubicBezTo>
                <a:cubicBezTo>
                  <a:pt x="829683" y="74694"/>
                  <a:pt x="831015" y="76147"/>
                  <a:pt x="832963" y="77548"/>
                </a:cubicBezTo>
                <a:cubicBezTo>
                  <a:pt x="834911" y="78949"/>
                  <a:pt x="837627" y="80349"/>
                  <a:pt x="841113" y="81750"/>
                </a:cubicBezTo>
                <a:cubicBezTo>
                  <a:pt x="844598" y="83151"/>
                  <a:pt x="849142" y="84672"/>
                  <a:pt x="854746" y="86312"/>
                </a:cubicBezTo>
                <a:cubicBezTo>
                  <a:pt x="860828" y="88089"/>
                  <a:pt x="865954" y="89951"/>
                  <a:pt x="870122" y="91899"/>
                </a:cubicBezTo>
                <a:cubicBezTo>
                  <a:pt x="874291" y="93846"/>
                  <a:pt x="877674" y="96016"/>
                  <a:pt x="880271" y="98408"/>
                </a:cubicBezTo>
                <a:cubicBezTo>
                  <a:pt x="882868" y="100800"/>
                  <a:pt x="884730" y="103499"/>
                  <a:pt x="885857" y="106506"/>
                </a:cubicBezTo>
                <a:cubicBezTo>
                  <a:pt x="886985" y="109513"/>
                  <a:pt x="887549" y="112930"/>
                  <a:pt x="887549" y="116757"/>
                </a:cubicBezTo>
                <a:close/>
                <a:moveTo>
                  <a:pt x="1003798" y="143409"/>
                </a:moveTo>
                <a:cubicBezTo>
                  <a:pt x="999766" y="144434"/>
                  <a:pt x="995598" y="145169"/>
                  <a:pt x="991292" y="145613"/>
                </a:cubicBezTo>
                <a:cubicBezTo>
                  <a:pt x="986987" y="146057"/>
                  <a:pt x="982613" y="146279"/>
                  <a:pt x="978171" y="146279"/>
                </a:cubicBezTo>
                <a:cubicBezTo>
                  <a:pt x="965255" y="146279"/>
                  <a:pt x="955619" y="143358"/>
                  <a:pt x="949264" y="137515"/>
                </a:cubicBezTo>
                <a:cubicBezTo>
                  <a:pt x="942908" y="131672"/>
                  <a:pt x="939731" y="122702"/>
                  <a:pt x="939731" y="110606"/>
                </a:cubicBezTo>
                <a:lnTo>
                  <a:pt x="939731" y="56892"/>
                </a:lnTo>
                <a:lnTo>
                  <a:pt x="910926" y="56892"/>
                </a:lnTo>
                <a:lnTo>
                  <a:pt x="910926" y="41926"/>
                </a:lnTo>
                <a:lnTo>
                  <a:pt x="939731" y="41926"/>
                </a:lnTo>
                <a:lnTo>
                  <a:pt x="939731" y="13634"/>
                </a:lnTo>
                <a:lnTo>
                  <a:pt x="957567" y="9021"/>
                </a:lnTo>
                <a:lnTo>
                  <a:pt x="957567" y="41926"/>
                </a:lnTo>
                <a:lnTo>
                  <a:pt x="1003798" y="41926"/>
                </a:lnTo>
                <a:lnTo>
                  <a:pt x="1003798" y="56892"/>
                </a:lnTo>
                <a:lnTo>
                  <a:pt x="957567" y="56892"/>
                </a:lnTo>
                <a:lnTo>
                  <a:pt x="957567" y="109171"/>
                </a:lnTo>
                <a:cubicBezTo>
                  <a:pt x="957567" y="116552"/>
                  <a:pt x="959532" y="122070"/>
                  <a:pt x="963461" y="125726"/>
                </a:cubicBezTo>
                <a:cubicBezTo>
                  <a:pt x="967391" y="129383"/>
                  <a:pt x="973182" y="131211"/>
                  <a:pt x="980836" y="131211"/>
                </a:cubicBezTo>
                <a:cubicBezTo>
                  <a:pt x="984117" y="131211"/>
                  <a:pt x="987704" y="130954"/>
                  <a:pt x="991600" y="130442"/>
                </a:cubicBezTo>
                <a:cubicBezTo>
                  <a:pt x="995495" y="129929"/>
                  <a:pt x="999561" y="129126"/>
                  <a:pt x="1003798" y="128033"/>
                </a:cubicBezTo>
                <a:lnTo>
                  <a:pt x="1003798" y="143409"/>
                </a:lnTo>
                <a:close/>
                <a:moveTo>
                  <a:pt x="1101802" y="144844"/>
                </a:moveTo>
                <a:lnTo>
                  <a:pt x="1101392" y="131006"/>
                </a:lnTo>
                <a:cubicBezTo>
                  <a:pt x="1095788" y="136541"/>
                  <a:pt x="1090099" y="140539"/>
                  <a:pt x="1084324" y="142999"/>
                </a:cubicBezTo>
                <a:cubicBezTo>
                  <a:pt x="1078550" y="145459"/>
                  <a:pt x="1072484" y="146689"/>
                  <a:pt x="1066129" y="146689"/>
                </a:cubicBezTo>
                <a:cubicBezTo>
                  <a:pt x="1060252" y="146689"/>
                  <a:pt x="1055229" y="145938"/>
                  <a:pt x="1051060" y="144434"/>
                </a:cubicBezTo>
                <a:cubicBezTo>
                  <a:pt x="1046892" y="142931"/>
                  <a:pt x="1043458" y="140864"/>
                  <a:pt x="1040758" y="138232"/>
                </a:cubicBezTo>
                <a:cubicBezTo>
                  <a:pt x="1038059" y="135601"/>
                  <a:pt x="1036077" y="132509"/>
                  <a:pt x="1034813" y="128955"/>
                </a:cubicBezTo>
                <a:cubicBezTo>
                  <a:pt x="1033548" y="125402"/>
                  <a:pt x="1032916" y="121541"/>
                  <a:pt x="1032916" y="117372"/>
                </a:cubicBezTo>
                <a:cubicBezTo>
                  <a:pt x="1032916" y="107053"/>
                  <a:pt x="1036760" y="98972"/>
                  <a:pt x="1044448" y="93129"/>
                </a:cubicBezTo>
                <a:cubicBezTo>
                  <a:pt x="1052137" y="87286"/>
                  <a:pt x="1063498" y="84364"/>
                  <a:pt x="1078532" y="84364"/>
                </a:cubicBezTo>
                <a:lnTo>
                  <a:pt x="1099854" y="84364"/>
                </a:lnTo>
                <a:lnTo>
                  <a:pt x="1099854" y="75344"/>
                </a:lnTo>
                <a:cubicBezTo>
                  <a:pt x="1099854" y="69261"/>
                  <a:pt x="1097907" y="64392"/>
                  <a:pt x="1094011" y="60736"/>
                </a:cubicBezTo>
                <a:cubicBezTo>
                  <a:pt x="1090116" y="57080"/>
                  <a:pt x="1084170" y="55252"/>
                  <a:pt x="1076175" y="55252"/>
                </a:cubicBezTo>
                <a:cubicBezTo>
                  <a:pt x="1070366" y="55252"/>
                  <a:pt x="1064643" y="55901"/>
                  <a:pt x="1059005" y="57200"/>
                </a:cubicBezTo>
                <a:cubicBezTo>
                  <a:pt x="1053367" y="58498"/>
                  <a:pt x="1047541" y="60343"/>
                  <a:pt x="1041527" y="62735"/>
                </a:cubicBezTo>
                <a:lnTo>
                  <a:pt x="1041527" y="46641"/>
                </a:lnTo>
                <a:cubicBezTo>
                  <a:pt x="1043782" y="45821"/>
                  <a:pt x="1046294" y="45018"/>
                  <a:pt x="1049061" y="44232"/>
                </a:cubicBezTo>
                <a:cubicBezTo>
                  <a:pt x="1051829" y="43446"/>
                  <a:pt x="1054751" y="42746"/>
                  <a:pt x="1057826" y="42131"/>
                </a:cubicBezTo>
                <a:cubicBezTo>
                  <a:pt x="1060901" y="41516"/>
                  <a:pt x="1064113" y="41020"/>
                  <a:pt x="1067462" y="40645"/>
                </a:cubicBezTo>
                <a:cubicBezTo>
                  <a:pt x="1070810" y="40269"/>
                  <a:pt x="1074193" y="40081"/>
                  <a:pt x="1077610" y="40081"/>
                </a:cubicBezTo>
                <a:cubicBezTo>
                  <a:pt x="1083829" y="40081"/>
                  <a:pt x="1089433" y="40764"/>
                  <a:pt x="1094421" y="42131"/>
                </a:cubicBezTo>
                <a:cubicBezTo>
                  <a:pt x="1099410" y="43498"/>
                  <a:pt x="1103630" y="45582"/>
                  <a:pt x="1107081" y="48384"/>
                </a:cubicBezTo>
                <a:cubicBezTo>
                  <a:pt x="1110532" y="51186"/>
                  <a:pt x="1113180" y="54705"/>
                  <a:pt x="1115025" y="58942"/>
                </a:cubicBezTo>
                <a:cubicBezTo>
                  <a:pt x="1116871" y="63179"/>
                  <a:pt x="1117793" y="68168"/>
                  <a:pt x="1117793" y="73909"/>
                </a:cubicBezTo>
                <a:lnTo>
                  <a:pt x="1117793" y="144844"/>
                </a:lnTo>
                <a:lnTo>
                  <a:pt x="1101802" y="144844"/>
                </a:lnTo>
                <a:moveTo>
                  <a:pt x="1099854" y="97998"/>
                </a:moveTo>
                <a:lnTo>
                  <a:pt x="1077200" y="97998"/>
                </a:lnTo>
                <a:cubicBezTo>
                  <a:pt x="1072758" y="97998"/>
                  <a:pt x="1068931" y="98442"/>
                  <a:pt x="1065719" y="99331"/>
                </a:cubicBezTo>
                <a:cubicBezTo>
                  <a:pt x="1062507" y="100219"/>
                  <a:pt x="1059876" y="101483"/>
                  <a:pt x="1057826" y="103123"/>
                </a:cubicBezTo>
                <a:cubicBezTo>
                  <a:pt x="1055776" y="104764"/>
                  <a:pt x="1054255" y="106728"/>
                  <a:pt x="1053264" y="109018"/>
                </a:cubicBezTo>
                <a:cubicBezTo>
                  <a:pt x="1052273" y="111307"/>
                  <a:pt x="1051778" y="113887"/>
                  <a:pt x="1051778" y="116757"/>
                </a:cubicBezTo>
                <a:cubicBezTo>
                  <a:pt x="1051778" y="118739"/>
                  <a:pt x="1052085" y="120635"/>
                  <a:pt x="1052700" y="122446"/>
                </a:cubicBezTo>
                <a:cubicBezTo>
                  <a:pt x="1053315" y="124257"/>
                  <a:pt x="1054306" y="125863"/>
                  <a:pt x="1055673" y="127264"/>
                </a:cubicBezTo>
                <a:cubicBezTo>
                  <a:pt x="1057040" y="128665"/>
                  <a:pt x="1058817" y="129776"/>
                  <a:pt x="1061004" y="130596"/>
                </a:cubicBezTo>
                <a:cubicBezTo>
                  <a:pt x="1063190" y="131416"/>
                  <a:pt x="1065856" y="131826"/>
                  <a:pt x="1068999" y="131826"/>
                </a:cubicBezTo>
                <a:cubicBezTo>
                  <a:pt x="1073100" y="131826"/>
                  <a:pt x="1077798" y="130579"/>
                  <a:pt x="1083094" y="128084"/>
                </a:cubicBezTo>
                <a:cubicBezTo>
                  <a:pt x="1088390" y="125590"/>
                  <a:pt x="1093977" y="121643"/>
                  <a:pt x="1099854" y="116244"/>
                </a:cubicBezTo>
                <a:lnTo>
                  <a:pt x="1099854" y="97998"/>
                </a:lnTo>
                <a:close/>
                <a:moveTo>
                  <a:pt x="1154701" y="41926"/>
                </a:moveTo>
                <a:lnTo>
                  <a:pt x="1171000" y="41926"/>
                </a:lnTo>
                <a:lnTo>
                  <a:pt x="1171513" y="60890"/>
                </a:lnTo>
                <a:cubicBezTo>
                  <a:pt x="1177595" y="53578"/>
                  <a:pt x="1183592" y="48281"/>
                  <a:pt x="1189503" y="45001"/>
                </a:cubicBezTo>
                <a:cubicBezTo>
                  <a:pt x="1195414" y="41721"/>
                  <a:pt x="1201377" y="40081"/>
                  <a:pt x="1207391" y="40081"/>
                </a:cubicBezTo>
                <a:cubicBezTo>
                  <a:pt x="1218052" y="40081"/>
                  <a:pt x="1226133" y="43532"/>
                  <a:pt x="1231634" y="50434"/>
                </a:cubicBezTo>
                <a:cubicBezTo>
                  <a:pt x="1237135" y="57336"/>
                  <a:pt x="1239681" y="67587"/>
                  <a:pt x="1239271" y="81187"/>
                </a:cubicBezTo>
                <a:lnTo>
                  <a:pt x="1221229" y="81187"/>
                </a:lnTo>
                <a:cubicBezTo>
                  <a:pt x="1221434" y="72166"/>
                  <a:pt x="1220119" y="65622"/>
                  <a:pt x="1217283" y="61556"/>
                </a:cubicBezTo>
                <a:cubicBezTo>
                  <a:pt x="1214447" y="57490"/>
                  <a:pt x="1210295" y="55457"/>
                  <a:pt x="1204828" y="55457"/>
                </a:cubicBezTo>
                <a:cubicBezTo>
                  <a:pt x="1202436" y="55457"/>
                  <a:pt x="1200027" y="55884"/>
                  <a:pt x="1197601" y="56738"/>
                </a:cubicBezTo>
                <a:cubicBezTo>
                  <a:pt x="1195175" y="57593"/>
                  <a:pt x="1192681" y="58959"/>
                  <a:pt x="1190118" y="60839"/>
                </a:cubicBezTo>
                <a:cubicBezTo>
                  <a:pt x="1187555" y="62718"/>
                  <a:pt x="1184839" y="65127"/>
                  <a:pt x="1181969" y="68066"/>
                </a:cubicBezTo>
                <a:cubicBezTo>
                  <a:pt x="1179098" y="71004"/>
                  <a:pt x="1176023" y="74558"/>
                  <a:pt x="1172743" y="78726"/>
                </a:cubicBezTo>
                <a:lnTo>
                  <a:pt x="1172743" y="144844"/>
                </a:lnTo>
                <a:lnTo>
                  <a:pt x="1154701" y="144844"/>
                </a:lnTo>
                <a:lnTo>
                  <a:pt x="1154701" y="41926"/>
                </a:lnTo>
                <a:close/>
                <a:moveTo>
                  <a:pt x="1348242" y="143409"/>
                </a:moveTo>
                <a:cubicBezTo>
                  <a:pt x="1344210" y="144434"/>
                  <a:pt x="1340042" y="145169"/>
                  <a:pt x="1335736" y="145613"/>
                </a:cubicBezTo>
                <a:cubicBezTo>
                  <a:pt x="1331431" y="146057"/>
                  <a:pt x="1327057" y="146279"/>
                  <a:pt x="1322615" y="146279"/>
                </a:cubicBezTo>
                <a:cubicBezTo>
                  <a:pt x="1309699" y="146279"/>
                  <a:pt x="1300063" y="143358"/>
                  <a:pt x="1293708" y="137515"/>
                </a:cubicBezTo>
                <a:cubicBezTo>
                  <a:pt x="1287352" y="131672"/>
                  <a:pt x="1284175" y="122702"/>
                  <a:pt x="1284175" y="110606"/>
                </a:cubicBezTo>
                <a:lnTo>
                  <a:pt x="1284175" y="56892"/>
                </a:lnTo>
                <a:lnTo>
                  <a:pt x="1255370" y="56892"/>
                </a:lnTo>
                <a:lnTo>
                  <a:pt x="1255370" y="41926"/>
                </a:lnTo>
                <a:lnTo>
                  <a:pt x="1284175" y="41926"/>
                </a:lnTo>
                <a:lnTo>
                  <a:pt x="1284175" y="13634"/>
                </a:lnTo>
                <a:lnTo>
                  <a:pt x="1302011" y="9021"/>
                </a:lnTo>
                <a:lnTo>
                  <a:pt x="1302011" y="41926"/>
                </a:lnTo>
                <a:lnTo>
                  <a:pt x="1348242" y="41926"/>
                </a:lnTo>
                <a:lnTo>
                  <a:pt x="1348242" y="56892"/>
                </a:lnTo>
                <a:lnTo>
                  <a:pt x="1302011" y="56892"/>
                </a:lnTo>
                <a:lnTo>
                  <a:pt x="1302011" y="109171"/>
                </a:lnTo>
                <a:cubicBezTo>
                  <a:pt x="1302011" y="116552"/>
                  <a:pt x="1303976" y="122070"/>
                  <a:pt x="1307905" y="125726"/>
                </a:cubicBezTo>
                <a:cubicBezTo>
                  <a:pt x="1311835" y="129383"/>
                  <a:pt x="1317626" y="131211"/>
                  <a:pt x="1325280" y="131211"/>
                </a:cubicBezTo>
                <a:cubicBezTo>
                  <a:pt x="1328561" y="131211"/>
                  <a:pt x="1332148" y="130954"/>
                  <a:pt x="1336044" y="130442"/>
                </a:cubicBezTo>
                <a:cubicBezTo>
                  <a:pt x="1339939" y="129929"/>
                  <a:pt x="1344005" y="129126"/>
                  <a:pt x="1348242" y="128033"/>
                </a:cubicBezTo>
                <a:lnTo>
                  <a:pt x="1348242" y="143409"/>
                </a:lnTo>
                <a:close/>
                <a:moveTo>
                  <a:pt x="1385093" y="42848"/>
                </a:moveTo>
                <a:lnTo>
                  <a:pt x="1396164" y="31470"/>
                </a:lnTo>
                <a:lnTo>
                  <a:pt x="1465049" y="88977"/>
                </a:lnTo>
                <a:lnTo>
                  <a:pt x="1396164" y="146484"/>
                </a:lnTo>
                <a:lnTo>
                  <a:pt x="1385093" y="135208"/>
                </a:lnTo>
                <a:lnTo>
                  <a:pt x="1440960" y="89182"/>
                </a:lnTo>
                <a:lnTo>
                  <a:pt x="1385093" y="4284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&lt;return&gt;">
            <a:extLst xmlns:a="http://schemas.openxmlformats.org/drawingml/2006/main">
              <a:ext uri="{FF2B5EF4-FFF2-40B4-BE49-F238E27FC236}">
                <a16:creationId xmlns:a16="http://schemas.microsoft.com/office/drawing/2014/main" id="{C416CAC1-DF1D-4CA6-97DD-71AE408A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7210" y="4689482"/>
            <a:ext cx="891039" cy="137669"/>
          </a:xfrm>
          <a:custGeom xmlns:a="http://schemas.openxmlformats.org/drawingml/2006/main">
            <a:pathLst>
              <a:path w="891039" h="137669">
                <a:moveTo>
                  <a:pt x="80059" y="126188"/>
                </a:moveTo>
                <a:lnTo>
                  <a:pt x="68886" y="137464"/>
                </a:lnTo>
                <a:lnTo>
                  <a:pt x="0" y="79957"/>
                </a:lnTo>
                <a:lnTo>
                  <a:pt x="68886" y="22449"/>
                </a:lnTo>
                <a:lnTo>
                  <a:pt x="80059" y="33828"/>
                </a:lnTo>
                <a:lnTo>
                  <a:pt x="24192" y="79751"/>
                </a:lnTo>
                <a:lnTo>
                  <a:pt x="80059" y="126188"/>
                </a:lnTo>
                <a:close/>
                <a:moveTo>
                  <a:pt x="121375" y="32905"/>
                </a:moveTo>
                <a:lnTo>
                  <a:pt x="137674" y="32905"/>
                </a:lnTo>
                <a:lnTo>
                  <a:pt x="138187" y="51869"/>
                </a:lnTo>
                <a:cubicBezTo>
                  <a:pt x="144269" y="44557"/>
                  <a:pt x="150265" y="39261"/>
                  <a:pt x="156177" y="35980"/>
                </a:cubicBezTo>
                <a:cubicBezTo>
                  <a:pt x="162088" y="32700"/>
                  <a:pt x="168051" y="31060"/>
                  <a:pt x="174064" y="31060"/>
                </a:cubicBezTo>
                <a:cubicBezTo>
                  <a:pt x="184725" y="31060"/>
                  <a:pt x="192806" y="34511"/>
                  <a:pt x="198308" y="41413"/>
                </a:cubicBezTo>
                <a:cubicBezTo>
                  <a:pt x="203809" y="48316"/>
                  <a:pt x="206355" y="58566"/>
                  <a:pt x="205945" y="72166"/>
                </a:cubicBezTo>
                <a:lnTo>
                  <a:pt x="187903" y="72166"/>
                </a:lnTo>
                <a:cubicBezTo>
                  <a:pt x="188108" y="63145"/>
                  <a:pt x="186793" y="56602"/>
                  <a:pt x="183957" y="52536"/>
                </a:cubicBezTo>
                <a:cubicBezTo>
                  <a:pt x="181120" y="48469"/>
                  <a:pt x="176969" y="46436"/>
                  <a:pt x="171502" y="46436"/>
                </a:cubicBezTo>
                <a:cubicBezTo>
                  <a:pt x="169110" y="46436"/>
                  <a:pt x="166701" y="46863"/>
                  <a:pt x="164275" y="47718"/>
                </a:cubicBezTo>
                <a:cubicBezTo>
                  <a:pt x="161849" y="48572"/>
                  <a:pt x="159355" y="49939"/>
                  <a:pt x="156792" y="51818"/>
                </a:cubicBezTo>
                <a:cubicBezTo>
                  <a:pt x="154229" y="53697"/>
                  <a:pt x="151513" y="56106"/>
                  <a:pt x="148642" y="59045"/>
                </a:cubicBezTo>
                <a:cubicBezTo>
                  <a:pt x="145772" y="61983"/>
                  <a:pt x="142697" y="65537"/>
                  <a:pt x="139417" y="69706"/>
                </a:cubicBezTo>
                <a:lnTo>
                  <a:pt x="139417" y="135824"/>
                </a:lnTo>
                <a:lnTo>
                  <a:pt x="121375" y="135824"/>
                </a:lnTo>
                <a:lnTo>
                  <a:pt x="121375" y="32905"/>
                </a:lnTo>
                <a:close/>
                <a:moveTo>
                  <a:pt x="318914" y="78931"/>
                </a:moveTo>
                <a:cubicBezTo>
                  <a:pt x="318914" y="81460"/>
                  <a:pt x="318880" y="83578"/>
                  <a:pt x="318811" y="85287"/>
                </a:cubicBezTo>
                <a:cubicBezTo>
                  <a:pt x="318743" y="86995"/>
                  <a:pt x="318640" y="88601"/>
                  <a:pt x="318504" y="90105"/>
                </a:cubicBezTo>
                <a:lnTo>
                  <a:pt x="246235" y="90105"/>
                </a:lnTo>
                <a:cubicBezTo>
                  <a:pt x="246235" y="100629"/>
                  <a:pt x="249174" y="108710"/>
                  <a:pt x="255051" y="114348"/>
                </a:cubicBezTo>
                <a:cubicBezTo>
                  <a:pt x="260928" y="119986"/>
                  <a:pt x="269402" y="122805"/>
                  <a:pt x="280473" y="122805"/>
                </a:cubicBezTo>
                <a:cubicBezTo>
                  <a:pt x="283480" y="122805"/>
                  <a:pt x="286487" y="122685"/>
                  <a:pt x="289494" y="122446"/>
                </a:cubicBezTo>
                <a:cubicBezTo>
                  <a:pt x="292501" y="122207"/>
                  <a:pt x="295405" y="121882"/>
                  <a:pt x="298207" y="121472"/>
                </a:cubicBezTo>
                <a:cubicBezTo>
                  <a:pt x="301009" y="121062"/>
                  <a:pt x="303691" y="120601"/>
                  <a:pt x="306254" y="120089"/>
                </a:cubicBezTo>
                <a:cubicBezTo>
                  <a:pt x="308817" y="119576"/>
                  <a:pt x="311191" y="119012"/>
                  <a:pt x="313378" y="118397"/>
                </a:cubicBezTo>
                <a:lnTo>
                  <a:pt x="313378" y="133056"/>
                </a:lnTo>
                <a:cubicBezTo>
                  <a:pt x="308526" y="134423"/>
                  <a:pt x="303042" y="135533"/>
                  <a:pt x="296926" y="136387"/>
                </a:cubicBezTo>
                <a:cubicBezTo>
                  <a:pt x="290809" y="137242"/>
                  <a:pt x="284471" y="137669"/>
                  <a:pt x="277910" y="137669"/>
                </a:cubicBezTo>
                <a:cubicBezTo>
                  <a:pt x="269095" y="137669"/>
                  <a:pt x="261509" y="136473"/>
                  <a:pt x="255154" y="134081"/>
                </a:cubicBezTo>
                <a:cubicBezTo>
                  <a:pt x="248798" y="131689"/>
                  <a:pt x="243587" y="128221"/>
                  <a:pt x="239521" y="123676"/>
                </a:cubicBezTo>
                <a:cubicBezTo>
                  <a:pt x="235455" y="119132"/>
                  <a:pt x="232448" y="113562"/>
                  <a:pt x="230500" y="106967"/>
                </a:cubicBezTo>
                <a:cubicBezTo>
                  <a:pt x="228553" y="100373"/>
                  <a:pt x="227579" y="92907"/>
                  <a:pt x="227579" y="84569"/>
                </a:cubicBezTo>
                <a:cubicBezTo>
                  <a:pt x="227579" y="77325"/>
                  <a:pt x="228621" y="70474"/>
                  <a:pt x="230705" y="64016"/>
                </a:cubicBezTo>
                <a:cubicBezTo>
                  <a:pt x="232790" y="57558"/>
                  <a:pt x="235831" y="51886"/>
                  <a:pt x="239829" y="47000"/>
                </a:cubicBezTo>
                <a:cubicBezTo>
                  <a:pt x="243826" y="42114"/>
                  <a:pt x="248730" y="38236"/>
                  <a:pt x="254539" y="35365"/>
                </a:cubicBezTo>
                <a:cubicBezTo>
                  <a:pt x="260347" y="32495"/>
                  <a:pt x="266942" y="31060"/>
                  <a:pt x="274323" y="31060"/>
                </a:cubicBezTo>
                <a:cubicBezTo>
                  <a:pt x="281498" y="31060"/>
                  <a:pt x="287854" y="32188"/>
                  <a:pt x="293389" y="34443"/>
                </a:cubicBezTo>
                <a:cubicBezTo>
                  <a:pt x="298925" y="36698"/>
                  <a:pt x="303589" y="39893"/>
                  <a:pt x="307382" y="44027"/>
                </a:cubicBezTo>
                <a:cubicBezTo>
                  <a:pt x="311174" y="48162"/>
                  <a:pt x="314045" y="53185"/>
                  <a:pt x="315992" y="59096"/>
                </a:cubicBezTo>
                <a:cubicBezTo>
                  <a:pt x="317940" y="65007"/>
                  <a:pt x="318914" y="71619"/>
                  <a:pt x="318914" y="78931"/>
                </a:cubicBezTo>
                <a:moveTo>
                  <a:pt x="300360" y="76369"/>
                </a:moveTo>
                <a:cubicBezTo>
                  <a:pt x="300565" y="71790"/>
                  <a:pt x="300121" y="67604"/>
                  <a:pt x="299027" y="63811"/>
                </a:cubicBezTo>
                <a:cubicBezTo>
                  <a:pt x="297934" y="60019"/>
                  <a:pt x="296242" y="56755"/>
                  <a:pt x="293953" y="54022"/>
                </a:cubicBezTo>
                <a:cubicBezTo>
                  <a:pt x="291664" y="51288"/>
                  <a:pt x="288810" y="49153"/>
                  <a:pt x="285394" y="47615"/>
                </a:cubicBezTo>
                <a:cubicBezTo>
                  <a:pt x="281977" y="46077"/>
                  <a:pt x="278013" y="45309"/>
                  <a:pt x="273503" y="45309"/>
                </a:cubicBezTo>
                <a:cubicBezTo>
                  <a:pt x="269607" y="45309"/>
                  <a:pt x="266054" y="46060"/>
                  <a:pt x="262842" y="47564"/>
                </a:cubicBezTo>
                <a:cubicBezTo>
                  <a:pt x="259630" y="49067"/>
                  <a:pt x="256862" y="51186"/>
                  <a:pt x="254539" y="53919"/>
                </a:cubicBezTo>
                <a:cubicBezTo>
                  <a:pt x="252215" y="56653"/>
                  <a:pt x="250336" y="59933"/>
                  <a:pt x="248901" y="63760"/>
                </a:cubicBezTo>
                <a:cubicBezTo>
                  <a:pt x="247465" y="67587"/>
                  <a:pt x="246577" y="71790"/>
                  <a:pt x="246235" y="76369"/>
                </a:cubicBezTo>
                <a:lnTo>
                  <a:pt x="300360" y="76369"/>
                </a:lnTo>
                <a:close/>
                <a:moveTo>
                  <a:pt x="429731" y="134388"/>
                </a:moveTo>
                <a:cubicBezTo>
                  <a:pt x="425699" y="135414"/>
                  <a:pt x="421530" y="136148"/>
                  <a:pt x="417225" y="136592"/>
                </a:cubicBezTo>
                <a:cubicBezTo>
                  <a:pt x="412919" y="137037"/>
                  <a:pt x="408546" y="137259"/>
                  <a:pt x="404104" y="137259"/>
                </a:cubicBezTo>
                <a:cubicBezTo>
                  <a:pt x="391188" y="137259"/>
                  <a:pt x="381552" y="134337"/>
                  <a:pt x="375196" y="128494"/>
                </a:cubicBezTo>
                <a:cubicBezTo>
                  <a:pt x="368841" y="122651"/>
                  <a:pt x="365663" y="113682"/>
                  <a:pt x="365663" y="101586"/>
                </a:cubicBezTo>
                <a:lnTo>
                  <a:pt x="365663" y="47871"/>
                </a:lnTo>
                <a:lnTo>
                  <a:pt x="336858" y="47871"/>
                </a:lnTo>
                <a:lnTo>
                  <a:pt x="336858" y="32905"/>
                </a:lnTo>
                <a:lnTo>
                  <a:pt x="365663" y="32905"/>
                </a:lnTo>
                <a:lnTo>
                  <a:pt x="365663" y="4613"/>
                </a:lnTo>
                <a:lnTo>
                  <a:pt x="383500" y="0"/>
                </a:lnTo>
                <a:lnTo>
                  <a:pt x="383500" y="32905"/>
                </a:lnTo>
                <a:lnTo>
                  <a:pt x="429731" y="32905"/>
                </a:lnTo>
                <a:lnTo>
                  <a:pt x="429731" y="47871"/>
                </a:lnTo>
                <a:lnTo>
                  <a:pt x="383500" y="47871"/>
                </a:lnTo>
                <a:lnTo>
                  <a:pt x="383500" y="100151"/>
                </a:lnTo>
                <a:cubicBezTo>
                  <a:pt x="383500" y="107531"/>
                  <a:pt x="385464" y="113050"/>
                  <a:pt x="389394" y="116706"/>
                </a:cubicBezTo>
                <a:cubicBezTo>
                  <a:pt x="393323" y="120362"/>
                  <a:pt x="399115" y="122190"/>
                  <a:pt x="406769" y="122190"/>
                </a:cubicBezTo>
                <a:cubicBezTo>
                  <a:pt x="410049" y="122190"/>
                  <a:pt x="413637" y="121934"/>
                  <a:pt x="417532" y="121421"/>
                </a:cubicBezTo>
                <a:cubicBezTo>
                  <a:pt x="421428" y="120909"/>
                  <a:pt x="425494" y="120106"/>
                  <a:pt x="429731" y="119012"/>
                </a:cubicBezTo>
                <a:lnTo>
                  <a:pt x="429731" y="134388"/>
                </a:lnTo>
                <a:close/>
                <a:moveTo>
                  <a:pt x="544340" y="135824"/>
                </a:moveTo>
                <a:lnTo>
                  <a:pt x="528349" y="135824"/>
                </a:lnTo>
                <a:lnTo>
                  <a:pt x="527734" y="119217"/>
                </a:lnTo>
                <a:cubicBezTo>
                  <a:pt x="524659" y="122771"/>
                  <a:pt x="521737" y="125726"/>
                  <a:pt x="518970" y="128084"/>
                </a:cubicBezTo>
                <a:cubicBezTo>
                  <a:pt x="516202" y="130442"/>
                  <a:pt x="513451" y="132338"/>
                  <a:pt x="510718" y="133773"/>
                </a:cubicBezTo>
                <a:cubicBezTo>
                  <a:pt x="507984" y="135208"/>
                  <a:pt x="505234" y="136216"/>
                  <a:pt x="502466" y="136797"/>
                </a:cubicBezTo>
                <a:cubicBezTo>
                  <a:pt x="499698" y="137378"/>
                  <a:pt x="496777" y="137669"/>
                  <a:pt x="493701" y="137669"/>
                </a:cubicBezTo>
                <a:cubicBezTo>
                  <a:pt x="483109" y="137669"/>
                  <a:pt x="475113" y="134559"/>
                  <a:pt x="469714" y="128340"/>
                </a:cubicBezTo>
                <a:cubicBezTo>
                  <a:pt x="464316" y="122122"/>
                  <a:pt x="461616" y="112725"/>
                  <a:pt x="461616" y="100151"/>
                </a:cubicBezTo>
                <a:lnTo>
                  <a:pt x="461616" y="32905"/>
                </a:lnTo>
                <a:lnTo>
                  <a:pt x="479453" y="32905"/>
                </a:lnTo>
                <a:lnTo>
                  <a:pt x="479453" y="98716"/>
                </a:lnTo>
                <a:cubicBezTo>
                  <a:pt x="479453" y="114502"/>
                  <a:pt x="485398" y="122395"/>
                  <a:pt x="497289" y="122395"/>
                </a:cubicBezTo>
                <a:cubicBezTo>
                  <a:pt x="499476" y="122395"/>
                  <a:pt x="501612" y="122070"/>
                  <a:pt x="503696" y="121421"/>
                </a:cubicBezTo>
                <a:cubicBezTo>
                  <a:pt x="505780" y="120772"/>
                  <a:pt x="507967" y="119644"/>
                  <a:pt x="510256" y="118038"/>
                </a:cubicBezTo>
                <a:cubicBezTo>
                  <a:pt x="512546" y="116432"/>
                  <a:pt x="515006" y="114263"/>
                  <a:pt x="517637" y="111529"/>
                </a:cubicBezTo>
                <a:cubicBezTo>
                  <a:pt x="520268" y="108796"/>
                  <a:pt x="523224" y="105344"/>
                  <a:pt x="526504" y="101176"/>
                </a:cubicBezTo>
                <a:lnTo>
                  <a:pt x="526504" y="32905"/>
                </a:lnTo>
                <a:lnTo>
                  <a:pt x="544340" y="32905"/>
                </a:lnTo>
                <a:lnTo>
                  <a:pt x="544340" y="135824"/>
                </a:lnTo>
                <a:close/>
                <a:moveTo>
                  <a:pt x="580633" y="32905"/>
                </a:moveTo>
                <a:lnTo>
                  <a:pt x="596932" y="32905"/>
                </a:lnTo>
                <a:lnTo>
                  <a:pt x="597445" y="51869"/>
                </a:lnTo>
                <a:cubicBezTo>
                  <a:pt x="603527" y="44557"/>
                  <a:pt x="609524" y="39261"/>
                  <a:pt x="615435" y="35980"/>
                </a:cubicBezTo>
                <a:cubicBezTo>
                  <a:pt x="621346" y="32700"/>
                  <a:pt x="627309" y="31060"/>
                  <a:pt x="633323" y="31060"/>
                </a:cubicBezTo>
                <a:cubicBezTo>
                  <a:pt x="643984" y="31060"/>
                  <a:pt x="652065" y="34511"/>
                  <a:pt x="657566" y="41413"/>
                </a:cubicBezTo>
                <a:cubicBezTo>
                  <a:pt x="663067" y="48316"/>
                  <a:pt x="665613" y="58566"/>
                  <a:pt x="665203" y="72166"/>
                </a:cubicBezTo>
                <a:lnTo>
                  <a:pt x="647161" y="72166"/>
                </a:lnTo>
                <a:cubicBezTo>
                  <a:pt x="647366" y="63145"/>
                  <a:pt x="646051" y="56602"/>
                  <a:pt x="643215" y="52536"/>
                </a:cubicBezTo>
                <a:cubicBezTo>
                  <a:pt x="640379" y="48469"/>
                  <a:pt x="636227" y="46436"/>
                  <a:pt x="630760" y="46436"/>
                </a:cubicBezTo>
                <a:cubicBezTo>
                  <a:pt x="628368" y="46436"/>
                  <a:pt x="625959" y="46863"/>
                  <a:pt x="623533" y="47718"/>
                </a:cubicBezTo>
                <a:cubicBezTo>
                  <a:pt x="621107" y="48572"/>
                  <a:pt x="618613" y="49939"/>
                  <a:pt x="616050" y="51818"/>
                </a:cubicBezTo>
                <a:cubicBezTo>
                  <a:pt x="613487" y="53697"/>
                  <a:pt x="610771" y="56106"/>
                  <a:pt x="607901" y="59045"/>
                </a:cubicBezTo>
                <a:cubicBezTo>
                  <a:pt x="605030" y="61983"/>
                  <a:pt x="601955" y="65537"/>
                  <a:pt x="598675" y="69706"/>
                </a:cubicBezTo>
                <a:lnTo>
                  <a:pt x="598675" y="135824"/>
                </a:lnTo>
                <a:lnTo>
                  <a:pt x="580633" y="135824"/>
                </a:lnTo>
                <a:lnTo>
                  <a:pt x="580633" y="32905"/>
                </a:lnTo>
                <a:close/>
                <a:moveTo>
                  <a:pt x="691245" y="32905"/>
                </a:moveTo>
                <a:lnTo>
                  <a:pt x="707134" y="32905"/>
                </a:lnTo>
                <a:lnTo>
                  <a:pt x="707852" y="49512"/>
                </a:lnTo>
                <a:cubicBezTo>
                  <a:pt x="710858" y="45958"/>
                  <a:pt x="713763" y="43002"/>
                  <a:pt x="716565" y="40645"/>
                </a:cubicBezTo>
                <a:cubicBezTo>
                  <a:pt x="719367" y="38287"/>
                  <a:pt x="722117" y="36390"/>
                  <a:pt x="724817" y="34955"/>
                </a:cubicBezTo>
                <a:cubicBezTo>
                  <a:pt x="727516" y="33520"/>
                  <a:pt x="730267" y="32512"/>
                  <a:pt x="733069" y="31931"/>
                </a:cubicBezTo>
                <a:cubicBezTo>
                  <a:pt x="735871" y="31350"/>
                  <a:pt x="738775" y="31060"/>
                  <a:pt x="741782" y="31060"/>
                </a:cubicBezTo>
                <a:cubicBezTo>
                  <a:pt x="752374" y="31060"/>
                  <a:pt x="760387" y="34187"/>
                  <a:pt x="765820" y="40440"/>
                </a:cubicBezTo>
                <a:cubicBezTo>
                  <a:pt x="771253" y="46693"/>
                  <a:pt x="773969" y="56106"/>
                  <a:pt x="773969" y="68681"/>
                </a:cubicBezTo>
                <a:lnTo>
                  <a:pt x="773969" y="135824"/>
                </a:lnTo>
                <a:lnTo>
                  <a:pt x="756133" y="135824"/>
                </a:lnTo>
                <a:lnTo>
                  <a:pt x="756133" y="70116"/>
                </a:lnTo>
                <a:cubicBezTo>
                  <a:pt x="756133" y="62052"/>
                  <a:pt x="754630" y="56089"/>
                  <a:pt x="751623" y="52228"/>
                </a:cubicBezTo>
                <a:cubicBezTo>
                  <a:pt x="748616" y="48367"/>
                  <a:pt x="744140" y="46436"/>
                  <a:pt x="738194" y="46436"/>
                </a:cubicBezTo>
                <a:cubicBezTo>
                  <a:pt x="736007" y="46436"/>
                  <a:pt x="733872" y="46761"/>
                  <a:pt x="731787" y="47410"/>
                </a:cubicBezTo>
                <a:cubicBezTo>
                  <a:pt x="729703" y="48059"/>
                  <a:pt x="727533" y="49187"/>
                  <a:pt x="725278" y="50793"/>
                </a:cubicBezTo>
                <a:cubicBezTo>
                  <a:pt x="723023" y="52399"/>
                  <a:pt x="720580" y="54569"/>
                  <a:pt x="717949" y="57302"/>
                </a:cubicBezTo>
                <a:cubicBezTo>
                  <a:pt x="715318" y="60036"/>
                  <a:pt x="712362" y="63453"/>
                  <a:pt x="709082" y="67553"/>
                </a:cubicBezTo>
                <a:lnTo>
                  <a:pt x="709082" y="135824"/>
                </a:lnTo>
                <a:lnTo>
                  <a:pt x="691245" y="135824"/>
                </a:lnTo>
                <a:lnTo>
                  <a:pt x="691245" y="32905"/>
                </a:lnTo>
                <a:close/>
                <a:moveTo>
                  <a:pt x="811082" y="33828"/>
                </a:moveTo>
                <a:lnTo>
                  <a:pt x="822153" y="22449"/>
                </a:lnTo>
                <a:lnTo>
                  <a:pt x="891039" y="79957"/>
                </a:lnTo>
                <a:lnTo>
                  <a:pt x="822153" y="137464"/>
                </a:lnTo>
                <a:lnTo>
                  <a:pt x="811082" y="126188"/>
                </a:lnTo>
                <a:lnTo>
                  <a:pt x="866950" y="80162"/>
                </a:lnTo>
                <a:lnTo>
                  <a:pt x="811082" y="33828"/>
                </a:lnTo>
                <a:close/>
              </a:path>
            </a:pathLst>
          </a:custGeom>
          <a:solidFill xmlns:a="http://schemas.openxmlformats.org/drawingml/2006/main">
            <a:srgbClr val="D130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[chk_map">
            <a:extLst xmlns:a="http://schemas.openxmlformats.org/drawingml/2006/main">
              <a:ext uri="{FF2B5EF4-FFF2-40B4-BE49-F238E27FC236}">
                <a16:creationId xmlns:a16="http://schemas.microsoft.com/office/drawing/2014/main" id="{FB6A21F5-6D4F-4D0E-A3CB-FEFF3FA9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006" y="4676873"/>
            <a:ext cx="872670" cy="190460"/>
          </a:xfrm>
          <a:custGeom xmlns:a="http://schemas.openxmlformats.org/drawingml/2006/main">
            <a:pathLst>
              <a:path w="872670" h="190460">
                <a:moveTo>
                  <a:pt x="50537" y="190460"/>
                </a:moveTo>
                <a:lnTo>
                  <a:pt x="0" y="190460"/>
                </a:lnTo>
                <a:lnTo>
                  <a:pt x="0" y="0"/>
                </a:lnTo>
                <a:lnTo>
                  <a:pt x="50537" y="0"/>
                </a:lnTo>
                <a:lnTo>
                  <a:pt x="50537" y="14351"/>
                </a:lnTo>
                <a:lnTo>
                  <a:pt x="17016" y="14351"/>
                </a:lnTo>
                <a:lnTo>
                  <a:pt x="17016" y="176109"/>
                </a:lnTo>
                <a:lnTo>
                  <a:pt x="50537" y="176109"/>
                </a:lnTo>
                <a:lnTo>
                  <a:pt x="50537" y="190460"/>
                </a:lnTo>
                <a:close/>
                <a:moveTo>
                  <a:pt x="175802" y="144639"/>
                </a:moveTo>
                <a:cubicBezTo>
                  <a:pt x="171155" y="146416"/>
                  <a:pt x="166388" y="147732"/>
                  <a:pt x="161502" y="148586"/>
                </a:cubicBezTo>
                <a:cubicBezTo>
                  <a:pt x="156616" y="149440"/>
                  <a:pt x="151576" y="149867"/>
                  <a:pt x="146382" y="149867"/>
                </a:cubicBezTo>
                <a:cubicBezTo>
                  <a:pt x="130117" y="149867"/>
                  <a:pt x="117594" y="145459"/>
                  <a:pt x="108813" y="136644"/>
                </a:cubicBezTo>
                <a:cubicBezTo>
                  <a:pt x="100031" y="127828"/>
                  <a:pt x="95640" y="114946"/>
                  <a:pt x="95640" y="97998"/>
                </a:cubicBezTo>
                <a:cubicBezTo>
                  <a:pt x="95640" y="89866"/>
                  <a:pt x="96905" y="82485"/>
                  <a:pt x="99433" y="75856"/>
                </a:cubicBezTo>
                <a:cubicBezTo>
                  <a:pt x="101962" y="69227"/>
                  <a:pt x="105515" y="63555"/>
                  <a:pt x="110094" y="58840"/>
                </a:cubicBezTo>
                <a:cubicBezTo>
                  <a:pt x="114673" y="54124"/>
                  <a:pt x="120140" y="50485"/>
                  <a:pt x="126495" y="47923"/>
                </a:cubicBezTo>
                <a:cubicBezTo>
                  <a:pt x="132851" y="45360"/>
                  <a:pt x="139856" y="44079"/>
                  <a:pt x="147510" y="44079"/>
                </a:cubicBezTo>
                <a:cubicBezTo>
                  <a:pt x="152840" y="44079"/>
                  <a:pt x="157829" y="44454"/>
                  <a:pt x="162476" y="45206"/>
                </a:cubicBezTo>
                <a:cubicBezTo>
                  <a:pt x="167123" y="45958"/>
                  <a:pt x="171565" y="47188"/>
                  <a:pt x="175802" y="48896"/>
                </a:cubicBezTo>
                <a:lnTo>
                  <a:pt x="175802" y="65913"/>
                </a:lnTo>
                <a:cubicBezTo>
                  <a:pt x="171360" y="63589"/>
                  <a:pt x="166832" y="61898"/>
                  <a:pt x="162220" y="60839"/>
                </a:cubicBezTo>
                <a:cubicBezTo>
                  <a:pt x="157607" y="59779"/>
                  <a:pt x="152840" y="59250"/>
                  <a:pt x="147920" y="59250"/>
                </a:cubicBezTo>
                <a:cubicBezTo>
                  <a:pt x="143341" y="59250"/>
                  <a:pt x="139019" y="60121"/>
                  <a:pt x="134952" y="61864"/>
                </a:cubicBezTo>
                <a:cubicBezTo>
                  <a:pt x="130886" y="63606"/>
                  <a:pt x="127316" y="66118"/>
                  <a:pt x="124240" y="69398"/>
                </a:cubicBezTo>
                <a:cubicBezTo>
                  <a:pt x="121165" y="72678"/>
                  <a:pt x="118739" y="76676"/>
                  <a:pt x="116962" y="81392"/>
                </a:cubicBezTo>
                <a:cubicBezTo>
                  <a:pt x="115185" y="86107"/>
                  <a:pt x="114297" y="91437"/>
                  <a:pt x="114297" y="97383"/>
                </a:cubicBezTo>
                <a:cubicBezTo>
                  <a:pt x="114297" y="109821"/>
                  <a:pt x="117321" y="119132"/>
                  <a:pt x="123369" y="125316"/>
                </a:cubicBezTo>
                <a:cubicBezTo>
                  <a:pt x="129417" y="131501"/>
                  <a:pt x="137806" y="134593"/>
                  <a:pt x="148535" y="134593"/>
                </a:cubicBezTo>
                <a:cubicBezTo>
                  <a:pt x="153387" y="134593"/>
                  <a:pt x="158085" y="134047"/>
                  <a:pt x="162630" y="132953"/>
                </a:cubicBezTo>
                <a:cubicBezTo>
                  <a:pt x="167174" y="131860"/>
                  <a:pt x="171565" y="130220"/>
                  <a:pt x="175802" y="128033"/>
                </a:cubicBezTo>
                <a:lnTo>
                  <a:pt x="175802" y="144639"/>
                </a:lnTo>
                <a:close/>
                <a:moveTo>
                  <a:pt x="293384" y="148432"/>
                </a:moveTo>
                <a:lnTo>
                  <a:pt x="275548" y="148432"/>
                </a:lnTo>
                <a:lnTo>
                  <a:pt x="275548" y="82724"/>
                </a:lnTo>
                <a:cubicBezTo>
                  <a:pt x="275548" y="74797"/>
                  <a:pt x="274061" y="68869"/>
                  <a:pt x="271088" y="64939"/>
                </a:cubicBezTo>
                <a:cubicBezTo>
                  <a:pt x="268116" y="61010"/>
                  <a:pt x="263862" y="59045"/>
                  <a:pt x="258326" y="59045"/>
                </a:cubicBezTo>
                <a:cubicBezTo>
                  <a:pt x="255934" y="59045"/>
                  <a:pt x="253696" y="59369"/>
                  <a:pt x="251612" y="60019"/>
                </a:cubicBezTo>
                <a:cubicBezTo>
                  <a:pt x="249528" y="60668"/>
                  <a:pt x="247358" y="61795"/>
                  <a:pt x="245103" y="63401"/>
                </a:cubicBezTo>
                <a:cubicBezTo>
                  <a:pt x="242847" y="65007"/>
                  <a:pt x="240387" y="67177"/>
                  <a:pt x="237722" y="69911"/>
                </a:cubicBezTo>
                <a:cubicBezTo>
                  <a:pt x="235057" y="72644"/>
                  <a:pt x="231982" y="76061"/>
                  <a:pt x="228496" y="80162"/>
                </a:cubicBezTo>
                <a:lnTo>
                  <a:pt x="228496" y="148432"/>
                </a:lnTo>
                <a:lnTo>
                  <a:pt x="210660" y="148432"/>
                </a:lnTo>
                <a:lnTo>
                  <a:pt x="210660" y="3588"/>
                </a:lnTo>
                <a:lnTo>
                  <a:pt x="228496" y="3588"/>
                </a:lnTo>
                <a:lnTo>
                  <a:pt x="228496" y="45514"/>
                </a:lnTo>
                <a:lnTo>
                  <a:pt x="227881" y="61710"/>
                </a:lnTo>
                <a:cubicBezTo>
                  <a:pt x="230683" y="58361"/>
                  <a:pt x="233434" y="55542"/>
                  <a:pt x="236133" y="53253"/>
                </a:cubicBezTo>
                <a:cubicBezTo>
                  <a:pt x="238833" y="50964"/>
                  <a:pt x="241532" y="49101"/>
                  <a:pt x="244231" y="47666"/>
                </a:cubicBezTo>
                <a:cubicBezTo>
                  <a:pt x="246931" y="46231"/>
                  <a:pt x="249681" y="45206"/>
                  <a:pt x="252483" y="44591"/>
                </a:cubicBezTo>
                <a:cubicBezTo>
                  <a:pt x="255285" y="43976"/>
                  <a:pt x="258190" y="43669"/>
                  <a:pt x="261196" y="43669"/>
                </a:cubicBezTo>
                <a:cubicBezTo>
                  <a:pt x="271447" y="43669"/>
                  <a:pt x="279375" y="46795"/>
                  <a:pt x="284978" y="53048"/>
                </a:cubicBezTo>
                <a:cubicBezTo>
                  <a:pt x="290582" y="59301"/>
                  <a:pt x="293384" y="68715"/>
                  <a:pt x="293384" y="81289"/>
                </a:cubicBezTo>
                <a:lnTo>
                  <a:pt x="293384" y="148432"/>
                </a:lnTo>
                <a:close/>
                <a:moveTo>
                  <a:pt x="418039" y="148432"/>
                </a:moveTo>
                <a:lnTo>
                  <a:pt x="393540" y="148432"/>
                </a:lnTo>
                <a:lnTo>
                  <a:pt x="345566" y="93283"/>
                </a:lnTo>
                <a:lnTo>
                  <a:pt x="345566" y="148432"/>
                </a:lnTo>
                <a:lnTo>
                  <a:pt x="327730" y="148432"/>
                </a:lnTo>
                <a:lnTo>
                  <a:pt x="327730" y="3588"/>
                </a:lnTo>
                <a:lnTo>
                  <a:pt x="345566" y="3588"/>
                </a:lnTo>
                <a:lnTo>
                  <a:pt x="345566" y="92565"/>
                </a:lnTo>
                <a:lnTo>
                  <a:pt x="391797" y="45514"/>
                </a:lnTo>
                <a:lnTo>
                  <a:pt x="415374" y="45514"/>
                </a:lnTo>
                <a:lnTo>
                  <a:pt x="367093" y="92975"/>
                </a:lnTo>
                <a:lnTo>
                  <a:pt x="418039" y="148432"/>
                </a:lnTo>
                <a:close/>
                <a:moveTo>
                  <a:pt x="539297" y="190460"/>
                </a:moveTo>
                <a:lnTo>
                  <a:pt x="423872" y="190460"/>
                </a:lnTo>
                <a:lnTo>
                  <a:pt x="423872" y="175699"/>
                </a:lnTo>
                <a:lnTo>
                  <a:pt x="539297" y="175699"/>
                </a:lnTo>
                <a:lnTo>
                  <a:pt x="539297" y="190460"/>
                </a:lnTo>
                <a:close/>
                <a:moveTo>
                  <a:pt x="628484" y="148432"/>
                </a:moveTo>
                <a:lnTo>
                  <a:pt x="628484" y="74524"/>
                </a:lnTo>
                <a:cubicBezTo>
                  <a:pt x="628484" y="71312"/>
                  <a:pt x="628364" y="68681"/>
                  <a:pt x="628125" y="66630"/>
                </a:cubicBezTo>
                <a:cubicBezTo>
                  <a:pt x="627886" y="64580"/>
                  <a:pt x="627510" y="62957"/>
                  <a:pt x="626998" y="61761"/>
                </a:cubicBezTo>
                <a:cubicBezTo>
                  <a:pt x="626485" y="60565"/>
                  <a:pt x="625836" y="59728"/>
                  <a:pt x="625050" y="59250"/>
                </a:cubicBezTo>
                <a:cubicBezTo>
                  <a:pt x="624264" y="58771"/>
                  <a:pt x="623290" y="58532"/>
                  <a:pt x="622128" y="58532"/>
                </a:cubicBezTo>
                <a:cubicBezTo>
                  <a:pt x="620762" y="58532"/>
                  <a:pt x="619497" y="58942"/>
                  <a:pt x="618336" y="59762"/>
                </a:cubicBezTo>
                <a:cubicBezTo>
                  <a:pt x="617174" y="60582"/>
                  <a:pt x="615927" y="61915"/>
                  <a:pt x="614594" y="63760"/>
                </a:cubicBezTo>
                <a:cubicBezTo>
                  <a:pt x="613261" y="65605"/>
                  <a:pt x="611792" y="68048"/>
                  <a:pt x="610186" y="71090"/>
                </a:cubicBezTo>
                <a:cubicBezTo>
                  <a:pt x="608580" y="74131"/>
                  <a:pt x="606684" y="77872"/>
                  <a:pt x="604497" y="82314"/>
                </a:cubicBezTo>
                <a:lnTo>
                  <a:pt x="604497" y="148432"/>
                </a:lnTo>
                <a:lnTo>
                  <a:pt x="588198" y="148432"/>
                </a:lnTo>
                <a:lnTo>
                  <a:pt x="588198" y="76471"/>
                </a:lnTo>
                <a:cubicBezTo>
                  <a:pt x="588198" y="72713"/>
                  <a:pt x="588079" y="69672"/>
                  <a:pt x="587839" y="67348"/>
                </a:cubicBezTo>
                <a:cubicBezTo>
                  <a:pt x="587600" y="65024"/>
                  <a:pt x="587224" y="63213"/>
                  <a:pt x="586712" y="61915"/>
                </a:cubicBezTo>
                <a:cubicBezTo>
                  <a:pt x="586199" y="60617"/>
                  <a:pt x="585533" y="59728"/>
                  <a:pt x="584713" y="59250"/>
                </a:cubicBezTo>
                <a:cubicBezTo>
                  <a:pt x="583893" y="58771"/>
                  <a:pt x="582902" y="58532"/>
                  <a:pt x="581740" y="58532"/>
                </a:cubicBezTo>
                <a:cubicBezTo>
                  <a:pt x="580510" y="58532"/>
                  <a:pt x="579348" y="58874"/>
                  <a:pt x="578255" y="59557"/>
                </a:cubicBezTo>
                <a:cubicBezTo>
                  <a:pt x="577161" y="60241"/>
                  <a:pt x="575948" y="61471"/>
                  <a:pt x="574616" y="63248"/>
                </a:cubicBezTo>
                <a:cubicBezTo>
                  <a:pt x="573283" y="65024"/>
                  <a:pt x="571797" y="67450"/>
                  <a:pt x="570157" y="70526"/>
                </a:cubicBezTo>
                <a:cubicBezTo>
                  <a:pt x="568517" y="73601"/>
                  <a:pt x="566569" y="77530"/>
                  <a:pt x="564314" y="82314"/>
                </a:cubicBezTo>
                <a:lnTo>
                  <a:pt x="564314" y="148432"/>
                </a:lnTo>
                <a:lnTo>
                  <a:pt x="547912" y="148432"/>
                </a:lnTo>
                <a:lnTo>
                  <a:pt x="547912" y="45514"/>
                </a:lnTo>
                <a:lnTo>
                  <a:pt x="561546" y="45514"/>
                </a:lnTo>
                <a:lnTo>
                  <a:pt x="562366" y="65093"/>
                </a:lnTo>
                <a:cubicBezTo>
                  <a:pt x="564143" y="61197"/>
                  <a:pt x="565868" y="57883"/>
                  <a:pt x="567543" y="55149"/>
                </a:cubicBezTo>
                <a:cubicBezTo>
                  <a:pt x="569217" y="52416"/>
                  <a:pt x="570943" y="50212"/>
                  <a:pt x="572719" y="48538"/>
                </a:cubicBezTo>
                <a:cubicBezTo>
                  <a:pt x="574496" y="46863"/>
                  <a:pt x="576393" y="45633"/>
                  <a:pt x="578409" y="44847"/>
                </a:cubicBezTo>
                <a:cubicBezTo>
                  <a:pt x="580425" y="44062"/>
                  <a:pt x="582663" y="43669"/>
                  <a:pt x="585123" y="43669"/>
                </a:cubicBezTo>
                <a:cubicBezTo>
                  <a:pt x="590658" y="43669"/>
                  <a:pt x="594861" y="45480"/>
                  <a:pt x="597731" y="49101"/>
                </a:cubicBezTo>
                <a:cubicBezTo>
                  <a:pt x="600602" y="52723"/>
                  <a:pt x="602037" y="58327"/>
                  <a:pt x="602037" y="65913"/>
                </a:cubicBezTo>
                <a:cubicBezTo>
                  <a:pt x="603677" y="62359"/>
                  <a:pt x="605283" y="59199"/>
                  <a:pt x="606855" y="56431"/>
                </a:cubicBezTo>
                <a:cubicBezTo>
                  <a:pt x="608426" y="53663"/>
                  <a:pt x="610118" y="51340"/>
                  <a:pt x="611929" y="49460"/>
                </a:cubicBezTo>
                <a:cubicBezTo>
                  <a:pt x="613740" y="47581"/>
                  <a:pt x="615739" y="46146"/>
                  <a:pt x="617926" y="45155"/>
                </a:cubicBezTo>
                <a:cubicBezTo>
                  <a:pt x="620112" y="44164"/>
                  <a:pt x="622641" y="43669"/>
                  <a:pt x="625511" y="43669"/>
                </a:cubicBezTo>
                <a:cubicBezTo>
                  <a:pt x="638427" y="43669"/>
                  <a:pt x="644885" y="53612"/>
                  <a:pt x="644885" y="73498"/>
                </a:cubicBezTo>
                <a:lnTo>
                  <a:pt x="644885" y="148432"/>
                </a:lnTo>
                <a:lnTo>
                  <a:pt x="628484" y="148432"/>
                </a:lnTo>
                <a:close/>
                <a:moveTo>
                  <a:pt x="736021" y="148432"/>
                </a:moveTo>
                <a:lnTo>
                  <a:pt x="735610" y="134593"/>
                </a:lnTo>
                <a:cubicBezTo>
                  <a:pt x="730007" y="140129"/>
                  <a:pt x="724317" y="144127"/>
                  <a:pt x="718543" y="146587"/>
                </a:cubicBezTo>
                <a:cubicBezTo>
                  <a:pt x="712768" y="149047"/>
                  <a:pt x="706703" y="150277"/>
                  <a:pt x="700348" y="150277"/>
                </a:cubicBezTo>
                <a:cubicBezTo>
                  <a:pt x="694470" y="150277"/>
                  <a:pt x="689448" y="149525"/>
                  <a:pt x="685279" y="148022"/>
                </a:cubicBezTo>
                <a:cubicBezTo>
                  <a:pt x="681110" y="146519"/>
                  <a:pt x="677676" y="144451"/>
                  <a:pt x="674977" y="141820"/>
                </a:cubicBezTo>
                <a:cubicBezTo>
                  <a:pt x="672277" y="139189"/>
                  <a:pt x="670296" y="136097"/>
                  <a:pt x="669031" y="132543"/>
                </a:cubicBezTo>
                <a:cubicBezTo>
                  <a:pt x="667767" y="128990"/>
                  <a:pt x="667135" y="125129"/>
                  <a:pt x="667135" y="120960"/>
                </a:cubicBezTo>
                <a:cubicBezTo>
                  <a:pt x="667135" y="110641"/>
                  <a:pt x="670979" y="102560"/>
                  <a:pt x="678667" y="96717"/>
                </a:cubicBezTo>
                <a:cubicBezTo>
                  <a:pt x="686355" y="90874"/>
                  <a:pt x="697717" y="87952"/>
                  <a:pt x="712751" y="87952"/>
                </a:cubicBezTo>
                <a:lnTo>
                  <a:pt x="734073" y="87952"/>
                </a:lnTo>
                <a:lnTo>
                  <a:pt x="734073" y="78931"/>
                </a:lnTo>
                <a:cubicBezTo>
                  <a:pt x="734073" y="72849"/>
                  <a:pt x="732125" y="67980"/>
                  <a:pt x="728230" y="64324"/>
                </a:cubicBezTo>
                <a:cubicBezTo>
                  <a:pt x="724335" y="60668"/>
                  <a:pt x="718389" y="58840"/>
                  <a:pt x="710393" y="58840"/>
                </a:cubicBezTo>
                <a:cubicBezTo>
                  <a:pt x="704585" y="58840"/>
                  <a:pt x="698861" y="59489"/>
                  <a:pt x="693223" y="60787"/>
                </a:cubicBezTo>
                <a:cubicBezTo>
                  <a:pt x="687585" y="62086"/>
                  <a:pt x="681759" y="63931"/>
                  <a:pt x="675746" y="66323"/>
                </a:cubicBezTo>
                <a:lnTo>
                  <a:pt x="675746" y="50229"/>
                </a:lnTo>
                <a:cubicBezTo>
                  <a:pt x="678001" y="49409"/>
                  <a:pt x="680512" y="48606"/>
                  <a:pt x="683280" y="47820"/>
                </a:cubicBezTo>
                <a:cubicBezTo>
                  <a:pt x="686048" y="47034"/>
                  <a:pt x="688969" y="46334"/>
                  <a:pt x="692044" y="45719"/>
                </a:cubicBezTo>
                <a:cubicBezTo>
                  <a:pt x="695120" y="45104"/>
                  <a:pt x="698332" y="44608"/>
                  <a:pt x="701680" y="44232"/>
                </a:cubicBezTo>
                <a:cubicBezTo>
                  <a:pt x="705029" y="43856"/>
                  <a:pt x="708412" y="43669"/>
                  <a:pt x="711829" y="43669"/>
                </a:cubicBezTo>
                <a:cubicBezTo>
                  <a:pt x="718047" y="43669"/>
                  <a:pt x="723651" y="44352"/>
                  <a:pt x="728640" y="45719"/>
                </a:cubicBezTo>
                <a:cubicBezTo>
                  <a:pt x="733629" y="47085"/>
                  <a:pt x="737849" y="49170"/>
                  <a:pt x="741300" y="51972"/>
                </a:cubicBezTo>
                <a:cubicBezTo>
                  <a:pt x="744751" y="54774"/>
                  <a:pt x="747399" y="58293"/>
                  <a:pt x="749244" y="62530"/>
                </a:cubicBezTo>
                <a:cubicBezTo>
                  <a:pt x="751089" y="66767"/>
                  <a:pt x="752012" y="71756"/>
                  <a:pt x="752012" y="77496"/>
                </a:cubicBezTo>
                <a:lnTo>
                  <a:pt x="752012" y="148432"/>
                </a:lnTo>
                <a:lnTo>
                  <a:pt x="736021" y="148432"/>
                </a:lnTo>
                <a:moveTo>
                  <a:pt x="734073" y="101586"/>
                </a:moveTo>
                <a:lnTo>
                  <a:pt x="711419" y="101586"/>
                </a:lnTo>
                <a:cubicBezTo>
                  <a:pt x="706976" y="101586"/>
                  <a:pt x="703149" y="102030"/>
                  <a:pt x="699938" y="102918"/>
                </a:cubicBezTo>
                <a:cubicBezTo>
                  <a:pt x="696726" y="103807"/>
                  <a:pt x="694095" y="105071"/>
                  <a:pt x="692044" y="106711"/>
                </a:cubicBezTo>
                <a:cubicBezTo>
                  <a:pt x="689994" y="108351"/>
                  <a:pt x="688474" y="110316"/>
                  <a:pt x="687483" y="112605"/>
                </a:cubicBezTo>
                <a:cubicBezTo>
                  <a:pt x="686492" y="114895"/>
                  <a:pt x="685996" y="117475"/>
                  <a:pt x="685996" y="120345"/>
                </a:cubicBezTo>
                <a:cubicBezTo>
                  <a:pt x="685996" y="122327"/>
                  <a:pt x="686304" y="124223"/>
                  <a:pt x="686919" y="126034"/>
                </a:cubicBezTo>
                <a:cubicBezTo>
                  <a:pt x="687534" y="127845"/>
                  <a:pt x="688525" y="129451"/>
                  <a:pt x="689892" y="130852"/>
                </a:cubicBezTo>
                <a:cubicBezTo>
                  <a:pt x="691259" y="132253"/>
                  <a:pt x="693035" y="133363"/>
                  <a:pt x="695222" y="134183"/>
                </a:cubicBezTo>
                <a:cubicBezTo>
                  <a:pt x="697409" y="135003"/>
                  <a:pt x="700074" y="135414"/>
                  <a:pt x="703218" y="135414"/>
                </a:cubicBezTo>
                <a:cubicBezTo>
                  <a:pt x="707318" y="135414"/>
                  <a:pt x="712016" y="134166"/>
                  <a:pt x="717313" y="131672"/>
                </a:cubicBezTo>
                <a:cubicBezTo>
                  <a:pt x="722609" y="129178"/>
                  <a:pt x="728196" y="125231"/>
                  <a:pt x="734073" y="119832"/>
                </a:cubicBezTo>
                <a:lnTo>
                  <a:pt x="734073" y="101586"/>
                </a:lnTo>
                <a:close/>
                <a:moveTo>
                  <a:pt x="872670" y="95128"/>
                </a:moveTo>
                <a:cubicBezTo>
                  <a:pt x="872670" y="104285"/>
                  <a:pt x="871388" y="112281"/>
                  <a:pt x="868826" y="119115"/>
                </a:cubicBezTo>
                <a:cubicBezTo>
                  <a:pt x="866263" y="125949"/>
                  <a:pt x="862726" y="131621"/>
                  <a:pt x="858216" y="136131"/>
                </a:cubicBezTo>
                <a:cubicBezTo>
                  <a:pt x="853706" y="140641"/>
                  <a:pt x="848375" y="144024"/>
                  <a:pt x="842225" y="146279"/>
                </a:cubicBezTo>
                <a:cubicBezTo>
                  <a:pt x="836074" y="148535"/>
                  <a:pt x="829411" y="149662"/>
                  <a:pt x="822236" y="149662"/>
                </a:cubicBezTo>
                <a:cubicBezTo>
                  <a:pt x="818955" y="149662"/>
                  <a:pt x="815692" y="149491"/>
                  <a:pt x="812446" y="149150"/>
                </a:cubicBezTo>
                <a:cubicBezTo>
                  <a:pt x="809200" y="148808"/>
                  <a:pt x="805903" y="148227"/>
                  <a:pt x="802554" y="147407"/>
                </a:cubicBezTo>
                <a:lnTo>
                  <a:pt x="802554" y="190460"/>
                </a:lnTo>
                <a:lnTo>
                  <a:pt x="784718" y="190460"/>
                </a:lnTo>
                <a:lnTo>
                  <a:pt x="784718" y="45514"/>
                </a:lnTo>
                <a:lnTo>
                  <a:pt x="800606" y="45514"/>
                </a:lnTo>
                <a:lnTo>
                  <a:pt x="801734" y="62735"/>
                </a:lnTo>
                <a:cubicBezTo>
                  <a:pt x="806859" y="55696"/>
                  <a:pt x="812326" y="50759"/>
                  <a:pt x="818135" y="47923"/>
                </a:cubicBezTo>
                <a:cubicBezTo>
                  <a:pt x="823944" y="45087"/>
                  <a:pt x="830231" y="43669"/>
                  <a:pt x="836997" y="43669"/>
                </a:cubicBezTo>
                <a:cubicBezTo>
                  <a:pt x="842874" y="43669"/>
                  <a:pt x="848034" y="44899"/>
                  <a:pt x="852476" y="47359"/>
                </a:cubicBezTo>
                <a:cubicBezTo>
                  <a:pt x="856918" y="49819"/>
                  <a:pt x="860642" y="53287"/>
                  <a:pt x="863649" y="57763"/>
                </a:cubicBezTo>
                <a:cubicBezTo>
                  <a:pt x="866656" y="62240"/>
                  <a:pt x="868911" y="67638"/>
                  <a:pt x="870415" y="73960"/>
                </a:cubicBezTo>
                <a:cubicBezTo>
                  <a:pt x="871918" y="80281"/>
                  <a:pt x="872670" y="87337"/>
                  <a:pt x="872670" y="95128"/>
                </a:cubicBezTo>
                <a:moveTo>
                  <a:pt x="854423" y="95948"/>
                </a:moveTo>
                <a:cubicBezTo>
                  <a:pt x="854423" y="90549"/>
                  <a:pt x="854030" y="85594"/>
                  <a:pt x="853244" y="81084"/>
                </a:cubicBezTo>
                <a:cubicBezTo>
                  <a:pt x="852458" y="76574"/>
                  <a:pt x="851211" y="72713"/>
                  <a:pt x="849503" y="69501"/>
                </a:cubicBezTo>
                <a:cubicBezTo>
                  <a:pt x="847794" y="66289"/>
                  <a:pt x="845608" y="63777"/>
                  <a:pt x="842942" y="61966"/>
                </a:cubicBezTo>
                <a:cubicBezTo>
                  <a:pt x="840277" y="60155"/>
                  <a:pt x="837099" y="59250"/>
                  <a:pt x="833409" y="59250"/>
                </a:cubicBezTo>
                <a:cubicBezTo>
                  <a:pt x="831154" y="59250"/>
                  <a:pt x="828864" y="59609"/>
                  <a:pt x="826541" y="60326"/>
                </a:cubicBezTo>
                <a:cubicBezTo>
                  <a:pt x="824217" y="61044"/>
                  <a:pt x="821808" y="62240"/>
                  <a:pt x="819314" y="63914"/>
                </a:cubicBezTo>
                <a:cubicBezTo>
                  <a:pt x="816820" y="65588"/>
                  <a:pt x="814189" y="67809"/>
                  <a:pt x="811421" y="70577"/>
                </a:cubicBezTo>
                <a:cubicBezTo>
                  <a:pt x="808653" y="73345"/>
                  <a:pt x="805698" y="76779"/>
                  <a:pt x="802554" y="80879"/>
                </a:cubicBezTo>
                <a:lnTo>
                  <a:pt x="802554" y="130801"/>
                </a:lnTo>
                <a:cubicBezTo>
                  <a:pt x="805834" y="132167"/>
                  <a:pt x="809285" y="133244"/>
                  <a:pt x="812907" y="134030"/>
                </a:cubicBezTo>
                <a:cubicBezTo>
                  <a:pt x="816529" y="134816"/>
                  <a:pt x="820083" y="135208"/>
                  <a:pt x="823568" y="135208"/>
                </a:cubicBezTo>
                <a:cubicBezTo>
                  <a:pt x="833204" y="135208"/>
                  <a:pt x="840755" y="131945"/>
                  <a:pt x="846223" y="125419"/>
                </a:cubicBezTo>
                <a:cubicBezTo>
                  <a:pt x="851690" y="118893"/>
                  <a:pt x="854423" y="109069"/>
                  <a:pt x="854423" y="959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[compl]index]">
            <a:extLst xmlns:a="http://schemas.openxmlformats.org/drawingml/2006/main">
              <a:ext uri="{FF2B5EF4-FFF2-40B4-BE49-F238E27FC236}">
                <a16:creationId xmlns:a16="http://schemas.microsoft.com/office/drawing/2014/main" id="{CC556C42-2439-4E4C-9328-B265D7B6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76" y="4925650"/>
            <a:ext cx="1537215" cy="190460"/>
          </a:xfrm>
          <a:custGeom xmlns:a="http://schemas.openxmlformats.org/drawingml/2006/main">
            <a:pathLst>
              <a:path w="1537215" h="190460">
                <a:moveTo>
                  <a:pt x="50537" y="190460"/>
                </a:moveTo>
                <a:lnTo>
                  <a:pt x="0" y="190460"/>
                </a:lnTo>
                <a:lnTo>
                  <a:pt x="0" y="0"/>
                </a:lnTo>
                <a:lnTo>
                  <a:pt x="50537" y="0"/>
                </a:lnTo>
                <a:lnTo>
                  <a:pt x="50537" y="14351"/>
                </a:lnTo>
                <a:lnTo>
                  <a:pt x="17016" y="14351"/>
                </a:lnTo>
                <a:lnTo>
                  <a:pt x="17016" y="176109"/>
                </a:lnTo>
                <a:lnTo>
                  <a:pt x="50537" y="176109"/>
                </a:lnTo>
                <a:lnTo>
                  <a:pt x="50537" y="190460"/>
                </a:lnTo>
                <a:close/>
                <a:moveTo>
                  <a:pt x="175802" y="144639"/>
                </a:moveTo>
                <a:cubicBezTo>
                  <a:pt x="171155" y="146416"/>
                  <a:pt x="166388" y="147732"/>
                  <a:pt x="161502" y="148586"/>
                </a:cubicBezTo>
                <a:cubicBezTo>
                  <a:pt x="156616" y="149440"/>
                  <a:pt x="151576" y="149867"/>
                  <a:pt x="146382" y="149867"/>
                </a:cubicBezTo>
                <a:cubicBezTo>
                  <a:pt x="130117" y="149867"/>
                  <a:pt x="117594" y="145459"/>
                  <a:pt x="108813" y="136644"/>
                </a:cubicBezTo>
                <a:cubicBezTo>
                  <a:pt x="100031" y="127828"/>
                  <a:pt x="95640" y="114946"/>
                  <a:pt x="95640" y="97998"/>
                </a:cubicBezTo>
                <a:cubicBezTo>
                  <a:pt x="95640" y="89866"/>
                  <a:pt x="96905" y="82485"/>
                  <a:pt x="99433" y="75856"/>
                </a:cubicBezTo>
                <a:cubicBezTo>
                  <a:pt x="101962" y="69227"/>
                  <a:pt x="105515" y="63555"/>
                  <a:pt x="110094" y="58840"/>
                </a:cubicBezTo>
                <a:cubicBezTo>
                  <a:pt x="114673" y="54124"/>
                  <a:pt x="120140" y="50485"/>
                  <a:pt x="126495" y="47923"/>
                </a:cubicBezTo>
                <a:cubicBezTo>
                  <a:pt x="132851" y="45360"/>
                  <a:pt x="139856" y="44079"/>
                  <a:pt x="147510" y="44079"/>
                </a:cubicBezTo>
                <a:cubicBezTo>
                  <a:pt x="152840" y="44079"/>
                  <a:pt x="157829" y="44454"/>
                  <a:pt x="162476" y="45206"/>
                </a:cubicBezTo>
                <a:cubicBezTo>
                  <a:pt x="167123" y="45958"/>
                  <a:pt x="171565" y="47188"/>
                  <a:pt x="175802" y="48896"/>
                </a:cubicBezTo>
                <a:lnTo>
                  <a:pt x="175802" y="65913"/>
                </a:lnTo>
                <a:cubicBezTo>
                  <a:pt x="171360" y="63589"/>
                  <a:pt x="166832" y="61898"/>
                  <a:pt x="162220" y="60839"/>
                </a:cubicBezTo>
                <a:cubicBezTo>
                  <a:pt x="157607" y="59779"/>
                  <a:pt x="152840" y="59250"/>
                  <a:pt x="147920" y="59250"/>
                </a:cubicBezTo>
                <a:cubicBezTo>
                  <a:pt x="143341" y="59250"/>
                  <a:pt x="139019" y="60121"/>
                  <a:pt x="134952" y="61864"/>
                </a:cubicBezTo>
                <a:cubicBezTo>
                  <a:pt x="130886" y="63606"/>
                  <a:pt x="127316" y="66118"/>
                  <a:pt x="124240" y="69398"/>
                </a:cubicBezTo>
                <a:cubicBezTo>
                  <a:pt x="121165" y="72678"/>
                  <a:pt x="118739" y="76676"/>
                  <a:pt x="116962" y="81392"/>
                </a:cubicBezTo>
                <a:cubicBezTo>
                  <a:pt x="115185" y="86107"/>
                  <a:pt x="114297" y="91437"/>
                  <a:pt x="114297" y="97383"/>
                </a:cubicBezTo>
                <a:cubicBezTo>
                  <a:pt x="114297" y="109821"/>
                  <a:pt x="117321" y="119132"/>
                  <a:pt x="123369" y="125316"/>
                </a:cubicBezTo>
                <a:cubicBezTo>
                  <a:pt x="129417" y="131501"/>
                  <a:pt x="137806" y="134593"/>
                  <a:pt x="148535" y="134593"/>
                </a:cubicBezTo>
                <a:cubicBezTo>
                  <a:pt x="153387" y="134593"/>
                  <a:pt x="158085" y="134047"/>
                  <a:pt x="162630" y="132953"/>
                </a:cubicBezTo>
                <a:cubicBezTo>
                  <a:pt x="167174" y="131860"/>
                  <a:pt x="171565" y="130220"/>
                  <a:pt x="175802" y="128033"/>
                </a:cubicBezTo>
                <a:lnTo>
                  <a:pt x="175802" y="144639"/>
                </a:lnTo>
                <a:close/>
                <a:moveTo>
                  <a:pt x="300252" y="96153"/>
                </a:moveTo>
                <a:cubicBezTo>
                  <a:pt x="300252" y="104148"/>
                  <a:pt x="299125" y="111478"/>
                  <a:pt x="296870" y="118141"/>
                </a:cubicBezTo>
                <a:cubicBezTo>
                  <a:pt x="294614" y="124804"/>
                  <a:pt x="291368" y="130510"/>
                  <a:pt x="287131" y="135260"/>
                </a:cubicBezTo>
                <a:cubicBezTo>
                  <a:pt x="282894" y="140009"/>
                  <a:pt x="277735" y="143700"/>
                  <a:pt x="271653" y="146331"/>
                </a:cubicBezTo>
                <a:cubicBezTo>
                  <a:pt x="265570" y="148962"/>
                  <a:pt x="258668" y="150277"/>
                  <a:pt x="250946" y="150277"/>
                </a:cubicBezTo>
                <a:cubicBezTo>
                  <a:pt x="243565" y="150277"/>
                  <a:pt x="236953" y="149133"/>
                  <a:pt x="231110" y="146843"/>
                </a:cubicBezTo>
                <a:cubicBezTo>
                  <a:pt x="225268" y="144554"/>
                  <a:pt x="220313" y="141188"/>
                  <a:pt x="216247" y="136746"/>
                </a:cubicBezTo>
                <a:cubicBezTo>
                  <a:pt x="212181" y="132304"/>
                  <a:pt x="209071" y="126803"/>
                  <a:pt x="206919" y="120242"/>
                </a:cubicBezTo>
                <a:cubicBezTo>
                  <a:pt x="204766" y="113682"/>
                  <a:pt x="203690" y="106130"/>
                  <a:pt x="203690" y="97588"/>
                </a:cubicBezTo>
                <a:cubicBezTo>
                  <a:pt x="203690" y="89592"/>
                  <a:pt x="204817" y="82297"/>
                  <a:pt x="207072" y="75702"/>
                </a:cubicBezTo>
                <a:cubicBezTo>
                  <a:pt x="209327" y="69108"/>
                  <a:pt x="212574" y="63436"/>
                  <a:pt x="216811" y="58686"/>
                </a:cubicBezTo>
                <a:cubicBezTo>
                  <a:pt x="221048" y="53936"/>
                  <a:pt x="226207" y="50246"/>
                  <a:pt x="232289" y="47615"/>
                </a:cubicBezTo>
                <a:cubicBezTo>
                  <a:pt x="238372" y="44984"/>
                  <a:pt x="245274" y="43669"/>
                  <a:pt x="252996" y="43669"/>
                </a:cubicBezTo>
                <a:cubicBezTo>
                  <a:pt x="260377" y="43669"/>
                  <a:pt x="266988" y="44813"/>
                  <a:pt x="272831" y="47103"/>
                </a:cubicBezTo>
                <a:cubicBezTo>
                  <a:pt x="278674" y="49392"/>
                  <a:pt x="283629" y="52741"/>
                  <a:pt x="287695" y="57148"/>
                </a:cubicBezTo>
                <a:cubicBezTo>
                  <a:pt x="291761" y="61556"/>
                  <a:pt x="294871" y="67040"/>
                  <a:pt x="297023" y="73601"/>
                </a:cubicBezTo>
                <a:cubicBezTo>
                  <a:pt x="299176" y="80162"/>
                  <a:pt x="300252" y="87679"/>
                  <a:pt x="300252" y="96153"/>
                </a:cubicBezTo>
                <a:moveTo>
                  <a:pt x="282006" y="96973"/>
                </a:moveTo>
                <a:cubicBezTo>
                  <a:pt x="282006" y="90617"/>
                  <a:pt x="281305" y="85065"/>
                  <a:pt x="279904" y="80315"/>
                </a:cubicBezTo>
                <a:cubicBezTo>
                  <a:pt x="278504" y="75566"/>
                  <a:pt x="276505" y="71602"/>
                  <a:pt x="273908" y="68424"/>
                </a:cubicBezTo>
                <a:cubicBezTo>
                  <a:pt x="271311" y="65247"/>
                  <a:pt x="268150" y="62855"/>
                  <a:pt x="264426" y="61249"/>
                </a:cubicBezTo>
                <a:cubicBezTo>
                  <a:pt x="260701" y="59643"/>
                  <a:pt x="256550" y="58840"/>
                  <a:pt x="251971" y="58840"/>
                </a:cubicBezTo>
                <a:cubicBezTo>
                  <a:pt x="246641" y="58840"/>
                  <a:pt x="242079" y="59882"/>
                  <a:pt x="238286" y="61966"/>
                </a:cubicBezTo>
                <a:cubicBezTo>
                  <a:pt x="234493" y="64051"/>
                  <a:pt x="231384" y="66835"/>
                  <a:pt x="228958" y="70321"/>
                </a:cubicBezTo>
                <a:cubicBezTo>
                  <a:pt x="226532" y="73806"/>
                  <a:pt x="224755" y="77855"/>
                  <a:pt x="223627" y="82468"/>
                </a:cubicBezTo>
                <a:cubicBezTo>
                  <a:pt x="222500" y="87081"/>
                  <a:pt x="221936" y="91916"/>
                  <a:pt x="221936" y="96973"/>
                </a:cubicBezTo>
                <a:cubicBezTo>
                  <a:pt x="221936" y="103328"/>
                  <a:pt x="222636" y="108898"/>
                  <a:pt x="224037" y="113682"/>
                </a:cubicBezTo>
                <a:cubicBezTo>
                  <a:pt x="225438" y="118465"/>
                  <a:pt x="227437" y="122446"/>
                  <a:pt x="230034" y="125624"/>
                </a:cubicBezTo>
                <a:cubicBezTo>
                  <a:pt x="232631" y="128802"/>
                  <a:pt x="235775" y="131194"/>
                  <a:pt x="239465" y="132800"/>
                </a:cubicBezTo>
                <a:cubicBezTo>
                  <a:pt x="243155" y="134406"/>
                  <a:pt x="247324" y="135208"/>
                  <a:pt x="251971" y="135208"/>
                </a:cubicBezTo>
                <a:cubicBezTo>
                  <a:pt x="257301" y="135208"/>
                  <a:pt x="261863" y="134166"/>
                  <a:pt x="265656" y="132082"/>
                </a:cubicBezTo>
                <a:cubicBezTo>
                  <a:pt x="269449" y="129998"/>
                  <a:pt x="272558" y="127213"/>
                  <a:pt x="274984" y="123728"/>
                </a:cubicBezTo>
                <a:cubicBezTo>
                  <a:pt x="277410" y="120242"/>
                  <a:pt x="279187" y="116193"/>
                  <a:pt x="280314" y="111580"/>
                </a:cubicBezTo>
                <a:cubicBezTo>
                  <a:pt x="281442" y="106967"/>
                  <a:pt x="282006" y="102098"/>
                  <a:pt x="282006" y="96973"/>
                </a:cubicBezTo>
                <a:close/>
                <a:moveTo>
                  <a:pt x="398871" y="148432"/>
                </a:moveTo>
                <a:lnTo>
                  <a:pt x="398871" y="74524"/>
                </a:lnTo>
                <a:cubicBezTo>
                  <a:pt x="398871" y="71312"/>
                  <a:pt x="398751" y="68681"/>
                  <a:pt x="398512" y="66630"/>
                </a:cubicBezTo>
                <a:cubicBezTo>
                  <a:pt x="398273" y="64580"/>
                  <a:pt x="397897" y="62957"/>
                  <a:pt x="397384" y="61761"/>
                </a:cubicBezTo>
                <a:cubicBezTo>
                  <a:pt x="396872" y="60565"/>
                  <a:pt x="396222" y="59728"/>
                  <a:pt x="395437" y="59250"/>
                </a:cubicBezTo>
                <a:cubicBezTo>
                  <a:pt x="394651" y="58771"/>
                  <a:pt x="393677" y="58532"/>
                  <a:pt x="392515" y="58532"/>
                </a:cubicBezTo>
                <a:cubicBezTo>
                  <a:pt x="391148" y="58532"/>
                  <a:pt x="389884" y="58942"/>
                  <a:pt x="388722" y="59762"/>
                </a:cubicBezTo>
                <a:cubicBezTo>
                  <a:pt x="387561" y="60582"/>
                  <a:pt x="386313" y="61915"/>
                  <a:pt x="384981" y="63760"/>
                </a:cubicBezTo>
                <a:cubicBezTo>
                  <a:pt x="383648" y="65605"/>
                  <a:pt x="382179" y="68048"/>
                  <a:pt x="380573" y="71090"/>
                </a:cubicBezTo>
                <a:cubicBezTo>
                  <a:pt x="378967" y="74131"/>
                  <a:pt x="377070" y="77872"/>
                  <a:pt x="374884" y="82314"/>
                </a:cubicBezTo>
                <a:lnTo>
                  <a:pt x="374884" y="148432"/>
                </a:lnTo>
                <a:lnTo>
                  <a:pt x="358585" y="148432"/>
                </a:lnTo>
                <a:lnTo>
                  <a:pt x="358585" y="76471"/>
                </a:lnTo>
                <a:cubicBezTo>
                  <a:pt x="358585" y="72713"/>
                  <a:pt x="358465" y="69672"/>
                  <a:pt x="358226" y="67348"/>
                </a:cubicBezTo>
                <a:cubicBezTo>
                  <a:pt x="357987" y="65024"/>
                  <a:pt x="357611" y="63213"/>
                  <a:pt x="357098" y="61915"/>
                </a:cubicBezTo>
                <a:cubicBezTo>
                  <a:pt x="356586" y="60617"/>
                  <a:pt x="355920" y="59728"/>
                  <a:pt x="355100" y="59250"/>
                </a:cubicBezTo>
                <a:cubicBezTo>
                  <a:pt x="354279" y="58771"/>
                  <a:pt x="353289" y="58532"/>
                  <a:pt x="352127" y="58532"/>
                </a:cubicBezTo>
                <a:cubicBezTo>
                  <a:pt x="350897" y="58532"/>
                  <a:pt x="349735" y="58874"/>
                  <a:pt x="348642" y="59557"/>
                </a:cubicBezTo>
                <a:cubicBezTo>
                  <a:pt x="347548" y="60241"/>
                  <a:pt x="346335" y="61471"/>
                  <a:pt x="345002" y="63248"/>
                </a:cubicBezTo>
                <a:cubicBezTo>
                  <a:pt x="343670" y="65024"/>
                  <a:pt x="342183" y="67450"/>
                  <a:pt x="340543" y="70526"/>
                </a:cubicBezTo>
                <a:cubicBezTo>
                  <a:pt x="338903" y="73601"/>
                  <a:pt x="336956" y="77530"/>
                  <a:pt x="334700" y="82314"/>
                </a:cubicBezTo>
                <a:lnTo>
                  <a:pt x="334700" y="148432"/>
                </a:lnTo>
                <a:lnTo>
                  <a:pt x="318299" y="148432"/>
                </a:lnTo>
                <a:lnTo>
                  <a:pt x="318299" y="45514"/>
                </a:lnTo>
                <a:lnTo>
                  <a:pt x="331933" y="45514"/>
                </a:lnTo>
                <a:lnTo>
                  <a:pt x="332753" y="65093"/>
                </a:lnTo>
                <a:cubicBezTo>
                  <a:pt x="334530" y="61197"/>
                  <a:pt x="336255" y="57883"/>
                  <a:pt x="337929" y="55149"/>
                </a:cubicBezTo>
                <a:cubicBezTo>
                  <a:pt x="339604" y="52416"/>
                  <a:pt x="341329" y="50212"/>
                  <a:pt x="343106" y="48538"/>
                </a:cubicBezTo>
                <a:cubicBezTo>
                  <a:pt x="344883" y="46863"/>
                  <a:pt x="346779" y="45633"/>
                  <a:pt x="348795" y="44847"/>
                </a:cubicBezTo>
                <a:cubicBezTo>
                  <a:pt x="350811" y="44062"/>
                  <a:pt x="353049" y="43669"/>
                  <a:pt x="355510" y="43669"/>
                </a:cubicBezTo>
                <a:cubicBezTo>
                  <a:pt x="361045" y="43669"/>
                  <a:pt x="365248" y="45480"/>
                  <a:pt x="368118" y="49101"/>
                </a:cubicBezTo>
                <a:cubicBezTo>
                  <a:pt x="370988" y="52723"/>
                  <a:pt x="372423" y="58327"/>
                  <a:pt x="372423" y="65913"/>
                </a:cubicBezTo>
                <a:cubicBezTo>
                  <a:pt x="374064" y="62359"/>
                  <a:pt x="375670" y="59199"/>
                  <a:pt x="377241" y="56431"/>
                </a:cubicBezTo>
                <a:cubicBezTo>
                  <a:pt x="378813" y="53663"/>
                  <a:pt x="380505" y="51340"/>
                  <a:pt x="382316" y="49460"/>
                </a:cubicBezTo>
                <a:cubicBezTo>
                  <a:pt x="384126" y="47581"/>
                  <a:pt x="386125" y="46146"/>
                  <a:pt x="388312" y="45155"/>
                </a:cubicBezTo>
                <a:cubicBezTo>
                  <a:pt x="390499" y="44164"/>
                  <a:pt x="393028" y="43669"/>
                  <a:pt x="395898" y="43669"/>
                </a:cubicBezTo>
                <a:cubicBezTo>
                  <a:pt x="408814" y="43669"/>
                  <a:pt x="415272" y="53612"/>
                  <a:pt x="415272" y="73498"/>
                </a:cubicBezTo>
                <a:lnTo>
                  <a:pt x="415272" y="148432"/>
                </a:lnTo>
                <a:lnTo>
                  <a:pt x="398871" y="148432"/>
                </a:lnTo>
                <a:close/>
                <a:moveTo>
                  <a:pt x="528225" y="95128"/>
                </a:moveTo>
                <a:cubicBezTo>
                  <a:pt x="528225" y="104285"/>
                  <a:pt x="526944" y="112281"/>
                  <a:pt x="524381" y="119115"/>
                </a:cubicBezTo>
                <a:cubicBezTo>
                  <a:pt x="521819" y="125949"/>
                  <a:pt x="518282" y="131621"/>
                  <a:pt x="513772" y="136131"/>
                </a:cubicBezTo>
                <a:cubicBezTo>
                  <a:pt x="509261" y="140641"/>
                  <a:pt x="503931" y="144024"/>
                  <a:pt x="497780" y="146279"/>
                </a:cubicBezTo>
                <a:cubicBezTo>
                  <a:pt x="491630" y="148535"/>
                  <a:pt x="484967" y="149662"/>
                  <a:pt x="477791" y="149662"/>
                </a:cubicBezTo>
                <a:cubicBezTo>
                  <a:pt x="474511" y="149662"/>
                  <a:pt x="471248" y="149491"/>
                  <a:pt x="468002" y="149150"/>
                </a:cubicBezTo>
                <a:cubicBezTo>
                  <a:pt x="464756" y="148808"/>
                  <a:pt x="461458" y="148227"/>
                  <a:pt x="458110" y="147407"/>
                </a:cubicBezTo>
                <a:lnTo>
                  <a:pt x="458110" y="190460"/>
                </a:lnTo>
                <a:lnTo>
                  <a:pt x="440273" y="190460"/>
                </a:lnTo>
                <a:lnTo>
                  <a:pt x="440273" y="45514"/>
                </a:lnTo>
                <a:lnTo>
                  <a:pt x="456162" y="45514"/>
                </a:lnTo>
                <a:lnTo>
                  <a:pt x="457290" y="62735"/>
                </a:lnTo>
                <a:cubicBezTo>
                  <a:pt x="462415" y="55696"/>
                  <a:pt x="467882" y="50759"/>
                  <a:pt x="473691" y="47923"/>
                </a:cubicBezTo>
                <a:cubicBezTo>
                  <a:pt x="479500" y="45087"/>
                  <a:pt x="485787" y="43669"/>
                  <a:pt x="492553" y="43669"/>
                </a:cubicBezTo>
                <a:cubicBezTo>
                  <a:pt x="498430" y="43669"/>
                  <a:pt x="503589" y="44899"/>
                  <a:pt x="508031" y="47359"/>
                </a:cubicBezTo>
                <a:cubicBezTo>
                  <a:pt x="512473" y="49819"/>
                  <a:pt x="516198" y="53287"/>
                  <a:pt x="519205" y="57763"/>
                </a:cubicBezTo>
                <a:cubicBezTo>
                  <a:pt x="522212" y="62240"/>
                  <a:pt x="524467" y="67638"/>
                  <a:pt x="525970" y="73960"/>
                </a:cubicBezTo>
                <a:cubicBezTo>
                  <a:pt x="527474" y="80281"/>
                  <a:pt x="528225" y="87337"/>
                  <a:pt x="528225" y="95128"/>
                </a:cubicBezTo>
                <a:moveTo>
                  <a:pt x="509979" y="95948"/>
                </a:moveTo>
                <a:cubicBezTo>
                  <a:pt x="509979" y="90549"/>
                  <a:pt x="509586" y="85594"/>
                  <a:pt x="508800" y="81084"/>
                </a:cubicBezTo>
                <a:cubicBezTo>
                  <a:pt x="508014" y="76574"/>
                  <a:pt x="506767" y="72713"/>
                  <a:pt x="505059" y="69501"/>
                </a:cubicBezTo>
                <a:cubicBezTo>
                  <a:pt x="503350" y="66289"/>
                  <a:pt x="501163" y="63777"/>
                  <a:pt x="498498" y="61966"/>
                </a:cubicBezTo>
                <a:cubicBezTo>
                  <a:pt x="495833" y="60155"/>
                  <a:pt x="492655" y="59250"/>
                  <a:pt x="488965" y="59250"/>
                </a:cubicBezTo>
                <a:cubicBezTo>
                  <a:pt x="486710" y="59250"/>
                  <a:pt x="484420" y="59609"/>
                  <a:pt x="482097" y="60326"/>
                </a:cubicBezTo>
                <a:cubicBezTo>
                  <a:pt x="479773" y="61044"/>
                  <a:pt x="477364" y="62240"/>
                  <a:pt x="474870" y="63914"/>
                </a:cubicBezTo>
                <a:cubicBezTo>
                  <a:pt x="472375" y="65588"/>
                  <a:pt x="469744" y="67809"/>
                  <a:pt x="466977" y="70577"/>
                </a:cubicBezTo>
                <a:cubicBezTo>
                  <a:pt x="464209" y="73345"/>
                  <a:pt x="461253" y="76779"/>
                  <a:pt x="458110" y="80879"/>
                </a:cubicBezTo>
                <a:lnTo>
                  <a:pt x="458110" y="130801"/>
                </a:lnTo>
                <a:cubicBezTo>
                  <a:pt x="461390" y="132167"/>
                  <a:pt x="464841" y="133244"/>
                  <a:pt x="468463" y="134030"/>
                </a:cubicBezTo>
                <a:cubicBezTo>
                  <a:pt x="472085" y="134816"/>
                  <a:pt x="475639" y="135208"/>
                  <a:pt x="479124" y="135208"/>
                </a:cubicBezTo>
                <a:cubicBezTo>
                  <a:pt x="488760" y="135208"/>
                  <a:pt x="496311" y="131945"/>
                  <a:pt x="501778" y="125419"/>
                </a:cubicBezTo>
                <a:cubicBezTo>
                  <a:pt x="507245" y="118893"/>
                  <a:pt x="509979" y="109069"/>
                  <a:pt x="509979" y="95948"/>
                </a:cubicBezTo>
                <a:close/>
                <a:moveTo>
                  <a:pt x="590146" y="18246"/>
                </a:moveTo>
                <a:lnTo>
                  <a:pt x="559701" y="18246"/>
                </a:lnTo>
                <a:lnTo>
                  <a:pt x="559701" y="3588"/>
                </a:lnTo>
                <a:lnTo>
                  <a:pt x="608187" y="3588"/>
                </a:lnTo>
                <a:lnTo>
                  <a:pt x="608187" y="133568"/>
                </a:lnTo>
                <a:lnTo>
                  <a:pt x="638837" y="133568"/>
                </a:lnTo>
                <a:lnTo>
                  <a:pt x="638837" y="148432"/>
                </a:lnTo>
                <a:lnTo>
                  <a:pt x="556318" y="148432"/>
                </a:lnTo>
                <a:lnTo>
                  <a:pt x="556318" y="133568"/>
                </a:lnTo>
                <a:lnTo>
                  <a:pt x="590146" y="133568"/>
                </a:lnTo>
                <a:lnTo>
                  <a:pt x="590146" y="18246"/>
                </a:lnTo>
                <a:close/>
                <a:moveTo>
                  <a:pt x="733550" y="190460"/>
                </a:moveTo>
                <a:lnTo>
                  <a:pt x="683013" y="190460"/>
                </a:lnTo>
                <a:lnTo>
                  <a:pt x="683013" y="176109"/>
                </a:lnTo>
                <a:lnTo>
                  <a:pt x="716328" y="176109"/>
                </a:lnTo>
                <a:lnTo>
                  <a:pt x="716328" y="14351"/>
                </a:lnTo>
                <a:lnTo>
                  <a:pt x="683013" y="14351"/>
                </a:lnTo>
                <a:lnTo>
                  <a:pt x="683013" y="0"/>
                </a:lnTo>
                <a:lnTo>
                  <a:pt x="733550" y="0"/>
                </a:lnTo>
                <a:lnTo>
                  <a:pt x="733550" y="190460"/>
                </a:lnTo>
                <a:close/>
                <a:moveTo>
                  <a:pt x="934569" y="60275"/>
                </a:moveTo>
                <a:lnTo>
                  <a:pt x="904124" y="60275"/>
                </a:lnTo>
                <a:lnTo>
                  <a:pt x="904124" y="45514"/>
                </a:lnTo>
                <a:lnTo>
                  <a:pt x="952610" y="45514"/>
                </a:lnTo>
                <a:lnTo>
                  <a:pt x="952610" y="133568"/>
                </a:lnTo>
                <a:lnTo>
                  <a:pt x="983260" y="133568"/>
                </a:lnTo>
                <a:lnTo>
                  <a:pt x="983260" y="148432"/>
                </a:lnTo>
                <a:lnTo>
                  <a:pt x="900741" y="148432"/>
                </a:lnTo>
                <a:lnTo>
                  <a:pt x="900741" y="133568"/>
                </a:lnTo>
                <a:lnTo>
                  <a:pt x="934569" y="133568"/>
                </a:lnTo>
                <a:lnTo>
                  <a:pt x="934569" y="60275"/>
                </a:lnTo>
                <a:moveTo>
                  <a:pt x="940822" y="2358"/>
                </a:moveTo>
                <a:cubicBezTo>
                  <a:pt x="942803" y="2358"/>
                  <a:pt x="944649" y="2716"/>
                  <a:pt x="946357" y="3434"/>
                </a:cubicBezTo>
                <a:cubicBezTo>
                  <a:pt x="948065" y="4152"/>
                  <a:pt x="949552" y="5160"/>
                  <a:pt x="950816" y="6458"/>
                </a:cubicBezTo>
                <a:cubicBezTo>
                  <a:pt x="952080" y="7756"/>
                  <a:pt x="953071" y="9243"/>
                  <a:pt x="953789" y="10917"/>
                </a:cubicBezTo>
                <a:cubicBezTo>
                  <a:pt x="954506" y="12591"/>
                  <a:pt x="954865" y="14420"/>
                  <a:pt x="954865" y="16401"/>
                </a:cubicBezTo>
                <a:cubicBezTo>
                  <a:pt x="954865" y="18315"/>
                  <a:pt x="954506" y="20126"/>
                  <a:pt x="953789" y="21834"/>
                </a:cubicBezTo>
                <a:cubicBezTo>
                  <a:pt x="953071" y="23543"/>
                  <a:pt x="952080" y="25046"/>
                  <a:pt x="950816" y="26345"/>
                </a:cubicBezTo>
                <a:cubicBezTo>
                  <a:pt x="949552" y="27643"/>
                  <a:pt x="948065" y="28651"/>
                  <a:pt x="946357" y="29369"/>
                </a:cubicBezTo>
                <a:cubicBezTo>
                  <a:pt x="944649" y="30086"/>
                  <a:pt x="942803" y="30445"/>
                  <a:pt x="940822" y="30445"/>
                </a:cubicBezTo>
                <a:cubicBezTo>
                  <a:pt x="938840" y="30445"/>
                  <a:pt x="936995" y="30086"/>
                  <a:pt x="935286" y="29369"/>
                </a:cubicBezTo>
                <a:cubicBezTo>
                  <a:pt x="933578" y="28651"/>
                  <a:pt x="932091" y="27643"/>
                  <a:pt x="930827" y="26345"/>
                </a:cubicBezTo>
                <a:cubicBezTo>
                  <a:pt x="929563" y="25046"/>
                  <a:pt x="928572" y="23543"/>
                  <a:pt x="927854" y="21834"/>
                </a:cubicBezTo>
                <a:cubicBezTo>
                  <a:pt x="927137" y="20126"/>
                  <a:pt x="926778" y="18315"/>
                  <a:pt x="926778" y="16401"/>
                </a:cubicBezTo>
                <a:cubicBezTo>
                  <a:pt x="926778" y="14420"/>
                  <a:pt x="927137" y="12591"/>
                  <a:pt x="927854" y="10917"/>
                </a:cubicBezTo>
                <a:cubicBezTo>
                  <a:pt x="928572" y="9243"/>
                  <a:pt x="929563" y="7756"/>
                  <a:pt x="930827" y="6458"/>
                </a:cubicBezTo>
                <a:cubicBezTo>
                  <a:pt x="932091" y="5160"/>
                  <a:pt x="933578" y="4152"/>
                  <a:pt x="935286" y="3434"/>
                </a:cubicBezTo>
                <a:cubicBezTo>
                  <a:pt x="936995" y="2716"/>
                  <a:pt x="938840" y="2358"/>
                  <a:pt x="940822" y="2358"/>
                </a:cubicBezTo>
                <a:close/>
                <a:moveTo>
                  <a:pt x="1014325" y="45514"/>
                </a:moveTo>
                <a:lnTo>
                  <a:pt x="1030214" y="45514"/>
                </a:lnTo>
                <a:lnTo>
                  <a:pt x="1030932" y="62120"/>
                </a:lnTo>
                <a:cubicBezTo>
                  <a:pt x="1033939" y="58566"/>
                  <a:pt x="1036843" y="55611"/>
                  <a:pt x="1039645" y="53253"/>
                </a:cubicBezTo>
                <a:cubicBezTo>
                  <a:pt x="1042447" y="50895"/>
                  <a:pt x="1045197" y="48999"/>
                  <a:pt x="1047897" y="47564"/>
                </a:cubicBezTo>
                <a:cubicBezTo>
                  <a:pt x="1050596" y="46129"/>
                  <a:pt x="1053347" y="45121"/>
                  <a:pt x="1056149" y="44540"/>
                </a:cubicBezTo>
                <a:cubicBezTo>
                  <a:pt x="1058951" y="43959"/>
                  <a:pt x="1061855" y="43669"/>
                  <a:pt x="1064862" y="43669"/>
                </a:cubicBezTo>
                <a:cubicBezTo>
                  <a:pt x="1075454" y="43669"/>
                  <a:pt x="1083467" y="46795"/>
                  <a:pt x="1088900" y="53048"/>
                </a:cubicBezTo>
                <a:cubicBezTo>
                  <a:pt x="1094333" y="59301"/>
                  <a:pt x="1097050" y="68715"/>
                  <a:pt x="1097050" y="81289"/>
                </a:cubicBezTo>
                <a:lnTo>
                  <a:pt x="1097050" y="148432"/>
                </a:lnTo>
                <a:lnTo>
                  <a:pt x="1079213" y="148432"/>
                </a:lnTo>
                <a:lnTo>
                  <a:pt x="1079213" y="82724"/>
                </a:lnTo>
                <a:cubicBezTo>
                  <a:pt x="1079213" y="74660"/>
                  <a:pt x="1077710" y="68698"/>
                  <a:pt x="1074703" y="64837"/>
                </a:cubicBezTo>
                <a:cubicBezTo>
                  <a:pt x="1071696" y="60975"/>
                  <a:pt x="1067220" y="59045"/>
                  <a:pt x="1061274" y="59045"/>
                </a:cubicBezTo>
                <a:cubicBezTo>
                  <a:pt x="1059087" y="59045"/>
                  <a:pt x="1056952" y="59369"/>
                  <a:pt x="1054867" y="60019"/>
                </a:cubicBezTo>
                <a:cubicBezTo>
                  <a:pt x="1052783" y="60668"/>
                  <a:pt x="1050613" y="61795"/>
                  <a:pt x="1048358" y="63401"/>
                </a:cubicBezTo>
                <a:cubicBezTo>
                  <a:pt x="1046103" y="65007"/>
                  <a:pt x="1043660" y="67177"/>
                  <a:pt x="1041029" y="69911"/>
                </a:cubicBezTo>
                <a:cubicBezTo>
                  <a:pt x="1038398" y="72644"/>
                  <a:pt x="1035442" y="76061"/>
                  <a:pt x="1032162" y="80162"/>
                </a:cubicBezTo>
                <a:lnTo>
                  <a:pt x="1032162" y="148432"/>
                </a:lnTo>
                <a:lnTo>
                  <a:pt x="1014325" y="148432"/>
                </a:lnTo>
                <a:lnTo>
                  <a:pt x="1014325" y="45514"/>
                </a:lnTo>
                <a:close/>
                <a:moveTo>
                  <a:pt x="1123912" y="99126"/>
                </a:moveTo>
                <a:cubicBezTo>
                  <a:pt x="1123912" y="90378"/>
                  <a:pt x="1125108" y="82605"/>
                  <a:pt x="1127500" y="75805"/>
                </a:cubicBezTo>
                <a:cubicBezTo>
                  <a:pt x="1129892" y="69005"/>
                  <a:pt x="1133292" y="63265"/>
                  <a:pt x="1137699" y="58584"/>
                </a:cubicBezTo>
                <a:cubicBezTo>
                  <a:pt x="1142107" y="53902"/>
                  <a:pt x="1147404" y="50349"/>
                  <a:pt x="1153588" y="47923"/>
                </a:cubicBezTo>
                <a:cubicBezTo>
                  <a:pt x="1159773" y="45497"/>
                  <a:pt x="1166658" y="44284"/>
                  <a:pt x="1174244" y="44284"/>
                </a:cubicBezTo>
                <a:cubicBezTo>
                  <a:pt x="1177524" y="44284"/>
                  <a:pt x="1180753" y="44489"/>
                  <a:pt x="1183931" y="44899"/>
                </a:cubicBezTo>
                <a:cubicBezTo>
                  <a:pt x="1187108" y="45309"/>
                  <a:pt x="1190235" y="45958"/>
                  <a:pt x="1193310" y="46846"/>
                </a:cubicBezTo>
                <a:lnTo>
                  <a:pt x="1193310" y="3588"/>
                </a:lnTo>
                <a:lnTo>
                  <a:pt x="1211249" y="3588"/>
                </a:lnTo>
                <a:lnTo>
                  <a:pt x="1211249" y="148432"/>
                </a:lnTo>
                <a:lnTo>
                  <a:pt x="1195258" y="148432"/>
                </a:lnTo>
                <a:lnTo>
                  <a:pt x="1194643" y="128955"/>
                </a:lnTo>
                <a:cubicBezTo>
                  <a:pt x="1189654" y="136199"/>
                  <a:pt x="1184255" y="141564"/>
                  <a:pt x="1178446" y="145049"/>
                </a:cubicBezTo>
                <a:cubicBezTo>
                  <a:pt x="1172638" y="148535"/>
                  <a:pt x="1166350" y="150277"/>
                  <a:pt x="1159585" y="150277"/>
                </a:cubicBezTo>
                <a:cubicBezTo>
                  <a:pt x="1153708" y="150277"/>
                  <a:pt x="1148531" y="149047"/>
                  <a:pt x="1144055" y="146587"/>
                </a:cubicBezTo>
                <a:cubicBezTo>
                  <a:pt x="1139579" y="144127"/>
                  <a:pt x="1135854" y="140659"/>
                  <a:pt x="1132881" y="136182"/>
                </a:cubicBezTo>
                <a:cubicBezTo>
                  <a:pt x="1129909" y="131706"/>
                  <a:pt x="1127671" y="126324"/>
                  <a:pt x="1126167" y="120037"/>
                </a:cubicBezTo>
                <a:cubicBezTo>
                  <a:pt x="1124664" y="113750"/>
                  <a:pt x="1123912" y="106780"/>
                  <a:pt x="1123912" y="99126"/>
                </a:cubicBezTo>
                <a:moveTo>
                  <a:pt x="1142158" y="97998"/>
                </a:moveTo>
                <a:cubicBezTo>
                  <a:pt x="1142158" y="110436"/>
                  <a:pt x="1143987" y="119713"/>
                  <a:pt x="1147643" y="125829"/>
                </a:cubicBezTo>
                <a:cubicBezTo>
                  <a:pt x="1151299" y="131945"/>
                  <a:pt x="1156475" y="135003"/>
                  <a:pt x="1163173" y="135003"/>
                </a:cubicBezTo>
                <a:cubicBezTo>
                  <a:pt x="1167683" y="135003"/>
                  <a:pt x="1172450" y="132987"/>
                  <a:pt x="1177473" y="128955"/>
                </a:cubicBezTo>
                <a:cubicBezTo>
                  <a:pt x="1182496" y="124923"/>
                  <a:pt x="1187775" y="118944"/>
                  <a:pt x="1193310" y="111017"/>
                </a:cubicBezTo>
                <a:lnTo>
                  <a:pt x="1193310" y="63248"/>
                </a:lnTo>
                <a:cubicBezTo>
                  <a:pt x="1190372" y="61881"/>
                  <a:pt x="1187125" y="60839"/>
                  <a:pt x="1183572" y="60121"/>
                </a:cubicBezTo>
                <a:cubicBezTo>
                  <a:pt x="1180018" y="59404"/>
                  <a:pt x="1176499" y="59045"/>
                  <a:pt x="1173014" y="59045"/>
                </a:cubicBezTo>
                <a:cubicBezTo>
                  <a:pt x="1163309" y="59045"/>
                  <a:pt x="1155741" y="62188"/>
                  <a:pt x="1150308" y="68476"/>
                </a:cubicBezTo>
                <a:cubicBezTo>
                  <a:pt x="1144875" y="74763"/>
                  <a:pt x="1142158" y="84604"/>
                  <a:pt x="1142158" y="97998"/>
                </a:cubicBezTo>
                <a:close/>
                <a:moveTo>
                  <a:pt x="1330881" y="91540"/>
                </a:moveTo>
                <a:cubicBezTo>
                  <a:pt x="1330881" y="94068"/>
                  <a:pt x="1330847" y="96187"/>
                  <a:pt x="1330779" y="97895"/>
                </a:cubicBezTo>
                <a:cubicBezTo>
                  <a:pt x="1330711" y="99604"/>
                  <a:pt x="1330608" y="101210"/>
                  <a:pt x="1330471" y="102713"/>
                </a:cubicBezTo>
                <a:lnTo>
                  <a:pt x="1258203" y="102713"/>
                </a:lnTo>
                <a:cubicBezTo>
                  <a:pt x="1258203" y="113238"/>
                  <a:pt x="1261142" y="121319"/>
                  <a:pt x="1267019" y="126957"/>
                </a:cubicBezTo>
                <a:cubicBezTo>
                  <a:pt x="1272896" y="132595"/>
                  <a:pt x="1281370" y="135414"/>
                  <a:pt x="1292441" y="135414"/>
                </a:cubicBezTo>
                <a:cubicBezTo>
                  <a:pt x="1295448" y="135414"/>
                  <a:pt x="1298455" y="135294"/>
                  <a:pt x="1301462" y="135055"/>
                </a:cubicBezTo>
                <a:cubicBezTo>
                  <a:pt x="1304469" y="134816"/>
                  <a:pt x="1307373" y="134491"/>
                  <a:pt x="1310175" y="134081"/>
                </a:cubicBezTo>
                <a:cubicBezTo>
                  <a:pt x="1312977" y="133671"/>
                  <a:pt x="1315659" y="133210"/>
                  <a:pt x="1318222" y="132697"/>
                </a:cubicBezTo>
                <a:cubicBezTo>
                  <a:pt x="1320784" y="132185"/>
                  <a:pt x="1323159" y="131621"/>
                  <a:pt x="1325346" y="131006"/>
                </a:cubicBezTo>
                <a:lnTo>
                  <a:pt x="1325346" y="145664"/>
                </a:lnTo>
                <a:cubicBezTo>
                  <a:pt x="1320494" y="147031"/>
                  <a:pt x="1315010" y="148142"/>
                  <a:pt x="1308893" y="148996"/>
                </a:cubicBezTo>
                <a:cubicBezTo>
                  <a:pt x="1302777" y="149850"/>
                  <a:pt x="1296439" y="150277"/>
                  <a:pt x="1289878" y="150277"/>
                </a:cubicBezTo>
                <a:cubicBezTo>
                  <a:pt x="1281062" y="150277"/>
                  <a:pt x="1273477" y="149081"/>
                  <a:pt x="1267121" y="146689"/>
                </a:cubicBezTo>
                <a:cubicBezTo>
                  <a:pt x="1260766" y="144298"/>
                  <a:pt x="1255555" y="140829"/>
                  <a:pt x="1251489" y="136285"/>
                </a:cubicBezTo>
                <a:cubicBezTo>
                  <a:pt x="1247423" y="131740"/>
                  <a:pt x="1244416" y="126171"/>
                  <a:pt x="1242468" y="119576"/>
                </a:cubicBezTo>
                <a:cubicBezTo>
                  <a:pt x="1240520" y="112981"/>
                  <a:pt x="1239547" y="105515"/>
                  <a:pt x="1239547" y="97178"/>
                </a:cubicBezTo>
                <a:cubicBezTo>
                  <a:pt x="1239547" y="89934"/>
                  <a:pt x="1240589" y="83083"/>
                  <a:pt x="1242673" y="76625"/>
                </a:cubicBezTo>
                <a:cubicBezTo>
                  <a:pt x="1244757" y="70167"/>
                  <a:pt x="1247798" y="64495"/>
                  <a:pt x="1251796" y="59609"/>
                </a:cubicBezTo>
                <a:cubicBezTo>
                  <a:pt x="1255794" y="54722"/>
                  <a:pt x="1260697" y="50844"/>
                  <a:pt x="1266506" y="47974"/>
                </a:cubicBezTo>
                <a:cubicBezTo>
                  <a:pt x="1272315" y="45104"/>
                  <a:pt x="1278910" y="43669"/>
                  <a:pt x="1286290" y="43669"/>
                </a:cubicBezTo>
                <a:cubicBezTo>
                  <a:pt x="1293466" y="43669"/>
                  <a:pt x="1299821" y="44796"/>
                  <a:pt x="1305357" y="47051"/>
                </a:cubicBezTo>
                <a:cubicBezTo>
                  <a:pt x="1310892" y="49307"/>
                  <a:pt x="1315557" y="52501"/>
                  <a:pt x="1319349" y="56636"/>
                </a:cubicBezTo>
                <a:cubicBezTo>
                  <a:pt x="1323142" y="60770"/>
                  <a:pt x="1326012" y="65793"/>
                  <a:pt x="1327960" y="71705"/>
                </a:cubicBezTo>
                <a:cubicBezTo>
                  <a:pt x="1329908" y="77616"/>
                  <a:pt x="1330881" y="84228"/>
                  <a:pt x="1330881" y="91540"/>
                </a:cubicBezTo>
                <a:moveTo>
                  <a:pt x="1312327" y="88977"/>
                </a:moveTo>
                <a:cubicBezTo>
                  <a:pt x="1312533" y="84399"/>
                  <a:pt x="1312088" y="80213"/>
                  <a:pt x="1310995" y="76420"/>
                </a:cubicBezTo>
                <a:cubicBezTo>
                  <a:pt x="1309901" y="72627"/>
                  <a:pt x="1308210" y="69364"/>
                  <a:pt x="1305921" y="66630"/>
                </a:cubicBezTo>
                <a:cubicBezTo>
                  <a:pt x="1303631" y="63897"/>
                  <a:pt x="1300778" y="61761"/>
                  <a:pt x="1297361" y="60224"/>
                </a:cubicBezTo>
                <a:cubicBezTo>
                  <a:pt x="1293944" y="58686"/>
                  <a:pt x="1289981" y="57917"/>
                  <a:pt x="1285470" y="57917"/>
                </a:cubicBezTo>
                <a:cubicBezTo>
                  <a:pt x="1281575" y="57917"/>
                  <a:pt x="1278021" y="58669"/>
                  <a:pt x="1274809" y="60172"/>
                </a:cubicBezTo>
                <a:cubicBezTo>
                  <a:pt x="1271598" y="61676"/>
                  <a:pt x="1268830" y="63794"/>
                  <a:pt x="1266506" y="66528"/>
                </a:cubicBezTo>
                <a:cubicBezTo>
                  <a:pt x="1264183" y="69261"/>
                  <a:pt x="1262303" y="72542"/>
                  <a:pt x="1260868" y="76369"/>
                </a:cubicBezTo>
                <a:cubicBezTo>
                  <a:pt x="1259433" y="80196"/>
                  <a:pt x="1258545" y="84399"/>
                  <a:pt x="1258203" y="88977"/>
                </a:cubicBezTo>
                <a:lnTo>
                  <a:pt x="1312327" y="88977"/>
                </a:lnTo>
                <a:close/>
                <a:moveTo>
                  <a:pt x="1451539" y="148432"/>
                </a:moveTo>
                <a:lnTo>
                  <a:pt x="1427860" y="148432"/>
                </a:lnTo>
                <a:lnTo>
                  <a:pt x="1400080" y="109171"/>
                </a:lnTo>
                <a:lnTo>
                  <a:pt x="1372608" y="148432"/>
                </a:lnTo>
                <a:lnTo>
                  <a:pt x="1349543" y="148432"/>
                </a:lnTo>
                <a:lnTo>
                  <a:pt x="1389419" y="96768"/>
                </a:lnTo>
                <a:lnTo>
                  <a:pt x="1351388" y="45514"/>
                </a:lnTo>
                <a:lnTo>
                  <a:pt x="1374248" y="45514"/>
                </a:lnTo>
                <a:lnTo>
                  <a:pt x="1401310" y="85082"/>
                </a:lnTo>
                <a:lnTo>
                  <a:pt x="1427860" y="45514"/>
                </a:lnTo>
                <a:lnTo>
                  <a:pt x="1449899" y="45514"/>
                </a:lnTo>
                <a:lnTo>
                  <a:pt x="1411253" y="97178"/>
                </a:lnTo>
                <a:lnTo>
                  <a:pt x="1451539" y="148432"/>
                </a:lnTo>
                <a:close/>
                <a:moveTo>
                  <a:pt x="1537215" y="190460"/>
                </a:moveTo>
                <a:lnTo>
                  <a:pt x="1486678" y="190460"/>
                </a:lnTo>
                <a:lnTo>
                  <a:pt x="1486678" y="176109"/>
                </a:lnTo>
                <a:lnTo>
                  <a:pt x="1519994" y="176109"/>
                </a:lnTo>
                <a:lnTo>
                  <a:pt x="1519994" y="14351"/>
                </a:lnTo>
                <a:lnTo>
                  <a:pt x="1486678" y="14351"/>
                </a:lnTo>
                <a:lnTo>
                  <a:pt x="1486678" y="0"/>
                </a:lnTo>
                <a:lnTo>
                  <a:pt x="1537215" y="0"/>
                </a:lnTo>
                <a:lnTo>
                  <a:pt x="1537215" y="1904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Text &lt;block_end&gt;">
            <a:extLst xmlns:a="http://schemas.openxmlformats.org/drawingml/2006/main">
              <a:ext uri="{FF2B5EF4-FFF2-40B4-BE49-F238E27FC236}">
                <a16:creationId xmlns:a16="http://schemas.microsoft.com/office/drawing/2014/main" id="{51DBFDEB-4F3D-4395-8027-D5F6AFAC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785" y="4929238"/>
            <a:ext cx="1235431" cy="186873"/>
          </a:xfrm>
          <a:custGeom xmlns:a="http://schemas.openxmlformats.org/drawingml/2006/main">
            <a:pathLst>
              <a:path w="1235431" h="186873">
                <a:moveTo>
                  <a:pt x="80059" y="135208"/>
                </a:moveTo>
                <a:lnTo>
                  <a:pt x="68886" y="146484"/>
                </a:lnTo>
                <a:lnTo>
                  <a:pt x="0" y="88977"/>
                </a:lnTo>
                <a:lnTo>
                  <a:pt x="68886" y="31470"/>
                </a:lnTo>
                <a:lnTo>
                  <a:pt x="80059" y="42848"/>
                </a:lnTo>
                <a:lnTo>
                  <a:pt x="24192" y="88772"/>
                </a:lnTo>
                <a:lnTo>
                  <a:pt x="80059" y="135208"/>
                </a:lnTo>
                <a:close/>
                <a:moveTo>
                  <a:pt x="205119" y="91540"/>
                </a:moveTo>
                <a:cubicBezTo>
                  <a:pt x="205119" y="100082"/>
                  <a:pt x="203940" y="107719"/>
                  <a:pt x="201583" y="114451"/>
                </a:cubicBezTo>
                <a:cubicBezTo>
                  <a:pt x="199225" y="121182"/>
                  <a:pt x="195876" y="126888"/>
                  <a:pt x="191537" y="131569"/>
                </a:cubicBezTo>
                <a:cubicBezTo>
                  <a:pt x="187197" y="136251"/>
                  <a:pt x="181918" y="139838"/>
                  <a:pt x="175699" y="142333"/>
                </a:cubicBezTo>
                <a:cubicBezTo>
                  <a:pt x="169480" y="144827"/>
                  <a:pt x="162476" y="146074"/>
                  <a:pt x="154685" y="146074"/>
                </a:cubicBezTo>
                <a:cubicBezTo>
                  <a:pt x="148603" y="146074"/>
                  <a:pt x="142384" y="145493"/>
                  <a:pt x="136028" y="144332"/>
                </a:cubicBezTo>
                <a:cubicBezTo>
                  <a:pt x="129673" y="143170"/>
                  <a:pt x="123386" y="141325"/>
                  <a:pt x="117167" y="138796"/>
                </a:cubicBezTo>
                <a:lnTo>
                  <a:pt x="117167" y="0"/>
                </a:lnTo>
                <a:lnTo>
                  <a:pt x="135003" y="0"/>
                </a:lnTo>
                <a:lnTo>
                  <a:pt x="135003" y="39876"/>
                </a:lnTo>
                <a:lnTo>
                  <a:pt x="134183" y="58942"/>
                </a:lnTo>
                <a:cubicBezTo>
                  <a:pt x="139309" y="52040"/>
                  <a:pt x="144793" y="47171"/>
                  <a:pt x="150636" y="44335"/>
                </a:cubicBezTo>
                <a:cubicBezTo>
                  <a:pt x="156479" y="41499"/>
                  <a:pt x="162749" y="40081"/>
                  <a:pt x="169446" y="40081"/>
                </a:cubicBezTo>
                <a:cubicBezTo>
                  <a:pt x="175323" y="40081"/>
                  <a:pt x="180483" y="41311"/>
                  <a:pt x="184925" y="43771"/>
                </a:cubicBezTo>
                <a:cubicBezTo>
                  <a:pt x="189367" y="46231"/>
                  <a:pt x="193091" y="49699"/>
                  <a:pt x="196098" y="54176"/>
                </a:cubicBezTo>
                <a:cubicBezTo>
                  <a:pt x="199105" y="58652"/>
                  <a:pt x="201360" y="64051"/>
                  <a:pt x="202864" y="70372"/>
                </a:cubicBezTo>
                <a:cubicBezTo>
                  <a:pt x="204367" y="76693"/>
                  <a:pt x="205119" y="83749"/>
                  <a:pt x="205119" y="91540"/>
                </a:cubicBezTo>
                <a:moveTo>
                  <a:pt x="186873" y="92360"/>
                </a:moveTo>
                <a:cubicBezTo>
                  <a:pt x="186873" y="86961"/>
                  <a:pt x="186480" y="82007"/>
                  <a:pt x="185694" y="77496"/>
                </a:cubicBezTo>
                <a:cubicBezTo>
                  <a:pt x="184908" y="72986"/>
                  <a:pt x="183661" y="69125"/>
                  <a:pt x="181952" y="65913"/>
                </a:cubicBezTo>
                <a:cubicBezTo>
                  <a:pt x="180244" y="62701"/>
                  <a:pt x="178057" y="60189"/>
                  <a:pt x="175392" y="58378"/>
                </a:cubicBezTo>
                <a:cubicBezTo>
                  <a:pt x="172726" y="56568"/>
                  <a:pt x="169549" y="55662"/>
                  <a:pt x="165858" y="55662"/>
                </a:cubicBezTo>
                <a:cubicBezTo>
                  <a:pt x="163603" y="55662"/>
                  <a:pt x="161314" y="56021"/>
                  <a:pt x="158990" y="56738"/>
                </a:cubicBezTo>
                <a:cubicBezTo>
                  <a:pt x="156667" y="57456"/>
                  <a:pt x="154258" y="58652"/>
                  <a:pt x="151763" y="60326"/>
                </a:cubicBezTo>
                <a:cubicBezTo>
                  <a:pt x="149269" y="62000"/>
                  <a:pt x="146638" y="64221"/>
                  <a:pt x="143870" y="66989"/>
                </a:cubicBezTo>
                <a:cubicBezTo>
                  <a:pt x="141103" y="69757"/>
                  <a:pt x="138147" y="73191"/>
                  <a:pt x="135003" y="77291"/>
                </a:cubicBezTo>
                <a:lnTo>
                  <a:pt x="135003" y="127213"/>
                </a:lnTo>
                <a:cubicBezTo>
                  <a:pt x="138489" y="128580"/>
                  <a:pt x="142042" y="129656"/>
                  <a:pt x="145664" y="130442"/>
                </a:cubicBezTo>
                <a:cubicBezTo>
                  <a:pt x="149286" y="131228"/>
                  <a:pt x="152737" y="131621"/>
                  <a:pt x="156018" y="131621"/>
                </a:cubicBezTo>
                <a:cubicBezTo>
                  <a:pt x="160118" y="131621"/>
                  <a:pt x="164030" y="130971"/>
                  <a:pt x="167755" y="129673"/>
                </a:cubicBezTo>
                <a:cubicBezTo>
                  <a:pt x="171479" y="128375"/>
                  <a:pt x="174759" y="126205"/>
                  <a:pt x="177596" y="123164"/>
                </a:cubicBezTo>
                <a:cubicBezTo>
                  <a:pt x="180432" y="120123"/>
                  <a:pt x="182687" y="116091"/>
                  <a:pt x="184361" y="111068"/>
                </a:cubicBezTo>
                <a:cubicBezTo>
                  <a:pt x="186035" y="106045"/>
                  <a:pt x="186873" y="99809"/>
                  <a:pt x="186873" y="92360"/>
                </a:cubicBezTo>
                <a:close/>
                <a:moveTo>
                  <a:pt x="267039" y="14659"/>
                </a:moveTo>
                <a:lnTo>
                  <a:pt x="236594" y="14659"/>
                </a:lnTo>
                <a:lnTo>
                  <a:pt x="236594" y="0"/>
                </a:lnTo>
                <a:lnTo>
                  <a:pt x="285081" y="0"/>
                </a:lnTo>
                <a:lnTo>
                  <a:pt x="285081" y="129981"/>
                </a:lnTo>
                <a:lnTo>
                  <a:pt x="315731" y="129981"/>
                </a:lnTo>
                <a:lnTo>
                  <a:pt x="315731" y="144844"/>
                </a:lnTo>
                <a:lnTo>
                  <a:pt x="233212" y="144844"/>
                </a:lnTo>
                <a:lnTo>
                  <a:pt x="233212" y="129981"/>
                </a:lnTo>
                <a:lnTo>
                  <a:pt x="267039" y="129981"/>
                </a:lnTo>
                <a:lnTo>
                  <a:pt x="267039" y="14659"/>
                </a:lnTo>
                <a:close/>
                <a:moveTo>
                  <a:pt x="436388" y="92565"/>
                </a:moveTo>
                <a:cubicBezTo>
                  <a:pt x="436388" y="100561"/>
                  <a:pt x="435261" y="107890"/>
                  <a:pt x="433006" y="114553"/>
                </a:cubicBezTo>
                <a:cubicBezTo>
                  <a:pt x="430750" y="121216"/>
                  <a:pt x="427504" y="126922"/>
                  <a:pt x="423267" y="131672"/>
                </a:cubicBezTo>
                <a:cubicBezTo>
                  <a:pt x="419030" y="136422"/>
                  <a:pt x="413871" y="140112"/>
                  <a:pt x="407789" y="142743"/>
                </a:cubicBezTo>
                <a:cubicBezTo>
                  <a:pt x="401706" y="145374"/>
                  <a:pt x="394804" y="146689"/>
                  <a:pt x="387082" y="146689"/>
                </a:cubicBezTo>
                <a:cubicBezTo>
                  <a:pt x="379701" y="146689"/>
                  <a:pt x="373090" y="145545"/>
                  <a:pt x="367247" y="143255"/>
                </a:cubicBezTo>
                <a:cubicBezTo>
                  <a:pt x="361404" y="140966"/>
                  <a:pt x="356449" y="137600"/>
                  <a:pt x="352383" y="133158"/>
                </a:cubicBezTo>
                <a:cubicBezTo>
                  <a:pt x="348317" y="128716"/>
                  <a:pt x="345207" y="123215"/>
                  <a:pt x="343055" y="116654"/>
                </a:cubicBezTo>
                <a:cubicBezTo>
                  <a:pt x="340902" y="110094"/>
                  <a:pt x="339826" y="102543"/>
                  <a:pt x="339826" y="94000"/>
                </a:cubicBezTo>
                <a:cubicBezTo>
                  <a:pt x="339826" y="86004"/>
                  <a:pt x="340953" y="78709"/>
                  <a:pt x="343208" y="72115"/>
                </a:cubicBezTo>
                <a:cubicBezTo>
                  <a:pt x="345464" y="65520"/>
                  <a:pt x="348710" y="59848"/>
                  <a:pt x="352947" y="55098"/>
                </a:cubicBezTo>
                <a:cubicBezTo>
                  <a:pt x="357184" y="50349"/>
                  <a:pt x="362343" y="46658"/>
                  <a:pt x="368425" y="44027"/>
                </a:cubicBezTo>
                <a:cubicBezTo>
                  <a:pt x="374508" y="41396"/>
                  <a:pt x="381410" y="40081"/>
                  <a:pt x="389132" y="40081"/>
                </a:cubicBezTo>
                <a:cubicBezTo>
                  <a:pt x="396513" y="40081"/>
                  <a:pt x="403125" y="41225"/>
                  <a:pt x="408967" y="43515"/>
                </a:cubicBezTo>
                <a:cubicBezTo>
                  <a:pt x="414810" y="45804"/>
                  <a:pt x="419765" y="49153"/>
                  <a:pt x="423831" y="53561"/>
                </a:cubicBezTo>
                <a:cubicBezTo>
                  <a:pt x="427897" y="57968"/>
                  <a:pt x="431007" y="63453"/>
                  <a:pt x="433159" y="70013"/>
                </a:cubicBezTo>
                <a:cubicBezTo>
                  <a:pt x="435312" y="76574"/>
                  <a:pt x="436388" y="84091"/>
                  <a:pt x="436388" y="92565"/>
                </a:cubicBezTo>
                <a:moveTo>
                  <a:pt x="418142" y="93385"/>
                </a:moveTo>
                <a:cubicBezTo>
                  <a:pt x="418142" y="87030"/>
                  <a:pt x="417442" y="81477"/>
                  <a:pt x="416041" y="76727"/>
                </a:cubicBezTo>
                <a:cubicBezTo>
                  <a:pt x="414640" y="71978"/>
                  <a:pt x="412641" y="68014"/>
                  <a:pt x="410044" y="64837"/>
                </a:cubicBezTo>
                <a:cubicBezTo>
                  <a:pt x="407447" y="61659"/>
                  <a:pt x="404286" y="59267"/>
                  <a:pt x="400562" y="57661"/>
                </a:cubicBezTo>
                <a:cubicBezTo>
                  <a:pt x="396837" y="56055"/>
                  <a:pt x="392686" y="55252"/>
                  <a:pt x="388107" y="55252"/>
                </a:cubicBezTo>
                <a:cubicBezTo>
                  <a:pt x="382777" y="55252"/>
                  <a:pt x="378215" y="56294"/>
                  <a:pt x="374422" y="58378"/>
                </a:cubicBezTo>
                <a:cubicBezTo>
                  <a:pt x="370629" y="60463"/>
                  <a:pt x="367520" y="63248"/>
                  <a:pt x="365094" y="66733"/>
                </a:cubicBezTo>
                <a:cubicBezTo>
                  <a:pt x="362668" y="70218"/>
                  <a:pt x="360891" y="74267"/>
                  <a:pt x="359763" y="78880"/>
                </a:cubicBezTo>
                <a:cubicBezTo>
                  <a:pt x="358636" y="83493"/>
                  <a:pt x="358072" y="88328"/>
                  <a:pt x="358072" y="93385"/>
                </a:cubicBezTo>
                <a:cubicBezTo>
                  <a:pt x="358072" y="99741"/>
                  <a:pt x="358773" y="105310"/>
                  <a:pt x="360174" y="110094"/>
                </a:cubicBezTo>
                <a:cubicBezTo>
                  <a:pt x="361574" y="114878"/>
                  <a:pt x="363573" y="118858"/>
                  <a:pt x="366170" y="122036"/>
                </a:cubicBezTo>
                <a:cubicBezTo>
                  <a:pt x="368767" y="125214"/>
                  <a:pt x="371911" y="127606"/>
                  <a:pt x="375601" y="129212"/>
                </a:cubicBezTo>
                <a:cubicBezTo>
                  <a:pt x="379291" y="130818"/>
                  <a:pt x="383460" y="131621"/>
                  <a:pt x="388107" y="131621"/>
                </a:cubicBezTo>
                <a:cubicBezTo>
                  <a:pt x="393437" y="131621"/>
                  <a:pt x="397999" y="130579"/>
                  <a:pt x="401792" y="128494"/>
                </a:cubicBezTo>
                <a:cubicBezTo>
                  <a:pt x="405585" y="126410"/>
                  <a:pt x="408694" y="123625"/>
                  <a:pt x="411120" y="120140"/>
                </a:cubicBezTo>
                <a:cubicBezTo>
                  <a:pt x="413546" y="116654"/>
                  <a:pt x="415323" y="112605"/>
                  <a:pt x="416451" y="107993"/>
                </a:cubicBezTo>
                <a:cubicBezTo>
                  <a:pt x="417578" y="103380"/>
                  <a:pt x="418142" y="98511"/>
                  <a:pt x="418142" y="93385"/>
                </a:cubicBezTo>
                <a:close/>
                <a:moveTo>
                  <a:pt x="541567" y="141051"/>
                </a:moveTo>
                <a:cubicBezTo>
                  <a:pt x="536920" y="142828"/>
                  <a:pt x="532154" y="144144"/>
                  <a:pt x="527267" y="144998"/>
                </a:cubicBezTo>
                <a:cubicBezTo>
                  <a:pt x="522381" y="145852"/>
                  <a:pt x="517341" y="146279"/>
                  <a:pt x="512147" y="146279"/>
                </a:cubicBezTo>
                <a:cubicBezTo>
                  <a:pt x="495883" y="146279"/>
                  <a:pt x="483360" y="141872"/>
                  <a:pt x="474578" y="133056"/>
                </a:cubicBezTo>
                <a:cubicBezTo>
                  <a:pt x="465796" y="124240"/>
                  <a:pt x="461406" y="111358"/>
                  <a:pt x="461406" y="94410"/>
                </a:cubicBezTo>
                <a:cubicBezTo>
                  <a:pt x="461406" y="86278"/>
                  <a:pt x="462670" y="78897"/>
                  <a:pt x="465199" y="72268"/>
                </a:cubicBezTo>
                <a:cubicBezTo>
                  <a:pt x="467727" y="65639"/>
                  <a:pt x="471281" y="59967"/>
                  <a:pt x="475859" y="55252"/>
                </a:cubicBezTo>
                <a:cubicBezTo>
                  <a:pt x="480438" y="50537"/>
                  <a:pt x="485905" y="46898"/>
                  <a:pt x="492261" y="44335"/>
                </a:cubicBezTo>
                <a:cubicBezTo>
                  <a:pt x="498616" y="41772"/>
                  <a:pt x="505621" y="40491"/>
                  <a:pt x="513275" y="40491"/>
                </a:cubicBezTo>
                <a:cubicBezTo>
                  <a:pt x="518605" y="40491"/>
                  <a:pt x="523594" y="40867"/>
                  <a:pt x="528241" y="41618"/>
                </a:cubicBezTo>
                <a:cubicBezTo>
                  <a:pt x="532888" y="42370"/>
                  <a:pt x="537330" y="43600"/>
                  <a:pt x="541567" y="45309"/>
                </a:cubicBezTo>
                <a:lnTo>
                  <a:pt x="541567" y="62325"/>
                </a:lnTo>
                <a:cubicBezTo>
                  <a:pt x="537125" y="60002"/>
                  <a:pt x="532598" y="58310"/>
                  <a:pt x="527985" y="57251"/>
                </a:cubicBezTo>
                <a:cubicBezTo>
                  <a:pt x="523372" y="56192"/>
                  <a:pt x="518605" y="55662"/>
                  <a:pt x="513685" y="55662"/>
                </a:cubicBezTo>
                <a:cubicBezTo>
                  <a:pt x="509106" y="55662"/>
                  <a:pt x="504784" y="56533"/>
                  <a:pt x="500718" y="58276"/>
                </a:cubicBezTo>
                <a:cubicBezTo>
                  <a:pt x="496651" y="60019"/>
                  <a:pt x="493081" y="62530"/>
                  <a:pt x="490006" y="65810"/>
                </a:cubicBezTo>
                <a:cubicBezTo>
                  <a:pt x="486930" y="69091"/>
                  <a:pt x="484504" y="73088"/>
                  <a:pt x="482727" y="77804"/>
                </a:cubicBezTo>
                <a:cubicBezTo>
                  <a:pt x="480951" y="82519"/>
                  <a:pt x="480062" y="87850"/>
                  <a:pt x="480062" y="93795"/>
                </a:cubicBezTo>
                <a:cubicBezTo>
                  <a:pt x="480062" y="106233"/>
                  <a:pt x="483086" y="115544"/>
                  <a:pt x="489134" y="121729"/>
                </a:cubicBezTo>
                <a:cubicBezTo>
                  <a:pt x="495182" y="127913"/>
                  <a:pt x="503571" y="131006"/>
                  <a:pt x="514300" y="131006"/>
                </a:cubicBezTo>
                <a:cubicBezTo>
                  <a:pt x="519152" y="131006"/>
                  <a:pt x="523850" y="130459"/>
                  <a:pt x="528395" y="129366"/>
                </a:cubicBezTo>
                <a:cubicBezTo>
                  <a:pt x="532939" y="128272"/>
                  <a:pt x="537330" y="126632"/>
                  <a:pt x="541567" y="124445"/>
                </a:cubicBezTo>
                <a:lnTo>
                  <a:pt x="541567" y="141051"/>
                </a:lnTo>
                <a:close/>
                <a:moveTo>
                  <a:pt x="668990" y="144844"/>
                </a:moveTo>
                <a:lnTo>
                  <a:pt x="644491" y="144844"/>
                </a:lnTo>
                <a:lnTo>
                  <a:pt x="596517" y="89695"/>
                </a:lnTo>
                <a:lnTo>
                  <a:pt x="596517" y="144844"/>
                </a:lnTo>
                <a:lnTo>
                  <a:pt x="578681" y="144844"/>
                </a:lnTo>
                <a:lnTo>
                  <a:pt x="578681" y="0"/>
                </a:lnTo>
                <a:lnTo>
                  <a:pt x="596517" y="0"/>
                </a:lnTo>
                <a:lnTo>
                  <a:pt x="596517" y="88977"/>
                </a:lnTo>
                <a:lnTo>
                  <a:pt x="642748" y="41926"/>
                </a:lnTo>
                <a:lnTo>
                  <a:pt x="666325" y="41926"/>
                </a:lnTo>
                <a:lnTo>
                  <a:pt x="618044" y="89387"/>
                </a:lnTo>
                <a:lnTo>
                  <a:pt x="668990" y="144844"/>
                </a:lnTo>
                <a:close/>
                <a:moveTo>
                  <a:pt x="790263" y="186873"/>
                </a:moveTo>
                <a:lnTo>
                  <a:pt x="674838" y="186873"/>
                </a:lnTo>
                <a:lnTo>
                  <a:pt x="674838" y="172111"/>
                </a:lnTo>
                <a:lnTo>
                  <a:pt x="790263" y="172111"/>
                </a:lnTo>
                <a:lnTo>
                  <a:pt x="790263" y="186873"/>
                </a:lnTo>
                <a:close/>
                <a:moveTo>
                  <a:pt x="892981" y="87952"/>
                </a:moveTo>
                <a:cubicBezTo>
                  <a:pt x="892981" y="90481"/>
                  <a:pt x="892947" y="92599"/>
                  <a:pt x="892879" y="94308"/>
                </a:cubicBezTo>
                <a:cubicBezTo>
                  <a:pt x="892811" y="96016"/>
                  <a:pt x="892708" y="97622"/>
                  <a:pt x="892571" y="99126"/>
                </a:cubicBezTo>
                <a:lnTo>
                  <a:pt x="820303" y="99126"/>
                </a:lnTo>
                <a:cubicBezTo>
                  <a:pt x="820303" y="109650"/>
                  <a:pt x="823242" y="117731"/>
                  <a:pt x="829119" y="123369"/>
                </a:cubicBezTo>
                <a:cubicBezTo>
                  <a:pt x="834996" y="129007"/>
                  <a:pt x="843470" y="131826"/>
                  <a:pt x="854541" y="131826"/>
                </a:cubicBezTo>
                <a:cubicBezTo>
                  <a:pt x="857548" y="131826"/>
                  <a:pt x="860555" y="131706"/>
                  <a:pt x="863562" y="131467"/>
                </a:cubicBezTo>
                <a:cubicBezTo>
                  <a:pt x="866569" y="131228"/>
                  <a:pt x="869473" y="130903"/>
                  <a:pt x="872275" y="130493"/>
                </a:cubicBezTo>
                <a:cubicBezTo>
                  <a:pt x="875077" y="130083"/>
                  <a:pt x="877759" y="129622"/>
                  <a:pt x="880322" y="129109"/>
                </a:cubicBezTo>
                <a:cubicBezTo>
                  <a:pt x="882884" y="128597"/>
                  <a:pt x="885259" y="128033"/>
                  <a:pt x="887446" y="127418"/>
                </a:cubicBezTo>
                <a:lnTo>
                  <a:pt x="887446" y="142077"/>
                </a:lnTo>
                <a:cubicBezTo>
                  <a:pt x="882594" y="143443"/>
                  <a:pt x="877110" y="144554"/>
                  <a:pt x="870993" y="145408"/>
                </a:cubicBezTo>
                <a:cubicBezTo>
                  <a:pt x="864877" y="146262"/>
                  <a:pt x="858539" y="146689"/>
                  <a:pt x="851978" y="146689"/>
                </a:cubicBezTo>
                <a:cubicBezTo>
                  <a:pt x="843162" y="146689"/>
                  <a:pt x="835577" y="145493"/>
                  <a:pt x="829221" y="143102"/>
                </a:cubicBezTo>
                <a:cubicBezTo>
                  <a:pt x="822866" y="140710"/>
                  <a:pt x="817655" y="137242"/>
                  <a:pt x="813589" y="132697"/>
                </a:cubicBezTo>
                <a:cubicBezTo>
                  <a:pt x="809523" y="128153"/>
                  <a:pt x="806516" y="122583"/>
                  <a:pt x="804568" y="115988"/>
                </a:cubicBezTo>
                <a:cubicBezTo>
                  <a:pt x="802620" y="109393"/>
                  <a:pt x="801647" y="101927"/>
                  <a:pt x="801647" y="93590"/>
                </a:cubicBezTo>
                <a:cubicBezTo>
                  <a:pt x="801647" y="86346"/>
                  <a:pt x="802689" y="79495"/>
                  <a:pt x="804773" y="73037"/>
                </a:cubicBezTo>
                <a:cubicBezTo>
                  <a:pt x="806857" y="66579"/>
                  <a:pt x="809898" y="60907"/>
                  <a:pt x="813896" y="56021"/>
                </a:cubicBezTo>
                <a:cubicBezTo>
                  <a:pt x="817894" y="51135"/>
                  <a:pt x="822797" y="47256"/>
                  <a:pt x="828606" y="44386"/>
                </a:cubicBezTo>
                <a:cubicBezTo>
                  <a:pt x="834415" y="41516"/>
                  <a:pt x="841010" y="40081"/>
                  <a:pt x="848390" y="40081"/>
                </a:cubicBezTo>
                <a:cubicBezTo>
                  <a:pt x="855566" y="40081"/>
                  <a:pt x="861921" y="41208"/>
                  <a:pt x="867457" y="43464"/>
                </a:cubicBezTo>
                <a:cubicBezTo>
                  <a:pt x="872992" y="45719"/>
                  <a:pt x="877656" y="48914"/>
                  <a:pt x="881449" y="53048"/>
                </a:cubicBezTo>
                <a:cubicBezTo>
                  <a:pt x="885242" y="57183"/>
                  <a:pt x="888112" y="62205"/>
                  <a:pt x="890060" y="68117"/>
                </a:cubicBezTo>
                <a:cubicBezTo>
                  <a:pt x="892008" y="74028"/>
                  <a:pt x="892981" y="80640"/>
                  <a:pt x="892981" y="87952"/>
                </a:cubicBezTo>
                <a:moveTo>
                  <a:pt x="874427" y="85389"/>
                </a:moveTo>
                <a:cubicBezTo>
                  <a:pt x="874633" y="80811"/>
                  <a:pt x="874188" y="76625"/>
                  <a:pt x="873095" y="72832"/>
                </a:cubicBezTo>
                <a:cubicBezTo>
                  <a:pt x="872001" y="69039"/>
                  <a:pt x="870310" y="65776"/>
                  <a:pt x="868021" y="63043"/>
                </a:cubicBezTo>
                <a:cubicBezTo>
                  <a:pt x="865731" y="60309"/>
                  <a:pt x="862878" y="58173"/>
                  <a:pt x="859461" y="56636"/>
                </a:cubicBezTo>
                <a:cubicBezTo>
                  <a:pt x="856044" y="55098"/>
                  <a:pt x="852081" y="54329"/>
                  <a:pt x="847570" y="54329"/>
                </a:cubicBezTo>
                <a:cubicBezTo>
                  <a:pt x="843675" y="54329"/>
                  <a:pt x="840121" y="55081"/>
                  <a:pt x="836909" y="56585"/>
                </a:cubicBezTo>
                <a:cubicBezTo>
                  <a:pt x="833698" y="58088"/>
                  <a:pt x="830930" y="60207"/>
                  <a:pt x="828606" y="62940"/>
                </a:cubicBezTo>
                <a:cubicBezTo>
                  <a:pt x="826283" y="65674"/>
                  <a:pt x="824403" y="68954"/>
                  <a:pt x="822968" y="72781"/>
                </a:cubicBezTo>
                <a:cubicBezTo>
                  <a:pt x="821533" y="76608"/>
                  <a:pt x="820645" y="80811"/>
                  <a:pt x="820303" y="85389"/>
                </a:cubicBezTo>
                <a:lnTo>
                  <a:pt x="874427" y="85389"/>
                </a:lnTo>
                <a:close/>
                <a:moveTo>
                  <a:pt x="920869" y="41926"/>
                </a:moveTo>
                <a:lnTo>
                  <a:pt x="936758" y="41926"/>
                </a:lnTo>
                <a:lnTo>
                  <a:pt x="937475" y="58532"/>
                </a:lnTo>
                <a:cubicBezTo>
                  <a:pt x="940482" y="54979"/>
                  <a:pt x="943386" y="52023"/>
                  <a:pt x="946188" y="49665"/>
                </a:cubicBezTo>
                <a:cubicBezTo>
                  <a:pt x="948990" y="47308"/>
                  <a:pt x="951741" y="45411"/>
                  <a:pt x="954440" y="43976"/>
                </a:cubicBezTo>
                <a:cubicBezTo>
                  <a:pt x="957140" y="42541"/>
                  <a:pt x="959890" y="41533"/>
                  <a:pt x="962692" y="40952"/>
                </a:cubicBezTo>
                <a:cubicBezTo>
                  <a:pt x="965494" y="40371"/>
                  <a:pt x="968398" y="40081"/>
                  <a:pt x="971405" y="40081"/>
                </a:cubicBezTo>
                <a:cubicBezTo>
                  <a:pt x="981998" y="40081"/>
                  <a:pt x="990011" y="43207"/>
                  <a:pt x="995444" y="49460"/>
                </a:cubicBezTo>
                <a:cubicBezTo>
                  <a:pt x="1000877" y="55713"/>
                  <a:pt x="1003593" y="65127"/>
                  <a:pt x="1003593" y="77701"/>
                </a:cubicBezTo>
                <a:lnTo>
                  <a:pt x="1003593" y="144844"/>
                </a:lnTo>
                <a:lnTo>
                  <a:pt x="985757" y="144844"/>
                </a:lnTo>
                <a:lnTo>
                  <a:pt x="985757" y="79136"/>
                </a:lnTo>
                <a:cubicBezTo>
                  <a:pt x="985757" y="71072"/>
                  <a:pt x="984253" y="65110"/>
                  <a:pt x="981246" y="61249"/>
                </a:cubicBezTo>
                <a:cubicBezTo>
                  <a:pt x="978239" y="57388"/>
                  <a:pt x="973763" y="55457"/>
                  <a:pt x="967818" y="55457"/>
                </a:cubicBezTo>
                <a:cubicBezTo>
                  <a:pt x="965631" y="55457"/>
                  <a:pt x="963495" y="55782"/>
                  <a:pt x="961411" y="56431"/>
                </a:cubicBezTo>
                <a:cubicBezTo>
                  <a:pt x="959326" y="57080"/>
                  <a:pt x="957157" y="58208"/>
                  <a:pt x="954902" y="59814"/>
                </a:cubicBezTo>
                <a:cubicBezTo>
                  <a:pt x="952646" y="61420"/>
                  <a:pt x="950203" y="63589"/>
                  <a:pt x="947572" y="66323"/>
                </a:cubicBezTo>
                <a:cubicBezTo>
                  <a:pt x="944941" y="69056"/>
                  <a:pt x="941985" y="72473"/>
                  <a:pt x="938705" y="76574"/>
                </a:cubicBezTo>
                <a:lnTo>
                  <a:pt x="938705" y="144844"/>
                </a:lnTo>
                <a:lnTo>
                  <a:pt x="920869" y="144844"/>
                </a:lnTo>
                <a:lnTo>
                  <a:pt x="920869" y="41926"/>
                </a:lnTo>
                <a:close/>
                <a:moveTo>
                  <a:pt x="1030456" y="95538"/>
                </a:moveTo>
                <a:cubicBezTo>
                  <a:pt x="1030456" y="86790"/>
                  <a:pt x="1031652" y="79017"/>
                  <a:pt x="1034044" y="72217"/>
                </a:cubicBezTo>
                <a:cubicBezTo>
                  <a:pt x="1036435" y="65417"/>
                  <a:pt x="1039835" y="59677"/>
                  <a:pt x="1044243" y="54996"/>
                </a:cubicBezTo>
                <a:cubicBezTo>
                  <a:pt x="1048651" y="50315"/>
                  <a:pt x="1053947" y="46761"/>
                  <a:pt x="1060132" y="44335"/>
                </a:cubicBezTo>
                <a:cubicBezTo>
                  <a:pt x="1066317" y="41909"/>
                  <a:pt x="1073202" y="40696"/>
                  <a:pt x="1080787" y="40696"/>
                </a:cubicBezTo>
                <a:cubicBezTo>
                  <a:pt x="1084068" y="40696"/>
                  <a:pt x="1087297" y="40901"/>
                  <a:pt x="1090474" y="41311"/>
                </a:cubicBezTo>
                <a:cubicBezTo>
                  <a:pt x="1093652" y="41721"/>
                  <a:pt x="1096779" y="42370"/>
                  <a:pt x="1099854" y="43259"/>
                </a:cubicBezTo>
                <a:lnTo>
                  <a:pt x="1099854" y="0"/>
                </a:lnTo>
                <a:lnTo>
                  <a:pt x="1117793" y="0"/>
                </a:lnTo>
                <a:lnTo>
                  <a:pt x="1117793" y="144844"/>
                </a:lnTo>
                <a:lnTo>
                  <a:pt x="1101802" y="144844"/>
                </a:lnTo>
                <a:lnTo>
                  <a:pt x="1101186" y="125368"/>
                </a:lnTo>
                <a:cubicBezTo>
                  <a:pt x="1096198" y="132612"/>
                  <a:pt x="1090799" y="137976"/>
                  <a:pt x="1084990" y="141461"/>
                </a:cubicBezTo>
                <a:cubicBezTo>
                  <a:pt x="1079181" y="144947"/>
                  <a:pt x="1072894" y="146689"/>
                  <a:pt x="1066129" y="146689"/>
                </a:cubicBezTo>
                <a:cubicBezTo>
                  <a:pt x="1060252" y="146689"/>
                  <a:pt x="1055075" y="145459"/>
                  <a:pt x="1050599" y="142999"/>
                </a:cubicBezTo>
                <a:cubicBezTo>
                  <a:pt x="1046122" y="140539"/>
                  <a:pt x="1042398" y="137071"/>
                  <a:pt x="1039425" y="132595"/>
                </a:cubicBezTo>
                <a:cubicBezTo>
                  <a:pt x="1036452" y="128118"/>
                  <a:pt x="1034214" y="122737"/>
                  <a:pt x="1032711" y="116449"/>
                </a:cubicBezTo>
                <a:cubicBezTo>
                  <a:pt x="1031207" y="110162"/>
                  <a:pt x="1030456" y="103192"/>
                  <a:pt x="1030456" y="95538"/>
                </a:cubicBezTo>
                <a:moveTo>
                  <a:pt x="1048702" y="94410"/>
                </a:moveTo>
                <a:cubicBezTo>
                  <a:pt x="1048702" y="106848"/>
                  <a:pt x="1050530" y="116125"/>
                  <a:pt x="1054186" y="122241"/>
                </a:cubicBezTo>
                <a:cubicBezTo>
                  <a:pt x="1057843" y="128358"/>
                  <a:pt x="1063019" y="131416"/>
                  <a:pt x="1069716" y="131416"/>
                </a:cubicBezTo>
                <a:cubicBezTo>
                  <a:pt x="1074227" y="131416"/>
                  <a:pt x="1078993" y="129400"/>
                  <a:pt x="1084016" y="125368"/>
                </a:cubicBezTo>
                <a:cubicBezTo>
                  <a:pt x="1089039" y="121336"/>
                  <a:pt x="1094318" y="115356"/>
                  <a:pt x="1099854" y="107429"/>
                </a:cubicBezTo>
                <a:lnTo>
                  <a:pt x="1099854" y="59660"/>
                </a:lnTo>
                <a:cubicBezTo>
                  <a:pt x="1096915" y="58293"/>
                  <a:pt x="1093669" y="57251"/>
                  <a:pt x="1090116" y="56533"/>
                </a:cubicBezTo>
                <a:cubicBezTo>
                  <a:pt x="1086562" y="55816"/>
                  <a:pt x="1083043" y="55457"/>
                  <a:pt x="1079557" y="55457"/>
                </a:cubicBezTo>
                <a:cubicBezTo>
                  <a:pt x="1069853" y="55457"/>
                  <a:pt x="1062285" y="58601"/>
                  <a:pt x="1056852" y="64888"/>
                </a:cubicBezTo>
                <a:cubicBezTo>
                  <a:pt x="1051419" y="71175"/>
                  <a:pt x="1048702" y="81016"/>
                  <a:pt x="1048702" y="94410"/>
                </a:cubicBezTo>
                <a:close/>
                <a:moveTo>
                  <a:pt x="1155474" y="42848"/>
                </a:moveTo>
                <a:lnTo>
                  <a:pt x="1166545" y="31470"/>
                </a:lnTo>
                <a:lnTo>
                  <a:pt x="1235431" y="88977"/>
                </a:lnTo>
                <a:lnTo>
                  <a:pt x="1166545" y="146484"/>
                </a:lnTo>
                <a:lnTo>
                  <a:pt x="1155474" y="135208"/>
                </a:lnTo>
                <a:lnTo>
                  <a:pt x="1211341" y="89182"/>
                </a:lnTo>
                <a:lnTo>
                  <a:pt x="1155474" y="4284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Text chk_map[val]">
            <a:extLst xmlns:a="http://schemas.openxmlformats.org/drawingml/2006/main">
              <a:ext uri="{FF2B5EF4-FFF2-40B4-BE49-F238E27FC236}">
                <a16:creationId xmlns:a16="http://schemas.microsoft.com/office/drawing/2014/main" id="{A9D42BDD-6384-4275-B61F-8FF37486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841" y="4925650"/>
            <a:ext cx="1326766" cy="190460"/>
          </a:xfrm>
          <a:custGeom xmlns:a="http://schemas.openxmlformats.org/drawingml/2006/main">
            <a:pathLst>
              <a:path w="1326766" h="190460">
                <a:moveTo>
                  <a:pt x="80162" y="144639"/>
                </a:moveTo>
                <a:cubicBezTo>
                  <a:pt x="75514" y="146416"/>
                  <a:pt x="70748" y="147732"/>
                  <a:pt x="65862" y="148586"/>
                </a:cubicBezTo>
                <a:cubicBezTo>
                  <a:pt x="60975" y="149440"/>
                  <a:pt x="55935" y="149867"/>
                  <a:pt x="50742" y="149867"/>
                </a:cubicBezTo>
                <a:cubicBezTo>
                  <a:pt x="34477" y="149867"/>
                  <a:pt x="21954" y="145459"/>
                  <a:pt x="13172" y="136644"/>
                </a:cubicBezTo>
                <a:cubicBezTo>
                  <a:pt x="4391" y="127828"/>
                  <a:pt x="0" y="114946"/>
                  <a:pt x="0" y="97998"/>
                </a:cubicBezTo>
                <a:cubicBezTo>
                  <a:pt x="0" y="89866"/>
                  <a:pt x="1264" y="82485"/>
                  <a:pt x="3793" y="75856"/>
                </a:cubicBezTo>
                <a:cubicBezTo>
                  <a:pt x="6321" y="69227"/>
                  <a:pt x="9875" y="63555"/>
                  <a:pt x="14454" y="58840"/>
                </a:cubicBezTo>
                <a:cubicBezTo>
                  <a:pt x="19032" y="54124"/>
                  <a:pt x="24499" y="50485"/>
                  <a:pt x="30855" y="47923"/>
                </a:cubicBezTo>
                <a:cubicBezTo>
                  <a:pt x="37211" y="45360"/>
                  <a:pt x="44215" y="44079"/>
                  <a:pt x="51869" y="44079"/>
                </a:cubicBezTo>
                <a:cubicBezTo>
                  <a:pt x="57200" y="44079"/>
                  <a:pt x="62188" y="44454"/>
                  <a:pt x="66835" y="45206"/>
                </a:cubicBezTo>
                <a:cubicBezTo>
                  <a:pt x="71482" y="45958"/>
                  <a:pt x="75925" y="47188"/>
                  <a:pt x="80162" y="48896"/>
                </a:cubicBezTo>
                <a:lnTo>
                  <a:pt x="80162" y="65913"/>
                </a:lnTo>
                <a:cubicBezTo>
                  <a:pt x="75719" y="63589"/>
                  <a:pt x="71192" y="61898"/>
                  <a:pt x="66579" y="60839"/>
                </a:cubicBezTo>
                <a:cubicBezTo>
                  <a:pt x="61966" y="59779"/>
                  <a:pt x="57200" y="59250"/>
                  <a:pt x="52279" y="59250"/>
                </a:cubicBezTo>
                <a:cubicBezTo>
                  <a:pt x="47701" y="59250"/>
                  <a:pt x="43378" y="60121"/>
                  <a:pt x="39312" y="61864"/>
                </a:cubicBezTo>
                <a:cubicBezTo>
                  <a:pt x="35246" y="63606"/>
                  <a:pt x="31675" y="66118"/>
                  <a:pt x="28600" y="69398"/>
                </a:cubicBezTo>
                <a:cubicBezTo>
                  <a:pt x="25525" y="72678"/>
                  <a:pt x="23099" y="76676"/>
                  <a:pt x="21322" y="81392"/>
                </a:cubicBezTo>
                <a:cubicBezTo>
                  <a:pt x="19545" y="86107"/>
                  <a:pt x="18657" y="91437"/>
                  <a:pt x="18657" y="97383"/>
                </a:cubicBezTo>
                <a:cubicBezTo>
                  <a:pt x="18657" y="109821"/>
                  <a:pt x="21681" y="119132"/>
                  <a:pt x="27729" y="125316"/>
                </a:cubicBezTo>
                <a:cubicBezTo>
                  <a:pt x="33776" y="131501"/>
                  <a:pt x="42165" y="134593"/>
                  <a:pt x="52894" y="134593"/>
                </a:cubicBezTo>
                <a:cubicBezTo>
                  <a:pt x="57746" y="134593"/>
                  <a:pt x="62445" y="134047"/>
                  <a:pt x="66989" y="132953"/>
                </a:cubicBezTo>
                <a:cubicBezTo>
                  <a:pt x="71534" y="131860"/>
                  <a:pt x="75925" y="130220"/>
                  <a:pt x="80162" y="128033"/>
                </a:cubicBezTo>
                <a:lnTo>
                  <a:pt x="80162" y="144639"/>
                </a:lnTo>
                <a:close/>
                <a:moveTo>
                  <a:pt x="197744" y="148432"/>
                </a:moveTo>
                <a:lnTo>
                  <a:pt x="179907" y="148432"/>
                </a:lnTo>
                <a:lnTo>
                  <a:pt x="179907" y="82724"/>
                </a:lnTo>
                <a:cubicBezTo>
                  <a:pt x="179907" y="74797"/>
                  <a:pt x="178421" y="68869"/>
                  <a:pt x="175448" y="64939"/>
                </a:cubicBezTo>
                <a:cubicBezTo>
                  <a:pt x="172476" y="61010"/>
                  <a:pt x="168221" y="59045"/>
                  <a:pt x="162686" y="59045"/>
                </a:cubicBezTo>
                <a:cubicBezTo>
                  <a:pt x="160294" y="59045"/>
                  <a:pt x="158056" y="59369"/>
                  <a:pt x="155972" y="60019"/>
                </a:cubicBezTo>
                <a:cubicBezTo>
                  <a:pt x="153887" y="60668"/>
                  <a:pt x="151718" y="61795"/>
                  <a:pt x="149462" y="63401"/>
                </a:cubicBezTo>
                <a:cubicBezTo>
                  <a:pt x="147207" y="65007"/>
                  <a:pt x="144747" y="67177"/>
                  <a:pt x="142082" y="69911"/>
                </a:cubicBezTo>
                <a:cubicBezTo>
                  <a:pt x="139417" y="72644"/>
                  <a:pt x="136341" y="76061"/>
                  <a:pt x="132856" y="80162"/>
                </a:cubicBezTo>
                <a:lnTo>
                  <a:pt x="132856" y="148432"/>
                </a:lnTo>
                <a:lnTo>
                  <a:pt x="115020" y="148432"/>
                </a:lnTo>
                <a:lnTo>
                  <a:pt x="115020" y="3588"/>
                </a:lnTo>
                <a:lnTo>
                  <a:pt x="132856" y="3588"/>
                </a:lnTo>
                <a:lnTo>
                  <a:pt x="132856" y="45514"/>
                </a:lnTo>
                <a:lnTo>
                  <a:pt x="132241" y="61710"/>
                </a:lnTo>
                <a:cubicBezTo>
                  <a:pt x="135043" y="58361"/>
                  <a:pt x="137794" y="55542"/>
                  <a:pt x="140493" y="53253"/>
                </a:cubicBezTo>
                <a:cubicBezTo>
                  <a:pt x="143192" y="50964"/>
                  <a:pt x="145892" y="49101"/>
                  <a:pt x="148591" y="47666"/>
                </a:cubicBezTo>
                <a:cubicBezTo>
                  <a:pt x="151291" y="46231"/>
                  <a:pt x="154041" y="45206"/>
                  <a:pt x="156843" y="44591"/>
                </a:cubicBezTo>
                <a:cubicBezTo>
                  <a:pt x="159645" y="43976"/>
                  <a:pt x="162549" y="43669"/>
                  <a:pt x="165556" y="43669"/>
                </a:cubicBezTo>
                <a:cubicBezTo>
                  <a:pt x="175807" y="43669"/>
                  <a:pt x="183734" y="46795"/>
                  <a:pt x="189338" y="53048"/>
                </a:cubicBezTo>
                <a:cubicBezTo>
                  <a:pt x="194942" y="59301"/>
                  <a:pt x="197744" y="68715"/>
                  <a:pt x="197744" y="81289"/>
                </a:cubicBezTo>
                <a:lnTo>
                  <a:pt x="197744" y="148432"/>
                </a:lnTo>
                <a:close/>
                <a:moveTo>
                  <a:pt x="322399" y="148432"/>
                </a:moveTo>
                <a:lnTo>
                  <a:pt x="297900" y="148432"/>
                </a:lnTo>
                <a:lnTo>
                  <a:pt x="249926" y="93283"/>
                </a:lnTo>
                <a:lnTo>
                  <a:pt x="249926" y="148432"/>
                </a:lnTo>
                <a:lnTo>
                  <a:pt x="232089" y="148432"/>
                </a:lnTo>
                <a:lnTo>
                  <a:pt x="232089" y="3588"/>
                </a:lnTo>
                <a:lnTo>
                  <a:pt x="249926" y="3588"/>
                </a:lnTo>
                <a:lnTo>
                  <a:pt x="249926" y="92565"/>
                </a:lnTo>
                <a:lnTo>
                  <a:pt x="296157" y="45514"/>
                </a:lnTo>
                <a:lnTo>
                  <a:pt x="319734" y="45514"/>
                </a:lnTo>
                <a:lnTo>
                  <a:pt x="271453" y="92975"/>
                </a:lnTo>
                <a:lnTo>
                  <a:pt x="322399" y="148432"/>
                </a:lnTo>
                <a:close/>
                <a:moveTo>
                  <a:pt x="443657" y="190460"/>
                </a:moveTo>
                <a:lnTo>
                  <a:pt x="328232" y="190460"/>
                </a:lnTo>
                <a:lnTo>
                  <a:pt x="328232" y="175699"/>
                </a:lnTo>
                <a:lnTo>
                  <a:pt x="443657" y="175699"/>
                </a:lnTo>
                <a:lnTo>
                  <a:pt x="443657" y="190460"/>
                </a:lnTo>
                <a:close/>
                <a:moveTo>
                  <a:pt x="532844" y="148432"/>
                </a:moveTo>
                <a:lnTo>
                  <a:pt x="532844" y="74524"/>
                </a:lnTo>
                <a:cubicBezTo>
                  <a:pt x="532844" y="71312"/>
                  <a:pt x="532724" y="68681"/>
                  <a:pt x="532485" y="66630"/>
                </a:cubicBezTo>
                <a:cubicBezTo>
                  <a:pt x="532246" y="64580"/>
                  <a:pt x="531870" y="62957"/>
                  <a:pt x="531357" y="61761"/>
                </a:cubicBezTo>
                <a:cubicBezTo>
                  <a:pt x="530845" y="60565"/>
                  <a:pt x="530196" y="59728"/>
                  <a:pt x="529410" y="59250"/>
                </a:cubicBezTo>
                <a:cubicBezTo>
                  <a:pt x="528624" y="58771"/>
                  <a:pt x="527650" y="58532"/>
                  <a:pt x="526488" y="58532"/>
                </a:cubicBezTo>
                <a:cubicBezTo>
                  <a:pt x="525122" y="58532"/>
                  <a:pt x="523857" y="58942"/>
                  <a:pt x="522695" y="59762"/>
                </a:cubicBezTo>
                <a:cubicBezTo>
                  <a:pt x="521534" y="60582"/>
                  <a:pt x="520287" y="61915"/>
                  <a:pt x="518954" y="63760"/>
                </a:cubicBezTo>
                <a:cubicBezTo>
                  <a:pt x="517621" y="65605"/>
                  <a:pt x="516152" y="68048"/>
                  <a:pt x="514546" y="71090"/>
                </a:cubicBezTo>
                <a:cubicBezTo>
                  <a:pt x="512940" y="74131"/>
                  <a:pt x="511044" y="77872"/>
                  <a:pt x="508857" y="82314"/>
                </a:cubicBezTo>
                <a:lnTo>
                  <a:pt x="508857" y="148432"/>
                </a:lnTo>
                <a:lnTo>
                  <a:pt x="492558" y="148432"/>
                </a:lnTo>
                <a:lnTo>
                  <a:pt x="492558" y="76471"/>
                </a:lnTo>
                <a:cubicBezTo>
                  <a:pt x="492558" y="72713"/>
                  <a:pt x="492438" y="69672"/>
                  <a:pt x="492199" y="67348"/>
                </a:cubicBezTo>
                <a:cubicBezTo>
                  <a:pt x="491960" y="65024"/>
                  <a:pt x="491584" y="63213"/>
                  <a:pt x="491072" y="61915"/>
                </a:cubicBezTo>
                <a:cubicBezTo>
                  <a:pt x="490559" y="60617"/>
                  <a:pt x="489893" y="59728"/>
                  <a:pt x="489073" y="59250"/>
                </a:cubicBezTo>
                <a:cubicBezTo>
                  <a:pt x="488253" y="58771"/>
                  <a:pt x="487262" y="58532"/>
                  <a:pt x="486100" y="58532"/>
                </a:cubicBezTo>
                <a:cubicBezTo>
                  <a:pt x="484870" y="58532"/>
                  <a:pt x="483708" y="58874"/>
                  <a:pt x="482615" y="59557"/>
                </a:cubicBezTo>
                <a:cubicBezTo>
                  <a:pt x="481521" y="60241"/>
                  <a:pt x="480308" y="61471"/>
                  <a:pt x="478976" y="63248"/>
                </a:cubicBezTo>
                <a:cubicBezTo>
                  <a:pt x="477643" y="65024"/>
                  <a:pt x="476157" y="67450"/>
                  <a:pt x="474517" y="70526"/>
                </a:cubicBezTo>
                <a:cubicBezTo>
                  <a:pt x="472876" y="73601"/>
                  <a:pt x="470929" y="77530"/>
                  <a:pt x="468674" y="82314"/>
                </a:cubicBezTo>
                <a:lnTo>
                  <a:pt x="468674" y="148432"/>
                </a:lnTo>
                <a:lnTo>
                  <a:pt x="452272" y="148432"/>
                </a:lnTo>
                <a:lnTo>
                  <a:pt x="452272" y="45514"/>
                </a:lnTo>
                <a:lnTo>
                  <a:pt x="465906" y="45514"/>
                </a:lnTo>
                <a:lnTo>
                  <a:pt x="466726" y="65093"/>
                </a:lnTo>
                <a:cubicBezTo>
                  <a:pt x="468503" y="61197"/>
                  <a:pt x="470228" y="57883"/>
                  <a:pt x="471903" y="55149"/>
                </a:cubicBezTo>
                <a:cubicBezTo>
                  <a:pt x="473577" y="52416"/>
                  <a:pt x="475302" y="50212"/>
                  <a:pt x="477079" y="48538"/>
                </a:cubicBezTo>
                <a:cubicBezTo>
                  <a:pt x="478856" y="46863"/>
                  <a:pt x="480752" y="45633"/>
                  <a:pt x="482768" y="44847"/>
                </a:cubicBezTo>
                <a:cubicBezTo>
                  <a:pt x="484784" y="44062"/>
                  <a:pt x="487023" y="43669"/>
                  <a:pt x="489483" y="43669"/>
                </a:cubicBezTo>
                <a:cubicBezTo>
                  <a:pt x="495018" y="43669"/>
                  <a:pt x="499221" y="45480"/>
                  <a:pt x="502091" y="49101"/>
                </a:cubicBezTo>
                <a:cubicBezTo>
                  <a:pt x="504962" y="52723"/>
                  <a:pt x="506397" y="58327"/>
                  <a:pt x="506397" y="65913"/>
                </a:cubicBezTo>
                <a:cubicBezTo>
                  <a:pt x="508037" y="62359"/>
                  <a:pt x="509643" y="59199"/>
                  <a:pt x="511215" y="56431"/>
                </a:cubicBezTo>
                <a:cubicBezTo>
                  <a:pt x="512786" y="53663"/>
                  <a:pt x="514478" y="51340"/>
                  <a:pt x="516289" y="49460"/>
                </a:cubicBezTo>
                <a:cubicBezTo>
                  <a:pt x="518100" y="47581"/>
                  <a:pt x="520099" y="46146"/>
                  <a:pt x="522285" y="45155"/>
                </a:cubicBezTo>
                <a:cubicBezTo>
                  <a:pt x="524472" y="44164"/>
                  <a:pt x="527001" y="43669"/>
                  <a:pt x="529871" y="43669"/>
                </a:cubicBezTo>
                <a:cubicBezTo>
                  <a:pt x="542787" y="43669"/>
                  <a:pt x="549245" y="53612"/>
                  <a:pt x="549245" y="73498"/>
                </a:cubicBezTo>
                <a:lnTo>
                  <a:pt x="549245" y="148432"/>
                </a:lnTo>
                <a:lnTo>
                  <a:pt x="532844" y="148432"/>
                </a:lnTo>
                <a:close/>
                <a:moveTo>
                  <a:pt x="640380" y="148432"/>
                </a:moveTo>
                <a:lnTo>
                  <a:pt x="639970" y="134593"/>
                </a:lnTo>
                <a:cubicBezTo>
                  <a:pt x="634366" y="140129"/>
                  <a:pt x="628677" y="144127"/>
                  <a:pt x="622902" y="146587"/>
                </a:cubicBezTo>
                <a:cubicBezTo>
                  <a:pt x="617128" y="149047"/>
                  <a:pt x="611063" y="150277"/>
                  <a:pt x="604707" y="150277"/>
                </a:cubicBezTo>
                <a:cubicBezTo>
                  <a:pt x="598830" y="150277"/>
                  <a:pt x="593807" y="149525"/>
                  <a:pt x="589638" y="148022"/>
                </a:cubicBezTo>
                <a:cubicBezTo>
                  <a:pt x="585470" y="146519"/>
                  <a:pt x="582036" y="144451"/>
                  <a:pt x="579336" y="141820"/>
                </a:cubicBezTo>
                <a:cubicBezTo>
                  <a:pt x="576637" y="139189"/>
                  <a:pt x="574655" y="136097"/>
                  <a:pt x="573391" y="132543"/>
                </a:cubicBezTo>
                <a:cubicBezTo>
                  <a:pt x="572127" y="128990"/>
                  <a:pt x="571494" y="125129"/>
                  <a:pt x="571494" y="120960"/>
                </a:cubicBezTo>
                <a:cubicBezTo>
                  <a:pt x="571494" y="110641"/>
                  <a:pt x="575339" y="102560"/>
                  <a:pt x="583027" y="96717"/>
                </a:cubicBezTo>
                <a:cubicBezTo>
                  <a:pt x="590715" y="90874"/>
                  <a:pt x="602076" y="87952"/>
                  <a:pt x="617111" y="87952"/>
                </a:cubicBezTo>
                <a:lnTo>
                  <a:pt x="638432" y="87952"/>
                </a:lnTo>
                <a:lnTo>
                  <a:pt x="638432" y="78931"/>
                </a:lnTo>
                <a:cubicBezTo>
                  <a:pt x="638432" y="72849"/>
                  <a:pt x="636485" y="67980"/>
                  <a:pt x="632589" y="64324"/>
                </a:cubicBezTo>
                <a:cubicBezTo>
                  <a:pt x="628694" y="60668"/>
                  <a:pt x="622749" y="58840"/>
                  <a:pt x="614753" y="58840"/>
                </a:cubicBezTo>
                <a:cubicBezTo>
                  <a:pt x="608944" y="58840"/>
                  <a:pt x="603221" y="59489"/>
                  <a:pt x="597583" y="60787"/>
                </a:cubicBezTo>
                <a:cubicBezTo>
                  <a:pt x="591945" y="62086"/>
                  <a:pt x="586119" y="63931"/>
                  <a:pt x="580105" y="66323"/>
                </a:cubicBezTo>
                <a:lnTo>
                  <a:pt x="580105" y="50229"/>
                </a:lnTo>
                <a:cubicBezTo>
                  <a:pt x="582360" y="49409"/>
                  <a:pt x="584872" y="48606"/>
                  <a:pt x="587640" y="47820"/>
                </a:cubicBezTo>
                <a:cubicBezTo>
                  <a:pt x="590407" y="47034"/>
                  <a:pt x="593329" y="46334"/>
                  <a:pt x="596404" y="45719"/>
                </a:cubicBezTo>
                <a:cubicBezTo>
                  <a:pt x="599479" y="45104"/>
                  <a:pt x="602691" y="44608"/>
                  <a:pt x="606040" y="44232"/>
                </a:cubicBezTo>
                <a:cubicBezTo>
                  <a:pt x="609388" y="43856"/>
                  <a:pt x="612771" y="43669"/>
                  <a:pt x="616188" y="43669"/>
                </a:cubicBezTo>
                <a:cubicBezTo>
                  <a:pt x="622407" y="43669"/>
                  <a:pt x="628011" y="44352"/>
                  <a:pt x="632999" y="45719"/>
                </a:cubicBezTo>
                <a:cubicBezTo>
                  <a:pt x="637988" y="47085"/>
                  <a:pt x="642208" y="49170"/>
                  <a:pt x="645659" y="51972"/>
                </a:cubicBezTo>
                <a:cubicBezTo>
                  <a:pt x="649110" y="54774"/>
                  <a:pt x="651758" y="58293"/>
                  <a:pt x="653604" y="62530"/>
                </a:cubicBezTo>
                <a:cubicBezTo>
                  <a:pt x="655449" y="66767"/>
                  <a:pt x="656371" y="71756"/>
                  <a:pt x="656371" y="77496"/>
                </a:cubicBezTo>
                <a:lnTo>
                  <a:pt x="656371" y="148432"/>
                </a:lnTo>
                <a:lnTo>
                  <a:pt x="640380" y="148432"/>
                </a:lnTo>
                <a:moveTo>
                  <a:pt x="638432" y="101586"/>
                </a:moveTo>
                <a:lnTo>
                  <a:pt x="615778" y="101586"/>
                </a:lnTo>
                <a:cubicBezTo>
                  <a:pt x="611336" y="101586"/>
                  <a:pt x="607509" y="102030"/>
                  <a:pt x="604297" y="102918"/>
                </a:cubicBezTo>
                <a:cubicBezTo>
                  <a:pt x="601085" y="103807"/>
                  <a:pt x="598454" y="105071"/>
                  <a:pt x="596404" y="106711"/>
                </a:cubicBezTo>
                <a:cubicBezTo>
                  <a:pt x="594354" y="108351"/>
                  <a:pt x="592833" y="110316"/>
                  <a:pt x="591842" y="112605"/>
                </a:cubicBezTo>
                <a:cubicBezTo>
                  <a:pt x="590851" y="114895"/>
                  <a:pt x="590356" y="117475"/>
                  <a:pt x="590356" y="120345"/>
                </a:cubicBezTo>
                <a:cubicBezTo>
                  <a:pt x="590356" y="122327"/>
                  <a:pt x="590664" y="124223"/>
                  <a:pt x="591279" y="126034"/>
                </a:cubicBezTo>
                <a:cubicBezTo>
                  <a:pt x="591894" y="127845"/>
                  <a:pt x="592885" y="129451"/>
                  <a:pt x="594251" y="130852"/>
                </a:cubicBezTo>
                <a:cubicBezTo>
                  <a:pt x="595618" y="132253"/>
                  <a:pt x="597395" y="133363"/>
                  <a:pt x="599582" y="134183"/>
                </a:cubicBezTo>
                <a:cubicBezTo>
                  <a:pt x="601769" y="135003"/>
                  <a:pt x="604434" y="135414"/>
                  <a:pt x="607577" y="135414"/>
                </a:cubicBezTo>
                <a:cubicBezTo>
                  <a:pt x="611678" y="135414"/>
                  <a:pt x="616376" y="134166"/>
                  <a:pt x="621672" y="131672"/>
                </a:cubicBezTo>
                <a:cubicBezTo>
                  <a:pt x="626969" y="129178"/>
                  <a:pt x="632555" y="125231"/>
                  <a:pt x="638432" y="119832"/>
                </a:cubicBezTo>
                <a:lnTo>
                  <a:pt x="638432" y="101586"/>
                </a:lnTo>
                <a:close/>
                <a:moveTo>
                  <a:pt x="777030" y="95128"/>
                </a:moveTo>
                <a:cubicBezTo>
                  <a:pt x="777030" y="104285"/>
                  <a:pt x="775748" y="112281"/>
                  <a:pt x="773185" y="119115"/>
                </a:cubicBezTo>
                <a:cubicBezTo>
                  <a:pt x="770623" y="125949"/>
                  <a:pt x="767086" y="131621"/>
                  <a:pt x="762576" y="136131"/>
                </a:cubicBezTo>
                <a:cubicBezTo>
                  <a:pt x="758066" y="140641"/>
                  <a:pt x="752735" y="144024"/>
                  <a:pt x="746585" y="146279"/>
                </a:cubicBezTo>
                <a:cubicBezTo>
                  <a:pt x="740434" y="148535"/>
                  <a:pt x="733771" y="149662"/>
                  <a:pt x="726595" y="149662"/>
                </a:cubicBezTo>
                <a:cubicBezTo>
                  <a:pt x="723315" y="149662"/>
                  <a:pt x="720052" y="149491"/>
                  <a:pt x="716806" y="149150"/>
                </a:cubicBezTo>
                <a:cubicBezTo>
                  <a:pt x="713560" y="148808"/>
                  <a:pt x="710262" y="148227"/>
                  <a:pt x="706914" y="147407"/>
                </a:cubicBezTo>
                <a:lnTo>
                  <a:pt x="706914" y="190460"/>
                </a:lnTo>
                <a:lnTo>
                  <a:pt x="689077" y="190460"/>
                </a:lnTo>
                <a:lnTo>
                  <a:pt x="689077" y="45514"/>
                </a:lnTo>
                <a:lnTo>
                  <a:pt x="704966" y="45514"/>
                </a:lnTo>
                <a:lnTo>
                  <a:pt x="706094" y="62735"/>
                </a:lnTo>
                <a:cubicBezTo>
                  <a:pt x="711219" y="55696"/>
                  <a:pt x="716686" y="50759"/>
                  <a:pt x="722495" y="47923"/>
                </a:cubicBezTo>
                <a:cubicBezTo>
                  <a:pt x="728304" y="45087"/>
                  <a:pt x="734591" y="43669"/>
                  <a:pt x="741357" y="43669"/>
                </a:cubicBezTo>
                <a:cubicBezTo>
                  <a:pt x="747234" y="43669"/>
                  <a:pt x="752393" y="44899"/>
                  <a:pt x="756835" y="47359"/>
                </a:cubicBezTo>
                <a:cubicBezTo>
                  <a:pt x="761277" y="49819"/>
                  <a:pt x="765002" y="53287"/>
                  <a:pt x="768009" y="57763"/>
                </a:cubicBezTo>
                <a:cubicBezTo>
                  <a:pt x="771016" y="62240"/>
                  <a:pt x="773271" y="67638"/>
                  <a:pt x="774774" y="73960"/>
                </a:cubicBezTo>
                <a:cubicBezTo>
                  <a:pt x="776278" y="80281"/>
                  <a:pt x="777030" y="87337"/>
                  <a:pt x="777030" y="95128"/>
                </a:cubicBezTo>
                <a:moveTo>
                  <a:pt x="758783" y="95948"/>
                </a:moveTo>
                <a:cubicBezTo>
                  <a:pt x="758783" y="90549"/>
                  <a:pt x="758390" y="85594"/>
                  <a:pt x="757604" y="81084"/>
                </a:cubicBezTo>
                <a:cubicBezTo>
                  <a:pt x="756818" y="76574"/>
                  <a:pt x="755571" y="72713"/>
                  <a:pt x="753863" y="69501"/>
                </a:cubicBezTo>
                <a:cubicBezTo>
                  <a:pt x="752154" y="66289"/>
                  <a:pt x="749967" y="63777"/>
                  <a:pt x="747302" y="61966"/>
                </a:cubicBezTo>
                <a:cubicBezTo>
                  <a:pt x="744637" y="60155"/>
                  <a:pt x="741459" y="59250"/>
                  <a:pt x="737769" y="59250"/>
                </a:cubicBezTo>
                <a:cubicBezTo>
                  <a:pt x="735514" y="59250"/>
                  <a:pt x="733224" y="59609"/>
                  <a:pt x="730901" y="60326"/>
                </a:cubicBezTo>
                <a:cubicBezTo>
                  <a:pt x="728577" y="61044"/>
                  <a:pt x="726168" y="62240"/>
                  <a:pt x="723674" y="63914"/>
                </a:cubicBezTo>
                <a:cubicBezTo>
                  <a:pt x="721180" y="65588"/>
                  <a:pt x="718549" y="67809"/>
                  <a:pt x="715781" y="70577"/>
                </a:cubicBezTo>
                <a:cubicBezTo>
                  <a:pt x="713013" y="73345"/>
                  <a:pt x="710057" y="76779"/>
                  <a:pt x="706914" y="80879"/>
                </a:cubicBezTo>
                <a:lnTo>
                  <a:pt x="706914" y="130801"/>
                </a:lnTo>
                <a:cubicBezTo>
                  <a:pt x="710194" y="132167"/>
                  <a:pt x="713645" y="133244"/>
                  <a:pt x="717267" y="134030"/>
                </a:cubicBezTo>
                <a:cubicBezTo>
                  <a:pt x="720889" y="134816"/>
                  <a:pt x="724443" y="135208"/>
                  <a:pt x="727928" y="135208"/>
                </a:cubicBezTo>
                <a:cubicBezTo>
                  <a:pt x="737564" y="135208"/>
                  <a:pt x="745115" y="131945"/>
                  <a:pt x="750582" y="125419"/>
                </a:cubicBezTo>
                <a:cubicBezTo>
                  <a:pt x="756050" y="118893"/>
                  <a:pt x="758783" y="109069"/>
                  <a:pt x="758783" y="95948"/>
                </a:cubicBezTo>
                <a:close/>
                <a:moveTo>
                  <a:pt x="873371" y="190460"/>
                </a:moveTo>
                <a:lnTo>
                  <a:pt x="822835" y="190460"/>
                </a:lnTo>
                <a:lnTo>
                  <a:pt x="822835" y="0"/>
                </a:lnTo>
                <a:lnTo>
                  <a:pt x="873371" y="0"/>
                </a:lnTo>
                <a:lnTo>
                  <a:pt x="873371" y="14351"/>
                </a:lnTo>
                <a:lnTo>
                  <a:pt x="839851" y="14351"/>
                </a:lnTo>
                <a:lnTo>
                  <a:pt x="839851" y="176109"/>
                </a:lnTo>
                <a:lnTo>
                  <a:pt x="873371" y="176109"/>
                </a:lnTo>
                <a:lnTo>
                  <a:pt x="873371" y="190460"/>
                </a:lnTo>
                <a:close/>
                <a:moveTo>
                  <a:pt x="909044" y="45514"/>
                </a:moveTo>
                <a:lnTo>
                  <a:pt x="929341" y="45514"/>
                </a:lnTo>
                <a:lnTo>
                  <a:pt x="954558" y="113579"/>
                </a:lnTo>
                <a:lnTo>
                  <a:pt x="959991" y="130186"/>
                </a:lnTo>
                <a:lnTo>
                  <a:pt x="965629" y="113169"/>
                </a:lnTo>
                <a:lnTo>
                  <a:pt x="990641" y="45514"/>
                </a:lnTo>
                <a:lnTo>
                  <a:pt x="1010220" y="45514"/>
                </a:lnTo>
                <a:lnTo>
                  <a:pt x="969832" y="148432"/>
                </a:lnTo>
                <a:lnTo>
                  <a:pt x="949330" y="148432"/>
                </a:lnTo>
                <a:lnTo>
                  <a:pt x="909044" y="45514"/>
                </a:lnTo>
                <a:close/>
                <a:moveTo>
                  <a:pt x="1099613" y="148432"/>
                </a:moveTo>
                <a:lnTo>
                  <a:pt x="1099203" y="134593"/>
                </a:lnTo>
                <a:cubicBezTo>
                  <a:pt x="1093599" y="140129"/>
                  <a:pt x="1087910" y="144127"/>
                  <a:pt x="1082135" y="146587"/>
                </a:cubicBezTo>
                <a:cubicBezTo>
                  <a:pt x="1076360" y="149047"/>
                  <a:pt x="1070295" y="150277"/>
                  <a:pt x="1063940" y="150277"/>
                </a:cubicBezTo>
                <a:cubicBezTo>
                  <a:pt x="1058063" y="150277"/>
                  <a:pt x="1053040" y="149525"/>
                  <a:pt x="1048871" y="148022"/>
                </a:cubicBezTo>
                <a:cubicBezTo>
                  <a:pt x="1044702" y="146519"/>
                  <a:pt x="1041268" y="144451"/>
                  <a:pt x="1038569" y="141820"/>
                </a:cubicBezTo>
                <a:cubicBezTo>
                  <a:pt x="1035870" y="139189"/>
                  <a:pt x="1033888" y="136097"/>
                  <a:pt x="1032623" y="132543"/>
                </a:cubicBezTo>
                <a:cubicBezTo>
                  <a:pt x="1031359" y="128990"/>
                  <a:pt x="1030727" y="125129"/>
                  <a:pt x="1030727" y="120960"/>
                </a:cubicBezTo>
                <a:cubicBezTo>
                  <a:pt x="1030727" y="110641"/>
                  <a:pt x="1034571" y="102560"/>
                  <a:pt x="1042259" y="96717"/>
                </a:cubicBezTo>
                <a:cubicBezTo>
                  <a:pt x="1049947" y="90874"/>
                  <a:pt x="1061309" y="87952"/>
                  <a:pt x="1076343" y="87952"/>
                </a:cubicBezTo>
                <a:lnTo>
                  <a:pt x="1097665" y="87952"/>
                </a:lnTo>
                <a:lnTo>
                  <a:pt x="1097665" y="78931"/>
                </a:lnTo>
                <a:cubicBezTo>
                  <a:pt x="1097665" y="72849"/>
                  <a:pt x="1095717" y="67980"/>
                  <a:pt x="1091822" y="64324"/>
                </a:cubicBezTo>
                <a:cubicBezTo>
                  <a:pt x="1087927" y="60668"/>
                  <a:pt x="1081981" y="58840"/>
                  <a:pt x="1073986" y="58840"/>
                </a:cubicBezTo>
                <a:cubicBezTo>
                  <a:pt x="1068177" y="58840"/>
                  <a:pt x="1062453" y="59489"/>
                  <a:pt x="1056815" y="60787"/>
                </a:cubicBezTo>
                <a:cubicBezTo>
                  <a:pt x="1051177" y="62086"/>
                  <a:pt x="1045352" y="63931"/>
                  <a:pt x="1039338" y="66323"/>
                </a:cubicBezTo>
                <a:lnTo>
                  <a:pt x="1039338" y="50229"/>
                </a:lnTo>
                <a:cubicBezTo>
                  <a:pt x="1041593" y="49409"/>
                  <a:pt x="1044104" y="48606"/>
                  <a:pt x="1046872" y="47820"/>
                </a:cubicBezTo>
                <a:cubicBezTo>
                  <a:pt x="1049640" y="47034"/>
                  <a:pt x="1052561" y="46334"/>
                  <a:pt x="1055637" y="45719"/>
                </a:cubicBezTo>
                <a:cubicBezTo>
                  <a:pt x="1058712" y="45104"/>
                  <a:pt x="1061924" y="44608"/>
                  <a:pt x="1065272" y="44232"/>
                </a:cubicBezTo>
                <a:cubicBezTo>
                  <a:pt x="1068621" y="43856"/>
                  <a:pt x="1072004" y="43669"/>
                  <a:pt x="1075421" y="43669"/>
                </a:cubicBezTo>
                <a:cubicBezTo>
                  <a:pt x="1081639" y="43669"/>
                  <a:pt x="1087243" y="44352"/>
                  <a:pt x="1092232" y="45719"/>
                </a:cubicBezTo>
                <a:cubicBezTo>
                  <a:pt x="1097221" y="47085"/>
                  <a:pt x="1101441" y="49170"/>
                  <a:pt x="1104892" y="51972"/>
                </a:cubicBezTo>
                <a:cubicBezTo>
                  <a:pt x="1108343" y="54774"/>
                  <a:pt x="1110991" y="58293"/>
                  <a:pt x="1112836" y="62530"/>
                </a:cubicBezTo>
                <a:cubicBezTo>
                  <a:pt x="1114681" y="66767"/>
                  <a:pt x="1115604" y="71756"/>
                  <a:pt x="1115604" y="77496"/>
                </a:cubicBezTo>
                <a:lnTo>
                  <a:pt x="1115604" y="148432"/>
                </a:lnTo>
                <a:lnTo>
                  <a:pt x="1099613" y="148432"/>
                </a:lnTo>
                <a:moveTo>
                  <a:pt x="1097665" y="101586"/>
                </a:moveTo>
                <a:lnTo>
                  <a:pt x="1075011" y="101586"/>
                </a:lnTo>
                <a:cubicBezTo>
                  <a:pt x="1070569" y="101586"/>
                  <a:pt x="1066742" y="102030"/>
                  <a:pt x="1063530" y="102918"/>
                </a:cubicBezTo>
                <a:cubicBezTo>
                  <a:pt x="1060318" y="103807"/>
                  <a:pt x="1057687" y="105071"/>
                  <a:pt x="1055637" y="106711"/>
                </a:cubicBezTo>
                <a:cubicBezTo>
                  <a:pt x="1053586" y="108351"/>
                  <a:pt x="1052066" y="110316"/>
                  <a:pt x="1051075" y="112605"/>
                </a:cubicBezTo>
                <a:cubicBezTo>
                  <a:pt x="1050084" y="114895"/>
                  <a:pt x="1049589" y="117475"/>
                  <a:pt x="1049589" y="120345"/>
                </a:cubicBezTo>
                <a:cubicBezTo>
                  <a:pt x="1049589" y="122327"/>
                  <a:pt x="1049896" y="124223"/>
                  <a:pt x="1050511" y="126034"/>
                </a:cubicBezTo>
                <a:cubicBezTo>
                  <a:pt x="1051126" y="127845"/>
                  <a:pt x="1052117" y="129451"/>
                  <a:pt x="1053484" y="130852"/>
                </a:cubicBezTo>
                <a:cubicBezTo>
                  <a:pt x="1054851" y="132253"/>
                  <a:pt x="1056627" y="133363"/>
                  <a:pt x="1058814" y="134183"/>
                </a:cubicBezTo>
                <a:cubicBezTo>
                  <a:pt x="1061001" y="135003"/>
                  <a:pt x="1063666" y="135414"/>
                  <a:pt x="1066810" y="135414"/>
                </a:cubicBezTo>
                <a:cubicBezTo>
                  <a:pt x="1070910" y="135414"/>
                  <a:pt x="1075609" y="134166"/>
                  <a:pt x="1080905" y="131672"/>
                </a:cubicBezTo>
                <a:cubicBezTo>
                  <a:pt x="1086201" y="129178"/>
                  <a:pt x="1091788" y="125231"/>
                  <a:pt x="1097665" y="119832"/>
                </a:cubicBezTo>
                <a:lnTo>
                  <a:pt x="1097665" y="101586"/>
                </a:lnTo>
                <a:close/>
                <a:moveTo>
                  <a:pt x="1183367" y="18246"/>
                </a:moveTo>
                <a:lnTo>
                  <a:pt x="1152922" y="18246"/>
                </a:lnTo>
                <a:lnTo>
                  <a:pt x="1152922" y="3588"/>
                </a:lnTo>
                <a:lnTo>
                  <a:pt x="1201409" y="3588"/>
                </a:lnTo>
                <a:lnTo>
                  <a:pt x="1201409" y="133568"/>
                </a:lnTo>
                <a:lnTo>
                  <a:pt x="1232059" y="133568"/>
                </a:lnTo>
                <a:lnTo>
                  <a:pt x="1232059" y="148432"/>
                </a:lnTo>
                <a:lnTo>
                  <a:pt x="1149539" y="148432"/>
                </a:lnTo>
                <a:lnTo>
                  <a:pt x="1149539" y="133568"/>
                </a:lnTo>
                <a:lnTo>
                  <a:pt x="1183367" y="133568"/>
                </a:lnTo>
                <a:lnTo>
                  <a:pt x="1183367" y="18246"/>
                </a:lnTo>
                <a:close/>
                <a:moveTo>
                  <a:pt x="1326766" y="190460"/>
                </a:moveTo>
                <a:lnTo>
                  <a:pt x="1276229" y="190460"/>
                </a:lnTo>
                <a:lnTo>
                  <a:pt x="1276229" y="176109"/>
                </a:lnTo>
                <a:lnTo>
                  <a:pt x="1309544" y="176109"/>
                </a:lnTo>
                <a:lnTo>
                  <a:pt x="1309544" y="14351"/>
                </a:lnTo>
                <a:lnTo>
                  <a:pt x="1276229" y="14351"/>
                </a:lnTo>
                <a:lnTo>
                  <a:pt x="1276229" y="0"/>
                </a:lnTo>
                <a:lnTo>
                  <a:pt x="1326766" y="0"/>
                </a:lnTo>
                <a:lnTo>
                  <a:pt x="1326766" y="1904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Text =">
            <a:extLst xmlns:a="http://schemas.openxmlformats.org/drawingml/2006/main">
              <a:ext uri="{FF2B5EF4-FFF2-40B4-BE49-F238E27FC236}">
                <a16:creationId xmlns:a16="http://schemas.microsoft.com/office/drawing/2014/main" id="{8DF7E689-D272-453B-B37C-120DD4D5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990" y="4992793"/>
            <a:ext cx="88157" cy="50742"/>
          </a:xfrm>
          <a:custGeom xmlns:a="http://schemas.openxmlformats.org/drawingml/2006/main">
            <a:pathLst>
              <a:path w="88157" h="50742">
                <a:moveTo>
                  <a:pt x="88157" y="15069"/>
                </a:moveTo>
                <a:lnTo>
                  <a:pt x="0" y="15069"/>
                </a:lnTo>
                <a:lnTo>
                  <a:pt x="0" y="0"/>
                </a:lnTo>
                <a:lnTo>
                  <a:pt x="88157" y="0"/>
                </a:lnTo>
                <a:lnTo>
                  <a:pt x="88157" y="15069"/>
                </a:lnTo>
                <a:moveTo>
                  <a:pt x="88157" y="50742"/>
                </a:moveTo>
                <a:lnTo>
                  <a:pt x="0" y="50742"/>
                </a:lnTo>
                <a:lnTo>
                  <a:pt x="0" y="35673"/>
                </a:lnTo>
                <a:lnTo>
                  <a:pt x="88157" y="35673"/>
                </a:lnTo>
                <a:lnTo>
                  <a:pt x="88157" y="50742"/>
                </a:lnTo>
                <a:close/>
              </a:path>
            </a:pathLst>
          </a:custGeom>
          <a:solidFill xmlns:a="http://schemas.openxmlformats.org/drawingml/2006/main">
            <a:srgbClr val="054F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Text index">
            <a:extLst xmlns:a="http://schemas.openxmlformats.org/drawingml/2006/main">
              <a:ext uri="{FF2B5EF4-FFF2-40B4-BE49-F238E27FC236}">
                <a16:creationId xmlns:a16="http://schemas.microsoft.com/office/drawing/2014/main" id="{5F92EEAC-EC71-4B89-AE4D-92CC06D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798" y="4928008"/>
            <a:ext cx="550798" cy="147920"/>
          </a:xfrm>
          <a:custGeom xmlns:a="http://schemas.openxmlformats.org/drawingml/2006/main">
            <a:pathLst>
              <a:path w="550798" h="147920">
                <a:moveTo>
                  <a:pt x="33828" y="57917"/>
                </a:moveTo>
                <a:lnTo>
                  <a:pt x="3383" y="57917"/>
                </a:lnTo>
                <a:lnTo>
                  <a:pt x="3383" y="43156"/>
                </a:lnTo>
                <a:lnTo>
                  <a:pt x="51869" y="43156"/>
                </a:lnTo>
                <a:lnTo>
                  <a:pt x="51869" y="131211"/>
                </a:lnTo>
                <a:lnTo>
                  <a:pt x="82519" y="131211"/>
                </a:lnTo>
                <a:lnTo>
                  <a:pt x="82519" y="146074"/>
                </a:lnTo>
                <a:lnTo>
                  <a:pt x="0" y="146074"/>
                </a:lnTo>
                <a:lnTo>
                  <a:pt x="0" y="131211"/>
                </a:lnTo>
                <a:lnTo>
                  <a:pt x="33828" y="131211"/>
                </a:lnTo>
                <a:lnTo>
                  <a:pt x="33828" y="57917"/>
                </a:lnTo>
                <a:moveTo>
                  <a:pt x="40081" y="0"/>
                </a:moveTo>
                <a:cubicBezTo>
                  <a:pt x="42063" y="0"/>
                  <a:pt x="43908" y="359"/>
                  <a:pt x="45616" y="1076"/>
                </a:cubicBezTo>
                <a:cubicBezTo>
                  <a:pt x="47325" y="1794"/>
                  <a:pt x="48811" y="2802"/>
                  <a:pt x="50075" y="4100"/>
                </a:cubicBezTo>
                <a:cubicBezTo>
                  <a:pt x="51340" y="5399"/>
                  <a:pt x="52331" y="6885"/>
                  <a:pt x="53048" y="8559"/>
                </a:cubicBezTo>
                <a:cubicBezTo>
                  <a:pt x="53766" y="10234"/>
                  <a:pt x="54124" y="12062"/>
                  <a:pt x="54124" y="14044"/>
                </a:cubicBezTo>
                <a:cubicBezTo>
                  <a:pt x="54124" y="15957"/>
                  <a:pt x="53766" y="17768"/>
                  <a:pt x="53048" y="19477"/>
                </a:cubicBezTo>
                <a:cubicBezTo>
                  <a:pt x="52331" y="21185"/>
                  <a:pt x="51340" y="22689"/>
                  <a:pt x="50075" y="23987"/>
                </a:cubicBezTo>
                <a:cubicBezTo>
                  <a:pt x="48811" y="25285"/>
                  <a:pt x="47325" y="26293"/>
                  <a:pt x="45616" y="27011"/>
                </a:cubicBezTo>
                <a:cubicBezTo>
                  <a:pt x="43908" y="27729"/>
                  <a:pt x="42063" y="28087"/>
                  <a:pt x="40081" y="28087"/>
                </a:cubicBezTo>
                <a:cubicBezTo>
                  <a:pt x="38099" y="28087"/>
                  <a:pt x="36254" y="27729"/>
                  <a:pt x="34545" y="27011"/>
                </a:cubicBezTo>
                <a:cubicBezTo>
                  <a:pt x="32837" y="26293"/>
                  <a:pt x="31350" y="25285"/>
                  <a:pt x="30086" y="23987"/>
                </a:cubicBezTo>
                <a:cubicBezTo>
                  <a:pt x="28822" y="22689"/>
                  <a:pt x="27831" y="21185"/>
                  <a:pt x="27113" y="19477"/>
                </a:cubicBezTo>
                <a:cubicBezTo>
                  <a:pt x="26396" y="17768"/>
                  <a:pt x="26037" y="15957"/>
                  <a:pt x="26037" y="14044"/>
                </a:cubicBezTo>
                <a:cubicBezTo>
                  <a:pt x="26037" y="12062"/>
                  <a:pt x="26396" y="10234"/>
                  <a:pt x="27113" y="8559"/>
                </a:cubicBezTo>
                <a:cubicBezTo>
                  <a:pt x="27831" y="6885"/>
                  <a:pt x="28822" y="5399"/>
                  <a:pt x="30086" y="4100"/>
                </a:cubicBezTo>
                <a:cubicBezTo>
                  <a:pt x="31350" y="2802"/>
                  <a:pt x="32837" y="1794"/>
                  <a:pt x="34545" y="1076"/>
                </a:cubicBezTo>
                <a:cubicBezTo>
                  <a:pt x="36254" y="359"/>
                  <a:pt x="38099" y="0"/>
                  <a:pt x="40081" y="0"/>
                </a:cubicBezTo>
                <a:close/>
                <a:moveTo>
                  <a:pt x="113585" y="43156"/>
                </a:moveTo>
                <a:lnTo>
                  <a:pt x="129473" y="43156"/>
                </a:lnTo>
                <a:lnTo>
                  <a:pt x="130191" y="59762"/>
                </a:lnTo>
                <a:cubicBezTo>
                  <a:pt x="133198" y="56209"/>
                  <a:pt x="136102" y="53253"/>
                  <a:pt x="138904" y="50895"/>
                </a:cubicBezTo>
                <a:cubicBezTo>
                  <a:pt x="141706" y="48538"/>
                  <a:pt x="144457" y="46641"/>
                  <a:pt x="147156" y="45206"/>
                </a:cubicBezTo>
                <a:cubicBezTo>
                  <a:pt x="149855" y="43771"/>
                  <a:pt x="152606" y="42763"/>
                  <a:pt x="155408" y="42182"/>
                </a:cubicBezTo>
                <a:cubicBezTo>
                  <a:pt x="158210" y="41601"/>
                  <a:pt x="161114" y="41311"/>
                  <a:pt x="164121" y="41311"/>
                </a:cubicBezTo>
                <a:cubicBezTo>
                  <a:pt x="174714" y="41311"/>
                  <a:pt x="182726" y="44437"/>
                  <a:pt x="188159" y="50690"/>
                </a:cubicBezTo>
                <a:cubicBezTo>
                  <a:pt x="193592" y="56943"/>
                  <a:pt x="196309" y="66357"/>
                  <a:pt x="196309" y="78931"/>
                </a:cubicBezTo>
                <a:lnTo>
                  <a:pt x="196309" y="146074"/>
                </a:lnTo>
                <a:lnTo>
                  <a:pt x="178472" y="146074"/>
                </a:lnTo>
                <a:lnTo>
                  <a:pt x="178472" y="80367"/>
                </a:lnTo>
                <a:cubicBezTo>
                  <a:pt x="178472" y="72303"/>
                  <a:pt x="176969" y="66340"/>
                  <a:pt x="173962" y="62479"/>
                </a:cubicBezTo>
                <a:cubicBezTo>
                  <a:pt x="170955" y="58618"/>
                  <a:pt x="166479" y="56687"/>
                  <a:pt x="160533" y="56687"/>
                </a:cubicBezTo>
                <a:cubicBezTo>
                  <a:pt x="158347" y="56687"/>
                  <a:pt x="156211" y="57012"/>
                  <a:pt x="154127" y="57661"/>
                </a:cubicBezTo>
                <a:cubicBezTo>
                  <a:pt x="152042" y="58310"/>
                  <a:pt x="149872" y="59438"/>
                  <a:pt x="147617" y="61044"/>
                </a:cubicBezTo>
                <a:cubicBezTo>
                  <a:pt x="145362" y="62650"/>
                  <a:pt x="142919" y="64819"/>
                  <a:pt x="140288" y="67553"/>
                </a:cubicBezTo>
                <a:cubicBezTo>
                  <a:pt x="137657" y="70287"/>
                  <a:pt x="134701" y="73703"/>
                  <a:pt x="131421" y="77804"/>
                </a:cubicBezTo>
                <a:lnTo>
                  <a:pt x="131421" y="146074"/>
                </a:lnTo>
                <a:lnTo>
                  <a:pt x="113585" y="146074"/>
                </a:lnTo>
                <a:lnTo>
                  <a:pt x="113585" y="43156"/>
                </a:lnTo>
                <a:close/>
                <a:moveTo>
                  <a:pt x="223171" y="96768"/>
                </a:moveTo>
                <a:cubicBezTo>
                  <a:pt x="223171" y="88020"/>
                  <a:pt x="224367" y="80247"/>
                  <a:pt x="226759" y="73447"/>
                </a:cubicBezTo>
                <a:cubicBezTo>
                  <a:pt x="229151" y="66648"/>
                  <a:pt x="232550" y="60907"/>
                  <a:pt x="236958" y="56226"/>
                </a:cubicBezTo>
                <a:cubicBezTo>
                  <a:pt x="241366" y="51545"/>
                  <a:pt x="246662" y="47991"/>
                  <a:pt x="252847" y="45565"/>
                </a:cubicBezTo>
                <a:cubicBezTo>
                  <a:pt x="259032" y="43139"/>
                  <a:pt x="265917" y="41926"/>
                  <a:pt x="273503" y="41926"/>
                </a:cubicBezTo>
                <a:cubicBezTo>
                  <a:pt x="276783" y="41926"/>
                  <a:pt x="280012" y="42131"/>
                  <a:pt x="283190" y="42541"/>
                </a:cubicBezTo>
                <a:cubicBezTo>
                  <a:pt x="286367" y="42951"/>
                  <a:pt x="289494" y="43600"/>
                  <a:pt x="292569" y="44489"/>
                </a:cubicBezTo>
                <a:lnTo>
                  <a:pt x="292569" y="1230"/>
                </a:lnTo>
                <a:lnTo>
                  <a:pt x="310508" y="1230"/>
                </a:lnTo>
                <a:lnTo>
                  <a:pt x="310508" y="146074"/>
                </a:lnTo>
                <a:lnTo>
                  <a:pt x="294517" y="146074"/>
                </a:lnTo>
                <a:lnTo>
                  <a:pt x="293902" y="126598"/>
                </a:lnTo>
                <a:cubicBezTo>
                  <a:pt x="288913" y="133842"/>
                  <a:pt x="283514" y="139206"/>
                  <a:pt x="277705" y="142692"/>
                </a:cubicBezTo>
                <a:cubicBezTo>
                  <a:pt x="271897" y="146177"/>
                  <a:pt x="265609" y="147920"/>
                  <a:pt x="258844" y="147920"/>
                </a:cubicBezTo>
                <a:cubicBezTo>
                  <a:pt x="252967" y="147920"/>
                  <a:pt x="247790" y="146689"/>
                  <a:pt x="243314" y="144229"/>
                </a:cubicBezTo>
                <a:cubicBezTo>
                  <a:pt x="238838" y="141769"/>
                  <a:pt x="235113" y="138301"/>
                  <a:pt x="232140" y="133825"/>
                </a:cubicBezTo>
                <a:cubicBezTo>
                  <a:pt x="229168" y="129348"/>
                  <a:pt x="226930" y="123967"/>
                  <a:pt x="225426" y="117680"/>
                </a:cubicBezTo>
                <a:cubicBezTo>
                  <a:pt x="223923" y="111392"/>
                  <a:pt x="223171" y="104422"/>
                  <a:pt x="223171" y="96768"/>
                </a:cubicBezTo>
                <a:moveTo>
                  <a:pt x="241417" y="95640"/>
                </a:moveTo>
                <a:cubicBezTo>
                  <a:pt x="241417" y="108078"/>
                  <a:pt x="243246" y="117355"/>
                  <a:pt x="246902" y="123471"/>
                </a:cubicBezTo>
                <a:cubicBezTo>
                  <a:pt x="250558" y="129588"/>
                  <a:pt x="255734" y="132646"/>
                  <a:pt x="262432" y="132646"/>
                </a:cubicBezTo>
                <a:cubicBezTo>
                  <a:pt x="266942" y="132646"/>
                  <a:pt x="271709" y="130630"/>
                  <a:pt x="276732" y="126598"/>
                </a:cubicBezTo>
                <a:cubicBezTo>
                  <a:pt x="281754" y="122566"/>
                  <a:pt x="287034" y="116586"/>
                  <a:pt x="292569" y="108659"/>
                </a:cubicBezTo>
                <a:lnTo>
                  <a:pt x="292569" y="60890"/>
                </a:lnTo>
                <a:cubicBezTo>
                  <a:pt x="289631" y="59523"/>
                  <a:pt x="286384" y="58481"/>
                  <a:pt x="282831" y="57763"/>
                </a:cubicBezTo>
                <a:cubicBezTo>
                  <a:pt x="279277" y="57046"/>
                  <a:pt x="275758" y="56687"/>
                  <a:pt x="272272" y="56687"/>
                </a:cubicBezTo>
                <a:cubicBezTo>
                  <a:pt x="262568" y="56687"/>
                  <a:pt x="255000" y="59831"/>
                  <a:pt x="249567" y="66118"/>
                </a:cubicBezTo>
                <a:cubicBezTo>
                  <a:pt x="244134" y="72405"/>
                  <a:pt x="241417" y="82246"/>
                  <a:pt x="241417" y="95640"/>
                </a:cubicBezTo>
                <a:close/>
                <a:moveTo>
                  <a:pt x="430141" y="89182"/>
                </a:moveTo>
                <a:cubicBezTo>
                  <a:pt x="430141" y="91711"/>
                  <a:pt x="430107" y="93829"/>
                  <a:pt x="430038" y="95538"/>
                </a:cubicBezTo>
                <a:cubicBezTo>
                  <a:pt x="429970" y="97246"/>
                  <a:pt x="429868" y="98852"/>
                  <a:pt x="429731" y="100356"/>
                </a:cubicBezTo>
                <a:lnTo>
                  <a:pt x="357462" y="100356"/>
                </a:lnTo>
                <a:cubicBezTo>
                  <a:pt x="357462" y="110880"/>
                  <a:pt x="360401" y="118961"/>
                  <a:pt x="366278" y="124599"/>
                </a:cubicBezTo>
                <a:cubicBezTo>
                  <a:pt x="372155" y="130237"/>
                  <a:pt x="380629" y="133056"/>
                  <a:pt x="391700" y="133056"/>
                </a:cubicBezTo>
                <a:cubicBezTo>
                  <a:pt x="394707" y="133056"/>
                  <a:pt x="397714" y="132936"/>
                  <a:pt x="400721" y="132697"/>
                </a:cubicBezTo>
                <a:cubicBezTo>
                  <a:pt x="403728" y="132458"/>
                  <a:pt x="406632" y="132133"/>
                  <a:pt x="409434" y="131723"/>
                </a:cubicBezTo>
                <a:cubicBezTo>
                  <a:pt x="412236" y="131313"/>
                  <a:pt x="414918" y="130852"/>
                  <a:pt x="417481" y="130339"/>
                </a:cubicBezTo>
                <a:cubicBezTo>
                  <a:pt x="420044" y="129827"/>
                  <a:pt x="422419" y="129263"/>
                  <a:pt x="424605" y="128648"/>
                </a:cubicBezTo>
                <a:lnTo>
                  <a:pt x="424605" y="143307"/>
                </a:lnTo>
                <a:cubicBezTo>
                  <a:pt x="419753" y="144673"/>
                  <a:pt x="414269" y="145784"/>
                  <a:pt x="408153" y="146638"/>
                </a:cubicBezTo>
                <a:cubicBezTo>
                  <a:pt x="402037" y="147492"/>
                  <a:pt x="395698" y="147920"/>
                  <a:pt x="389138" y="147920"/>
                </a:cubicBezTo>
                <a:cubicBezTo>
                  <a:pt x="380322" y="147920"/>
                  <a:pt x="372736" y="146724"/>
                  <a:pt x="366381" y="144332"/>
                </a:cubicBezTo>
                <a:cubicBezTo>
                  <a:pt x="360025" y="141940"/>
                  <a:pt x="354814" y="138472"/>
                  <a:pt x="350748" y="133927"/>
                </a:cubicBezTo>
                <a:cubicBezTo>
                  <a:pt x="346682" y="129383"/>
                  <a:pt x="343675" y="123813"/>
                  <a:pt x="341727" y="117218"/>
                </a:cubicBezTo>
                <a:cubicBezTo>
                  <a:pt x="339780" y="110624"/>
                  <a:pt x="338806" y="103158"/>
                  <a:pt x="338806" y="94820"/>
                </a:cubicBezTo>
                <a:cubicBezTo>
                  <a:pt x="338806" y="87576"/>
                  <a:pt x="339848" y="80725"/>
                  <a:pt x="341932" y="74267"/>
                </a:cubicBezTo>
                <a:cubicBezTo>
                  <a:pt x="344017" y="67809"/>
                  <a:pt x="347058" y="62137"/>
                  <a:pt x="351056" y="57251"/>
                </a:cubicBezTo>
                <a:cubicBezTo>
                  <a:pt x="355054" y="52365"/>
                  <a:pt x="359957" y="48486"/>
                  <a:pt x="365766" y="45616"/>
                </a:cubicBezTo>
                <a:cubicBezTo>
                  <a:pt x="371574" y="42746"/>
                  <a:pt x="378169" y="41311"/>
                  <a:pt x="385550" y="41311"/>
                </a:cubicBezTo>
                <a:cubicBezTo>
                  <a:pt x="392725" y="41311"/>
                  <a:pt x="399081" y="42438"/>
                  <a:pt x="404616" y="44694"/>
                </a:cubicBezTo>
                <a:cubicBezTo>
                  <a:pt x="410152" y="46949"/>
                  <a:pt x="414816" y="50144"/>
                  <a:pt x="418609" y="54278"/>
                </a:cubicBezTo>
                <a:cubicBezTo>
                  <a:pt x="422401" y="58413"/>
                  <a:pt x="425272" y="63436"/>
                  <a:pt x="427219" y="69347"/>
                </a:cubicBezTo>
                <a:cubicBezTo>
                  <a:pt x="429167" y="75258"/>
                  <a:pt x="430141" y="81870"/>
                  <a:pt x="430141" y="89182"/>
                </a:cubicBezTo>
                <a:moveTo>
                  <a:pt x="411587" y="86620"/>
                </a:moveTo>
                <a:cubicBezTo>
                  <a:pt x="411792" y="82041"/>
                  <a:pt x="411348" y="77855"/>
                  <a:pt x="410254" y="74062"/>
                </a:cubicBezTo>
                <a:cubicBezTo>
                  <a:pt x="409161" y="70269"/>
                  <a:pt x="407469" y="67006"/>
                  <a:pt x="405180" y="64273"/>
                </a:cubicBezTo>
                <a:cubicBezTo>
                  <a:pt x="402891" y="61539"/>
                  <a:pt x="400038" y="59404"/>
                  <a:pt x="396621" y="57866"/>
                </a:cubicBezTo>
                <a:cubicBezTo>
                  <a:pt x="393204" y="56328"/>
                  <a:pt x="389240" y="55560"/>
                  <a:pt x="384730" y="55560"/>
                </a:cubicBezTo>
                <a:cubicBezTo>
                  <a:pt x="380834" y="55560"/>
                  <a:pt x="377281" y="56311"/>
                  <a:pt x="374069" y="57815"/>
                </a:cubicBezTo>
                <a:cubicBezTo>
                  <a:pt x="370857" y="59318"/>
                  <a:pt x="368089" y="61437"/>
                  <a:pt x="365766" y="64170"/>
                </a:cubicBezTo>
                <a:cubicBezTo>
                  <a:pt x="363442" y="66904"/>
                  <a:pt x="361563" y="70184"/>
                  <a:pt x="360128" y="74011"/>
                </a:cubicBezTo>
                <a:cubicBezTo>
                  <a:pt x="358693" y="77838"/>
                  <a:pt x="357804" y="82041"/>
                  <a:pt x="357462" y="86620"/>
                </a:cubicBezTo>
                <a:lnTo>
                  <a:pt x="411587" y="86620"/>
                </a:lnTo>
                <a:close/>
                <a:moveTo>
                  <a:pt x="550798" y="146074"/>
                </a:moveTo>
                <a:lnTo>
                  <a:pt x="527119" y="146074"/>
                </a:lnTo>
                <a:lnTo>
                  <a:pt x="499339" y="106814"/>
                </a:lnTo>
                <a:lnTo>
                  <a:pt x="471867" y="146074"/>
                </a:lnTo>
                <a:lnTo>
                  <a:pt x="448803" y="146074"/>
                </a:lnTo>
                <a:lnTo>
                  <a:pt x="488678" y="94410"/>
                </a:lnTo>
                <a:lnTo>
                  <a:pt x="450648" y="43156"/>
                </a:lnTo>
                <a:lnTo>
                  <a:pt x="473507" y="43156"/>
                </a:lnTo>
                <a:lnTo>
                  <a:pt x="500569" y="82724"/>
                </a:lnTo>
                <a:lnTo>
                  <a:pt x="527119" y="43156"/>
                </a:lnTo>
                <a:lnTo>
                  <a:pt x="549158" y="43156"/>
                </a:lnTo>
                <a:lnTo>
                  <a:pt x="510513" y="94820"/>
                </a:lnTo>
                <a:lnTo>
                  <a:pt x="550798" y="146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Text &lt;block_end&gt;">
            <a:extLst xmlns:a="http://schemas.openxmlformats.org/drawingml/2006/main">
              <a:ext uri="{FF2B5EF4-FFF2-40B4-BE49-F238E27FC236}">
                <a16:creationId xmlns:a16="http://schemas.microsoft.com/office/drawing/2014/main" id="{009FF8B3-1CEB-4D33-B295-A937BE24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56" y="4929238"/>
            <a:ext cx="1235430" cy="186873"/>
          </a:xfrm>
          <a:custGeom xmlns:a="http://schemas.openxmlformats.org/drawingml/2006/main">
            <a:pathLst>
              <a:path w="1235430" h="186873">
                <a:moveTo>
                  <a:pt x="80059" y="135208"/>
                </a:moveTo>
                <a:lnTo>
                  <a:pt x="68886" y="146484"/>
                </a:lnTo>
                <a:lnTo>
                  <a:pt x="0" y="88977"/>
                </a:lnTo>
                <a:lnTo>
                  <a:pt x="68886" y="31470"/>
                </a:lnTo>
                <a:lnTo>
                  <a:pt x="80059" y="42848"/>
                </a:lnTo>
                <a:lnTo>
                  <a:pt x="24192" y="88772"/>
                </a:lnTo>
                <a:lnTo>
                  <a:pt x="80059" y="135208"/>
                </a:lnTo>
                <a:close/>
                <a:moveTo>
                  <a:pt x="205120" y="91540"/>
                </a:moveTo>
                <a:cubicBezTo>
                  <a:pt x="205120" y="100082"/>
                  <a:pt x="203941" y="107719"/>
                  <a:pt x="201583" y="114451"/>
                </a:cubicBezTo>
                <a:cubicBezTo>
                  <a:pt x="199225" y="121182"/>
                  <a:pt x="195877" y="126888"/>
                  <a:pt x="191537" y="131569"/>
                </a:cubicBezTo>
                <a:cubicBezTo>
                  <a:pt x="187198" y="136251"/>
                  <a:pt x="181919" y="139838"/>
                  <a:pt x="175700" y="142333"/>
                </a:cubicBezTo>
                <a:cubicBezTo>
                  <a:pt x="169481" y="144827"/>
                  <a:pt x="162476" y="146074"/>
                  <a:pt x="154686" y="146074"/>
                </a:cubicBezTo>
                <a:cubicBezTo>
                  <a:pt x="148603" y="146074"/>
                  <a:pt x="142385" y="145493"/>
                  <a:pt x="136029" y="144332"/>
                </a:cubicBezTo>
                <a:cubicBezTo>
                  <a:pt x="129673" y="143170"/>
                  <a:pt x="123386" y="141325"/>
                  <a:pt x="117167" y="138796"/>
                </a:cubicBezTo>
                <a:lnTo>
                  <a:pt x="117167" y="0"/>
                </a:lnTo>
                <a:lnTo>
                  <a:pt x="135004" y="0"/>
                </a:lnTo>
                <a:lnTo>
                  <a:pt x="135004" y="39876"/>
                </a:lnTo>
                <a:lnTo>
                  <a:pt x="134184" y="58942"/>
                </a:lnTo>
                <a:cubicBezTo>
                  <a:pt x="139309" y="52040"/>
                  <a:pt x="144793" y="47171"/>
                  <a:pt x="150636" y="44335"/>
                </a:cubicBezTo>
                <a:cubicBezTo>
                  <a:pt x="156479" y="41499"/>
                  <a:pt x="162750" y="40081"/>
                  <a:pt x="169447" y="40081"/>
                </a:cubicBezTo>
                <a:cubicBezTo>
                  <a:pt x="175324" y="40081"/>
                  <a:pt x="180483" y="41311"/>
                  <a:pt x="184925" y="43771"/>
                </a:cubicBezTo>
                <a:cubicBezTo>
                  <a:pt x="189368" y="46231"/>
                  <a:pt x="193092" y="49699"/>
                  <a:pt x="196099" y="54176"/>
                </a:cubicBezTo>
                <a:cubicBezTo>
                  <a:pt x="199106" y="58652"/>
                  <a:pt x="201361" y="64051"/>
                  <a:pt x="202864" y="70372"/>
                </a:cubicBezTo>
                <a:cubicBezTo>
                  <a:pt x="204368" y="76693"/>
                  <a:pt x="205120" y="83749"/>
                  <a:pt x="205120" y="91540"/>
                </a:cubicBezTo>
                <a:moveTo>
                  <a:pt x="186873" y="92360"/>
                </a:moveTo>
                <a:cubicBezTo>
                  <a:pt x="186873" y="86961"/>
                  <a:pt x="186480" y="82007"/>
                  <a:pt x="185694" y="77496"/>
                </a:cubicBezTo>
                <a:cubicBezTo>
                  <a:pt x="184908" y="72986"/>
                  <a:pt x="183661" y="69125"/>
                  <a:pt x="181953" y="65913"/>
                </a:cubicBezTo>
                <a:cubicBezTo>
                  <a:pt x="180244" y="62701"/>
                  <a:pt x="178057" y="60189"/>
                  <a:pt x="175392" y="58378"/>
                </a:cubicBezTo>
                <a:cubicBezTo>
                  <a:pt x="172727" y="56568"/>
                  <a:pt x="169549" y="55662"/>
                  <a:pt x="165859" y="55662"/>
                </a:cubicBezTo>
                <a:cubicBezTo>
                  <a:pt x="163604" y="55662"/>
                  <a:pt x="161314" y="56021"/>
                  <a:pt x="158991" y="56738"/>
                </a:cubicBezTo>
                <a:cubicBezTo>
                  <a:pt x="156667" y="57456"/>
                  <a:pt x="154258" y="58652"/>
                  <a:pt x="151764" y="60326"/>
                </a:cubicBezTo>
                <a:cubicBezTo>
                  <a:pt x="149270" y="62000"/>
                  <a:pt x="146639" y="64221"/>
                  <a:pt x="143871" y="66989"/>
                </a:cubicBezTo>
                <a:cubicBezTo>
                  <a:pt x="141103" y="69757"/>
                  <a:pt x="138148" y="73191"/>
                  <a:pt x="135004" y="77291"/>
                </a:cubicBezTo>
                <a:lnTo>
                  <a:pt x="135004" y="127213"/>
                </a:lnTo>
                <a:cubicBezTo>
                  <a:pt x="138489" y="128580"/>
                  <a:pt x="142043" y="129656"/>
                  <a:pt x="145665" y="130442"/>
                </a:cubicBezTo>
                <a:cubicBezTo>
                  <a:pt x="149287" y="131228"/>
                  <a:pt x="152738" y="131621"/>
                  <a:pt x="156018" y="131621"/>
                </a:cubicBezTo>
                <a:cubicBezTo>
                  <a:pt x="160118" y="131621"/>
                  <a:pt x="164031" y="130971"/>
                  <a:pt x="167755" y="129673"/>
                </a:cubicBezTo>
                <a:cubicBezTo>
                  <a:pt x="171480" y="128375"/>
                  <a:pt x="174760" y="126205"/>
                  <a:pt x="177596" y="123164"/>
                </a:cubicBezTo>
                <a:cubicBezTo>
                  <a:pt x="180432" y="120123"/>
                  <a:pt x="182687" y="116091"/>
                  <a:pt x="184362" y="111068"/>
                </a:cubicBezTo>
                <a:cubicBezTo>
                  <a:pt x="186036" y="106045"/>
                  <a:pt x="186873" y="99809"/>
                  <a:pt x="186873" y="92360"/>
                </a:cubicBezTo>
                <a:close/>
                <a:moveTo>
                  <a:pt x="267040" y="14659"/>
                </a:moveTo>
                <a:lnTo>
                  <a:pt x="236595" y="14659"/>
                </a:lnTo>
                <a:lnTo>
                  <a:pt x="236595" y="0"/>
                </a:lnTo>
                <a:lnTo>
                  <a:pt x="285081" y="0"/>
                </a:lnTo>
                <a:lnTo>
                  <a:pt x="285081" y="129981"/>
                </a:lnTo>
                <a:lnTo>
                  <a:pt x="315731" y="129981"/>
                </a:lnTo>
                <a:lnTo>
                  <a:pt x="315731" y="144844"/>
                </a:lnTo>
                <a:lnTo>
                  <a:pt x="233212" y="144844"/>
                </a:lnTo>
                <a:lnTo>
                  <a:pt x="233212" y="129981"/>
                </a:lnTo>
                <a:lnTo>
                  <a:pt x="267040" y="129981"/>
                </a:lnTo>
                <a:lnTo>
                  <a:pt x="267040" y="14659"/>
                </a:lnTo>
                <a:close/>
                <a:moveTo>
                  <a:pt x="436389" y="92565"/>
                </a:moveTo>
                <a:cubicBezTo>
                  <a:pt x="436389" y="100561"/>
                  <a:pt x="435261" y="107890"/>
                  <a:pt x="433006" y="114553"/>
                </a:cubicBezTo>
                <a:cubicBezTo>
                  <a:pt x="430751" y="121216"/>
                  <a:pt x="427505" y="126922"/>
                  <a:pt x="423268" y="131672"/>
                </a:cubicBezTo>
                <a:cubicBezTo>
                  <a:pt x="419031" y="136422"/>
                  <a:pt x="413871" y="140112"/>
                  <a:pt x="407789" y="142743"/>
                </a:cubicBezTo>
                <a:cubicBezTo>
                  <a:pt x="401707" y="145374"/>
                  <a:pt x="394805" y="146689"/>
                  <a:pt x="387082" y="146689"/>
                </a:cubicBezTo>
                <a:cubicBezTo>
                  <a:pt x="379702" y="146689"/>
                  <a:pt x="373090" y="145545"/>
                  <a:pt x="367247" y="143255"/>
                </a:cubicBezTo>
                <a:cubicBezTo>
                  <a:pt x="361404" y="140966"/>
                  <a:pt x="356449" y="137600"/>
                  <a:pt x="352383" y="133158"/>
                </a:cubicBezTo>
                <a:cubicBezTo>
                  <a:pt x="348317" y="128716"/>
                  <a:pt x="345208" y="123215"/>
                  <a:pt x="343055" y="116654"/>
                </a:cubicBezTo>
                <a:cubicBezTo>
                  <a:pt x="340902" y="110094"/>
                  <a:pt x="339826" y="102543"/>
                  <a:pt x="339826" y="94000"/>
                </a:cubicBezTo>
                <a:cubicBezTo>
                  <a:pt x="339826" y="86004"/>
                  <a:pt x="340953" y="78709"/>
                  <a:pt x="343209" y="72115"/>
                </a:cubicBezTo>
                <a:cubicBezTo>
                  <a:pt x="345464" y="65520"/>
                  <a:pt x="348710" y="59848"/>
                  <a:pt x="352947" y="55098"/>
                </a:cubicBezTo>
                <a:cubicBezTo>
                  <a:pt x="357184" y="50349"/>
                  <a:pt x="362344" y="46658"/>
                  <a:pt x="368426" y="44027"/>
                </a:cubicBezTo>
                <a:cubicBezTo>
                  <a:pt x="374508" y="41396"/>
                  <a:pt x="381410" y="40081"/>
                  <a:pt x="389132" y="40081"/>
                </a:cubicBezTo>
                <a:cubicBezTo>
                  <a:pt x="396513" y="40081"/>
                  <a:pt x="403125" y="41225"/>
                  <a:pt x="408968" y="43515"/>
                </a:cubicBezTo>
                <a:cubicBezTo>
                  <a:pt x="414811" y="45804"/>
                  <a:pt x="419765" y="49153"/>
                  <a:pt x="423831" y="53561"/>
                </a:cubicBezTo>
                <a:cubicBezTo>
                  <a:pt x="427898" y="57968"/>
                  <a:pt x="431007" y="63453"/>
                  <a:pt x="433160" y="70013"/>
                </a:cubicBezTo>
                <a:cubicBezTo>
                  <a:pt x="435312" y="76574"/>
                  <a:pt x="436389" y="84091"/>
                  <a:pt x="436389" y="92565"/>
                </a:cubicBezTo>
                <a:moveTo>
                  <a:pt x="418142" y="93385"/>
                </a:moveTo>
                <a:cubicBezTo>
                  <a:pt x="418142" y="87030"/>
                  <a:pt x="417442" y="81477"/>
                  <a:pt x="416041" y="76727"/>
                </a:cubicBezTo>
                <a:cubicBezTo>
                  <a:pt x="414640" y="71978"/>
                  <a:pt x="412641" y="68014"/>
                  <a:pt x="410044" y="64837"/>
                </a:cubicBezTo>
                <a:cubicBezTo>
                  <a:pt x="407447" y="61659"/>
                  <a:pt x="404287" y="59267"/>
                  <a:pt x="400562" y="57661"/>
                </a:cubicBezTo>
                <a:cubicBezTo>
                  <a:pt x="396838" y="56055"/>
                  <a:pt x="392686" y="55252"/>
                  <a:pt x="388107" y="55252"/>
                </a:cubicBezTo>
                <a:cubicBezTo>
                  <a:pt x="382777" y="55252"/>
                  <a:pt x="378215" y="56294"/>
                  <a:pt x="374422" y="58378"/>
                </a:cubicBezTo>
                <a:cubicBezTo>
                  <a:pt x="370630" y="60463"/>
                  <a:pt x="367520" y="63248"/>
                  <a:pt x="365094" y="66733"/>
                </a:cubicBezTo>
                <a:cubicBezTo>
                  <a:pt x="362668" y="70218"/>
                  <a:pt x="360891" y="74267"/>
                  <a:pt x="359764" y="78880"/>
                </a:cubicBezTo>
                <a:cubicBezTo>
                  <a:pt x="358636" y="83493"/>
                  <a:pt x="358072" y="88328"/>
                  <a:pt x="358072" y="93385"/>
                </a:cubicBezTo>
                <a:cubicBezTo>
                  <a:pt x="358072" y="99741"/>
                  <a:pt x="358773" y="105310"/>
                  <a:pt x="360174" y="110094"/>
                </a:cubicBezTo>
                <a:cubicBezTo>
                  <a:pt x="361575" y="114878"/>
                  <a:pt x="363574" y="118858"/>
                  <a:pt x="366171" y="122036"/>
                </a:cubicBezTo>
                <a:cubicBezTo>
                  <a:pt x="368767" y="125214"/>
                  <a:pt x="371911" y="127606"/>
                  <a:pt x="375601" y="129212"/>
                </a:cubicBezTo>
                <a:cubicBezTo>
                  <a:pt x="379292" y="130818"/>
                  <a:pt x="383460" y="131621"/>
                  <a:pt x="388107" y="131621"/>
                </a:cubicBezTo>
                <a:cubicBezTo>
                  <a:pt x="393438" y="131621"/>
                  <a:pt x="397999" y="130579"/>
                  <a:pt x="401792" y="128494"/>
                </a:cubicBezTo>
                <a:cubicBezTo>
                  <a:pt x="405585" y="126410"/>
                  <a:pt x="408694" y="123625"/>
                  <a:pt x="411120" y="120140"/>
                </a:cubicBezTo>
                <a:cubicBezTo>
                  <a:pt x="413546" y="116654"/>
                  <a:pt x="415323" y="112605"/>
                  <a:pt x="416451" y="107993"/>
                </a:cubicBezTo>
                <a:cubicBezTo>
                  <a:pt x="417578" y="103380"/>
                  <a:pt x="418142" y="98511"/>
                  <a:pt x="418142" y="93385"/>
                </a:cubicBezTo>
                <a:close/>
                <a:moveTo>
                  <a:pt x="541568" y="141051"/>
                </a:moveTo>
                <a:cubicBezTo>
                  <a:pt x="536921" y="142828"/>
                  <a:pt x="532154" y="144144"/>
                  <a:pt x="527268" y="144998"/>
                </a:cubicBezTo>
                <a:cubicBezTo>
                  <a:pt x="522382" y="145852"/>
                  <a:pt x="517342" y="146279"/>
                  <a:pt x="512148" y="146279"/>
                </a:cubicBezTo>
                <a:cubicBezTo>
                  <a:pt x="495883" y="146279"/>
                  <a:pt x="483360" y="141872"/>
                  <a:pt x="474579" y="133056"/>
                </a:cubicBezTo>
                <a:cubicBezTo>
                  <a:pt x="465797" y="124240"/>
                  <a:pt x="461406" y="111358"/>
                  <a:pt x="461406" y="94410"/>
                </a:cubicBezTo>
                <a:cubicBezTo>
                  <a:pt x="461406" y="86278"/>
                  <a:pt x="462671" y="78897"/>
                  <a:pt x="465199" y="72268"/>
                </a:cubicBezTo>
                <a:cubicBezTo>
                  <a:pt x="467728" y="65639"/>
                  <a:pt x="471281" y="59967"/>
                  <a:pt x="475860" y="55252"/>
                </a:cubicBezTo>
                <a:cubicBezTo>
                  <a:pt x="480439" y="50537"/>
                  <a:pt x="485906" y="46898"/>
                  <a:pt x="492261" y="44335"/>
                </a:cubicBezTo>
                <a:cubicBezTo>
                  <a:pt x="498617" y="41772"/>
                  <a:pt x="505622" y="40491"/>
                  <a:pt x="513276" y="40491"/>
                </a:cubicBezTo>
                <a:cubicBezTo>
                  <a:pt x="518606" y="40491"/>
                  <a:pt x="523595" y="40867"/>
                  <a:pt x="528242" y="41618"/>
                </a:cubicBezTo>
                <a:cubicBezTo>
                  <a:pt x="532889" y="42370"/>
                  <a:pt x="537331" y="43600"/>
                  <a:pt x="541568" y="45309"/>
                </a:cubicBezTo>
                <a:lnTo>
                  <a:pt x="541568" y="62325"/>
                </a:lnTo>
                <a:cubicBezTo>
                  <a:pt x="537126" y="60002"/>
                  <a:pt x="532598" y="58310"/>
                  <a:pt x="527986" y="57251"/>
                </a:cubicBezTo>
                <a:cubicBezTo>
                  <a:pt x="523373" y="56192"/>
                  <a:pt x="518606" y="55662"/>
                  <a:pt x="513686" y="55662"/>
                </a:cubicBezTo>
                <a:cubicBezTo>
                  <a:pt x="509107" y="55662"/>
                  <a:pt x="504784" y="56533"/>
                  <a:pt x="500718" y="58276"/>
                </a:cubicBezTo>
                <a:cubicBezTo>
                  <a:pt x="496652" y="60019"/>
                  <a:pt x="493081" y="62530"/>
                  <a:pt x="490006" y="65810"/>
                </a:cubicBezTo>
                <a:cubicBezTo>
                  <a:pt x="486931" y="69091"/>
                  <a:pt x="484505" y="73088"/>
                  <a:pt x="482728" y="77804"/>
                </a:cubicBezTo>
                <a:cubicBezTo>
                  <a:pt x="480951" y="82519"/>
                  <a:pt x="480063" y="87850"/>
                  <a:pt x="480063" y="93795"/>
                </a:cubicBezTo>
                <a:cubicBezTo>
                  <a:pt x="480063" y="106233"/>
                  <a:pt x="483087" y="115544"/>
                  <a:pt x="489135" y="121729"/>
                </a:cubicBezTo>
                <a:cubicBezTo>
                  <a:pt x="495183" y="127913"/>
                  <a:pt x="503571" y="131006"/>
                  <a:pt x="514301" y="131006"/>
                </a:cubicBezTo>
                <a:cubicBezTo>
                  <a:pt x="519153" y="131006"/>
                  <a:pt x="523851" y="130459"/>
                  <a:pt x="528396" y="129366"/>
                </a:cubicBezTo>
                <a:cubicBezTo>
                  <a:pt x="532940" y="128272"/>
                  <a:pt x="537331" y="126632"/>
                  <a:pt x="541568" y="124445"/>
                </a:cubicBezTo>
                <a:lnTo>
                  <a:pt x="541568" y="141051"/>
                </a:lnTo>
                <a:close/>
                <a:moveTo>
                  <a:pt x="668991" y="144844"/>
                </a:moveTo>
                <a:lnTo>
                  <a:pt x="644492" y="144844"/>
                </a:lnTo>
                <a:lnTo>
                  <a:pt x="596518" y="89695"/>
                </a:lnTo>
                <a:lnTo>
                  <a:pt x="596518" y="144844"/>
                </a:lnTo>
                <a:lnTo>
                  <a:pt x="578681" y="144844"/>
                </a:lnTo>
                <a:lnTo>
                  <a:pt x="578681" y="0"/>
                </a:lnTo>
                <a:lnTo>
                  <a:pt x="596518" y="0"/>
                </a:lnTo>
                <a:lnTo>
                  <a:pt x="596518" y="88977"/>
                </a:lnTo>
                <a:lnTo>
                  <a:pt x="642749" y="41926"/>
                </a:lnTo>
                <a:lnTo>
                  <a:pt x="666326" y="41926"/>
                </a:lnTo>
                <a:lnTo>
                  <a:pt x="618044" y="89387"/>
                </a:lnTo>
                <a:lnTo>
                  <a:pt x="668991" y="144844"/>
                </a:lnTo>
                <a:close/>
                <a:moveTo>
                  <a:pt x="790263" y="186873"/>
                </a:moveTo>
                <a:lnTo>
                  <a:pt x="674839" y="186873"/>
                </a:lnTo>
                <a:lnTo>
                  <a:pt x="674839" y="172111"/>
                </a:lnTo>
                <a:lnTo>
                  <a:pt x="790263" y="172111"/>
                </a:lnTo>
                <a:lnTo>
                  <a:pt x="790263" y="186873"/>
                </a:lnTo>
                <a:close/>
                <a:moveTo>
                  <a:pt x="892982" y="87952"/>
                </a:moveTo>
                <a:cubicBezTo>
                  <a:pt x="892982" y="90481"/>
                  <a:pt x="892948" y="92599"/>
                  <a:pt x="892880" y="94308"/>
                </a:cubicBezTo>
                <a:cubicBezTo>
                  <a:pt x="892811" y="96016"/>
                  <a:pt x="892709" y="97622"/>
                  <a:pt x="892572" y="99126"/>
                </a:cubicBezTo>
                <a:lnTo>
                  <a:pt x="820304" y="99126"/>
                </a:lnTo>
                <a:cubicBezTo>
                  <a:pt x="820304" y="109650"/>
                  <a:pt x="823242" y="117731"/>
                  <a:pt x="829119" y="123369"/>
                </a:cubicBezTo>
                <a:cubicBezTo>
                  <a:pt x="834997" y="129007"/>
                  <a:pt x="843471" y="131826"/>
                  <a:pt x="854541" y="131826"/>
                </a:cubicBezTo>
                <a:cubicBezTo>
                  <a:pt x="857548" y="131826"/>
                  <a:pt x="860555" y="131706"/>
                  <a:pt x="863562" y="131467"/>
                </a:cubicBezTo>
                <a:cubicBezTo>
                  <a:pt x="866569" y="131228"/>
                  <a:pt x="869473" y="130903"/>
                  <a:pt x="872275" y="130493"/>
                </a:cubicBezTo>
                <a:cubicBezTo>
                  <a:pt x="875077" y="130083"/>
                  <a:pt x="877760" y="129622"/>
                  <a:pt x="880322" y="129109"/>
                </a:cubicBezTo>
                <a:cubicBezTo>
                  <a:pt x="882885" y="128597"/>
                  <a:pt x="885260" y="128033"/>
                  <a:pt x="887447" y="127418"/>
                </a:cubicBezTo>
                <a:lnTo>
                  <a:pt x="887447" y="142077"/>
                </a:lnTo>
                <a:cubicBezTo>
                  <a:pt x="882595" y="143443"/>
                  <a:pt x="877110" y="144554"/>
                  <a:pt x="870994" y="145408"/>
                </a:cubicBezTo>
                <a:cubicBezTo>
                  <a:pt x="864878" y="146262"/>
                  <a:pt x="858539" y="146689"/>
                  <a:pt x="851979" y="146689"/>
                </a:cubicBezTo>
                <a:cubicBezTo>
                  <a:pt x="843163" y="146689"/>
                  <a:pt x="835577" y="145493"/>
                  <a:pt x="829222" y="143102"/>
                </a:cubicBezTo>
                <a:cubicBezTo>
                  <a:pt x="822866" y="140710"/>
                  <a:pt x="817656" y="137242"/>
                  <a:pt x="813589" y="132697"/>
                </a:cubicBezTo>
                <a:cubicBezTo>
                  <a:pt x="809523" y="128153"/>
                  <a:pt x="806516" y="122583"/>
                  <a:pt x="804569" y="115988"/>
                </a:cubicBezTo>
                <a:cubicBezTo>
                  <a:pt x="802621" y="109393"/>
                  <a:pt x="801647" y="101927"/>
                  <a:pt x="801647" y="93590"/>
                </a:cubicBezTo>
                <a:cubicBezTo>
                  <a:pt x="801647" y="86346"/>
                  <a:pt x="802689" y="79495"/>
                  <a:pt x="804774" y="73037"/>
                </a:cubicBezTo>
                <a:cubicBezTo>
                  <a:pt x="806858" y="66579"/>
                  <a:pt x="809899" y="60907"/>
                  <a:pt x="813897" y="56021"/>
                </a:cubicBezTo>
                <a:cubicBezTo>
                  <a:pt x="817895" y="51135"/>
                  <a:pt x="822798" y="47256"/>
                  <a:pt x="828607" y="44386"/>
                </a:cubicBezTo>
                <a:cubicBezTo>
                  <a:pt x="834416" y="41516"/>
                  <a:pt x="841010" y="40081"/>
                  <a:pt x="848391" y="40081"/>
                </a:cubicBezTo>
                <a:cubicBezTo>
                  <a:pt x="855567" y="40081"/>
                  <a:pt x="861922" y="41208"/>
                  <a:pt x="867457" y="43464"/>
                </a:cubicBezTo>
                <a:cubicBezTo>
                  <a:pt x="872993" y="45719"/>
                  <a:pt x="877657" y="48914"/>
                  <a:pt x="881450" y="53048"/>
                </a:cubicBezTo>
                <a:cubicBezTo>
                  <a:pt x="885243" y="57183"/>
                  <a:pt x="888113" y="62205"/>
                  <a:pt x="890061" y="68117"/>
                </a:cubicBezTo>
                <a:cubicBezTo>
                  <a:pt x="892008" y="74028"/>
                  <a:pt x="892982" y="80640"/>
                  <a:pt x="892982" y="87952"/>
                </a:cubicBezTo>
                <a:moveTo>
                  <a:pt x="874428" y="85389"/>
                </a:moveTo>
                <a:cubicBezTo>
                  <a:pt x="874633" y="80811"/>
                  <a:pt x="874189" y="76625"/>
                  <a:pt x="873095" y="72832"/>
                </a:cubicBezTo>
                <a:cubicBezTo>
                  <a:pt x="872002" y="69039"/>
                  <a:pt x="870311" y="65776"/>
                  <a:pt x="868021" y="63043"/>
                </a:cubicBezTo>
                <a:cubicBezTo>
                  <a:pt x="865732" y="60309"/>
                  <a:pt x="862879" y="58173"/>
                  <a:pt x="859462" y="56636"/>
                </a:cubicBezTo>
                <a:cubicBezTo>
                  <a:pt x="856045" y="55098"/>
                  <a:pt x="852081" y="54329"/>
                  <a:pt x="847571" y="54329"/>
                </a:cubicBezTo>
                <a:cubicBezTo>
                  <a:pt x="843676" y="54329"/>
                  <a:pt x="840122" y="55081"/>
                  <a:pt x="836910" y="56585"/>
                </a:cubicBezTo>
                <a:cubicBezTo>
                  <a:pt x="833698" y="58088"/>
                  <a:pt x="830930" y="60207"/>
                  <a:pt x="828607" y="62940"/>
                </a:cubicBezTo>
                <a:cubicBezTo>
                  <a:pt x="826283" y="65674"/>
                  <a:pt x="824404" y="68954"/>
                  <a:pt x="822969" y="72781"/>
                </a:cubicBezTo>
                <a:cubicBezTo>
                  <a:pt x="821534" y="76608"/>
                  <a:pt x="820645" y="80811"/>
                  <a:pt x="820304" y="85389"/>
                </a:cubicBezTo>
                <a:lnTo>
                  <a:pt x="874428" y="85389"/>
                </a:lnTo>
                <a:close/>
                <a:moveTo>
                  <a:pt x="920869" y="41926"/>
                </a:moveTo>
                <a:lnTo>
                  <a:pt x="936758" y="41926"/>
                </a:lnTo>
                <a:lnTo>
                  <a:pt x="937476" y="58532"/>
                </a:lnTo>
                <a:cubicBezTo>
                  <a:pt x="940483" y="54979"/>
                  <a:pt x="943387" y="52023"/>
                  <a:pt x="946189" y="49665"/>
                </a:cubicBezTo>
                <a:cubicBezTo>
                  <a:pt x="948991" y="47308"/>
                  <a:pt x="951741" y="45411"/>
                  <a:pt x="954441" y="43976"/>
                </a:cubicBezTo>
                <a:cubicBezTo>
                  <a:pt x="957140" y="42541"/>
                  <a:pt x="959891" y="41533"/>
                  <a:pt x="962693" y="40952"/>
                </a:cubicBezTo>
                <a:cubicBezTo>
                  <a:pt x="965495" y="40371"/>
                  <a:pt x="968399" y="40081"/>
                  <a:pt x="971406" y="40081"/>
                </a:cubicBezTo>
                <a:cubicBezTo>
                  <a:pt x="981998" y="40081"/>
                  <a:pt x="990011" y="43207"/>
                  <a:pt x="995444" y="49460"/>
                </a:cubicBezTo>
                <a:cubicBezTo>
                  <a:pt x="1000877" y="55713"/>
                  <a:pt x="1003594" y="65127"/>
                  <a:pt x="1003594" y="77701"/>
                </a:cubicBezTo>
                <a:lnTo>
                  <a:pt x="1003594" y="144844"/>
                </a:lnTo>
                <a:lnTo>
                  <a:pt x="985757" y="144844"/>
                </a:lnTo>
                <a:lnTo>
                  <a:pt x="985757" y="79136"/>
                </a:lnTo>
                <a:cubicBezTo>
                  <a:pt x="985757" y="71072"/>
                  <a:pt x="984254" y="65110"/>
                  <a:pt x="981247" y="61249"/>
                </a:cubicBezTo>
                <a:cubicBezTo>
                  <a:pt x="978240" y="57388"/>
                  <a:pt x="973764" y="55457"/>
                  <a:pt x="967818" y="55457"/>
                </a:cubicBezTo>
                <a:cubicBezTo>
                  <a:pt x="965631" y="55457"/>
                  <a:pt x="963496" y="55782"/>
                  <a:pt x="961411" y="56431"/>
                </a:cubicBezTo>
                <a:cubicBezTo>
                  <a:pt x="959327" y="57080"/>
                  <a:pt x="957157" y="58208"/>
                  <a:pt x="954902" y="59814"/>
                </a:cubicBezTo>
                <a:cubicBezTo>
                  <a:pt x="952647" y="61420"/>
                  <a:pt x="950204" y="63589"/>
                  <a:pt x="947573" y="66323"/>
                </a:cubicBezTo>
                <a:cubicBezTo>
                  <a:pt x="944942" y="69056"/>
                  <a:pt x="941986" y="72473"/>
                  <a:pt x="938706" y="76574"/>
                </a:cubicBezTo>
                <a:lnTo>
                  <a:pt x="938706" y="144844"/>
                </a:lnTo>
                <a:lnTo>
                  <a:pt x="920869" y="144844"/>
                </a:lnTo>
                <a:lnTo>
                  <a:pt x="920869" y="41926"/>
                </a:lnTo>
                <a:close/>
                <a:moveTo>
                  <a:pt x="1030456" y="95538"/>
                </a:moveTo>
                <a:cubicBezTo>
                  <a:pt x="1030456" y="86790"/>
                  <a:pt x="1031652" y="79017"/>
                  <a:pt x="1034044" y="72217"/>
                </a:cubicBezTo>
                <a:cubicBezTo>
                  <a:pt x="1036436" y="65417"/>
                  <a:pt x="1039836" y="59677"/>
                  <a:pt x="1044244" y="54996"/>
                </a:cubicBezTo>
                <a:cubicBezTo>
                  <a:pt x="1048652" y="50315"/>
                  <a:pt x="1053948" y="46761"/>
                  <a:pt x="1060133" y="44335"/>
                </a:cubicBezTo>
                <a:cubicBezTo>
                  <a:pt x="1066317" y="41909"/>
                  <a:pt x="1073202" y="40696"/>
                  <a:pt x="1080788" y="40696"/>
                </a:cubicBezTo>
                <a:cubicBezTo>
                  <a:pt x="1084068" y="40696"/>
                  <a:pt x="1087297" y="40901"/>
                  <a:pt x="1090475" y="41311"/>
                </a:cubicBezTo>
                <a:cubicBezTo>
                  <a:pt x="1093653" y="41721"/>
                  <a:pt x="1096779" y="42370"/>
                  <a:pt x="1099854" y="43259"/>
                </a:cubicBezTo>
                <a:lnTo>
                  <a:pt x="1099854" y="0"/>
                </a:lnTo>
                <a:lnTo>
                  <a:pt x="1117793" y="0"/>
                </a:lnTo>
                <a:lnTo>
                  <a:pt x="1117793" y="144844"/>
                </a:lnTo>
                <a:lnTo>
                  <a:pt x="1101802" y="144844"/>
                </a:lnTo>
                <a:lnTo>
                  <a:pt x="1101187" y="125368"/>
                </a:lnTo>
                <a:cubicBezTo>
                  <a:pt x="1096198" y="132612"/>
                  <a:pt x="1090800" y="137976"/>
                  <a:pt x="1084991" y="141461"/>
                </a:cubicBezTo>
                <a:cubicBezTo>
                  <a:pt x="1079182" y="144947"/>
                  <a:pt x="1072895" y="146689"/>
                  <a:pt x="1066129" y="146689"/>
                </a:cubicBezTo>
                <a:cubicBezTo>
                  <a:pt x="1060252" y="146689"/>
                  <a:pt x="1055075" y="145459"/>
                  <a:pt x="1050599" y="142999"/>
                </a:cubicBezTo>
                <a:cubicBezTo>
                  <a:pt x="1046123" y="140539"/>
                  <a:pt x="1042399" y="137071"/>
                  <a:pt x="1039426" y="132595"/>
                </a:cubicBezTo>
                <a:cubicBezTo>
                  <a:pt x="1036453" y="128118"/>
                  <a:pt x="1034215" y="122737"/>
                  <a:pt x="1032712" y="116449"/>
                </a:cubicBezTo>
                <a:cubicBezTo>
                  <a:pt x="1031208" y="110162"/>
                  <a:pt x="1030456" y="103192"/>
                  <a:pt x="1030456" y="95538"/>
                </a:cubicBezTo>
                <a:moveTo>
                  <a:pt x="1048703" y="94410"/>
                </a:moveTo>
                <a:cubicBezTo>
                  <a:pt x="1048703" y="106848"/>
                  <a:pt x="1050531" y="116125"/>
                  <a:pt x="1054187" y="122241"/>
                </a:cubicBezTo>
                <a:cubicBezTo>
                  <a:pt x="1057843" y="128358"/>
                  <a:pt x="1063020" y="131416"/>
                  <a:pt x="1069717" y="131416"/>
                </a:cubicBezTo>
                <a:cubicBezTo>
                  <a:pt x="1074227" y="131416"/>
                  <a:pt x="1078994" y="129400"/>
                  <a:pt x="1084017" y="125368"/>
                </a:cubicBezTo>
                <a:cubicBezTo>
                  <a:pt x="1089040" y="121336"/>
                  <a:pt x="1094319" y="115356"/>
                  <a:pt x="1099854" y="107429"/>
                </a:cubicBezTo>
                <a:lnTo>
                  <a:pt x="1099854" y="59660"/>
                </a:lnTo>
                <a:cubicBezTo>
                  <a:pt x="1096916" y="58293"/>
                  <a:pt x="1093670" y="57251"/>
                  <a:pt x="1090116" y="56533"/>
                </a:cubicBezTo>
                <a:cubicBezTo>
                  <a:pt x="1086563" y="55816"/>
                  <a:pt x="1083043" y="55457"/>
                  <a:pt x="1079558" y="55457"/>
                </a:cubicBezTo>
                <a:cubicBezTo>
                  <a:pt x="1069854" y="55457"/>
                  <a:pt x="1062285" y="58601"/>
                  <a:pt x="1056852" y="64888"/>
                </a:cubicBezTo>
                <a:cubicBezTo>
                  <a:pt x="1051419" y="71175"/>
                  <a:pt x="1048703" y="81016"/>
                  <a:pt x="1048703" y="94410"/>
                </a:cubicBezTo>
                <a:close/>
                <a:moveTo>
                  <a:pt x="1155474" y="42848"/>
                </a:moveTo>
                <a:lnTo>
                  <a:pt x="1166545" y="31470"/>
                </a:lnTo>
                <a:lnTo>
                  <a:pt x="1235430" y="88977"/>
                </a:lnTo>
                <a:lnTo>
                  <a:pt x="1166545" y="146484"/>
                </a:lnTo>
                <a:lnTo>
                  <a:pt x="1155474" y="135208"/>
                </a:lnTo>
                <a:lnTo>
                  <a:pt x="1211341" y="89182"/>
                </a:lnTo>
                <a:lnTo>
                  <a:pt x="1155474" y="4284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&lt;return&gt;">
            <a:extLst xmlns:a="http://schemas.openxmlformats.org/drawingml/2006/main">
              <a:ext uri="{FF2B5EF4-FFF2-40B4-BE49-F238E27FC236}">
                <a16:creationId xmlns:a16="http://schemas.microsoft.com/office/drawing/2014/main" id="{C88277B1-156C-4DFB-A147-B9FAA888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54" y="5187033"/>
            <a:ext cx="891039" cy="137669"/>
          </a:xfrm>
          <a:custGeom xmlns:a="http://schemas.openxmlformats.org/drawingml/2006/main">
            <a:pathLst>
              <a:path w="891039" h="137669">
                <a:moveTo>
                  <a:pt x="80059" y="126188"/>
                </a:moveTo>
                <a:lnTo>
                  <a:pt x="68886" y="137464"/>
                </a:lnTo>
                <a:lnTo>
                  <a:pt x="0" y="79957"/>
                </a:lnTo>
                <a:lnTo>
                  <a:pt x="68886" y="22449"/>
                </a:lnTo>
                <a:lnTo>
                  <a:pt x="80059" y="33828"/>
                </a:lnTo>
                <a:lnTo>
                  <a:pt x="24192" y="79751"/>
                </a:lnTo>
                <a:lnTo>
                  <a:pt x="80059" y="126188"/>
                </a:lnTo>
                <a:close/>
                <a:moveTo>
                  <a:pt x="121375" y="32905"/>
                </a:moveTo>
                <a:lnTo>
                  <a:pt x="137674" y="32905"/>
                </a:lnTo>
                <a:lnTo>
                  <a:pt x="138186" y="51869"/>
                </a:lnTo>
                <a:cubicBezTo>
                  <a:pt x="144269" y="44557"/>
                  <a:pt x="150265" y="39261"/>
                  <a:pt x="156177" y="35980"/>
                </a:cubicBezTo>
                <a:cubicBezTo>
                  <a:pt x="162088" y="32700"/>
                  <a:pt x="168051" y="31060"/>
                  <a:pt x="174064" y="31060"/>
                </a:cubicBezTo>
                <a:cubicBezTo>
                  <a:pt x="184725" y="31060"/>
                  <a:pt x="192806" y="34511"/>
                  <a:pt x="198308" y="41413"/>
                </a:cubicBezTo>
                <a:cubicBezTo>
                  <a:pt x="203809" y="48316"/>
                  <a:pt x="206355" y="58566"/>
                  <a:pt x="205944" y="72166"/>
                </a:cubicBezTo>
                <a:lnTo>
                  <a:pt x="187903" y="72166"/>
                </a:lnTo>
                <a:cubicBezTo>
                  <a:pt x="188108" y="63145"/>
                  <a:pt x="186793" y="56602"/>
                  <a:pt x="183956" y="52536"/>
                </a:cubicBezTo>
                <a:cubicBezTo>
                  <a:pt x="181120" y="48469"/>
                  <a:pt x="176969" y="46436"/>
                  <a:pt x="171502" y="46436"/>
                </a:cubicBezTo>
                <a:cubicBezTo>
                  <a:pt x="169110" y="46436"/>
                  <a:pt x="166701" y="46863"/>
                  <a:pt x="164275" y="47718"/>
                </a:cubicBezTo>
                <a:cubicBezTo>
                  <a:pt x="161849" y="48572"/>
                  <a:pt x="159354" y="49939"/>
                  <a:pt x="156792" y="51818"/>
                </a:cubicBezTo>
                <a:cubicBezTo>
                  <a:pt x="154229" y="53697"/>
                  <a:pt x="151513" y="56106"/>
                  <a:pt x="148642" y="59045"/>
                </a:cubicBezTo>
                <a:cubicBezTo>
                  <a:pt x="145772" y="61983"/>
                  <a:pt x="142697" y="65537"/>
                  <a:pt x="139417" y="69706"/>
                </a:cubicBezTo>
                <a:lnTo>
                  <a:pt x="139417" y="135824"/>
                </a:lnTo>
                <a:lnTo>
                  <a:pt x="121375" y="135824"/>
                </a:lnTo>
                <a:lnTo>
                  <a:pt x="121375" y="32905"/>
                </a:lnTo>
                <a:close/>
                <a:moveTo>
                  <a:pt x="318914" y="78931"/>
                </a:moveTo>
                <a:cubicBezTo>
                  <a:pt x="318914" y="81460"/>
                  <a:pt x="318880" y="83578"/>
                  <a:pt x="318811" y="85287"/>
                </a:cubicBezTo>
                <a:cubicBezTo>
                  <a:pt x="318743" y="86995"/>
                  <a:pt x="318641" y="88601"/>
                  <a:pt x="318504" y="90105"/>
                </a:cubicBezTo>
                <a:lnTo>
                  <a:pt x="246236" y="90105"/>
                </a:lnTo>
                <a:cubicBezTo>
                  <a:pt x="246236" y="100629"/>
                  <a:pt x="249174" y="108710"/>
                  <a:pt x="255051" y="114348"/>
                </a:cubicBezTo>
                <a:cubicBezTo>
                  <a:pt x="260928" y="119986"/>
                  <a:pt x="269402" y="122805"/>
                  <a:pt x="280473" y="122805"/>
                </a:cubicBezTo>
                <a:cubicBezTo>
                  <a:pt x="283480" y="122805"/>
                  <a:pt x="286487" y="122685"/>
                  <a:pt x="289494" y="122446"/>
                </a:cubicBezTo>
                <a:cubicBezTo>
                  <a:pt x="292501" y="122207"/>
                  <a:pt x="295405" y="121882"/>
                  <a:pt x="298207" y="121472"/>
                </a:cubicBezTo>
                <a:cubicBezTo>
                  <a:pt x="301009" y="121062"/>
                  <a:pt x="303691" y="120601"/>
                  <a:pt x="306254" y="120089"/>
                </a:cubicBezTo>
                <a:cubicBezTo>
                  <a:pt x="308817" y="119576"/>
                  <a:pt x="311192" y="119012"/>
                  <a:pt x="313378" y="118397"/>
                </a:cubicBezTo>
                <a:lnTo>
                  <a:pt x="313378" y="133056"/>
                </a:lnTo>
                <a:cubicBezTo>
                  <a:pt x="308526" y="134423"/>
                  <a:pt x="303042" y="135533"/>
                  <a:pt x="296926" y="136387"/>
                </a:cubicBezTo>
                <a:cubicBezTo>
                  <a:pt x="290810" y="137242"/>
                  <a:pt x="284471" y="137669"/>
                  <a:pt x="277911" y="137669"/>
                </a:cubicBezTo>
                <a:cubicBezTo>
                  <a:pt x="269095" y="137669"/>
                  <a:pt x="261509" y="136473"/>
                  <a:pt x="255154" y="134081"/>
                </a:cubicBezTo>
                <a:cubicBezTo>
                  <a:pt x="248798" y="131689"/>
                  <a:pt x="243587" y="128221"/>
                  <a:pt x="239521" y="123676"/>
                </a:cubicBezTo>
                <a:cubicBezTo>
                  <a:pt x="235455" y="119132"/>
                  <a:pt x="232448" y="113562"/>
                  <a:pt x="230501" y="106967"/>
                </a:cubicBezTo>
                <a:cubicBezTo>
                  <a:pt x="228553" y="100373"/>
                  <a:pt x="227579" y="92907"/>
                  <a:pt x="227579" y="84569"/>
                </a:cubicBezTo>
                <a:cubicBezTo>
                  <a:pt x="227579" y="77325"/>
                  <a:pt x="228621" y="70474"/>
                  <a:pt x="230706" y="64016"/>
                </a:cubicBezTo>
                <a:cubicBezTo>
                  <a:pt x="232790" y="57558"/>
                  <a:pt x="235831" y="51886"/>
                  <a:pt x="239829" y="47000"/>
                </a:cubicBezTo>
                <a:cubicBezTo>
                  <a:pt x="243827" y="42114"/>
                  <a:pt x="248730" y="38236"/>
                  <a:pt x="254539" y="35365"/>
                </a:cubicBezTo>
                <a:cubicBezTo>
                  <a:pt x="260348" y="32495"/>
                  <a:pt x="266942" y="31060"/>
                  <a:pt x="274323" y="31060"/>
                </a:cubicBezTo>
                <a:cubicBezTo>
                  <a:pt x="281498" y="31060"/>
                  <a:pt x="287854" y="32188"/>
                  <a:pt x="293389" y="34443"/>
                </a:cubicBezTo>
                <a:cubicBezTo>
                  <a:pt x="298925" y="36698"/>
                  <a:pt x="303589" y="39893"/>
                  <a:pt x="307382" y="44027"/>
                </a:cubicBezTo>
                <a:cubicBezTo>
                  <a:pt x="311175" y="48162"/>
                  <a:pt x="314045" y="53185"/>
                  <a:pt x="315992" y="59096"/>
                </a:cubicBezTo>
                <a:cubicBezTo>
                  <a:pt x="317940" y="65007"/>
                  <a:pt x="318914" y="71619"/>
                  <a:pt x="318914" y="78931"/>
                </a:cubicBezTo>
                <a:moveTo>
                  <a:pt x="300360" y="76369"/>
                </a:moveTo>
                <a:cubicBezTo>
                  <a:pt x="300565" y="71790"/>
                  <a:pt x="300121" y="67604"/>
                  <a:pt x="299027" y="63811"/>
                </a:cubicBezTo>
                <a:cubicBezTo>
                  <a:pt x="297934" y="60019"/>
                  <a:pt x="296243" y="56755"/>
                  <a:pt x="293953" y="54022"/>
                </a:cubicBezTo>
                <a:cubicBezTo>
                  <a:pt x="291664" y="51288"/>
                  <a:pt x="288811" y="49153"/>
                  <a:pt x="285394" y="47615"/>
                </a:cubicBezTo>
                <a:cubicBezTo>
                  <a:pt x="281977" y="46077"/>
                  <a:pt x="278013" y="45309"/>
                  <a:pt x="273503" y="45309"/>
                </a:cubicBezTo>
                <a:cubicBezTo>
                  <a:pt x="269607" y="45309"/>
                  <a:pt x="266054" y="46060"/>
                  <a:pt x="262842" y="47564"/>
                </a:cubicBezTo>
                <a:cubicBezTo>
                  <a:pt x="259630" y="49067"/>
                  <a:pt x="256862" y="51186"/>
                  <a:pt x="254539" y="53919"/>
                </a:cubicBezTo>
                <a:cubicBezTo>
                  <a:pt x="252215" y="56653"/>
                  <a:pt x="250336" y="59933"/>
                  <a:pt x="248901" y="63760"/>
                </a:cubicBezTo>
                <a:cubicBezTo>
                  <a:pt x="247466" y="67587"/>
                  <a:pt x="246577" y="71790"/>
                  <a:pt x="246236" y="76369"/>
                </a:cubicBezTo>
                <a:lnTo>
                  <a:pt x="300360" y="76369"/>
                </a:lnTo>
                <a:close/>
                <a:moveTo>
                  <a:pt x="429731" y="134388"/>
                </a:moveTo>
                <a:cubicBezTo>
                  <a:pt x="425699" y="135414"/>
                  <a:pt x="421530" y="136148"/>
                  <a:pt x="417225" y="136592"/>
                </a:cubicBezTo>
                <a:cubicBezTo>
                  <a:pt x="412919" y="137037"/>
                  <a:pt x="408546" y="137259"/>
                  <a:pt x="404104" y="137259"/>
                </a:cubicBezTo>
                <a:cubicBezTo>
                  <a:pt x="391188" y="137259"/>
                  <a:pt x="381552" y="134337"/>
                  <a:pt x="375196" y="128494"/>
                </a:cubicBezTo>
                <a:cubicBezTo>
                  <a:pt x="368841" y="122651"/>
                  <a:pt x="365663" y="113682"/>
                  <a:pt x="365663" y="101586"/>
                </a:cubicBezTo>
                <a:lnTo>
                  <a:pt x="365663" y="47871"/>
                </a:lnTo>
                <a:lnTo>
                  <a:pt x="336858" y="47871"/>
                </a:lnTo>
                <a:lnTo>
                  <a:pt x="336858" y="32905"/>
                </a:lnTo>
                <a:lnTo>
                  <a:pt x="365663" y="32905"/>
                </a:lnTo>
                <a:lnTo>
                  <a:pt x="365663" y="4613"/>
                </a:lnTo>
                <a:lnTo>
                  <a:pt x="383499" y="0"/>
                </a:lnTo>
                <a:lnTo>
                  <a:pt x="383499" y="32905"/>
                </a:lnTo>
                <a:lnTo>
                  <a:pt x="429731" y="32905"/>
                </a:lnTo>
                <a:lnTo>
                  <a:pt x="429731" y="47871"/>
                </a:lnTo>
                <a:lnTo>
                  <a:pt x="383499" y="47871"/>
                </a:lnTo>
                <a:lnTo>
                  <a:pt x="383499" y="100151"/>
                </a:lnTo>
                <a:cubicBezTo>
                  <a:pt x="383499" y="107531"/>
                  <a:pt x="385464" y="113050"/>
                  <a:pt x="389394" y="116706"/>
                </a:cubicBezTo>
                <a:cubicBezTo>
                  <a:pt x="393323" y="120362"/>
                  <a:pt x="399115" y="122190"/>
                  <a:pt x="406769" y="122190"/>
                </a:cubicBezTo>
                <a:cubicBezTo>
                  <a:pt x="410049" y="122190"/>
                  <a:pt x="413637" y="121934"/>
                  <a:pt x="417532" y="121421"/>
                </a:cubicBezTo>
                <a:cubicBezTo>
                  <a:pt x="421427" y="120909"/>
                  <a:pt x="425494" y="120106"/>
                  <a:pt x="429731" y="119012"/>
                </a:cubicBezTo>
                <a:lnTo>
                  <a:pt x="429731" y="134388"/>
                </a:lnTo>
                <a:close/>
                <a:moveTo>
                  <a:pt x="544340" y="135824"/>
                </a:moveTo>
                <a:lnTo>
                  <a:pt x="528349" y="135824"/>
                </a:lnTo>
                <a:lnTo>
                  <a:pt x="527734" y="119217"/>
                </a:lnTo>
                <a:cubicBezTo>
                  <a:pt x="524659" y="122771"/>
                  <a:pt x="521737" y="125726"/>
                  <a:pt x="518969" y="128084"/>
                </a:cubicBezTo>
                <a:cubicBezTo>
                  <a:pt x="516202" y="130442"/>
                  <a:pt x="513451" y="132338"/>
                  <a:pt x="510718" y="133773"/>
                </a:cubicBezTo>
                <a:cubicBezTo>
                  <a:pt x="507984" y="135208"/>
                  <a:pt x="505233" y="136216"/>
                  <a:pt x="502466" y="136797"/>
                </a:cubicBezTo>
                <a:cubicBezTo>
                  <a:pt x="499698" y="137378"/>
                  <a:pt x="496776" y="137669"/>
                  <a:pt x="493701" y="137669"/>
                </a:cubicBezTo>
                <a:cubicBezTo>
                  <a:pt x="483109" y="137669"/>
                  <a:pt x="475113" y="134559"/>
                  <a:pt x="469714" y="128340"/>
                </a:cubicBezTo>
                <a:cubicBezTo>
                  <a:pt x="464315" y="122122"/>
                  <a:pt x="461616" y="112725"/>
                  <a:pt x="461616" y="100151"/>
                </a:cubicBezTo>
                <a:lnTo>
                  <a:pt x="461616" y="32905"/>
                </a:lnTo>
                <a:lnTo>
                  <a:pt x="479452" y="32905"/>
                </a:lnTo>
                <a:lnTo>
                  <a:pt x="479452" y="98716"/>
                </a:lnTo>
                <a:cubicBezTo>
                  <a:pt x="479452" y="114502"/>
                  <a:pt x="485398" y="122395"/>
                  <a:pt x="497289" y="122395"/>
                </a:cubicBezTo>
                <a:cubicBezTo>
                  <a:pt x="499476" y="122395"/>
                  <a:pt x="501611" y="122070"/>
                  <a:pt x="503696" y="121421"/>
                </a:cubicBezTo>
                <a:cubicBezTo>
                  <a:pt x="505780" y="120772"/>
                  <a:pt x="507967" y="119644"/>
                  <a:pt x="510256" y="118038"/>
                </a:cubicBezTo>
                <a:cubicBezTo>
                  <a:pt x="512546" y="116432"/>
                  <a:pt x="515006" y="114263"/>
                  <a:pt x="517637" y="111529"/>
                </a:cubicBezTo>
                <a:cubicBezTo>
                  <a:pt x="520268" y="108796"/>
                  <a:pt x="523224" y="105344"/>
                  <a:pt x="526504" y="101176"/>
                </a:cubicBezTo>
                <a:lnTo>
                  <a:pt x="526504" y="32905"/>
                </a:lnTo>
                <a:lnTo>
                  <a:pt x="544340" y="32905"/>
                </a:lnTo>
                <a:lnTo>
                  <a:pt x="544340" y="135824"/>
                </a:lnTo>
                <a:close/>
                <a:moveTo>
                  <a:pt x="580633" y="32905"/>
                </a:moveTo>
                <a:lnTo>
                  <a:pt x="596932" y="32905"/>
                </a:lnTo>
                <a:lnTo>
                  <a:pt x="597445" y="51869"/>
                </a:lnTo>
                <a:cubicBezTo>
                  <a:pt x="603527" y="44557"/>
                  <a:pt x="609524" y="39261"/>
                  <a:pt x="615435" y="35980"/>
                </a:cubicBezTo>
                <a:cubicBezTo>
                  <a:pt x="621346" y="32700"/>
                  <a:pt x="627309" y="31060"/>
                  <a:pt x="633323" y="31060"/>
                </a:cubicBezTo>
                <a:cubicBezTo>
                  <a:pt x="643984" y="31060"/>
                  <a:pt x="652065" y="34511"/>
                  <a:pt x="657566" y="41413"/>
                </a:cubicBezTo>
                <a:cubicBezTo>
                  <a:pt x="663067" y="48316"/>
                  <a:pt x="665613" y="58566"/>
                  <a:pt x="665203" y="72166"/>
                </a:cubicBezTo>
                <a:lnTo>
                  <a:pt x="647161" y="72166"/>
                </a:lnTo>
                <a:cubicBezTo>
                  <a:pt x="647366" y="63145"/>
                  <a:pt x="646051" y="56602"/>
                  <a:pt x="643215" y="52536"/>
                </a:cubicBezTo>
                <a:cubicBezTo>
                  <a:pt x="640379" y="48469"/>
                  <a:pt x="636227" y="46436"/>
                  <a:pt x="630760" y="46436"/>
                </a:cubicBezTo>
                <a:cubicBezTo>
                  <a:pt x="628368" y="46436"/>
                  <a:pt x="625959" y="46863"/>
                  <a:pt x="623533" y="47718"/>
                </a:cubicBezTo>
                <a:cubicBezTo>
                  <a:pt x="621107" y="48572"/>
                  <a:pt x="618613" y="49939"/>
                  <a:pt x="616050" y="51818"/>
                </a:cubicBezTo>
                <a:cubicBezTo>
                  <a:pt x="613487" y="53697"/>
                  <a:pt x="610771" y="56106"/>
                  <a:pt x="607901" y="59045"/>
                </a:cubicBezTo>
                <a:cubicBezTo>
                  <a:pt x="605030" y="61983"/>
                  <a:pt x="601955" y="65537"/>
                  <a:pt x="598675" y="69706"/>
                </a:cubicBezTo>
                <a:lnTo>
                  <a:pt x="598675" y="135824"/>
                </a:lnTo>
                <a:lnTo>
                  <a:pt x="580633" y="135824"/>
                </a:lnTo>
                <a:lnTo>
                  <a:pt x="580633" y="32905"/>
                </a:lnTo>
                <a:close/>
                <a:moveTo>
                  <a:pt x="691245" y="32905"/>
                </a:moveTo>
                <a:lnTo>
                  <a:pt x="707134" y="32905"/>
                </a:lnTo>
                <a:lnTo>
                  <a:pt x="707852" y="49512"/>
                </a:lnTo>
                <a:cubicBezTo>
                  <a:pt x="710858" y="45958"/>
                  <a:pt x="713763" y="43002"/>
                  <a:pt x="716565" y="40645"/>
                </a:cubicBezTo>
                <a:cubicBezTo>
                  <a:pt x="719367" y="38287"/>
                  <a:pt x="722117" y="36390"/>
                  <a:pt x="724817" y="34955"/>
                </a:cubicBezTo>
                <a:cubicBezTo>
                  <a:pt x="727516" y="33520"/>
                  <a:pt x="730267" y="32512"/>
                  <a:pt x="733069" y="31931"/>
                </a:cubicBezTo>
                <a:cubicBezTo>
                  <a:pt x="735870" y="31350"/>
                  <a:pt x="738775" y="31060"/>
                  <a:pt x="741782" y="31060"/>
                </a:cubicBezTo>
                <a:cubicBezTo>
                  <a:pt x="752374" y="31060"/>
                  <a:pt x="760387" y="34187"/>
                  <a:pt x="765820" y="40440"/>
                </a:cubicBezTo>
                <a:cubicBezTo>
                  <a:pt x="771253" y="46693"/>
                  <a:pt x="773969" y="56106"/>
                  <a:pt x="773969" y="68681"/>
                </a:cubicBezTo>
                <a:lnTo>
                  <a:pt x="773969" y="135824"/>
                </a:lnTo>
                <a:lnTo>
                  <a:pt x="756133" y="135824"/>
                </a:lnTo>
                <a:lnTo>
                  <a:pt x="756133" y="70116"/>
                </a:lnTo>
                <a:cubicBezTo>
                  <a:pt x="756133" y="62052"/>
                  <a:pt x="754629" y="56089"/>
                  <a:pt x="751623" y="52228"/>
                </a:cubicBezTo>
                <a:cubicBezTo>
                  <a:pt x="748616" y="48367"/>
                  <a:pt x="744139" y="46436"/>
                  <a:pt x="738194" y="46436"/>
                </a:cubicBezTo>
                <a:cubicBezTo>
                  <a:pt x="736007" y="46436"/>
                  <a:pt x="733872" y="46761"/>
                  <a:pt x="731787" y="47410"/>
                </a:cubicBezTo>
                <a:cubicBezTo>
                  <a:pt x="729703" y="48059"/>
                  <a:pt x="727533" y="49187"/>
                  <a:pt x="725278" y="50793"/>
                </a:cubicBezTo>
                <a:cubicBezTo>
                  <a:pt x="723023" y="52399"/>
                  <a:pt x="720580" y="54569"/>
                  <a:pt x="717949" y="57302"/>
                </a:cubicBezTo>
                <a:cubicBezTo>
                  <a:pt x="715318" y="60036"/>
                  <a:pt x="712362" y="63453"/>
                  <a:pt x="709082" y="67553"/>
                </a:cubicBezTo>
                <a:lnTo>
                  <a:pt x="709082" y="135824"/>
                </a:lnTo>
                <a:lnTo>
                  <a:pt x="691245" y="135824"/>
                </a:lnTo>
                <a:lnTo>
                  <a:pt x="691245" y="32905"/>
                </a:lnTo>
                <a:close/>
                <a:moveTo>
                  <a:pt x="811083" y="33828"/>
                </a:moveTo>
                <a:lnTo>
                  <a:pt x="822154" y="22449"/>
                </a:lnTo>
                <a:lnTo>
                  <a:pt x="891039" y="79957"/>
                </a:lnTo>
                <a:lnTo>
                  <a:pt x="822154" y="137464"/>
                </a:lnTo>
                <a:lnTo>
                  <a:pt x="811083" y="126188"/>
                </a:lnTo>
                <a:lnTo>
                  <a:pt x="866950" y="80162"/>
                </a:lnTo>
                <a:lnTo>
                  <a:pt x="811083" y="33828"/>
                </a:lnTo>
                <a:close/>
              </a:path>
            </a:pathLst>
          </a:custGeom>
          <a:solidFill xmlns:a="http://schemas.openxmlformats.org/drawingml/2006/main">
            <a:srgbClr val="D130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Text []">
            <a:extLst xmlns:a="http://schemas.openxmlformats.org/drawingml/2006/main">
              <a:ext uri="{FF2B5EF4-FFF2-40B4-BE49-F238E27FC236}">
                <a16:creationId xmlns:a16="http://schemas.microsoft.com/office/drawing/2014/main" id="{2AA7E83E-9AEB-4112-8F1B-5F89BFFA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51" y="5174424"/>
            <a:ext cx="159508" cy="190460"/>
          </a:xfrm>
          <a:custGeom xmlns:a="http://schemas.openxmlformats.org/drawingml/2006/main">
            <a:pathLst>
              <a:path w="159508" h="190460">
                <a:moveTo>
                  <a:pt x="50537" y="190460"/>
                </a:moveTo>
                <a:lnTo>
                  <a:pt x="0" y="190460"/>
                </a:lnTo>
                <a:lnTo>
                  <a:pt x="0" y="0"/>
                </a:lnTo>
                <a:lnTo>
                  <a:pt x="50537" y="0"/>
                </a:lnTo>
                <a:lnTo>
                  <a:pt x="50537" y="14351"/>
                </a:lnTo>
                <a:lnTo>
                  <a:pt x="17016" y="14351"/>
                </a:lnTo>
                <a:lnTo>
                  <a:pt x="17016" y="176109"/>
                </a:lnTo>
                <a:lnTo>
                  <a:pt x="50537" y="176109"/>
                </a:lnTo>
                <a:lnTo>
                  <a:pt x="50537" y="190460"/>
                </a:lnTo>
                <a:close/>
                <a:moveTo>
                  <a:pt x="159508" y="190460"/>
                </a:moveTo>
                <a:lnTo>
                  <a:pt x="108972" y="190460"/>
                </a:lnTo>
                <a:lnTo>
                  <a:pt x="108972" y="176109"/>
                </a:lnTo>
                <a:lnTo>
                  <a:pt x="142287" y="176109"/>
                </a:lnTo>
                <a:lnTo>
                  <a:pt x="142287" y="14351"/>
                </a:lnTo>
                <a:lnTo>
                  <a:pt x="108972" y="14351"/>
                </a:lnTo>
                <a:lnTo>
                  <a:pt x="108972" y="0"/>
                </a:lnTo>
                <a:lnTo>
                  <a:pt x="159508" y="0"/>
                </a:lnTo>
                <a:lnTo>
                  <a:pt x="159508" y="1904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Text &lt;block_end&gt;">
            <a:extLst xmlns:a="http://schemas.openxmlformats.org/drawingml/2006/main">
              <a:ext uri="{FF2B5EF4-FFF2-40B4-BE49-F238E27FC236}">
                <a16:creationId xmlns:a16="http://schemas.microsoft.com/office/drawing/2014/main" id="{516C4E22-D1C9-4CA5-8303-9A462345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48" y="5178012"/>
            <a:ext cx="1235431" cy="186873"/>
          </a:xfrm>
          <a:custGeom xmlns:a="http://schemas.openxmlformats.org/drawingml/2006/main">
            <a:pathLst>
              <a:path w="1235431" h="186873">
                <a:moveTo>
                  <a:pt x="80059" y="135208"/>
                </a:moveTo>
                <a:lnTo>
                  <a:pt x="68886" y="146484"/>
                </a:lnTo>
                <a:lnTo>
                  <a:pt x="0" y="88977"/>
                </a:lnTo>
                <a:lnTo>
                  <a:pt x="68886" y="31470"/>
                </a:lnTo>
                <a:lnTo>
                  <a:pt x="80059" y="42848"/>
                </a:lnTo>
                <a:lnTo>
                  <a:pt x="24192" y="88772"/>
                </a:lnTo>
                <a:lnTo>
                  <a:pt x="80059" y="135208"/>
                </a:lnTo>
                <a:close/>
                <a:moveTo>
                  <a:pt x="205119" y="91540"/>
                </a:moveTo>
                <a:cubicBezTo>
                  <a:pt x="205119" y="100082"/>
                  <a:pt x="203940" y="107719"/>
                  <a:pt x="201583" y="114451"/>
                </a:cubicBezTo>
                <a:cubicBezTo>
                  <a:pt x="199225" y="121182"/>
                  <a:pt x="195876" y="126888"/>
                  <a:pt x="191537" y="131569"/>
                </a:cubicBezTo>
                <a:cubicBezTo>
                  <a:pt x="187197" y="136251"/>
                  <a:pt x="181918" y="139838"/>
                  <a:pt x="175699" y="142333"/>
                </a:cubicBezTo>
                <a:cubicBezTo>
                  <a:pt x="169481" y="144827"/>
                  <a:pt x="162476" y="146074"/>
                  <a:pt x="154685" y="146074"/>
                </a:cubicBezTo>
                <a:cubicBezTo>
                  <a:pt x="148603" y="146074"/>
                  <a:pt x="142384" y="145493"/>
                  <a:pt x="136029" y="144332"/>
                </a:cubicBezTo>
                <a:cubicBezTo>
                  <a:pt x="129673" y="143170"/>
                  <a:pt x="123386" y="141325"/>
                  <a:pt x="117167" y="138796"/>
                </a:cubicBezTo>
                <a:lnTo>
                  <a:pt x="117167" y="0"/>
                </a:lnTo>
                <a:lnTo>
                  <a:pt x="135004" y="0"/>
                </a:lnTo>
                <a:lnTo>
                  <a:pt x="135004" y="39876"/>
                </a:lnTo>
                <a:lnTo>
                  <a:pt x="134184" y="58942"/>
                </a:lnTo>
                <a:cubicBezTo>
                  <a:pt x="139309" y="52040"/>
                  <a:pt x="144793" y="47171"/>
                  <a:pt x="150636" y="44335"/>
                </a:cubicBezTo>
                <a:cubicBezTo>
                  <a:pt x="156479" y="41499"/>
                  <a:pt x="162749" y="40081"/>
                  <a:pt x="169446" y="40081"/>
                </a:cubicBezTo>
                <a:cubicBezTo>
                  <a:pt x="175324" y="40081"/>
                  <a:pt x="180483" y="41311"/>
                  <a:pt x="184925" y="43771"/>
                </a:cubicBezTo>
                <a:cubicBezTo>
                  <a:pt x="189367" y="46231"/>
                  <a:pt x="193092" y="49699"/>
                  <a:pt x="196099" y="54176"/>
                </a:cubicBezTo>
                <a:cubicBezTo>
                  <a:pt x="199106" y="58652"/>
                  <a:pt x="201361" y="64051"/>
                  <a:pt x="202864" y="70372"/>
                </a:cubicBezTo>
                <a:cubicBezTo>
                  <a:pt x="204368" y="76693"/>
                  <a:pt x="205119" y="83749"/>
                  <a:pt x="205119" y="91540"/>
                </a:cubicBezTo>
                <a:moveTo>
                  <a:pt x="186873" y="92360"/>
                </a:moveTo>
                <a:cubicBezTo>
                  <a:pt x="186873" y="86961"/>
                  <a:pt x="186480" y="82007"/>
                  <a:pt x="185694" y="77496"/>
                </a:cubicBezTo>
                <a:cubicBezTo>
                  <a:pt x="184908" y="72986"/>
                  <a:pt x="183661" y="69125"/>
                  <a:pt x="181952" y="65913"/>
                </a:cubicBezTo>
                <a:cubicBezTo>
                  <a:pt x="180244" y="62701"/>
                  <a:pt x="178057" y="60189"/>
                  <a:pt x="175392" y="58378"/>
                </a:cubicBezTo>
                <a:cubicBezTo>
                  <a:pt x="172727" y="56568"/>
                  <a:pt x="169549" y="55662"/>
                  <a:pt x="165859" y="55662"/>
                </a:cubicBezTo>
                <a:cubicBezTo>
                  <a:pt x="163603" y="55662"/>
                  <a:pt x="161314" y="56021"/>
                  <a:pt x="158991" y="56738"/>
                </a:cubicBezTo>
                <a:cubicBezTo>
                  <a:pt x="156667" y="57456"/>
                  <a:pt x="154258" y="58652"/>
                  <a:pt x="151764" y="60326"/>
                </a:cubicBezTo>
                <a:cubicBezTo>
                  <a:pt x="149269" y="62000"/>
                  <a:pt x="146638" y="64221"/>
                  <a:pt x="143871" y="66989"/>
                </a:cubicBezTo>
                <a:cubicBezTo>
                  <a:pt x="141103" y="69757"/>
                  <a:pt x="138147" y="73191"/>
                  <a:pt x="135004" y="77291"/>
                </a:cubicBezTo>
                <a:lnTo>
                  <a:pt x="135004" y="127213"/>
                </a:lnTo>
                <a:cubicBezTo>
                  <a:pt x="138489" y="128580"/>
                  <a:pt x="142043" y="129656"/>
                  <a:pt x="145665" y="130442"/>
                </a:cubicBezTo>
                <a:cubicBezTo>
                  <a:pt x="149286" y="131228"/>
                  <a:pt x="152738" y="131621"/>
                  <a:pt x="156018" y="131621"/>
                </a:cubicBezTo>
                <a:cubicBezTo>
                  <a:pt x="160118" y="131621"/>
                  <a:pt x="164031" y="130971"/>
                  <a:pt x="167755" y="129673"/>
                </a:cubicBezTo>
                <a:cubicBezTo>
                  <a:pt x="171480" y="128375"/>
                  <a:pt x="174760" y="126205"/>
                  <a:pt x="177596" y="123164"/>
                </a:cubicBezTo>
                <a:cubicBezTo>
                  <a:pt x="180432" y="120123"/>
                  <a:pt x="182687" y="116091"/>
                  <a:pt x="184361" y="111068"/>
                </a:cubicBezTo>
                <a:cubicBezTo>
                  <a:pt x="186036" y="106045"/>
                  <a:pt x="186873" y="99809"/>
                  <a:pt x="186873" y="92360"/>
                </a:cubicBezTo>
                <a:close/>
                <a:moveTo>
                  <a:pt x="267040" y="14659"/>
                </a:moveTo>
                <a:lnTo>
                  <a:pt x="236595" y="14659"/>
                </a:lnTo>
                <a:lnTo>
                  <a:pt x="236595" y="0"/>
                </a:lnTo>
                <a:lnTo>
                  <a:pt x="285081" y="0"/>
                </a:lnTo>
                <a:lnTo>
                  <a:pt x="285081" y="129981"/>
                </a:lnTo>
                <a:lnTo>
                  <a:pt x="315731" y="129981"/>
                </a:lnTo>
                <a:lnTo>
                  <a:pt x="315731" y="144844"/>
                </a:lnTo>
                <a:lnTo>
                  <a:pt x="233212" y="144844"/>
                </a:lnTo>
                <a:lnTo>
                  <a:pt x="233212" y="129981"/>
                </a:lnTo>
                <a:lnTo>
                  <a:pt x="267040" y="129981"/>
                </a:lnTo>
                <a:lnTo>
                  <a:pt x="267040" y="14659"/>
                </a:lnTo>
                <a:close/>
                <a:moveTo>
                  <a:pt x="436389" y="92565"/>
                </a:moveTo>
                <a:cubicBezTo>
                  <a:pt x="436389" y="100561"/>
                  <a:pt x="435261" y="107890"/>
                  <a:pt x="433006" y="114553"/>
                </a:cubicBezTo>
                <a:cubicBezTo>
                  <a:pt x="430751" y="121216"/>
                  <a:pt x="427505" y="126922"/>
                  <a:pt x="423268" y="131672"/>
                </a:cubicBezTo>
                <a:cubicBezTo>
                  <a:pt x="419031" y="136422"/>
                  <a:pt x="413871" y="140112"/>
                  <a:pt x="407789" y="142743"/>
                </a:cubicBezTo>
                <a:cubicBezTo>
                  <a:pt x="401707" y="145374"/>
                  <a:pt x="394804" y="146689"/>
                  <a:pt x="387082" y="146689"/>
                </a:cubicBezTo>
                <a:cubicBezTo>
                  <a:pt x="379702" y="146689"/>
                  <a:pt x="373090" y="145545"/>
                  <a:pt x="367247" y="143255"/>
                </a:cubicBezTo>
                <a:cubicBezTo>
                  <a:pt x="361404" y="140966"/>
                  <a:pt x="356449" y="137600"/>
                  <a:pt x="352383" y="133158"/>
                </a:cubicBezTo>
                <a:cubicBezTo>
                  <a:pt x="348317" y="128716"/>
                  <a:pt x="345208" y="123215"/>
                  <a:pt x="343055" y="116654"/>
                </a:cubicBezTo>
                <a:cubicBezTo>
                  <a:pt x="340902" y="110094"/>
                  <a:pt x="339826" y="102543"/>
                  <a:pt x="339826" y="94000"/>
                </a:cubicBezTo>
                <a:cubicBezTo>
                  <a:pt x="339826" y="86004"/>
                  <a:pt x="340953" y="78709"/>
                  <a:pt x="343209" y="72115"/>
                </a:cubicBezTo>
                <a:cubicBezTo>
                  <a:pt x="345464" y="65520"/>
                  <a:pt x="348710" y="59848"/>
                  <a:pt x="352947" y="55098"/>
                </a:cubicBezTo>
                <a:cubicBezTo>
                  <a:pt x="357184" y="50349"/>
                  <a:pt x="362343" y="46658"/>
                  <a:pt x="368426" y="44027"/>
                </a:cubicBezTo>
                <a:cubicBezTo>
                  <a:pt x="374508" y="41396"/>
                  <a:pt x="381410" y="40081"/>
                  <a:pt x="389132" y="40081"/>
                </a:cubicBezTo>
                <a:cubicBezTo>
                  <a:pt x="396513" y="40081"/>
                  <a:pt x="403125" y="41225"/>
                  <a:pt x="408968" y="43515"/>
                </a:cubicBezTo>
                <a:cubicBezTo>
                  <a:pt x="414811" y="45804"/>
                  <a:pt x="419765" y="49153"/>
                  <a:pt x="423831" y="53561"/>
                </a:cubicBezTo>
                <a:cubicBezTo>
                  <a:pt x="427898" y="57968"/>
                  <a:pt x="431007" y="63453"/>
                  <a:pt x="433160" y="70013"/>
                </a:cubicBezTo>
                <a:cubicBezTo>
                  <a:pt x="435312" y="76574"/>
                  <a:pt x="436389" y="84091"/>
                  <a:pt x="436389" y="92565"/>
                </a:cubicBezTo>
                <a:moveTo>
                  <a:pt x="418142" y="93385"/>
                </a:moveTo>
                <a:cubicBezTo>
                  <a:pt x="418142" y="87030"/>
                  <a:pt x="417442" y="81477"/>
                  <a:pt x="416041" y="76727"/>
                </a:cubicBezTo>
                <a:cubicBezTo>
                  <a:pt x="414640" y="71978"/>
                  <a:pt x="412641" y="68014"/>
                  <a:pt x="410044" y="64837"/>
                </a:cubicBezTo>
                <a:cubicBezTo>
                  <a:pt x="407447" y="61659"/>
                  <a:pt x="404286" y="59267"/>
                  <a:pt x="400562" y="57661"/>
                </a:cubicBezTo>
                <a:cubicBezTo>
                  <a:pt x="396838" y="56055"/>
                  <a:pt x="392686" y="55252"/>
                  <a:pt x="388107" y="55252"/>
                </a:cubicBezTo>
                <a:cubicBezTo>
                  <a:pt x="382777" y="55252"/>
                  <a:pt x="378215" y="56294"/>
                  <a:pt x="374422" y="58378"/>
                </a:cubicBezTo>
                <a:cubicBezTo>
                  <a:pt x="370630" y="60463"/>
                  <a:pt x="367520" y="63248"/>
                  <a:pt x="365094" y="66733"/>
                </a:cubicBezTo>
                <a:cubicBezTo>
                  <a:pt x="362668" y="70218"/>
                  <a:pt x="360891" y="74267"/>
                  <a:pt x="359764" y="78880"/>
                </a:cubicBezTo>
                <a:cubicBezTo>
                  <a:pt x="358636" y="83493"/>
                  <a:pt x="358072" y="88328"/>
                  <a:pt x="358072" y="93385"/>
                </a:cubicBezTo>
                <a:cubicBezTo>
                  <a:pt x="358072" y="99741"/>
                  <a:pt x="358773" y="105310"/>
                  <a:pt x="360174" y="110094"/>
                </a:cubicBezTo>
                <a:cubicBezTo>
                  <a:pt x="361575" y="114878"/>
                  <a:pt x="363574" y="118858"/>
                  <a:pt x="366170" y="122036"/>
                </a:cubicBezTo>
                <a:cubicBezTo>
                  <a:pt x="368767" y="125214"/>
                  <a:pt x="371911" y="127606"/>
                  <a:pt x="375601" y="129212"/>
                </a:cubicBezTo>
                <a:cubicBezTo>
                  <a:pt x="379292" y="130818"/>
                  <a:pt x="383460" y="131621"/>
                  <a:pt x="388107" y="131621"/>
                </a:cubicBezTo>
                <a:cubicBezTo>
                  <a:pt x="393438" y="131621"/>
                  <a:pt x="397999" y="130579"/>
                  <a:pt x="401792" y="128494"/>
                </a:cubicBezTo>
                <a:cubicBezTo>
                  <a:pt x="405585" y="126410"/>
                  <a:pt x="408694" y="123625"/>
                  <a:pt x="411120" y="120140"/>
                </a:cubicBezTo>
                <a:cubicBezTo>
                  <a:pt x="413546" y="116654"/>
                  <a:pt x="415323" y="112605"/>
                  <a:pt x="416451" y="107993"/>
                </a:cubicBezTo>
                <a:cubicBezTo>
                  <a:pt x="417578" y="103380"/>
                  <a:pt x="418142" y="98511"/>
                  <a:pt x="418142" y="93385"/>
                </a:cubicBezTo>
                <a:close/>
                <a:moveTo>
                  <a:pt x="541567" y="141051"/>
                </a:moveTo>
                <a:cubicBezTo>
                  <a:pt x="536920" y="142828"/>
                  <a:pt x="532154" y="144144"/>
                  <a:pt x="527268" y="144998"/>
                </a:cubicBezTo>
                <a:cubicBezTo>
                  <a:pt x="522381" y="145852"/>
                  <a:pt x="517341" y="146279"/>
                  <a:pt x="512148" y="146279"/>
                </a:cubicBezTo>
                <a:cubicBezTo>
                  <a:pt x="495883" y="146279"/>
                  <a:pt x="483360" y="141872"/>
                  <a:pt x="474578" y="133056"/>
                </a:cubicBezTo>
                <a:cubicBezTo>
                  <a:pt x="465797" y="124240"/>
                  <a:pt x="461406" y="111358"/>
                  <a:pt x="461406" y="94410"/>
                </a:cubicBezTo>
                <a:cubicBezTo>
                  <a:pt x="461406" y="86278"/>
                  <a:pt x="462670" y="78897"/>
                  <a:pt x="465199" y="72268"/>
                </a:cubicBezTo>
                <a:cubicBezTo>
                  <a:pt x="467727" y="65639"/>
                  <a:pt x="471281" y="59967"/>
                  <a:pt x="475860" y="55252"/>
                </a:cubicBezTo>
                <a:cubicBezTo>
                  <a:pt x="480438" y="50537"/>
                  <a:pt x="485905" y="46898"/>
                  <a:pt x="492261" y="44335"/>
                </a:cubicBezTo>
                <a:cubicBezTo>
                  <a:pt x="498616" y="41772"/>
                  <a:pt x="505621" y="40491"/>
                  <a:pt x="513275" y="40491"/>
                </a:cubicBezTo>
                <a:cubicBezTo>
                  <a:pt x="518606" y="40491"/>
                  <a:pt x="523594" y="40867"/>
                  <a:pt x="528241" y="41618"/>
                </a:cubicBezTo>
                <a:cubicBezTo>
                  <a:pt x="532888" y="42370"/>
                  <a:pt x="537330" y="43600"/>
                  <a:pt x="541567" y="45309"/>
                </a:cubicBezTo>
                <a:lnTo>
                  <a:pt x="541567" y="62325"/>
                </a:lnTo>
                <a:cubicBezTo>
                  <a:pt x="537125" y="60002"/>
                  <a:pt x="532598" y="58310"/>
                  <a:pt x="527985" y="57251"/>
                </a:cubicBezTo>
                <a:cubicBezTo>
                  <a:pt x="523372" y="56192"/>
                  <a:pt x="518606" y="55662"/>
                  <a:pt x="513685" y="55662"/>
                </a:cubicBezTo>
                <a:cubicBezTo>
                  <a:pt x="509106" y="55662"/>
                  <a:pt x="504784" y="56533"/>
                  <a:pt x="500718" y="58276"/>
                </a:cubicBezTo>
                <a:cubicBezTo>
                  <a:pt x="496652" y="60019"/>
                  <a:pt x="493081" y="62530"/>
                  <a:pt x="490006" y="65810"/>
                </a:cubicBezTo>
                <a:cubicBezTo>
                  <a:pt x="486931" y="69091"/>
                  <a:pt x="484504" y="73088"/>
                  <a:pt x="482728" y="77804"/>
                </a:cubicBezTo>
                <a:cubicBezTo>
                  <a:pt x="480951" y="82519"/>
                  <a:pt x="480062" y="87850"/>
                  <a:pt x="480062" y="93795"/>
                </a:cubicBezTo>
                <a:cubicBezTo>
                  <a:pt x="480062" y="106233"/>
                  <a:pt x="483086" y="115544"/>
                  <a:pt x="489134" y="121729"/>
                </a:cubicBezTo>
                <a:cubicBezTo>
                  <a:pt x="495182" y="127913"/>
                  <a:pt x="503571" y="131006"/>
                  <a:pt x="514300" y="131006"/>
                </a:cubicBezTo>
                <a:cubicBezTo>
                  <a:pt x="519152" y="131006"/>
                  <a:pt x="523851" y="130459"/>
                  <a:pt x="528395" y="129366"/>
                </a:cubicBezTo>
                <a:cubicBezTo>
                  <a:pt x="532940" y="128272"/>
                  <a:pt x="537330" y="126632"/>
                  <a:pt x="541567" y="124445"/>
                </a:cubicBezTo>
                <a:lnTo>
                  <a:pt x="541567" y="141051"/>
                </a:lnTo>
                <a:close/>
                <a:moveTo>
                  <a:pt x="668990" y="144844"/>
                </a:moveTo>
                <a:lnTo>
                  <a:pt x="644491" y="144844"/>
                </a:lnTo>
                <a:lnTo>
                  <a:pt x="596517" y="89695"/>
                </a:lnTo>
                <a:lnTo>
                  <a:pt x="596517" y="144844"/>
                </a:lnTo>
                <a:lnTo>
                  <a:pt x="578680" y="144844"/>
                </a:lnTo>
                <a:lnTo>
                  <a:pt x="578680" y="0"/>
                </a:lnTo>
                <a:lnTo>
                  <a:pt x="596517" y="0"/>
                </a:lnTo>
                <a:lnTo>
                  <a:pt x="596517" y="88977"/>
                </a:lnTo>
                <a:lnTo>
                  <a:pt x="642748" y="41926"/>
                </a:lnTo>
                <a:lnTo>
                  <a:pt x="666325" y="41926"/>
                </a:lnTo>
                <a:lnTo>
                  <a:pt x="618044" y="89387"/>
                </a:lnTo>
                <a:lnTo>
                  <a:pt x="668990" y="144844"/>
                </a:lnTo>
                <a:close/>
                <a:moveTo>
                  <a:pt x="790263" y="186873"/>
                </a:moveTo>
                <a:lnTo>
                  <a:pt x="674839" y="186873"/>
                </a:lnTo>
                <a:lnTo>
                  <a:pt x="674839" y="172111"/>
                </a:lnTo>
                <a:lnTo>
                  <a:pt x="790263" y="172111"/>
                </a:lnTo>
                <a:lnTo>
                  <a:pt x="790263" y="186873"/>
                </a:lnTo>
                <a:close/>
                <a:moveTo>
                  <a:pt x="892982" y="87952"/>
                </a:moveTo>
                <a:cubicBezTo>
                  <a:pt x="892982" y="90481"/>
                  <a:pt x="892947" y="92599"/>
                  <a:pt x="892879" y="94308"/>
                </a:cubicBezTo>
                <a:cubicBezTo>
                  <a:pt x="892811" y="96016"/>
                  <a:pt x="892708" y="97622"/>
                  <a:pt x="892572" y="99126"/>
                </a:cubicBezTo>
                <a:lnTo>
                  <a:pt x="820303" y="99126"/>
                </a:lnTo>
                <a:cubicBezTo>
                  <a:pt x="820303" y="109650"/>
                  <a:pt x="823242" y="117731"/>
                  <a:pt x="829119" y="123369"/>
                </a:cubicBezTo>
                <a:cubicBezTo>
                  <a:pt x="834996" y="129007"/>
                  <a:pt x="843470" y="131826"/>
                  <a:pt x="854541" y="131826"/>
                </a:cubicBezTo>
                <a:cubicBezTo>
                  <a:pt x="857548" y="131826"/>
                  <a:pt x="860555" y="131706"/>
                  <a:pt x="863562" y="131467"/>
                </a:cubicBezTo>
                <a:cubicBezTo>
                  <a:pt x="866569" y="131228"/>
                  <a:pt x="869473" y="130903"/>
                  <a:pt x="872275" y="130493"/>
                </a:cubicBezTo>
                <a:cubicBezTo>
                  <a:pt x="875077" y="130083"/>
                  <a:pt x="877759" y="129622"/>
                  <a:pt x="880322" y="129109"/>
                </a:cubicBezTo>
                <a:cubicBezTo>
                  <a:pt x="882885" y="128597"/>
                  <a:pt x="885259" y="128033"/>
                  <a:pt x="887446" y="127418"/>
                </a:cubicBezTo>
                <a:lnTo>
                  <a:pt x="887446" y="142077"/>
                </a:lnTo>
                <a:cubicBezTo>
                  <a:pt x="882594" y="143443"/>
                  <a:pt x="877110" y="144554"/>
                  <a:pt x="870994" y="145408"/>
                </a:cubicBezTo>
                <a:cubicBezTo>
                  <a:pt x="864877" y="146262"/>
                  <a:pt x="858539" y="146689"/>
                  <a:pt x="851978" y="146689"/>
                </a:cubicBezTo>
                <a:cubicBezTo>
                  <a:pt x="843163" y="146689"/>
                  <a:pt x="835577" y="145493"/>
                  <a:pt x="829221" y="143102"/>
                </a:cubicBezTo>
                <a:cubicBezTo>
                  <a:pt x="822866" y="140710"/>
                  <a:pt x="817655" y="137242"/>
                  <a:pt x="813589" y="132697"/>
                </a:cubicBezTo>
                <a:cubicBezTo>
                  <a:pt x="809523" y="128153"/>
                  <a:pt x="806516" y="122583"/>
                  <a:pt x="804568" y="115988"/>
                </a:cubicBezTo>
                <a:cubicBezTo>
                  <a:pt x="802621" y="109393"/>
                  <a:pt x="801647" y="101927"/>
                  <a:pt x="801647" y="93590"/>
                </a:cubicBezTo>
                <a:cubicBezTo>
                  <a:pt x="801647" y="86346"/>
                  <a:pt x="802689" y="79495"/>
                  <a:pt x="804773" y="73037"/>
                </a:cubicBezTo>
                <a:cubicBezTo>
                  <a:pt x="806858" y="66579"/>
                  <a:pt x="809899" y="60907"/>
                  <a:pt x="813896" y="56021"/>
                </a:cubicBezTo>
                <a:cubicBezTo>
                  <a:pt x="817894" y="51135"/>
                  <a:pt x="822798" y="47256"/>
                  <a:pt x="828606" y="44386"/>
                </a:cubicBezTo>
                <a:cubicBezTo>
                  <a:pt x="834415" y="41516"/>
                  <a:pt x="841010" y="40081"/>
                  <a:pt x="848391" y="40081"/>
                </a:cubicBezTo>
                <a:cubicBezTo>
                  <a:pt x="855566" y="40081"/>
                  <a:pt x="861922" y="41208"/>
                  <a:pt x="867457" y="43464"/>
                </a:cubicBezTo>
                <a:cubicBezTo>
                  <a:pt x="872993" y="45719"/>
                  <a:pt x="877657" y="48914"/>
                  <a:pt x="881449" y="53048"/>
                </a:cubicBezTo>
                <a:cubicBezTo>
                  <a:pt x="885242" y="57183"/>
                  <a:pt x="888112" y="62205"/>
                  <a:pt x="890060" y="68117"/>
                </a:cubicBezTo>
                <a:cubicBezTo>
                  <a:pt x="892008" y="74028"/>
                  <a:pt x="892982" y="80640"/>
                  <a:pt x="892982" y="87952"/>
                </a:cubicBezTo>
                <a:moveTo>
                  <a:pt x="874428" y="85389"/>
                </a:moveTo>
                <a:cubicBezTo>
                  <a:pt x="874633" y="80811"/>
                  <a:pt x="874188" y="76625"/>
                  <a:pt x="873095" y="72832"/>
                </a:cubicBezTo>
                <a:cubicBezTo>
                  <a:pt x="872002" y="69039"/>
                  <a:pt x="870310" y="65776"/>
                  <a:pt x="868021" y="63043"/>
                </a:cubicBezTo>
                <a:cubicBezTo>
                  <a:pt x="865732" y="60309"/>
                  <a:pt x="862878" y="58173"/>
                  <a:pt x="859461" y="56636"/>
                </a:cubicBezTo>
                <a:cubicBezTo>
                  <a:pt x="856044" y="55098"/>
                  <a:pt x="852081" y="54329"/>
                  <a:pt x="847570" y="54329"/>
                </a:cubicBezTo>
                <a:cubicBezTo>
                  <a:pt x="843675" y="54329"/>
                  <a:pt x="840122" y="55081"/>
                  <a:pt x="836910" y="56585"/>
                </a:cubicBezTo>
                <a:cubicBezTo>
                  <a:pt x="833698" y="58088"/>
                  <a:pt x="830930" y="60207"/>
                  <a:pt x="828606" y="62940"/>
                </a:cubicBezTo>
                <a:cubicBezTo>
                  <a:pt x="826283" y="65674"/>
                  <a:pt x="824404" y="68954"/>
                  <a:pt x="822968" y="72781"/>
                </a:cubicBezTo>
                <a:cubicBezTo>
                  <a:pt x="821533" y="76608"/>
                  <a:pt x="820645" y="80811"/>
                  <a:pt x="820303" y="85389"/>
                </a:cubicBezTo>
                <a:lnTo>
                  <a:pt x="874428" y="85389"/>
                </a:lnTo>
                <a:close/>
                <a:moveTo>
                  <a:pt x="920869" y="41926"/>
                </a:moveTo>
                <a:lnTo>
                  <a:pt x="936758" y="41926"/>
                </a:lnTo>
                <a:lnTo>
                  <a:pt x="937476" y="58532"/>
                </a:lnTo>
                <a:cubicBezTo>
                  <a:pt x="940482" y="54979"/>
                  <a:pt x="943387" y="52023"/>
                  <a:pt x="946189" y="49665"/>
                </a:cubicBezTo>
                <a:cubicBezTo>
                  <a:pt x="948991" y="47308"/>
                  <a:pt x="951741" y="45411"/>
                  <a:pt x="954441" y="43976"/>
                </a:cubicBezTo>
                <a:cubicBezTo>
                  <a:pt x="957140" y="42541"/>
                  <a:pt x="959891" y="41533"/>
                  <a:pt x="962693" y="40952"/>
                </a:cubicBezTo>
                <a:cubicBezTo>
                  <a:pt x="965494" y="40371"/>
                  <a:pt x="968399" y="40081"/>
                  <a:pt x="971406" y="40081"/>
                </a:cubicBezTo>
                <a:cubicBezTo>
                  <a:pt x="981998" y="40081"/>
                  <a:pt x="990011" y="43207"/>
                  <a:pt x="995444" y="49460"/>
                </a:cubicBezTo>
                <a:cubicBezTo>
                  <a:pt x="1000877" y="55713"/>
                  <a:pt x="1003593" y="65127"/>
                  <a:pt x="1003593" y="77701"/>
                </a:cubicBezTo>
                <a:lnTo>
                  <a:pt x="1003593" y="144844"/>
                </a:lnTo>
                <a:lnTo>
                  <a:pt x="985757" y="144844"/>
                </a:lnTo>
                <a:lnTo>
                  <a:pt x="985757" y="79136"/>
                </a:lnTo>
                <a:cubicBezTo>
                  <a:pt x="985757" y="71072"/>
                  <a:pt x="984254" y="65110"/>
                  <a:pt x="981247" y="61249"/>
                </a:cubicBezTo>
                <a:cubicBezTo>
                  <a:pt x="978240" y="57388"/>
                  <a:pt x="973764" y="55457"/>
                  <a:pt x="967818" y="55457"/>
                </a:cubicBezTo>
                <a:cubicBezTo>
                  <a:pt x="965631" y="55457"/>
                  <a:pt x="963496" y="55782"/>
                  <a:pt x="961411" y="56431"/>
                </a:cubicBezTo>
                <a:cubicBezTo>
                  <a:pt x="959327" y="57080"/>
                  <a:pt x="957157" y="58208"/>
                  <a:pt x="954902" y="59814"/>
                </a:cubicBezTo>
                <a:cubicBezTo>
                  <a:pt x="952647" y="61420"/>
                  <a:pt x="950204" y="63589"/>
                  <a:pt x="947573" y="66323"/>
                </a:cubicBezTo>
                <a:cubicBezTo>
                  <a:pt x="944942" y="69056"/>
                  <a:pt x="941986" y="72473"/>
                  <a:pt x="938706" y="76574"/>
                </a:cubicBezTo>
                <a:lnTo>
                  <a:pt x="938706" y="144844"/>
                </a:lnTo>
                <a:lnTo>
                  <a:pt x="920869" y="144844"/>
                </a:lnTo>
                <a:lnTo>
                  <a:pt x="920869" y="41926"/>
                </a:lnTo>
                <a:close/>
                <a:moveTo>
                  <a:pt x="1030456" y="95538"/>
                </a:moveTo>
                <a:cubicBezTo>
                  <a:pt x="1030456" y="86790"/>
                  <a:pt x="1031652" y="79017"/>
                  <a:pt x="1034044" y="72217"/>
                </a:cubicBezTo>
                <a:cubicBezTo>
                  <a:pt x="1036436" y="65417"/>
                  <a:pt x="1039835" y="59677"/>
                  <a:pt x="1044243" y="54996"/>
                </a:cubicBezTo>
                <a:cubicBezTo>
                  <a:pt x="1048651" y="50315"/>
                  <a:pt x="1053947" y="46761"/>
                  <a:pt x="1060132" y="44335"/>
                </a:cubicBezTo>
                <a:cubicBezTo>
                  <a:pt x="1066317" y="41909"/>
                  <a:pt x="1073202" y="40696"/>
                  <a:pt x="1080788" y="40696"/>
                </a:cubicBezTo>
                <a:cubicBezTo>
                  <a:pt x="1084068" y="40696"/>
                  <a:pt x="1087297" y="40901"/>
                  <a:pt x="1090475" y="41311"/>
                </a:cubicBezTo>
                <a:cubicBezTo>
                  <a:pt x="1093652" y="41721"/>
                  <a:pt x="1096779" y="42370"/>
                  <a:pt x="1099854" y="43259"/>
                </a:cubicBezTo>
                <a:lnTo>
                  <a:pt x="1099854" y="0"/>
                </a:lnTo>
                <a:lnTo>
                  <a:pt x="1117793" y="0"/>
                </a:lnTo>
                <a:lnTo>
                  <a:pt x="1117793" y="144844"/>
                </a:lnTo>
                <a:lnTo>
                  <a:pt x="1101802" y="144844"/>
                </a:lnTo>
                <a:lnTo>
                  <a:pt x="1101187" y="125368"/>
                </a:lnTo>
                <a:cubicBezTo>
                  <a:pt x="1096198" y="132612"/>
                  <a:pt x="1090799" y="137976"/>
                  <a:pt x="1084990" y="141461"/>
                </a:cubicBezTo>
                <a:cubicBezTo>
                  <a:pt x="1079182" y="144947"/>
                  <a:pt x="1072894" y="146689"/>
                  <a:pt x="1066129" y="146689"/>
                </a:cubicBezTo>
                <a:cubicBezTo>
                  <a:pt x="1060252" y="146689"/>
                  <a:pt x="1055075" y="145459"/>
                  <a:pt x="1050599" y="142999"/>
                </a:cubicBezTo>
                <a:cubicBezTo>
                  <a:pt x="1046123" y="140539"/>
                  <a:pt x="1042398" y="137071"/>
                  <a:pt x="1039425" y="132595"/>
                </a:cubicBezTo>
                <a:cubicBezTo>
                  <a:pt x="1036453" y="128118"/>
                  <a:pt x="1034215" y="122737"/>
                  <a:pt x="1032711" y="116449"/>
                </a:cubicBezTo>
                <a:cubicBezTo>
                  <a:pt x="1031208" y="110162"/>
                  <a:pt x="1030456" y="103192"/>
                  <a:pt x="1030456" y="95538"/>
                </a:cubicBezTo>
                <a:moveTo>
                  <a:pt x="1048702" y="94410"/>
                </a:moveTo>
                <a:cubicBezTo>
                  <a:pt x="1048702" y="106848"/>
                  <a:pt x="1050530" y="116125"/>
                  <a:pt x="1054187" y="122241"/>
                </a:cubicBezTo>
                <a:cubicBezTo>
                  <a:pt x="1057843" y="128358"/>
                  <a:pt x="1063019" y="131416"/>
                  <a:pt x="1069717" y="131416"/>
                </a:cubicBezTo>
                <a:cubicBezTo>
                  <a:pt x="1074227" y="131416"/>
                  <a:pt x="1078994" y="129400"/>
                  <a:pt x="1084017" y="125368"/>
                </a:cubicBezTo>
                <a:cubicBezTo>
                  <a:pt x="1089039" y="121336"/>
                  <a:pt x="1094319" y="115356"/>
                  <a:pt x="1099854" y="107429"/>
                </a:cubicBezTo>
                <a:lnTo>
                  <a:pt x="1099854" y="59660"/>
                </a:lnTo>
                <a:cubicBezTo>
                  <a:pt x="1096915" y="58293"/>
                  <a:pt x="1093669" y="57251"/>
                  <a:pt x="1090116" y="56533"/>
                </a:cubicBezTo>
                <a:cubicBezTo>
                  <a:pt x="1086562" y="55816"/>
                  <a:pt x="1083043" y="55457"/>
                  <a:pt x="1079557" y="55457"/>
                </a:cubicBezTo>
                <a:cubicBezTo>
                  <a:pt x="1069853" y="55457"/>
                  <a:pt x="1062285" y="58601"/>
                  <a:pt x="1056852" y="64888"/>
                </a:cubicBezTo>
                <a:cubicBezTo>
                  <a:pt x="1051419" y="71175"/>
                  <a:pt x="1048702" y="81016"/>
                  <a:pt x="1048702" y="94410"/>
                </a:cubicBezTo>
                <a:close/>
                <a:moveTo>
                  <a:pt x="1155474" y="42848"/>
                </a:moveTo>
                <a:lnTo>
                  <a:pt x="1166545" y="31470"/>
                </a:lnTo>
                <a:lnTo>
                  <a:pt x="1235431" y="88977"/>
                </a:lnTo>
                <a:lnTo>
                  <a:pt x="1166545" y="146484"/>
                </a:lnTo>
                <a:lnTo>
                  <a:pt x="1155474" y="135208"/>
                </a:lnTo>
                <a:lnTo>
                  <a:pt x="1211341" y="89182"/>
                </a:lnTo>
                <a:lnTo>
                  <a:pt x="1155474" y="4284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Text SameExecution">
            <a:extLst xmlns:a="http://schemas.openxmlformats.org/drawingml/2006/main">
              <a:ext uri="{FF2B5EF4-FFF2-40B4-BE49-F238E27FC236}">
                <a16:creationId xmlns:a16="http://schemas.microsoft.com/office/drawing/2014/main" id="{49798059-C83F-4D0C-8AA0-7D5D215A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159" y="3022150"/>
            <a:ext cx="1799300" cy="174943"/>
          </a:xfrm>
          <a:custGeom xmlns:a="http://schemas.openxmlformats.org/drawingml/2006/main">
            <a:pathLst>
              <a:path w="1799300" h="174943">
                <a:moveTo>
                  <a:pt x="0" y="116936"/>
                </a:moveTo>
                <a:lnTo>
                  <a:pt x="33213" y="113707"/>
                </a:lnTo>
                <a:cubicBezTo>
                  <a:pt x="35212" y="124855"/>
                  <a:pt x="39267" y="133043"/>
                  <a:pt x="45379" y="138271"/>
                </a:cubicBezTo>
                <a:cubicBezTo>
                  <a:pt x="51491" y="143499"/>
                  <a:pt x="59737" y="146113"/>
                  <a:pt x="70116" y="146113"/>
                </a:cubicBezTo>
                <a:cubicBezTo>
                  <a:pt x="81110" y="146113"/>
                  <a:pt x="89394" y="143787"/>
                  <a:pt x="94968" y="139136"/>
                </a:cubicBezTo>
                <a:cubicBezTo>
                  <a:pt x="100541" y="134485"/>
                  <a:pt x="103328" y="129045"/>
                  <a:pt x="103328" y="122818"/>
                </a:cubicBezTo>
                <a:cubicBezTo>
                  <a:pt x="103328" y="118820"/>
                  <a:pt x="102156" y="115418"/>
                  <a:pt x="99811" y="112612"/>
                </a:cubicBezTo>
                <a:cubicBezTo>
                  <a:pt x="97466" y="109806"/>
                  <a:pt x="93372" y="107365"/>
                  <a:pt x="87529" y="105289"/>
                </a:cubicBezTo>
                <a:cubicBezTo>
                  <a:pt x="83531" y="103905"/>
                  <a:pt x="74421" y="101445"/>
                  <a:pt x="60198" y="97908"/>
                </a:cubicBezTo>
                <a:cubicBezTo>
                  <a:pt x="41900" y="93372"/>
                  <a:pt x="29061" y="87798"/>
                  <a:pt x="21681" y="81187"/>
                </a:cubicBezTo>
                <a:cubicBezTo>
                  <a:pt x="11302" y="71884"/>
                  <a:pt x="6112" y="60544"/>
                  <a:pt x="6112" y="47167"/>
                </a:cubicBezTo>
                <a:cubicBezTo>
                  <a:pt x="6112" y="38556"/>
                  <a:pt x="8553" y="30503"/>
                  <a:pt x="13435" y="23007"/>
                </a:cubicBezTo>
                <a:cubicBezTo>
                  <a:pt x="18317" y="15511"/>
                  <a:pt x="25352" y="9802"/>
                  <a:pt x="34539" y="5881"/>
                </a:cubicBezTo>
                <a:cubicBezTo>
                  <a:pt x="43726" y="1960"/>
                  <a:pt x="54816" y="0"/>
                  <a:pt x="67809" y="0"/>
                </a:cubicBezTo>
                <a:cubicBezTo>
                  <a:pt x="89029" y="0"/>
                  <a:pt x="105001" y="4651"/>
                  <a:pt x="115726" y="13954"/>
                </a:cubicBezTo>
                <a:cubicBezTo>
                  <a:pt x="126450" y="23257"/>
                  <a:pt x="132082" y="35673"/>
                  <a:pt x="132620" y="51203"/>
                </a:cubicBezTo>
                <a:lnTo>
                  <a:pt x="98485" y="52702"/>
                </a:lnTo>
                <a:cubicBezTo>
                  <a:pt x="97024" y="44015"/>
                  <a:pt x="93891" y="37768"/>
                  <a:pt x="89086" y="33962"/>
                </a:cubicBezTo>
                <a:cubicBezTo>
                  <a:pt x="84281" y="30157"/>
                  <a:pt x="77073" y="28254"/>
                  <a:pt x="67463" y="28254"/>
                </a:cubicBezTo>
                <a:cubicBezTo>
                  <a:pt x="57546" y="28254"/>
                  <a:pt x="49781" y="30291"/>
                  <a:pt x="44168" y="34366"/>
                </a:cubicBezTo>
                <a:cubicBezTo>
                  <a:pt x="40555" y="36980"/>
                  <a:pt x="38748" y="40478"/>
                  <a:pt x="38748" y="44860"/>
                </a:cubicBezTo>
                <a:cubicBezTo>
                  <a:pt x="38748" y="48858"/>
                  <a:pt x="40440" y="52279"/>
                  <a:pt x="43822" y="55124"/>
                </a:cubicBezTo>
                <a:cubicBezTo>
                  <a:pt x="48128" y="58737"/>
                  <a:pt x="58584" y="62504"/>
                  <a:pt x="75190" y="66425"/>
                </a:cubicBezTo>
                <a:cubicBezTo>
                  <a:pt x="91796" y="70346"/>
                  <a:pt x="104078" y="74402"/>
                  <a:pt x="112035" y="78592"/>
                </a:cubicBezTo>
                <a:cubicBezTo>
                  <a:pt x="119992" y="82782"/>
                  <a:pt x="126220" y="88510"/>
                  <a:pt x="130717" y="95775"/>
                </a:cubicBezTo>
                <a:cubicBezTo>
                  <a:pt x="135215" y="103040"/>
                  <a:pt x="137464" y="112016"/>
                  <a:pt x="137464" y="122702"/>
                </a:cubicBezTo>
                <a:cubicBezTo>
                  <a:pt x="137464" y="132390"/>
                  <a:pt x="134773" y="141462"/>
                  <a:pt x="129391" y="149918"/>
                </a:cubicBezTo>
                <a:cubicBezTo>
                  <a:pt x="124009" y="158375"/>
                  <a:pt x="116398" y="164660"/>
                  <a:pt x="106557" y="168774"/>
                </a:cubicBezTo>
                <a:cubicBezTo>
                  <a:pt x="96717" y="172887"/>
                  <a:pt x="84454" y="174943"/>
                  <a:pt x="69770" y="174943"/>
                </a:cubicBezTo>
                <a:cubicBezTo>
                  <a:pt x="48397" y="174943"/>
                  <a:pt x="31983" y="170004"/>
                  <a:pt x="20527" y="160124"/>
                </a:cubicBezTo>
                <a:cubicBezTo>
                  <a:pt x="9072" y="150245"/>
                  <a:pt x="2230" y="135849"/>
                  <a:pt x="0" y="116936"/>
                </a:cubicBezTo>
                <a:close/>
                <a:moveTo>
                  <a:pt x="190097" y="86837"/>
                </a:moveTo>
                <a:lnTo>
                  <a:pt x="160690" y="81533"/>
                </a:lnTo>
                <a:cubicBezTo>
                  <a:pt x="163996" y="69693"/>
                  <a:pt x="169685" y="60928"/>
                  <a:pt x="177757" y="55239"/>
                </a:cubicBezTo>
                <a:cubicBezTo>
                  <a:pt x="185830" y="49550"/>
                  <a:pt x="197823" y="46705"/>
                  <a:pt x="213738" y="46705"/>
                </a:cubicBezTo>
                <a:cubicBezTo>
                  <a:pt x="228191" y="46705"/>
                  <a:pt x="238955" y="48416"/>
                  <a:pt x="246028" y="51837"/>
                </a:cubicBezTo>
                <a:cubicBezTo>
                  <a:pt x="253101" y="55258"/>
                  <a:pt x="258079" y="59602"/>
                  <a:pt x="260962" y="64869"/>
                </a:cubicBezTo>
                <a:cubicBezTo>
                  <a:pt x="263845" y="70135"/>
                  <a:pt x="265287" y="79803"/>
                  <a:pt x="265287" y="93872"/>
                </a:cubicBezTo>
                <a:lnTo>
                  <a:pt x="264941" y="131698"/>
                </a:lnTo>
                <a:cubicBezTo>
                  <a:pt x="264941" y="142461"/>
                  <a:pt x="265460" y="150399"/>
                  <a:pt x="266497" y="155512"/>
                </a:cubicBezTo>
                <a:cubicBezTo>
                  <a:pt x="267535" y="160624"/>
                  <a:pt x="269477" y="166102"/>
                  <a:pt x="272321" y="171945"/>
                </a:cubicBezTo>
                <a:lnTo>
                  <a:pt x="240262" y="171945"/>
                </a:lnTo>
                <a:cubicBezTo>
                  <a:pt x="239416" y="169792"/>
                  <a:pt x="238378" y="166602"/>
                  <a:pt x="237148" y="162373"/>
                </a:cubicBezTo>
                <a:cubicBezTo>
                  <a:pt x="236610" y="160451"/>
                  <a:pt x="236225" y="159183"/>
                  <a:pt x="235995" y="158568"/>
                </a:cubicBezTo>
                <a:cubicBezTo>
                  <a:pt x="230459" y="163949"/>
                  <a:pt x="224539" y="167986"/>
                  <a:pt x="218235" y="170676"/>
                </a:cubicBezTo>
                <a:cubicBezTo>
                  <a:pt x="211931" y="173367"/>
                  <a:pt x="205204" y="174713"/>
                  <a:pt x="198054" y="174713"/>
                </a:cubicBezTo>
                <a:cubicBezTo>
                  <a:pt x="185445" y="174713"/>
                  <a:pt x="175508" y="171291"/>
                  <a:pt x="168243" y="164449"/>
                </a:cubicBezTo>
                <a:cubicBezTo>
                  <a:pt x="160978" y="157607"/>
                  <a:pt x="157345" y="148957"/>
                  <a:pt x="157345" y="138502"/>
                </a:cubicBezTo>
                <a:cubicBezTo>
                  <a:pt x="157345" y="131582"/>
                  <a:pt x="158998" y="125413"/>
                  <a:pt x="162304" y="119992"/>
                </a:cubicBezTo>
                <a:cubicBezTo>
                  <a:pt x="165610" y="114572"/>
                  <a:pt x="170242" y="110421"/>
                  <a:pt x="176200" y="107538"/>
                </a:cubicBezTo>
                <a:cubicBezTo>
                  <a:pt x="182159" y="104655"/>
                  <a:pt x="190750" y="102137"/>
                  <a:pt x="201975" y="99984"/>
                </a:cubicBezTo>
                <a:cubicBezTo>
                  <a:pt x="217120" y="97139"/>
                  <a:pt x="227615" y="94487"/>
                  <a:pt x="233458" y="92027"/>
                </a:cubicBezTo>
                <a:lnTo>
                  <a:pt x="233458" y="88798"/>
                </a:lnTo>
                <a:cubicBezTo>
                  <a:pt x="233458" y="82570"/>
                  <a:pt x="231920" y="78131"/>
                  <a:pt x="228845" y="75478"/>
                </a:cubicBezTo>
                <a:cubicBezTo>
                  <a:pt x="225770" y="72826"/>
                  <a:pt x="219965" y="71500"/>
                  <a:pt x="211431" y="71500"/>
                </a:cubicBezTo>
                <a:cubicBezTo>
                  <a:pt x="205665" y="71500"/>
                  <a:pt x="201168" y="72634"/>
                  <a:pt x="197939" y="74902"/>
                </a:cubicBezTo>
                <a:cubicBezTo>
                  <a:pt x="194710" y="77170"/>
                  <a:pt x="192096" y="81148"/>
                  <a:pt x="190097" y="86837"/>
                </a:cubicBezTo>
                <a:moveTo>
                  <a:pt x="233458" y="113131"/>
                </a:moveTo>
                <a:cubicBezTo>
                  <a:pt x="229306" y="114515"/>
                  <a:pt x="222733" y="116168"/>
                  <a:pt x="213738" y="118090"/>
                </a:cubicBezTo>
                <a:cubicBezTo>
                  <a:pt x="204743" y="120012"/>
                  <a:pt x="198861" y="121895"/>
                  <a:pt x="196093" y="123740"/>
                </a:cubicBezTo>
                <a:cubicBezTo>
                  <a:pt x="191865" y="126739"/>
                  <a:pt x="189751" y="130544"/>
                  <a:pt x="189751" y="135157"/>
                </a:cubicBezTo>
                <a:cubicBezTo>
                  <a:pt x="189751" y="139693"/>
                  <a:pt x="191442" y="143614"/>
                  <a:pt x="194825" y="146920"/>
                </a:cubicBezTo>
                <a:cubicBezTo>
                  <a:pt x="198208" y="150226"/>
                  <a:pt x="202513" y="151879"/>
                  <a:pt x="207741" y="151879"/>
                </a:cubicBezTo>
                <a:cubicBezTo>
                  <a:pt x="213584" y="151879"/>
                  <a:pt x="219158" y="149957"/>
                  <a:pt x="224463" y="146113"/>
                </a:cubicBezTo>
                <a:cubicBezTo>
                  <a:pt x="228384" y="143191"/>
                  <a:pt x="230959" y="139616"/>
                  <a:pt x="232189" y="135388"/>
                </a:cubicBezTo>
                <a:cubicBezTo>
                  <a:pt x="233035" y="132620"/>
                  <a:pt x="233458" y="127354"/>
                  <a:pt x="233458" y="119589"/>
                </a:cubicBezTo>
                <a:lnTo>
                  <a:pt x="233458" y="113131"/>
                </a:lnTo>
                <a:close/>
                <a:moveTo>
                  <a:pt x="294702" y="49473"/>
                </a:moveTo>
                <a:lnTo>
                  <a:pt x="324570" y="49473"/>
                </a:lnTo>
                <a:lnTo>
                  <a:pt x="324570" y="66195"/>
                </a:lnTo>
                <a:cubicBezTo>
                  <a:pt x="335257" y="53202"/>
                  <a:pt x="347981" y="46705"/>
                  <a:pt x="362742" y="46705"/>
                </a:cubicBezTo>
                <a:cubicBezTo>
                  <a:pt x="370584" y="46705"/>
                  <a:pt x="377388" y="48320"/>
                  <a:pt x="383154" y="51549"/>
                </a:cubicBezTo>
                <a:cubicBezTo>
                  <a:pt x="388920" y="54778"/>
                  <a:pt x="393648" y="59660"/>
                  <a:pt x="397339" y="66195"/>
                </a:cubicBezTo>
                <a:cubicBezTo>
                  <a:pt x="402720" y="59660"/>
                  <a:pt x="408525" y="54778"/>
                  <a:pt x="414752" y="51549"/>
                </a:cubicBezTo>
                <a:cubicBezTo>
                  <a:pt x="420979" y="48320"/>
                  <a:pt x="427630" y="46705"/>
                  <a:pt x="434703" y="46705"/>
                </a:cubicBezTo>
                <a:cubicBezTo>
                  <a:pt x="443698" y="46705"/>
                  <a:pt x="451309" y="48531"/>
                  <a:pt x="457537" y="52183"/>
                </a:cubicBezTo>
                <a:cubicBezTo>
                  <a:pt x="463764" y="55835"/>
                  <a:pt x="468415" y="61197"/>
                  <a:pt x="471490" y="68271"/>
                </a:cubicBezTo>
                <a:cubicBezTo>
                  <a:pt x="473720" y="73498"/>
                  <a:pt x="474835" y="81955"/>
                  <a:pt x="474835" y="93641"/>
                </a:cubicBezTo>
                <a:lnTo>
                  <a:pt x="474835" y="171945"/>
                </a:lnTo>
                <a:lnTo>
                  <a:pt x="442429" y="171945"/>
                </a:lnTo>
                <a:lnTo>
                  <a:pt x="442429" y="101945"/>
                </a:lnTo>
                <a:cubicBezTo>
                  <a:pt x="442429" y="89797"/>
                  <a:pt x="441315" y="81955"/>
                  <a:pt x="439085" y="78419"/>
                </a:cubicBezTo>
                <a:cubicBezTo>
                  <a:pt x="436087" y="73806"/>
                  <a:pt x="431474" y="71500"/>
                  <a:pt x="425246" y="71500"/>
                </a:cubicBezTo>
                <a:cubicBezTo>
                  <a:pt x="420710" y="71500"/>
                  <a:pt x="416443" y="72883"/>
                  <a:pt x="412446" y="75651"/>
                </a:cubicBezTo>
                <a:cubicBezTo>
                  <a:pt x="408448" y="78419"/>
                  <a:pt x="405565" y="82474"/>
                  <a:pt x="403797" y="87818"/>
                </a:cubicBezTo>
                <a:cubicBezTo>
                  <a:pt x="402028" y="93161"/>
                  <a:pt x="401144" y="101599"/>
                  <a:pt x="401144" y="113131"/>
                </a:cubicBezTo>
                <a:lnTo>
                  <a:pt x="401144" y="171945"/>
                </a:lnTo>
                <a:lnTo>
                  <a:pt x="368739" y="171945"/>
                </a:lnTo>
                <a:lnTo>
                  <a:pt x="368739" y="104828"/>
                </a:lnTo>
                <a:cubicBezTo>
                  <a:pt x="368739" y="92911"/>
                  <a:pt x="368162" y="85223"/>
                  <a:pt x="367009" y="81763"/>
                </a:cubicBezTo>
                <a:cubicBezTo>
                  <a:pt x="365856" y="78304"/>
                  <a:pt x="364068" y="75728"/>
                  <a:pt x="361646" y="74037"/>
                </a:cubicBezTo>
                <a:cubicBezTo>
                  <a:pt x="359225" y="72345"/>
                  <a:pt x="355938" y="71500"/>
                  <a:pt x="351786" y="71500"/>
                </a:cubicBezTo>
                <a:cubicBezTo>
                  <a:pt x="346789" y="71500"/>
                  <a:pt x="342292" y="72845"/>
                  <a:pt x="338294" y="75536"/>
                </a:cubicBezTo>
                <a:cubicBezTo>
                  <a:pt x="334296" y="78227"/>
                  <a:pt x="331432" y="82109"/>
                  <a:pt x="329702" y="87183"/>
                </a:cubicBezTo>
                <a:cubicBezTo>
                  <a:pt x="327972" y="92258"/>
                  <a:pt x="327107" y="100676"/>
                  <a:pt x="327107" y="112439"/>
                </a:cubicBezTo>
                <a:lnTo>
                  <a:pt x="327107" y="171945"/>
                </a:lnTo>
                <a:lnTo>
                  <a:pt x="294702" y="171945"/>
                </a:lnTo>
                <a:lnTo>
                  <a:pt x="294702" y="49473"/>
                </a:lnTo>
                <a:close/>
                <a:moveTo>
                  <a:pt x="577939" y="132966"/>
                </a:moveTo>
                <a:lnTo>
                  <a:pt x="610229" y="138386"/>
                </a:lnTo>
                <a:cubicBezTo>
                  <a:pt x="606078" y="150226"/>
                  <a:pt x="599524" y="159240"/>
                  <a:pt x="590567" y="165429"/>
                </a:cubicBezTo>
                <a:cubicBezTo>
                  <a:pt x="581610" y="171618"/>
                  <a:pt x="570405" y="174713"/>
                  <a:pt x="556951" y="174713"/>
                </a:cubicBezTo>
                <a:cubicBezTo>
                  <a:pt x="535655" y="174713"/>
                  <a:pt x="519894" y="167755"/>
                  <a:pt x="509669" y="153839"/>
                </a:cubicBezTo>
                <a:cubicBezTo>
                  <a:pt x="501596" y="142692"/>
                  <a:pt x="497560" y="128622"/>
                  <a:pt x="497560" y="111632"/>
                </a:cubicBezTo>
                <a:cubicBezTo>
                  <a:pt x="497560" y="91335"/>
                  <a:pt x="502865" y="75440"/>
                  <a:pt x="513474" y="63946"/>
                </a:cubicBezTo>
                <a:cubicBezTo>
                  <a:pt x="524084" y="52452"/>
                  <a:pt x="537500" y="46705"/>
                  <a:pt x="553722" y="46705"/>
                </a:cubicBezTo>
                <a:cubicBezTo>
                  <a:pt x="571943" y="46705"/>
                  <a:pt x="586319" y="52721"/>
                  <a:pt x="596852" y="64753"/>
                </a:cubicBezTo>
                <a:cubicBezTo>
                  <a:pt x="607385" y="76785"/>
                  <a:pt x="612421" y="95217"/>
                  <a:pt x="611959" y="120050"/>
                </a:cubicBezTo>
                <a:lnTo>
                  <a:pt x="530773" y="120050"/>
                </a:lnTo>
                <a:cubicBezTo>
                  <a:pt x="531003" y="129660"/>
                  <a:pt x="533617" y="137137"/>
                  <a:pt x="538614" y="142480"/>
                </a:cubicBezTo>
                <a:cubicBezTo>
                  <a:pt x="543612" y="147823"/>
                  <a:pt x="549839" y="150495"/>
                  <a:pt x="557297" y="150495"/>
                </a:cubicBezTo>
                <a:cubicBezTo>
                  <a:pt x="562371" y="150495"/>
                  <a:pt x="566638" y="149111"/>
                  <a:pt x="570097" y="146343"/>
                </a:cubicBezTo>
                <a:cubicBezTo>
                  <a:pt x="573557" y="143576"/>
                  <a:pt x="576171" y="139117"/>
                  <a:pt x="577939" y="132966"/>
                </a:cubicBezTo>
                <a:moveTo>
                  <a:pt x="579784" y="100215"/>
                </a:moveTo>
                <a:cubicBezTo>
                  <a:pt x="579554" y="90835"/>
                  <a:pt x="577132" y="83704"/>
                  <a:pt x="572519" y="78823"/>
                </a:cubicBezTo>
                <a:cubicBezTo>
                  <a:pt x="567906" y="73941"/>
                  <a:pt x="562294" y="71500"/>
                  <a:pt x="555682" y="71500"/>
                </a:cubicBezTo>
                <a:cubicBezTo>
                  <a:pt x="548609" y="71500"/>
                  <a:pt x="542766" y="74075"/>
                  <a:pt x="538153" y="79226"/>
                </a:cubicBezTo>
                <a:cubicBezTo>
                  <a:pt x="533540" y="84377"/>
                  <a:pt x="531272" y="91373"/>
                  <a:pt x="531349" y="100215"/>
                </a:cubicBezTo>
                <a:lnTo>
                  <a:pt x="579784" y="100215"/>
                </a:lnTo>
                <a:close/>
                <a:moveTo>
                  <a:pt x="704066" y="171945"/>
                </a:moveTo>
                <a:lnTo>
                  <a:pt x="704066" y="2883"/>
                </a:lnTo>
                <a:lnTo>
                  <a:pt x="829420" y="2883"/>
                </a:lnTo>
                <a:lnTo>
                  <a:pt x="829420" y="31483"/>
                </a:lnTo>
                <a:lnTo>
                  <a:pt x="738201" y="31483"/>
                </a:lnTo>
                <a:lnTo>
                  <a:pt x="738201" y="68962"/>
                </a:lnTo>
                <a:lnTo>
                  <a:pt x="823078" y="68962"/>
                </a:lnTo>
                <a:lnTo>
                  <a:pt x="823078" y="97447"/>
                </a:lnTo>
                <a:lnTo>
                  <a:pt x="738201" y="97447"/>
                </a:lnTo>
                <a:lnTo>
                  <a:pt x="738201" y="143460"/>
                </a:lnTo>
                <a:lnTo>
                  <a:pt x="832649" y="143460"/>
                </a:lnTo>
                <a:lnTo>
                  <a:pt x="832649" y="171945"/>
                </a:lnTo>
                <a:lnTo>
                  <a:pt x="704066" y="171945"/>
                </a:lnTo>
                <a:close/>
                <a:moveTo>
                  <a:pt x="845727" y="171945"/>
                </a:moveTo>
                <a:lnTo>
                  <a:pt x="889896" y="108864"/>
                </a:lnTo>
                <a:lnTo>
                  <a:pt x="847572" y="49473"/>
                </a:lnTo>
                <a:lnTo>
                  <a:pt x="887128" y="49473"/>
                </a:lnTo>
                <a:lnTo>
                  <a:pt x="908808" y="83147"/>
                </a:lnTo>
                <a:lnTo>
                  <a:pt x="931642" y="49473"/>
                </a:lnTo>
                <a:lnTo>
                  <a:pt x="969698" y="49473"/>
                </a:lnTo>
                <a:lnTo>
                  <a:pt x="928182" y="107480"/>
                </a:lnTo>
                <a:lnTo>
                  <a:pt x="973504" y="171945"/>
                </a:lnTo>
                <a:lnTo>
                  <a:pt x="933718" y="171945"/>
                </a:lnTo>
                <a:lnTo>
                  <a:pt x="908808" y="134004"/>
                </a:lnTo>
                <a:lnTo>
                  <a:pt x="883668" y="171945"/>
                </a:lnTo>
                <a:lnTo>
                  <a:pt x="845727" y="171945"/>
                </a:lnTo>
                <a:close/>
                <a:moveTo>
                  <a:pt x="1063463" y="132966"/>
                </a:moveTo>
                <a:lnTo>
                  <a:pt x="1095753" y="138386"/>
                </a:lnTo>
                <a:cubicBezTo>
                  <a:pt x="1091602" y="150226"/>
                  <a:pt x="1085048" y="159240"/>
                  <a:pt x="1076091" y="165429"/>
                </a:cubicBezTo>
                <a:cubicBezTo>
                  <a:pt x="1067134" y="171618"/>
                  <a:pt x="1055929" y="174713"/>
                  <a:pt x="1042475" y="174713"/>
                </a:cubicBezTo>
                <a:cubicBezTo>
                  <a:pt x="1021178" y="174713"/>
                  <a:pt x="1005418" y="167755"/>
                  <a:pt x="995193" y="153839"/>
                </a:cubicBezTo>
                <a:cubicBezTo>
                  <a:pt x="987120" y="142692"/>
                  <a:pt x="983084" y="128622"/>
                  <a:pt x="983084" y="111632"/>
                </a:cubicBezTo>
                <a:cubicBezTo>
                  <a:pt x="983084" y="91335"/>
                  <a:pt x="988389" y="75440"/>
                  <a:pt x="998998" y="63946"/>
                </a:cubicBezTo>
                <a:cubicBezTo>
                  <a:pt x="1009608" y="52452"/>
                  <a:pt x="1023024" y="46705"/>
                  <a:pt x="1039245" y="46705"/>
                </a:cubicBezTo>
                <a:cubicBezTo>
                  <a:pt x="1057466" y="46705"/>
                  <a:pt x="1071843" y="52721"/>
                  <a:pt x="1082376" y="64753"/>
                </a:cubicBezTo>
                <a:cubicBezTo>
                  <a:pt x="1092909" y="76785"/>
                  <a:pt x="1097944" y="95217"/>
                  <a:pt x="1097483" y="120050"/>
                </a:cubicBezTo>
                <a:lnTo>
                  <a:pt x="1016296" y="120050"/>
                </a:lnTo>
                <a:cubicBezTo>
                  <a:pt x="1016527" y="129660"/>
                  <a:pt x="1019141" y="137137"/>
                  <a:pt x="1024138" y="142480"/>
                </a:cubicBezTo>
                <a:cubicBezTo>
                  <a:pt x="1029136" y="147823"/>
                  <a:pt x="1035363" y="150495"/>
                  <a:pt x="1042820" y="150495"/>
                </a:cubicBezTo>
                <a:cubicBezTo>
                  <a:pt x="1047895" y="150495"/>
                  <a:pt x="1052162" y="149111"/>
                  <a:pt x="1055621" y="146343"/>
                </a:cubicBezTo>
                <a:cubicBezTo>
                  <a:pt x="1059081" y="143576"/>
                  <a:pt x="1061695" y="139117"/>
                  <a:pt x="1063463" y="132966"/>
                </a:cubicBezTo>
                <a:moveTo>
                  <a:pt x="1065308" y="100215"/>
                </a:moveTo>
                <a:cubicBezTo>
                  <a:pt x="1065078" y="90835"/>
                  <a:pt x="1062656" y="83704"/>
                  <a:pt x="1058043" y="78823"/>
                </a:cubicBezTo>
                <a:cubicBezTo>
                  <a:pt x="1053430" y="73941"/>
                  <a:pt x="1047818" y="71500"/>
                  <a:pt x="1041206" y="71500"/>
                </a:cubicBezTo>
                <a:cubicBezTo>
                  <a:pt x="1034133" y="71500"/>
                  <a:pt x="1028290" y="74075"/>
                  <a:pt x="1023677" y="79226"/>
                </a:cubicBezTo>
                <a:cubicBezTo>
                  <a:pt x="1019064" y="84377"/>
                  <a:pt x="1016796" y="91373"/>
                  <a:pt x="1016873" y="100215"/>
                </a:cubicBezTo>
                <a:lnTo>
                  <a:pt x="1065308" y="100215"/>
                </a:lnTo>
                <a:close/>
                <a:moveTo>
                  <a:pt x="1230573" y="85684"/>
                </a:moveTo>
                <a:lnTo>
                  <a:pt x="1198629" y="91450"/>
                </a:lnTo>
                <a:cubicBezTo>
                  <a:pt x="1197553" y="85069"/>
                  <a:pt x="1195112" y="80264"/>
                  <a:pt x="1191306" y="77035"/>
                </a:cubicBezTo>
                <a:cubicBezTo>
                  <a:pt x="1187501" y="73806"/>
                  <a:pt x="1182561" y="72192"/>
                  <a:pt x="1176487" y="72192"/>
                </a:cubicBezTo>
                <a:cubicBezTo>
                  <a:pt x="1168415" y="72192"/>
                  <a:pt x="1161976" y="74978"/>
                  <a:pt x="1157171" y="80552"/>
                </a:cubicBezTo>
                <a:cubicBezTo>
                  <a:pt x="1152366" y="86126"/>
                  <a:pt x="1149963" y="95448"/>
                  <a:pt x="1149963" y="108518"/>
                </a:cubicBezTo>
                <a:cubicBezTo>
                  <a:pt x="1149963" y="123048"/>
                  <a:pt x="1152404" y="133312"/>
                  <a:pt x="1157286" y="139309"/>
                </a:cubicBezTo>
                <a:cubicBezTo>
                  <a:pt x="1162168" y="145306"/>
                  <a:pt x="1168722" y="148304"/>
                  <a:pt x="1176949" y="148304"/>
                </a:cubicBezTo>
                <a:cubicBezTo>
                  <a:pt x="1183099" y="148304"/>
                  <a:pt x="1188135" y="146555"/>
                  <a:pt x="1192056" y="143057"/>
                </a:cubicBezTo>
                <a:cubicBezTo>
                  <a:pt x="1195977" y="139559"/>
                  <a:pt x="1198745" y="133543"/>
                  <a:pt x="1200359" y="125009"/>
                </a:cubicBezTo>
                <a:lnTo>
                  <a:pt x="1232188" y="130429"/>
                </a:lnTo>
                <a:cubicBezTo>
                  <a:pt x="1228882" y="145037"/>
                  <a:pt x="1222539" y="156069"/>
                  <a:pt x="1213160" y="163526"/>
                </a:cubicBezTo>
                <a:cubicBezTo>
                  <a:pt x="1203780" y="170984"/>
                  <a:pt x="1191210" y="174713"/>
                  <a:pt x="1175450" y="174713"/>
                </a:cubicBezTo>
                <a:cubicBezTo>
                  <a:pt x="1157536" y="174713"/>
                  <a:pt x="1143256" y="169062"/>
                  <a:pt x="1132608" y="157760"/>
                </a:cubicBezTo>
                <a:cubicBezTo>
                  <a:pt x="1121959" y="146459"/>
                  <a:pt x="1116635" y="130813"/>
                  <a:pt x="1116635" y="110824"/>
                </a:cubicBezTo>
                <a:cubicBezTo>
                  <a:pt x="1116635" y="90605"/>
                  <a:pt x="1121979" y="74863"/>
                  <a:pt x="1132665" y="63600"/>
                </a:cubicBezTo>
                <a:cubicBezTo>
                  <a:pt x="1143352" y="52337"/>
                  <a:pt x="1157805" y="46705"/>
                  <a:pt x="1176026" y="46705"/>
                </a:cubicBezTo>
                <a:cubicBezTo>
                  <a:pt x="1190941" y="46705"/>
                  <a:pt x="1202800" y="49915"/>
                  <a:pt x="1211603" y="56335"/>
                </a:cubicBezTo>
                <a:cubicBezTo>
                  <a:pt x="1220406" y="62754"/>
                  <a:pt x="1226729" y="72537"/>
                  <a:pt x="1230573" y="85684"/>
                </a:cubicBezTo>
                <a:close/>
                <a:moveTo>
                  <a:pt x="1335640" y="171945"/>
                </a:moveTo>
                <a:lnTo>
                  <a:pt x="1335640" y="153609"/>
                </a:lnTo>
                <a:cubicBezTo>
                  <a:pt x="1331181" y="160144"/>
                  <a:pt x="1325318" y="165295"/>
                  <a:pt x="1318053" y="169062"/>
                </a:cubicBezTo>
                <a:cubicBezTo>
                  <a:pt x="1310788" y="172829"/>
                  <a:pt x="1303119" y="174713"/>
                  <a:pt x="1295046" y="174713"/>
                </a:cubicBezTo>
                <a:cubicBezTo>
                  <a:pt x="1286820" y="174713"/>
                  <a:pt x="1279440" y="172906"/>
                  <a:pt x="1272905" y="169293"/>
                </a:cubicBezTo>
                <a:cubicBezTo>
                  <a:pt x="1266370" y="165679"/>
                  <a:pt x="1261642" y="160605"/>
                  <a:pt x="1258720" y="154070"/>
                </a:cubicBezTo>
                <a:cubicBezTo>
                  <a:pt x="1255799" y="147535"/>
                  <a:pt x="1254338" y="138502"/>
                  <a:pt x="1254338" y="126969"/>
                </a:cubicBezTo>
                <a:lnTo>
                  <a:pt x="1254338" y="49473"/>
                </a:lnTo>
                <a:lnTo>
                  <a:pt x="1286743" y="49473"/>
                </a:lnTo>
                <a:lnTo>
                  <a:pt x="1286743" y="105750"/>
                </a:lnTo>
                <a:cubicBezTo>
                  <a:pt x="1286743" y="122972"/>
                  <a:pt x="1287339" y="133524"/>
                  <a:pt x="1288531" y="137406"/>
                </a:cubicBezTo>
                <a:cubicBezTo>
                  <a:pt x="1289722" y="141289"/>
                  <a:pt x="1291894" y="144364"/>
                  <a:pt x="1295046" y="146632"/>
                </a:cubicBezTo>
                <a:cubicBezTo>
                  <a:pt x="1298199" y="148900"/>
                  <a:pt x="1302196" y="150034"/>
                  <a:pt x="1307040" y="150034"/>
                </a:cubicBezTo>
                <a:cubicBezTo>
                  <a:pt x="1312575" y="150034"/>
                  <a:pt x="1317534" y="148515"/>
                  <a:pt x="1321916" y="145479"/>
                </a:cubicBezTo>
                <a:cubicBezTo>
                  <a:pt x="1326299" y="142442"/>
                  <a:pt x="1329297" y="138675"/>
                  <a:pt x="1330912" y="134177"/>
                </a:cubicBezTo>
                <a:cubicBezTo>
                  <a:pt x="1332526" y="129679"/>
                  <a:pt x="1333333" y="118666"/>
                  <a:pt x="1333333" y="101137"/>
                </a:cubicBezTo>
                <a:lnTo>
                  <a:pt x="1333333" y="49473"/>
                </a:lnTo>
                <a:lnTo>
                  <a:pt x="1365739" y="49473"/>
                </a:lnTo>
                <a:lnTo>
                  <a:pt x="1365739" y="171945"/>
                </a:lnTo>
                <a:lnTo>
                  <a:pt x="1335640" y="171945"/>
                </a:lnTo>
                <a:close/>
                <a:moveTo>
                  <a:pt x="1455427" y="49473"/>
                </a:moveTo>
                <a:lnTo>
                  <a:pt x="1455427" y="75305"/>
                </a:lnTo>
                <a:lnTo>
                  <a:pt x="1433285" y="75305"/>
                </a:lnTo>
                <a:lnTo>
                  <a:pt x="1433285" y="124663"/>
                </a:lnTo>
                <a:cubicBezTo>
                  <a:pt x="1433285" y="134658"/>
                  <a:pt x="1433496" y="140481"/>
                  <a:pt x="1433919" y="142134"/>
                </a:cubicBezTo>
                <a:cubicBezTo>
                  <a:pt x="1434342" y="143787"/>
                  <a:pt x="1435303" y="145152"/>
                  <a:pt x="1436802" y="146228"/>
                </a:cubicBezTo>
                <a:cubicBezTo>
                  <a:pt x="1438301" y="147305"/>
                  <a:pt x="1440127" y="147843"/>
                  <a:pt x="1442280" y="147843"/>
                </a:cubicBezTo>
                <a:cubicBezTo>
                  <a:pt x="1445278" y="147843"/>
                  <a:pt x="1449622" y="146805"/>
                  <a:pt x="1455311" y="144729"/>
                </a:cubicBezTo>
                <a:lnTo>
                  <a:pt x="1458079" y="169869"/>
                </a:lnTo>
                <a:cubicBezTo>
                  <a:pt x="1450545" y="173098"/>
                  <a:pt x="1442011" y="174713"/>
                  <a:pt x="1432478" y="174713"/>
                </a:cubicBezTo>
                <a:cubicBezTo>
                  <a:pt x="1426635" y="174713"/>
                  <a:pt x="1421368" y="173732"/>
                  <a:pt x="1416679" y="171772"/>
                </a:cubicBezTo>
                <a:cubicBezTo>
                  <a:pt x="1411989" y="169811"/>
                  <a:pt x="1408548" y="167274"/>
                  <a:pt x="1406357" y="164161"/>
                </a:cubicBezTo>
                <a:cubicBezTo>
                  <a:pt x="1404166" y="161047"/>
                  <a:pt x="1402648" y="156838"/>
                  <a:pt x="1401802" y="151533"/>
                </a:cubicBezTo>
                <a:cubicBezTo>
                  <a:pt x="1401110" y="147766"/>
                  <a:pt x="1400764" y="140155"/>
                  <a:pt x="1400764" y="128699"/>
                </a:cubicBezTo>
                <a:lnTo>
                  <a:pt x="1400764" y="75305"/>
                </a:lnTo>
                <a:lnTo>
                  <a:pt x="1385888" y="75305"/>
                </a:lnTo>
                <a:lnTo>
                  <a:pt x="1385888" y="49473"/>
                </a:lnTo>
                <a:lnTo>
                  <a:pt x="1400764" y="49473"/>
                </a:lnTo>
                <a:lnTo>
                  <a:pt x="1400764" y="25140"/>
                </a:lnTo>
                <a:lnTo>
                  <a:pt x="1433285" y="6227"/>
                </a:lnTo>
                <a:lnTo>
                  <a:pt x="1433285" y="49473"/>
                </a:lnTo>
                <a:lnTo>
                  <a:pt x="1455427" y="49473"/>
                </a:lnTo>
                <a:close/>
                <a:moveTo>
                  <a:pt x="1478078" y="32867"/>
                </a:moveTo>
                <a:lnTo>
                  <a:pt x="1478078" y="2883"/>
                </a:lnTo>
                <a:lnTo>
                  <a:pt x="1510483" y="2883"/>
                </a:lnTo>
                <a:lnTo>
                  <a:pt x="1510483" y="32867"/>
                </a:lnTo>
                <a:lnTo>
                  <a:pt x="1478078" y="32867"/>
                </a:lnTo>
                <a:moveTo>
                  <a:pt x="1478078" y="171945"/>
                </a:moveTo>
                <a:lnTo>
                  <a:pt x="1478078" y="49473"/>
                </a:lnTo>
                <a:lnTo>
                  <a:pt x="1510483" y="49473"/>
                </a:lnTo>
                <a:lnTo>
                  <a:pt x="1510483" y="171945"/>
                </a:lnTo>
                <a:lnTo>
                  <a:pt x="1478078" y="171945"/>
                </a:lnTo>
                <a:close/>
                <a:moveTo>
                  <a:pt x="1536169" y="108979"/>
                </a:moveTo>
                <a:cubicBezTo>
                  <a:pt x="1536169" y="98216"/>
                  <a:pt x="1538821" y="87798"/>
                  <a:pt x="1544126" y="77727"/>
                </a:cubicBezTo>
                <a:cubicBezTo>
                  <a:pt x="1549431" y="67656"/>
                  <a:pt x="1556946" y="59967"/>
                  <a:pt x="1566671" y="54663"/>
                </a:cubicBezTo>
                <a:cubicBezTo>
                  <a:pt x="1576397" y="49358"/>
                  <a:pt x="1587256" y="46705"/>
                  <a:pt x="1599250" y="46705"/>
                </a:cubicBezTo>
                <a:cubicBezTo>
                  <a:pt x="1617778" y="46705"/>
                  <a:pt x="1632962" y="52721"/>
                  <a:pt x="1644802" y="64753"/>
                </a:cubicBezTo>
                <a:cubicBezTo>
                  <a:pt x="1656642" y="76785"/>
                  <a:pt x="1662562" y="91988"/>
                  <a:pt x="1662562" y="110363"/>
                </a:cubicBezTo>
                <a:cubicBezTo>
                  <a:pt x="1662562" y="128891"/>
                  <a:pt x="1656584" y="144248"/>
                  <a:pt x="1644629" y="156434"/>
                </a:cubicBezTo>
                <a:cubicBezTo>
                  <a:pt x="1632674" y="168620"/>
                  <a:pt x="1617624" y="174713"/>
                  <a:pt x="1599481" y="174713"/>
                </a:cubicBezTo>
                <a:cubicBezTo>
                  <a:pt x="1588256" y="174713"/>
                  <a:pt x="1577550" y="172176"/>
                  <a:pt x="1567363" y="167101"/>
                </a:cubicBezTo>
                <a:cubicBezTo>
                  <a:pt x="1557177" y="162027"/>
                  <a:pt x="1549431" y="154589"/>
                  <a:pt x="1544126" y="144787"/>
                </a:cubicBezTo>
                <a:cubicBezTo>
                  <a:pt x="1538821" y="134984"/>
                  <a:pt x="1536169" y="123048"/>
                  <a:pt x="1536169" y="108979"/>
                </a:cubicBezTo>
                <a:moveTo>
                  <a:pt x="1569382" y="110709"/>
                </a:moveTo>
                <a:cubicBezTo>
                  <a:pt x="1569382" y="122856"/>
                  <a:pt x="1572265" y="132159"/>
                  <a:pt x="1578031" y="138617"/>
                </a:cubicBezTo>
                <a:cubicBezTo>
                  <a:pt x="1583797" y="145075"/>
                  <a:pt x="1590908" y="148304"/>
                  <a:pt x="1599365" y="148304"/>
                </a:cubicBezTo>
                <a:cubicBezTo>
                  <a:pt x="1607822" y="148304"/>
                  <a:pt x="1614914" y="145075"/>
                  <a:pt x="1620642" y="138617"/>
                </a:cubicBezTo>
                <a:cubicBezTo>
                  <a:pt x="1626370" y="132159"/>
                  <a:pt x="1629234" y="122779"/>
                  <a:pt x="1629234" y="110478"/>
                </a:cubicBezTo>
                <a:cubicBezTo>
                  <a:pt x="1629234" y="98485"/>
                  <a:pt x="1626370" y="89259"/>
                  <a:pt x="1620642" y="82801"/>
                </a:cubicBezTo>
                <a:cubicBezTo>
                  <a:pt x="1614914" y="76343"/>
                  <a:pt x="1607822" y="73114"/>
                  <a:pt x="1599365" y="73114"/>
                </a:cubicBezTo>
                <a:cubicBezTo>
                  <a:pt x="1590908" y="73114"/>
                  <a:pt x="1583797" y="76343"/>
                  <a:pt x="1578031" y="82801"/>
                </a:cubicBezTo>
                <a:cubicBezTo>
                  <a:pt x="1572265" y="89259"/>
                  <a:pt x="1569382" y="98562"/>
                  <a:pt x="1569382" y="110709"/>
                </a:cubicBezTo>
                <a:close/>
                <a:moveTo>
                  <a:pt x="1799300" y="171945"/>
                </a:moveTo>
                <a:lnTo>
                  <a:pt x="1766895" y="171945"/>
                </a:lnTo>
                <a:lnTo>
                  <a:pt x="1766895" y="109440"/>
                </a:lnTo>
                <a:cubicBezTo>
                  <a:pt x="1766895" y="96217"/>
                  <a:pt x="1766203" y="87664"/>
                  <a:pt x="1764819" y="83781"/>
                </a:cubicBezTo>
                <a:cubicBezTo>
                  <a:pt x="1763435" y="79899"/>
                  <a:pt x="1761186" y="76881"/>
                  <a:pt x="1758072" y="74729"/>
                </a:cubicBezTo>
                <a:cubicBezTo>
                  <a:pt x="1754959" y="72576"/>
                  <a:pt x="1751211" y="71500"/>
                  <a:pt x="1746829" y="71500"/>
                </a:cubicBezTo>
                <a:cubicBezTo>
                  <a:pt x="1741216" y="71500"/>
                  <a:pt x="1736180" y="73037"/>
                  <a:pt x="1731721" y="76112"/>
                </a:cubicBezTo>
                <a:cubicBezTo>
                  <a:pt x="1727262" y="79188"/>
                  <a:pt x="1724206" y="83262"/>
                  <a:pt x="1722553" y="88337"/>
                </a:cubicBezTo>
                <a:cubicBezTo>
                  <a:pt x="1720900" y="93411"/>
                  <a:pt x="1720074" y="102790"/>
                  <a:pt x="1720074" y="116475"/>
                </a:cubicBezTo>
                <a:lnTo>
                  <a:pt x="1720074" y="171945"/>
                </a:lnTo>
                <a:lnTo>
                  <a:pt x="1687668" y="171945"/>
                </a:lnTo>
                <a:lnTo>
                  <a:pt x="1687668" y="49473"/>
                </a:lnTo>
                <a:lnTo>
                  <a:pt x="1717767" y="49473"/>
                </a:lnTo>
                <a:lnTo>
                  <a:pt x="1717767" y="67463"/>
                </a:lnTo>
                <a:cubicBezTo>
                  <a:pt x="1728454" y="53625"/>
                  <a:pt x="1741908" y="46705"/>
                  <a:pt x="1758130" y="46705"/>
                </a:cubicBezTo>
                <a:cubicBezTo>
                  <a:pt x="1765280" y="46705"/>
                  <a:pt x="1771815" y="47993"/>
                  <a:pt x="1777735" y="50569"/>
                </a:cubicBezTo>
                <a:cubicBezTo>
                  <a:pt x="1783655" y="53144"/>
                  <a:pt x="1788133" y="56431"/>
                  <a:pt x="1791170" y="60429"/>
                </a:cubicBezTo>
                <a:cubicBezTo>
                  <a:pt x="1794207" y="64427"/>
                  <a:pt x="1796321" y="68962"/>
                  <a:pt x="1797512" y="74037"/>
                </a:cubicBezTo>
                <a:cubicBezTo>
                  <a:pt x="1798704" y="79111"/>
                  <a:pt x="1799300" y="86376"/>
                  <a:pt x="1799300" y="95832"/>
                </a:cubicBezTo>
                <a:lnTo>
                  <a:pt x="1799300" y="171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Text Results">
            <a:extLst xmlns:a="http://schemas.openxmlformats.org/drawingml/2006/main">
              <a:ext uri="{FF2B5EF4-FFF2-40B4-BE49-F238E27FC236}">
                <a16:creationId xmlns:a16="http://schemas.microsoft.com/office/drawing/2014/main" id="{3379CC01-A481-440D-BB40-0717A2D5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923" y="3299001"/>
            <a:ext cx="824212" cy="171830"/>
          </a:xfrm>
          <a:custGeom xmlns:a="http://schemas.openxmlformats.org/drawingml/2006/main">
            <a:pathLst>
              <a:path w="824212" h="171830">
                <a:moveTo>
                  <a:pt x="0" y="169062"/>
                </a:moveTo>
                <a:lnTo>
                  <a:pt x="0" y="0"/>
                </a:lnTo>
                <a:lnTo>
                  <a:pt x="71846" y="0"/>
                </a:lnTo>
                <a:cubicBezTo>
                  <a:pt x="89913" y="0"/>
                  <a:pt x="103040" y="1518"/>
                  <a:pt x="111228" y="4555"/>
                </a:cubicBezTo>
                <a:cubicBezTo>
                  <a:pt x="119416" y="7592"/>
                  <a:pt x="125970" y="12993"/>
                  <a:pt x="130890" y="20758"/>
                </a:cubicBezTo>
                <a:cubicBezTo>
                  <a:pt x="135811" y="28523"/>
                  <a:pt x="138271" y="37403"/>
                  <a:pt x="138271" y="47397"/>
                </a:cubicBezTo>
                <a:cubicBezTo>
                  <a:pt x="138271" y="60083"/>
                  <a:pt x="134542" y="70558"/>
                  <a:pt x="127085" y="78823"/>
                </a:cubicBezTo>
                <a:cubicBezTo>
                  <a:pt x="119627" y="87087"/>
                  <a:pt x="108479" y="92296"/>
                  <a:pt x="93641" y="94449"/>
                </a:cubicBezTo>
                <a:cubicBezTo>
                  <a:pt x="101022" y="98754"/>
                  <a:pt x="107115" y="103482"/>
                  <a:pt x="111920" y="108633"/>
                </a:cubicBezTo>
                <a:cubicBezTo>
                  <a:pt x="116725" y="113784"/>
                  <a:pt x="123202" y="122933"/>
                  <a:pt x="131352" y="136080"/>
                </a:cubicBezTo>
                <a:lnTo>
                  <a:pt x="151994" y="169062"/>
                </a:lnTo>
                <a:lnTo>
                  <a:pt x="111170" y="169062"/>
                </a:lnTo>
                <a:lnTo>
                  <a:pt x="86491" y="132274"/>
                </a:lnTo>
                <a:cubicBezTo>
                  <a:pt x="77727" y="119128"/>
                  <a:pt x="71730" y="110844"/>
                  <a:pt x="68501" y="107422"/>
                </a:cubicBezTo>
                <a:cubicBezTo>
                  <a:pt x="65272" y="104001"/>
                  <a:pt x="61851" y="101656"/>
                  <a:pt x="58238" y="100388"/>
                </a:cubicBezTo>
                <a:cubicBezTo>
                  <a:pt x="54624" y="99119"/>
                  <a:pt x="48896" y="98485"/>
                  <a:pt x="41055" y="98485"/>
                </a:cubicBezTo>
                <a:lnTo>
                  <a:pt x="34135" y="98485"/>
                </a:lnTo>
                <a:lnTo>
                  <a:pt x="34135" y="169062"/>
                </a:lnTo>
                <a:lnTo>
                  <a:pt x="0" y="169062"/>
                </a:lnTo>
                <a:moveTo>
                  <a:pt x="34135" y="71500"/>
                </a:moveTo>
                <a:lnTo>
                  <a:pt x="59391" y="71500"/>
                </a:lnTo>
                <a:cubicBezTo>
                  <a:pt x="75766" y="71500"/>
                  <a:pt x="85992" y="70808"/>
                  <a:pt x="90066" y="69424"/>
                </a:cubicBezTo>
                <a:cubicBezTo>
                  <a:pt x="94141" y="68040"/>
                  <a:pt x="97332" y="65657"/>
                  <a:pt x="99638" y="62274"/>
                </a:cubicBezTo>
                <a:cubicBezTo>
                  <a:pt x="101945" y="58891"/>
                  <a:pt x="103098" y="54663"/>
                  <a:pt x="103098" y="49588"/>
                </a:cubicBezTo>
                <a:cubicBezTo>
                  <a:pt x="103098" y="43899"/>
                  <a:pt x="101579" y="39306"/>
                  <a:pt x="98543" y="35807"/>
                </a:cubicBezTo>
                <a:cubicBezTo>
                  <a:pt x="95506" y="32309"/>
                  <a:pt x="91220" y="30099"/>
                  <a:pt x="85684" y="29176"/>
                </a:cubicBezTo>
                <a:cubicBezTo>
                  <a:pt x="82916" y="28792"/>
                  <a:pt x="74613" y="28600"/>
                  <a:pt x="60775" y="28600"/>
                </a:cubicBezTo>
                <a:lnTo>
                  <a:pt x="34135" y="28600"/>
                </a:lnTo>
                <a:lnTo>
                  <a:pt x="34135" y="71500"/>
                </a:lnTo>
                <a:close/>
                <a:moveTo>
                  <a:pt x="241146" y="130083"/>
                </a:moveTo>
                <a:lnTo>
                  <a:pt x="273436" y="135503"/>
                </a:lnTo>
                <a:cubicBezTo>
                  <a:pt x="269284" y="147343"/>
                  <a:pt x="262730" y="156357"/>
                  <a:pt x="253774" y="162546"/>
                </a:cubicBezTo>
                <a:cubicBezTo>
                  <a:pt x="244817" y="168735"/>
                  <a:pt x="233611" y="171830"/>
                  <a:pt x="220157" y="171830"/>
                </a:cubicBezTo>
                <a:cubicBezTo>
                  <a:pt x="198861" y="171830"/>
                  <a:pt x="183100" y="164872"/>
                  <a:pt x="172875" y="150956"/>
                </a:cubicBezTo>
                <a:cubicBezTo>
                  <a:pt x="164803" y="139809"/>
                  <a:pt x="160766" y="125739"/>
                  <a:pt x="160766" y="108749"/>
                </a:cubicBezTo>
                <a:cubicBezTo>
                  <a:pt x="160766" y="88452"/>
                  <a:pt x="166071" y="72557"/>
                  <a:pt x="176681" y="61063"/>
                </a:cubicBezTo>
                <a:cubicBezTo>
                  <a:pt x="187290" y="49569"/>
                  <a:pt x="200706" y="43822"/>
                  <a:pt x="216928" y="43822"/>
                </a:cubicBezTo>
                <a:cubicBezTo>
                  <a:pt x="235149" y="43822"/>
                  <a:pt x="249526" y="49838"/>
                  <a:pt x="260059" y="61870"/>
                </a:cubicBezTo>
                <a:cubicBezTo>
                  <a:pt x="270591" y="73902"/>
                  <a:pt x="275627" y="92334"/>
                  <a:pt x="275166" y="117167"/>
                </a:cubicBezTo>
                <a:lnTo>
                  <a:pt x="193979" y="117167"/>
                </a:lnTo>
                <a:cubicBezTo>
                  <a:pt x="194210" y="126777"/>
                  <a:pt x="196824" y="134254"/>
                  <a:pt x="201821" y="139597"/>
                </a:cubicBezTo>
                <a:cubicBezTo>
                  <a:pt x="206818" y="144940"/>
                  <a:pt x="213046" y="147612"/>
                  <a:pt x="220503" y="147612"/>
                </a:cubicBezTo>
                <a:cubicBezTo>
                  <a:pt x="225577" y="147612"/>
                  <a:pt x="229844" y="146228"/>
                  <a:pt x="233304" y="143460"/>
                </a:cubicBezTo>
                <a:cubicBezTo>
                  <a:pt x="236764" y="140693"/>
                  <a:pt x="239378" y="136234"/>
                  <a:pt x="241146" y="130083"/>
                </a:cubicBezTo>
                <a:moveTo>
                  <a:pt x="242991" y="97332"/>
                </a:moveTo>
                <a:cubicBezTo>
                  <a:pt x="242760" y="87952"/>
                  <a:pt x="240339" y="80821"/>
                  <a:pt x="235726" y="75939"/>
                </a:cubicBezTo>
                <a:cubicBezTo>
                  <a:pt x="231113" y="71058"/>
                  <a:pt x="225500" y="68617"/>
                  <a:pt x="218889" y="68617"/>
                </a:cubicBezTo>
                <a:cubicBezTo>
                  <a:pt x="211816" y="68617"/>
                  <a:pt x="205973" y="71192"/>
                  <a:pt x="201360" y="76343"/>
                </a:cubicBezTo>
                <a:cubicBezTo>
                  <a:pt x="196747" y="81494"/>
                  <a:pt x="194479" y="88490"/>
                  <a:pt x="194556" y="97332"/>
                </a:cubicBezTo>
                <a:lnTo>
                  <a:pt x="242991" y="97332"/>
                </a:lnTo>
                <a:close/>
                <a:moveTo>
                  <a:pt x="289932" y="134119"/>
                </a:moveTo>
                <a:lnTo>
                  <a:pt x="322453" y="129161"/>
                </a:lnTo>
                <a:cubicBezTo>
                  <a:pt x="323837" y="135465"/>
                  <a:pt x="326643" y="140251"/>
                  <a:pt x="330872" y="143518"/>
                </a:cubicBezTo>
                <a:cubicBezTo>
                  <a:pt x="335100" y="146786"/>
                  <a:pt x="341020" y="148419"/>
                  <a:pt x="348631" y="148419"/>
                </a:cubicBezTo>
                <a:cubicBezTo>
                  <a:pt x="357011" y="148419"/>
                  <a:pt x="363316" y="146882"/>
                  <a:pt x="367544" y="143806"/>
                </a:cubicBezTo>
                <a:cubicBezTo>
                  <a:pt x="370389" y="141654"/>
                  <a:pt x="371811" y="138771"/>
                  <a:pt x="371811" y="135157"/>
                </a:cubicBezTo>
                <a:cubicBezTo>
                  <a:pt x="371811" y="132697"/>
                  <a:pt x="371042" y="130660"/>
                  <a:pt x="369504" y="129045"/>
                </a:cubicBezTo>
                <a:cubicBezTo>
                  <a:pt x="367890" y="127508"/>
                  <a:pt x="364277" y="126085"/>
                  <a:pt x="358664" y="124778"/>
                </a:cubicBezTo>
                <a:cubicBezTo>
                  <a:pt x="332525" y="119012"/>
                  <a:pt x="315957" y="113746"/>
                  <a:pt x="308960" y="108979"/>
                </a:cubicBezTo>
                <a:cubicBezTo>
                  <a:pt x="299273" y="102367"/>
                  <a:pt x="294430" y="93180"/>
                  <a:pt x="294430" y="81417"/>
                </a:cubicBezTo>
                <a:cubicBezTo>
                  <a:pt x="294430" y="70808"/>
                  <a:pt x="298620" y="61889"/>
                  <a:pt x="307000" y="54663"/>
                </a:cubicBezTo>
                <a:cubicBezTo>
                  <a:pt x="315380" y="47436"/>
                  <a:pt x="328373" y="43822"/>
                  <a:pt x="345979" y="43822"/>
                </a:cubicBezTo>
                <a:cubicBezTo>
                  <a:pt x="362739" y="43822"/>
                  <a:pt x="375194" y="46552"/>
                  <a:pt x="383343" y="52010"/>
                </a:cubicBezTo>
                <a:cubicBezTo>
                  <a:pt x="391493" y="57469"/>
                  <a:pt x="397105" y="65541"/>
                  <a:pt x="400180" y="76228"/>
                </a:cubicBezTo>
                <a:lnTo>
                  <a:pt x="369620" y="81879"/>
                </a:lnTo>
                <a:cubicBezTo>
                  <a:pt x="368313" y="77112"/>
                  <a:pt x="365833" y="73460"/>
                  <a:pt x="362182" y="70923"/>
                </a:cubicBezTo>
                <a:cubicBezTo>
                  <a:pt x="358530" y="68386"/>
                  <a:pt x="353321" y="67117"/>
                  <a:pt x="346555" y="67117"/>
                </a:cubicBezTo>
                <a:cubicBezTo>
                  <a:pt x="338022" y="67117"/>
                  <a:pt x="331910" y="68309"/>
                  <a:pt x="328219" y="70692"/>
                </a:cubicBezTo>
                <a:cubicBezTo>
                  <a:pt x="325759" y="72384"/>
                  <a:pt x="324529" y="74575"/>
                  <a:pt x="324529" y="77266"/>
                </a:cubicBezTo>
                <a:cubicBezTo>
                  <a:pt x="324529" y="79572"/>
                  <a:pt x="325605" y="81533"/>
                  <a:pt x="327758" y="83147"/>
                </a:cubicBezTo>
                <a:cubicBezTo>
                  <a:pt x="330679" y="85300"/>
                  <a:pt x="340770" y="88337"/>
                  <a:pt x="358030" y="92258"/>
                </a:cubicBezTo>
                <a:cubicBezTo>
                  <a:pt x="375290" y="96178"/>
                  <a:pt x="387341" y="100984"/>
                  <a:pt x="394183" y="106673"/>
                </a:cubicBezTo>
                <a:cubicBezTo>
                  <a:pt x="400949" y="112439"/>
                  <a:pt x="404332" y="120473"/>
                  <a:pt x="404332" y="130775"/>
                </a:cubicBezTo>
                <a:cubicBezTo>
                  <a:pt x="404332" y="142000"/>
                  <a:pt x="399642" y="151648"/>
                  <a:pt x="390262" y="159721"/>
                </a:cubicBezTo>
                <a:cubicBezTo>
                  <a:pt x="380883" y="167793"/>
                  <a:pt x="367006" y="171830"/>
                  <a:pt x="348631" y="171830"/>
                </a:cubicBezTo>
                <a:cubicBezTo>
                  <a:pt x="331948" y="171830"/>
                  <a:pt x="318744" y="168447"/>
                  <a:pt x="309018" y="161681"/>
                </a:cubicBezTo>
                <a:cubicBezTo>
                  <a:pt x="299293" y="154916"/>
                  <a:pt x="292931" y="145728"/>
                  <a:pt x="289932" y="134119"/>
                </a:cubicBezTo>
                <a:close/>
                <a:moveTo>
                  <a:pt x="513086" y="169062"/>
                </a:moveTo>
                <a:lnTo>
                  <a:pt x="513086" y="150726"/>
                </a:lnTo>
                <a:cubicBezTo>
                  <a:pt x="508627" y="157261"/>
                  <a:pt x="502765" y="162412"/>
                  <a:pt x="495500" y="166179"/>
                </a:cubicBezTo>
                <a:cubicBezTo>
                  <a:pt x="488234" y="169946"/>
                  <a:pt x="480565" y="171830"/>
                  <a:pt x="472493" y="171830"/>
                </a:cubicBezTo>
                <a:cubicBezTo>
                  <a:pt x="464267" y="171830"/>
                  <a:pt x="456886" y="170023"/>
                  <a:pt x="450351" y="166409"/>
                </a:cubicBezTo>
                <a:cubicBezTo>
                  <a:pt x="443816" y="162796"/>
                  <a:pt x="439088" y="157722"/>
                  <a:pt x="436166" y="151187"/>
                </a:cubicBezTo>
                <a:cubicBezTo>
                  <a:pt x="433245" y="144652"/>
                  <a:pt x="431784" y="135619"/>
                  <a:pt x="431784" y="124086"/>
                </a:cubicBezTo>
                <a:lnTo>
                  <a:pt x="431784" y="46590"/>
                </a:lnTo>
                <a:lnTo>
                  <a:pt x="464190" y="46590"/>
                </a:lnTo>
                <a:lnTo>
                  <a:pt x="464190" y="102867"/>
                </a:lnTo>
                <a:cubicBezTo>
                  <a:pt x="464190" y="120089"/>
                  <a:pt x="464786" y="130640"/>
                  <a:pt x="465977" y="134523"/>
                </a:cubicBezTo>
                <a:cubicBezTo>
                  <a:pt x="467169" y="138405"/>
                  <a:pt x="469341" y="141481"/>
                  <a:pt x="472493" y="143749"/>
                </a:cubicBezTo>
                <a:cubicBezTo>
                  <a:pt x="475645" y="146017"/>
                  <a:pt x="479643" y="147151"/>
                  <a:pt x="484486" y="147151"/>
                </a:cubicBezTo>
                <a:cubicBezTo>
                  <a:pt x="490022" y="147151"/>
                  <a:pt x="494981" y="145632"/>
                  <a:pt x="499363" y="142596"/>
                </a:cubicBezTo>
                <a:cubicBezTo>
                  <a:pt x="503745" y="139559"/>
                  <a:pt x="506743" y="135792"/>
                  <a:pt x="508358" y="131294"/>
                </a:cubicBezTo>
                <a:cubicBezTo>
                  <a:pt x="509972" y="126796"/>
                  <a:pt x="510780" y="115783"/>
                  <a:pt x="510780" y="98254"/>
                </a:cubicBezTo>
                <a:lnTo>
                  <a:pt x="510780" y="46590"/>
                </a:lnTo>
                <a:lnTo>
                  <a:pt x="543185" y="46590"/>
                </a:lnTo>
                <a:lnTo>
                  <a:pt x="543185" y="169062"/>
                </a:lnTo>
                <a:lnTo>
                  <a:pt x="513086" y="169062"/>
                </a:lnTo>
                <a:close/>
                <a:moveTo>
                  <a:pt x="576829" y="169062"/>
                </a:moveTo>
                <a:lnTo>
                  <a:pt x="576829" y="0"/>
                </a:lnTo>
                <a:lnTo>
                  <a:pt x="609234" y="0"/>
                </a:lnTo>
                <a:lnTo>
                  <a:pt x="609234" y="169062"/>
                </a:lnTo>
                <a:lnTo>
                  <a:pt x="576829" y="169062"/>
                </a:lnTo>
                <a:close/>
                <a:moveTo>
                  <a:pt x="698696" y="46590"/>
                </a:moveTo>
                <a:lnTo>
                  <a:pt x="698696" y="72422"/>
                </a:lnTo>
                <a:lnTo>
                  <a:pt x="676554" y="72422"/>
                </a:lnTo>
                <a:lnTo>
                  <a:pt x="676554" y="121780"/>
                </a:lnTo>
                <a:cubicBezTo>
                  <a:pt x="676554" y="131774"/>
                  <a:pt x="676765" y="137598"/>
                  <a:pt x="677188" y="139251"/>
                </a:cubicBezTo>
                <a:cubicBezTo>
                  <a:pt x="677611" y="140904"/>
                  <a:pt x="678572" y="142269"/>
                  <a:pt x="680071" y="143345"/>
                </a:cubicBezTo>
                <a:cubicBezTo>
                  <a:pt x="681570" y="144421"/>
                  <a:pt x="683396" y="144960"/>
                  <a:pt x="685549" y="144960"/>
                </a:cubicBezTo>
                <a:cubicBezTo>
                  <a:pt x="688547" y="144960"/>
                  <a:pt x="692891" y="143922"/>
                  <a:pt x="698580" y="141846"/>
                </a:cubicBezTo>
                <a:lnTo>
                  <a:pt x="701348" y="166986"/>
                </a:lnTo>
                <a:cubicBezTo>
                  <a:pt x="693814" y="170215"/>
                  <a:pt x="685280" y="171830"/>
                  <a:pt x="675747" y="171830"/>
                </a:cubicBezTo>
                <a:cubicBezTo>
                  <a:pt x="669904" y="171830"/>
                  <a:pt x="664637" y="170849"/>
                  <a:pt x="659947" y="168889"/>
                </a:cubicBezTo>
                <a:cubicBezTo>
                  <a:pt x="655258" y="166928"/>
                  <a:pt x="651817" y="164391"/>
                  <a:pt x="649626" y="161278"/>
                </a:cubicBezTo>
                <a:cubicBezTo>
                  <a:pt x="647435" y="158164"/>
                  <a:pt x="645917" y="153955"/>
                  <a:pt x="645071" y="148650"/>
                </a:cubicBezTo>
                <a:cubicBezTo>
                  <a:pt x="644379" y="144883"/>
                  <a:pt x="644033" y="137271"/>
                  <a:pt x="644033" y="125816"/>
                </a:cubicBezTo>
                <a:lnTo>
                  <a:pt x="644033" y="72422"/>
                </a:lnTo>
                <a:lnTo>
                  <a:pt x="629157" y="72422"/>
                </a:lnTo>
                <a:lnTo>
                  <a:pt x="629157" y="46590"/>
                </a:lnTo>
                <a:lnTo>
                  <a:pt x="644033" y="46590"/>
                </a:lnTo>
                <a:lnTo>
                  <a:pt x="644033" y="22257"/>
                </a:lnTo>
                <a:lnTo>
                  <a:pt x="676554" y="3344"/>
                </a:lnTo>
                <a:lnTo>
                  <a:pt x="676554" y="46590"/>
                </a:lnTo>
                <a:lnTo>
                  <a:pt x="698696" y="46590"/>
                </a:lnTo>
                <a:close/>
                <a:moveTo>
                  <a:pt x="709812" y="134119"/>
                </a:moveTo>
                <a:lnTo>
                  <a:pt x="742333" y="129161"/>
                </a:lnTo>
                <a:cubicBezTo>
                  <a:pt x="743717" y="135465"/>
                  <a:pt x="746523" y="140251"/>
                  <a:pt x="750752" y="143518"/>
                </a:cubicBezTo>
                <a:cubicBezTo>
                  <a:pt x="754980" y="146786"/>
                  <a:pt x="760900" y="148419"/>
                  <a:pt x="768511" y="148419"/>
                </a:cubicBezTo>
                <a:cubicBezTo>
                  <a:pt x="776891" y="148419"/>
                  <a:pt x="783195" y="146882"/>
                  <a:pt x="787424" y="143806"/>
                </a:cubicBezTo>
                <a:cubicBezTo>
                  <a:pt x="790269" y="141654"/>
                  <a:pt x="791691" y="138771"/>
                  <a:pt x="791691" y="135157"/>
                </a:cubicBezTo>
                <a:cubicBezTo>
                  <a:pt x="791691" y="132697"/>
                  <a:pt x="790922" y="130660"/>
                  <a:pt x="789384" y="129045"/>
                </a:cubicBezTo>
                <a:cubicBezTo>
                  <a:pt x="787770" y="127508"/>
                  <a:pt x="784156" y="126085"/>
                  <a:pt x="778544" y="124778"/>
                </a:cubicBezTo>
                <a:cubicBezTo>
                  <a:pt x="752404" y="119012"/>
                  <a:pt x="735837" y="113746"/>
                  <a:pt x="728840" y="108979"/>
                </a:cubicBezTo>
                <a:cubicBezTo>
                  <a:pt x="719153" y="102367"/>
                  <a:pt x="714310" y="93180"/>
                  <a:pt x="714310" y="81417"/>
                </a:cubicBezTo>
                <a:cubicBezTo>
                  <a:pt x="714310" y="70808"/>
                  <a:pt x="718500" y="61889"/>
                  <a:pt x="726880" y="54663"/>
                </a:cubicBezTo>
                <a:cubicBezTo>
                  <a:pt x="735260" y="47436"/>
                  <a:pt x="748253" y="43822"/>
                  <a:pt x="765859" y="43822"/>
                </a:cubicBezTo>
                <a:cubicBezTo>
                  <a:pt x="782619" y="43822"/>
                  <a:pt x="795074" y="46552"/>
                  <a:pt x="803223" y="52010"/>
                </a:cubicBezTo>
                <a:cubicBezTo>
                  <a:pt x="811372" y="57469"/>
                  <a:pt x="816985" y="65541"/>
                  <a:pt x="820060" y="76228"/>
                </a:cubicBezTo>
                <a:lnTo>
                  <a:pt x="789500" y="81879"/>
                </a:lnTo>
                <a:cubicBezTo>
                  <a:pt x="788193" y="77112"/>
                  <a:pt x="785713" y="73460"/>
                  <a:pt x="782061" y="70923"/>
                </a:cubicBezTo>
                <a:cubicBezTo>
                  <a:pt x="778410" y="68386"/>
                  <a:pt x="773201" y="67117"/>
                  <a:pt x="766435" y="67117"/>
                </a:cubicBezTo>
                <a:cubicBezTo>
                  <a:pt x="757901" y="67117"/>
                  <a:pt x="751789" y="68309"/>
                  <a:pt x="748099" y="70692"/>
                </a:cubicBezTo>
                <a:cubicBezTo>
                  <a:pt x="745639" y="72384"/>
                  <a:pt x="744409" y="74575"/>
                  <a:pt x="744409" y="77266"/>
                </a:cubicBezTo>
                <a:cubicBezTo>
                  <a:pt x="744409" y="79572"/>
                  <a:pt x="745485" y="81533"/>
                  <a:pt x="747638" y="83147"/>
                </a:cubicBezTo>
                <a:cubicBezTo>
                  <a:pt x="750559" y="85300"/>
                  <a:pt x="760650" y="88337"/>
                  <a:pt x="777910" y="92258"/>
                </a:cubicBezTo>
                <a:cubicBezTo>
                  <a:pt x="795170" y="96178"/>
                  <a:pt x="807221" y="100984"/>
                  <a:pt x="814063" y="106673"/>
                </a:cubicBezTo>
                <a:cubicBezTo>
                  <a:pt x="820829" y="112439"/>
                  <a:pt x="824212" y="120473"/>
                  <a:pt x="824212" y="130775"/>
                </a:cubicBezTo>
                <a:cubicBezTo>
                  <a:pt x="824212" y="142000"/>
                  <a:pt x="819522" y="151648"/>
                  <a:pt x="810142" y="159721"/>
                </a:cubicBezTo>
                <a:cubicBezTo>
                  <a:pt x="800763" y="167793"/>
                  <a:pt x="786886" y="171830"/>
                  <a:pt x="768511" y="171830"/>
                </a:cubicBezTo>
                <a:cubicBezTo>
                  <a:pt x="751828" y="171830"/>
                  <a:pt x="738624" y="168447"/>
                  <a:pt x="728898" y="161681"/>
                </a:cubicBezTo>
                <a:cubicBezTo>
                  <a:pt x="719173" y="154916"/>
                  <a:pt x="712811" y="145728"/>
                  <a:pt x="709812" y="1341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509421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2026-09-05T18:29:17.6180000Z</dcterms:created>
  <dcterms:modified xsi:type="dcterms:W3CDTF">2026-09-05T18:29:17.6180000Z</dcterms:modified>
</coreProperties>
</file>